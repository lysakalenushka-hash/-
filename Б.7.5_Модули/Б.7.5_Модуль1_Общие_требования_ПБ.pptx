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Б.7.5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Модуль 1. 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Проектирование, строительство, реконструкция, ТПВ и капремонт сетей газораспределения и газопотребления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Объём модуля: 6 академических часов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Правовые основы и производственный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116-ФЗ, полномочия Ростехнадзора, производственный контроль, общие требования к объектам газоснабжения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Правовые основы и производственный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116-ФЗ, полномочия Ростехнадзора, производственный контроль, общие требования к объектам газоснабжения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Правовое регулирование промышленной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116-ФЗ «О промышленной безопасности опасных производственных объектов» — цели, принципы, категории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Постановление Правительства РФ № 2168 — категории работников, подлежащих аттестации.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Положение об аттестации (ПП РФ № 978) — порядок подготовки и проверки знаний.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Ответственность за нарушение требований промышленной безопасности (административная и уголовная).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Производственный контроль и надзор на объектах газоснабжения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контроль: цели, программа, документирование результатов.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Контрольно-надзорная деятельность Ростехнадзора при строительстве и реконструкции сетей.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Регистрация объектов в государственном реестре ОПО; декларирование промышленной безопасности.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Общие требования ФНП № 531 к организациям, выполняющим работы на сетях газораспределения и газопотребления.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Итоги: Общие требования промышленной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116-ФЗ — основа правового регулирования промышленной безопасности ОПО.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Аттестация по Б.7.5 обязательна для ответственных специалистов не реже 1 раза в 5 лет.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 и надзор Ростехнадзора — ключевые механизмы обеспечения безопасности.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ФНП № 531 определяет общие требования ко всем этапам жизненного цикла газовых сетей.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2026-08-27T13:55:34Z</dcterms:modified>
  <cp:category/>
</cp:coreProperties>
</file>