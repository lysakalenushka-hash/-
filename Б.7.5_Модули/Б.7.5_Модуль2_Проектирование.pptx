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Б.7.5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Модуль 2. Проектирование сетей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Проектирование, строительство, реконструкция, ТПВ и капремонт сетей газораспределения и газопотребления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Объём модуля: 8 академических часов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Проектирование · Газопровод · ГРП · СП 42-102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Проектирование сетей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Проектные решения и нормативные ограничения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Классификация сетей, выбор материалов, прокладка, здания ГРП/ГРУ, вентиляция и контрольно-измерительные приборы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Проектирование · Газопровод · ГРП · СП 42-102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Проектирование сетей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Проектные решения и нормативные ограничения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Классификация сетей, выбор материалов, прокладка, здания ГРП/ГРУ, вентиляция и контрольно-измерительные приборы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Проектирование · Газопровод · ГРП · СП 42-102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Общие требования к проектированию газовых сетей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В проектной документации указываются границы охранных зон (ТР п. 18); маркировка трасс — опознавательные знаки (ТР п. 17).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Расстояния от газопроводов до зданий и сооружений — с учётом давления и плотности застройки (ТР п. 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Запрет прокладки по помещениям кат. А и Б, по горючим мостам (ТР п. 28).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2 м от наружных газопроводов, 10 м от отдельно стоящих ГРП (ПП РФ № 878, п. 7).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Проектирование ГРП, ГРУ и внутренних газопроводов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Ключевые проектные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Пункты редуцирования газа и установки учёта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Конструкции зданий ГРП должны обеспечивать взрывоустойчивость, I–II степень огнестойкости, класс С0; оснащение молниезащитой, заземлением и вентиляцией (ТР п. 35). Давление газа на входе в ГРУ — не более 0,6 МПа; размещение в помещениях кат. А и Б запрещено (ТР п. 42–43). Внутренние газопроводы — не в подвалах, не через лифтовые шахты (ТР п. 46).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На каждый газопровод, ПРГ, ГРУ оформляется паспорт (ФНП № 531, п. 16). Экспертиза проекта обязательна (ТР п. 88–91).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Документация и экспертиза проектной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Состав проектной и рабочей документации на объекты газоснабжения.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Требования к разделам «Технологические решения», «Пожарная безопасность», «Мероприятия по ПБ».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Государственная и негосударственная экспертиза; учёт заключений при строительстве.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Изменения в проектной документации в процессе строительства — порядок согласования.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Итоги: Проектирование сетей газораспределения и газопотребления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Проектная документация: охранные зоны (ТР п. 18), маркировка трасс (ТР п. 17), расстояния (ТР п. 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ГРП/ГРУ: взрывоустойчивость, вентиляция, давление на входе ≤ 0,6 МПа (ТР п. 35, 42–43).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2 м от наружных газопроводов, 10 м от отдельно стоящих ГРП (ПП РФ № 878, п. 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Экспертиза проектной документации обязательна; паспорта на газопроводы — ФНП № 531, п. 16.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2026-08-27T13:55:34Z</dcterms:modified>
  <cp:category/>
</cp:coreProperties>
</file>