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2766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Б.7.5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Модуль 2. Проектирование сетей газораспределения и газопотребления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Inter"/>
              </a:rPr>
              <a:t>Проектирование, строительство, реконструкция, ТПВ и капремонт сетей газораспределения и газопотребления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Объём модуля: 8 академических часов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Проектирование · Газопровод · ГРП · СП 42-102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Проектирование сетей газораспределения и газопотребления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Проектные решения и нормативные 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Классификация сетей, выбор материалов, прокладка, здания ГРП/ГРУ, вентиляция и контрольно-измерительные приборы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Проектирование · Газопровод · ГРП · СП 42-102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Проектирование сетей газораспределения и газопотребления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Проектные решения и нормативные 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Классификация сетей, выбор материалов, прокладка, здания ГРП/ГРУ, вентиляция и контрольно-измерительные приборы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Проектирование · Газопровод · ГРП · СП 42-102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Общие требования к проектированию газовых сетей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Классификация сетей газораспределения и газопотребления по давлению, назначению и способу прокладки.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Выбор материалов труб (сталь, полиэтилен) с учётом давления, среды и условий прокладки.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Расстояния до зданий, сооружений и инженерных коммуникаций; пересечения и параллельное следование.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Охранные зоны газопроводов; требования к маркировке и сигнальным знакам на трассе.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Проектирование ГРП, ГРУ и внутренних газопроводов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Ключевые проектные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Пункты редуцирования газа и установки учёта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Проектом определяются тип ГРП/ГРУ, схема подключения, резервирование, система отопления и вентиляции помещений, газоопасные сигнализаторы, аварийное отключение и освещение. Внутренние газопроводы проектируются с учётом давления, категории помещений и требований взрывобезопасности.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9E0B"/>
                </a:solidFill>
                <a:latin typeface="Inter"/>
              </a:rPr>
              <a:t>После строительства на каждый газопровод, ГРП и технологическую установку оформляется паспорт (ФНП № 531).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Документация и экспертиза проектной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Состав проектной и рабочей документации на объекты газоснабжения.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Требования к разделам «Технологические решения», «Пожарная безопасность», «Мероприятия по ПБ».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Государственная и негосударственная экспертиза; учёт заключений при строительстве.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Изменения в проектной документации в процессе строительства — порядок согласования.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Inter"/>
              </a:rPr>
              <a:t>Итоги: Проектирование сетей газораспределения и газопотребления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Проектные решения определяют безопасность эксплуатации на весь срок службы сети.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6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Выбор материалов и трасс — по СП 42-102, СП 42-103, СП 62.13330.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02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ГРП/ГРУ проектируются с системами безопасности, вентиляцией и КИП.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8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98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Экспертиза проектной документации обязательна для объектов капитального строительства.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1720</Words>
  <Application>Microsoft Office PowerPoint</Application>
  <PresentationFormat>Широкоэкранный</PresentationFormat>
  <Paragraphs>153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smarta3@outlook.com</cp:lastModifiedBy>
  <cp:revision>2</cp:revision>
  <dcterms:created xsi:type="dcterms:W3CDTF">2013-01-27T09:14:16Z</dcterms:created>
  <dcterms:modified xsi:type="dcterms:W3CDTF">2026-08-27T13:55:34Z</dcterms:modified>
  <cp:category/>
</cp:coreProperties>
</file>