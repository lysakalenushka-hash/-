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276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53600" y="-457200"/>
            <a:ext cx="2743200" cy="2743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30613"/>
                </a:solidFill>
                <a:latin typeface="Inter"/>
              </a:rPr>
              <a:t>Б.7.5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Модуль 4. Сварочные работы, испытания, пуск газа и приёмка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Inter"/>
              </a:rPr>
              <a:t>Проектирование, строительство, реконструкция, ТПВ и капремонт сетей газораспределения и газопотребления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Объём модуля: 4 академических часов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Сварка · Испытания · Пуск газа · Приёмка · НК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53600" y="-457200"/>
            <a:ext cx="2743200" cy="2743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МОДУЛЬ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Сварка, испытания, пуск газа и приёмка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Контроль качества и ввод в эксплуатацию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Сварочные работы, неразрушающий контроль, опрессовка, врезка, продувка, приёмка объекта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Сварка · Испытания · Пуск газа · Приёмка · НК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53600" y="-457200"/>
            <a:ext cx="2743200" cy="2743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МОДУЛЬ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</a:rPr>
              <a:t>Сварка, испытания, пуск газа и приёмка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Контроль качества и ввод в эксплуатацию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</a:rPr>
              <a:t>Сварочные работы, неразрушающий контроль, опрессовка, врезка, продувка, приёмка объекта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Сварка · Испытания · Пуск газа · Приёмка · НК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Сварочные работы и контроль качества соединений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Сварка — по ПТД, аттестованные сварщики, допускные швы на объекте (ФНП № 519, п. 9, 18, 32).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НК сварных соединений — входной, операционный, приемочный контроль (ФНП № 519, п. 34–38).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На действующих газопроводах — сварка при 0,0004–0,002 МПа; без отключения и заглушек в колодцах запрещено (ФНП № 531, п. 155–156).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3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Сварные швы в стенах и перекрытиях при СМР запрещены (ТР п. 59).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Испытания газопроводов на прочность и герметичность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5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5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После сварки — испытания на прочность и герметичность; после ремонта — на герметичность (ФНП № 531, п. 29).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1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Контрольная опрессовка: наружные газопроводы — 0,02 МПа; ГРП/ГРУ — 0,01 МПа (ФНП № 531, п. 151).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7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7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ПЭ-трубы: испытания не ранее чем через 24 ч после сварки последнего стыка (ТР п. 62).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307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307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Пуск газа — только после положительных испытаний и записи в наряд-допуске.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Врезка, продувка, пуск газа и приёмка объекта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Inter"/>
              </a:rPr>
              <a:t>Завершающий этап строительства и реконструкции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Ввод в эксплуатацию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52700"/>
            <a:ext cx="1091153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Присоединение вновь построенных газопроводов — только перед пуском газа; перед присоединением — осмотр и контрольная опрессовка (ФНП № 531, п. 150). Продувка газом до вытеснения воздуха; окончание — анализ и сжигание проб (ФНП № 531, п. 165). Приёмка — комиссией с представителем Ростехнадзора (ТР п. 93).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Inter"/>
              </a:rPr>
              <a:t>Ввод без паспортов, исполнительной документации, протоколов испытаний и актов приёмки не допускается.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Модуль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Inter"/>
              </a:rPr>
              <a:t>Итоги: Сварочные работы, испытания, пуск газа и приёмка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Сварка — по ПТД, аттестованные сварщики, допускные швы (ФНП № 519, п. 9, 18, 32).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1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631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На действующих газопроводах — сварка при 0,0004–0,002 МПа (ФНП № 531, п. 155–156).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1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231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Испытания: герметичность после ремонта, опрессовка 0,02/0,01 МПа (ФНП № 531, п. 29, 151).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831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983120"/>
            <a:ext cx="95399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Пуск газа — после продувки и опрессовки; приёмка — комиссией (ФНП № 531, п. 150, 165; ТР п. 93).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355080"/>
            <a:ext cx="10911535" cy="9144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Inter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1720</Words>
  <Application>Microsoft Office PowerPoint</Application>
  <PresentationFormat>Широкоэкранный</PresentationFormat>
  <Paragraphs>153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smarta3@outlook.com</cp:lastModifiedBy>
  <cp:revision>2</cp:revision>
  <dcterms:created xsi:type="dcterms:W3CDTF">2013-01-27T09:14:16Z</dcterms:created>
  <dcterms:modified xsi:type="dcterms:W3CDTF">2026-08-27T13:55:34Z</dcterms:modified>
  <cp:category/>
</cp:coreProperties>
</file>