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Б.7.5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Модуль 4. Сварочные работы, испытания, пуск газа и приёмка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Inter"/>
              </a:rPr>
              <a:t>Проектирование, строительство, реконструкция, ТПВ и капремонт сетей газораспределения и газопотребления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Объём модуля: 4 академических часов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Сварка · Испытания · Пуск газа · Приёмка · НК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Сварка, испытания, пуск газа и приёмка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Контроль качества и ввод в эксплуатацию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Сварочные работы, неразрушающий контроль, опрессовка, врезка, продувка, приёмка объекта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Сварка · Испытания · Пуск газа · Приёмка · НК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Сварка, испытания, пуск газа и приёмка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Контроль качества и ввод в эксплуатацию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Сварочные работы, неразрушающий контроль, опрессовка, врезка, продувка, приёмка объекта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Сварка · Испытания · Пуск газа · Приёмка · НК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Сварочные работы и контроль качества соединений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Требования к сварщикам и технологии сварки на ОПО; допуск к газоопасным сварочным работам.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Визуальный и неразрушающий контроль сварных швов; оформление результатов контроля.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Запрет эксплуатации газопроводов с дефектными сварными соединениями.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Ремонт дефектов: повторная сварка, выборочная замена участков по результатам контроля.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Испытания газопроводов на прочность и герметичность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После СМР и ремонта — испытания по проекту; при отсутствии проектных требований — по СП.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Испытание на прочность и герметичность после сварочных работ обязательно.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Контрольная опрессовка оборудования и газопроводов ГРП давлением 0,01 МПа.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Оформление актов испытаний; допуск к пуску газа только после положительных результатов.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Врезка, продувка, пуск газа и приёмка объекта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Завершающий этап строительства и реконструкции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Ввод в эксплуатацию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Пуск газа выполняется по плану после продувки, проверки герметичности запорной арматуры и отсутствия заглушек. Снятие заглушек — после обхода, ТО и испытаний. Приёмка законченного строительством объекта — комиссией с оформлением актов и внесением сведений в реестр.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Ввод в эксплуатацию без паспортов, исполнительной документации и актов испытаний не допускается.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Итоги: Сварочные работы, испытания, пуск газа и приёмка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Сварка и НК — критический этап обеспечения герметичности газопроводов.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6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Испытания на прочность и герметичность обязательны после сварки и ремонта.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2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Пуск газа — только после положительных испытаний и оформления документов.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Приёмка объекта завершает цикл строительства и является условием ввода в эксплуатацию.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1720</Words>
  <Application>Microsoft Office PowerPoint</Application>
  <PresentationFormat>Широкоэкранный</PresentationFormat>
  <Paragraphs>153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2026-08-27T13:55:34Z</dcterms:modified>
  <cp:category/>
</cp:coreProperties>
</file>