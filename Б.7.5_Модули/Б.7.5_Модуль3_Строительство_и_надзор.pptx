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2766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E30613"/>
                </a:solidFill>
                <a:latin typeface="Inter"/>
              </a:rPr>
              <a:t>Б.7.5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Inter"/>
              </a:rPr>
              <a:t>Модуль 3. Технический надзор, строительство, реконструкция и капитальный ремонт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6B7280"/>
                </a:solidFill>
                <a:latin typeface="Inter"/>
              </a:rPr>
              <a:t>Проектирование, строительство, реконструкция, ТПВ и капремонт сетей газораспределения и газопотребления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Объём модуля: 6 академических часов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Строительство · Реконструкция · Технический надзор · Охранные зоны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Строительство, реконструкция и технический надзор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Организация СМР и контроль качества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Прокладка газопроводов, строительный контроль, реконструкция, капремонт, консервация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Строительство · Реконструкция · Технический надзор · Охранные зоны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53600" y="-457200"/>
            <a:ext cx="2743200" cy="2743200"/>
          </a:xfrm>
          <a:prstGeom prst="ellipse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Inter"/>
              </a:rPr>
              <a:t>Строительство, реконструкция и технический надзор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1153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Организация СМР и контроль качества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Inter"/>
              </a:rPr>
              <a:t>Прокладка газопроводов, строительный контроль, реконструкция, капремонт, консервация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48640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Inter"/>
              </a:rPr>
              <a:t>Строительство · Реконструкция · Технический надзор · Охранные зоны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Строительство и реконструкция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Подготовка трассы, траншеи, способы прокладки (подземная, наземная, в коллекторах).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Монтаж стальных и полиэтиленовых газопроводов; требования к стыковым соединениям.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Строительный контроль и авторский надзор; журналы работ и акты скрытых работ.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Реконструкция изношенных газопроводов; методы бестраншейной замены и параллельной прокладки.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04 / 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Капитальный ремонт и техническое перевооружение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1153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Inter"/>
              </a:rPr>
              <a:t>Работы без нарушения безопасной эксплуатации действующих сетей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Организация ремонтных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552700"/>
            <a:ext cx="1091153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Капитальный ремонт и техническое перевооружение выполняются по проекту или технической документации с отключением и продувкой участков, оформлением нарядов-допусков на газоопасные работы. Консервация и расконсервация газопроводов — по регламенту с испытаниями перед пуском газа.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20624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F59E0B"/>
                </a:solidFill>
                <a:latin typeface="Inter"/>
              </a:rPr>
              <a:t>Запрещается ввод в эксплуатацию объектов без испытаний и оформления исполнительной документации.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1153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Inter"/>
              </a:rPr>
              <a:t>Газоопасные работы и охрана газопроводов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5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5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Перечень газоопасных работ: врезка, пуск газа, снятие заглушек, сварка на действующих газопроводах.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1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1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Наряд-допуск и план газоопасных работ; роли ответственного руководителя и исполнителей.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7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57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Правила охраны газораспределительных сетей (ПП РФ № 878): охранная зона, ограничения для земляных работ.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307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5307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Действия при повреждении газопровода третьими лицами; аварийно-диспетчерское обеспечение.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457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Модуль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91153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Inter"/>
              </a:rPr>
              <a:t>Итоги: Технический надзор, строительство, реконструкция и капитальный ремонт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СМР выполняются по проекту с обязательным строительным контролем.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6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Газоопасные работы — только по наряду-допуску и плану.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2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Охранная зона газопровода (ПП РФ № 878) ограничивает сторонние работы.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98312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30613"/>
                </a:solidFill>
                <a:latin typeface="Inter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983120"/>
            <a:ext cx="95399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Inter"/>
              </a:rPr>
              <a:t>Капремонт и ТПВ требуют отключения, продувки и испытаний перед пуском.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55080"/>
            <a:ext cx="10911535" cy="9144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80015" y="6492240"/>
            <a:ext cx="11887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Inter"/>
              </a:rPr>
              <a:t>07 /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1720</Words>
  <Application>Microsoft Office PowerPoint</Application>
  <PresentationFormat>Широкоэкранный</PresentationFormat>
  <Paragraphs>153</Paragraphs>
  <Slides>15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smarta3@outlook.com</cp:lastModifiedBy>
  <cp:revision>2</cp:revision>
  <dcterms:created xsi:type="dcterms:W3CDTF">2013-01-27T09:14:16Z</dcterms:created>
  <dcterms:modified xsi:type="dcterms:W3CDTF">2026-08-27T13:55:34Z</dcterms:modified>
  <cp:category/>
</cp:coreProperties>
</file>