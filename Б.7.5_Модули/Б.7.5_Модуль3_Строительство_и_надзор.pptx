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3. Технический надзор, строительство, реконструкция и капитальный ремонт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10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Строительство и реконструкция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СМР — по проекту и технологическим картам; при отступлениях работы приостанавливаются (ТР п. 56–57).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Материалы и технологии — по проекту; исполнительная документация отражает фактически выполненные работы (ТР п. 56–57).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Технический надзор Ростехнадзора при строительстве, реконструкции и капремонте (ТР п. 2, 88).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запрет обработки почвы &gt; 0,3 м без разрешения эксплуатационной организации (ПП РФ № 878, п. 14, 16).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Капитальный ремонт и техническое перевооружение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Работы без нарушения безопасной эксплуатации действующих 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Организация ремонтных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Капитальный ремонт и техническое перевооружение выполняются на основании проектной документации (ФНП № 531, п. 2–4). Консервация — по проекту с уведомлением Ростехнадзора (ТР п. 81–85). Приёмка объекта — приемочной комиссией с представителем Ростехнадзора (ТР п. 93). К материалам идентификации относятся проект, экспертиза, исполнительная документация, акт приёмки, разрешение на ввод (ТР п. 12–13).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Ввод в эксплуатацию без исполнительной документации и акта приёмки не допускается.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Технический надзор и охранные зоны при СМР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Государственный контроль (надзор) Ростехнадзора при СМР, реконструкции и капремонте (ТР п. 2, 88).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Строительный контроль застройщика: соответствие проекту, качество материалов, исполнительная документация.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2 м от наружных газопроводов; ограничения на строительство и земляные работы (ПП РФ № 878, п. 7, 14).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При повреждении газопровода — аварийно-восстановительные работы по ПМЛА (ФНП № 531, п. 139).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Технический надзор, строительство, реконструкция и капитальный ремонт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СМР — строго по проекту; при отступлениях работы приостанавливаются (ТР п. 56–57).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Технический надзор Ростехнадзора при строительстве, реконструкции и капремонте (ТР п. 2, 88).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зоны: ограничения на земляные работы без разрешения эксплуатационной организации (ПП РФ № 878).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Капремонт, ТПВ, консервация — по проекту; приёмка — комиссией (ТР п. 81–85, 93).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