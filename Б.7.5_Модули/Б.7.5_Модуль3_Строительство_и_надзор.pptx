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</a:rPr>
              <a:t>Б.7.5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Модуль 3. Технический надзор, строительство, реконструкция и капитальный ремонт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Inter"/>
              </a:rPr>
              <a:t>Проектирование, строительство, реконструкция, ТПВ и капремонт сетей газораспределения и газопотребления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Объём модуля: 6 академических часов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Строительство · Реконструкция · Технический надзор · Охранные зоны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Строительство, реконструкция и технический надзор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Организация СМР и контроль качества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Прокладка газопроводов, строительный контроль, реконструкция, капремонт, консервация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Строительство · Реконструкция · Технический надзор · Охранные зоны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Строительство, реконструкция и технический надзор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Организация СМР и контроль качества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Прокладка газопроводов, строительный контроль, реконструкция, капремонт, консервация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Строительство · Реконструкция · Технический надзор · Охранные зоны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Строительство и реконструкция газопроводов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СМР — по проекту и технологическим картам; при отступлениях работы приостанавливаются (ТР п. 56–57).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Сварка при СМР: герметичность, запрет швов в стенах, НК аттестованным контролёром (ТР п. 58–60).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Газоопасные работы: врезка, пуск газа, снятие заглушек, сварка на действующих газопроводах (ФНП № 531, п. 129).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Охранные зоны: запрет обработки почвы &gt; 0,3 м без разрешения эксплуатационной организации (ПП РФ № 878, п. 14, 16).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Капитальный ремонт и техническое перевооружение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Работы без нарушения безопасной эксплуатации действующих сетей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Организация ремонтных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5270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Перед ремонтом оборудование отключается от действующих газопроводов с установкой заглушки после запорной арматуры (ФНП № 531, п. 40). После ремонта — испытания по проекту (ФНП № 531, п. 41). Консервация — по проекту с уведомлением Ростехнадзора (ТР п. 81–85). Снятие заглушек — после испытаний на прочность и герметичность (ФНП № 531, п. 50).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Inter"/>
              </a:rPr>
              <a:t>Ввод в эксплуатацию без испытаний и исполнительной документации не допускается (ТР п. 61).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Газоопасные работы и охрана газопроводов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Газоопасные работы — по наряду-допуску; перечень утверждается руководителем (ФНП № 531, п. 129, 132–133).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Наряд-допуск: срок действия, инструктаж, анализ газовоздушной смеси в колодцах и ПРГ (ФНП № 531, п. 140, 146).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Охранные зоны: 2 м от наружных газопроводов; ограничения на строительство и земляные работы (ПП РФ № 878, п. 7, 14).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При повреждении газопровода — аварийно-восстановительные работы по ПМЛА (ФНП № 531, п. 139).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Inter"/>
              </a:rPr>
              <a:t>Итоги: Технический надзор, строительство, реконструкция и капитальный ремонт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СМР — строго по проекту; при отступлениях работы приостанавливаются (ТР п. 56–57).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Сварка при СМР — НК обязателен; сварные швы в стенах запрещены (ТР п. 58–60).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Газоопасные работы — по наряду-допуску (ФНП № 531, п. 129, 132); ограничения в охранных зонах — ПП РФ № 878.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8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Консервация/расконсервация — по проекту, с испытаниями перед пуском (ТР п. 81–85; ФНП № 531, п. 50).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1720</Words>
  <Application>Microsoft Office PowerPoint</Application>
  <PresentationFormat>Широкоэкранный</PresentationFormat>
  <Paragraphs>153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2026-08-27T13:55:34Z</dcterms:modified>
  <cp:category/>
</cp:coreProperties>
</file>