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ФНП · Оборудование под давлением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Требования к эксплуатации трубопроводов пара и горячей воды на ОПО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Производственные инструкции, контроль, ввод в эксплуатацию, прокладка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Модуль охватывает требования к производственным инструкциям, контролю параметров при эксплуатации, проверке манометров и предохранительных клапанов, ремонту, вводу в эксплуатацию и прокладке трубопроводов пара и горячей воды на опасных производственных объектах.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10</a:t>
            </a:r>
          </a:p>
        </p:txBody>
      </p:sp>
      <p:pic>
        <p:nvPicPr>
          <p:cNvPr id="11" name="Picture 10" descr="pipeline_system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Производственная инструкция по эксплуатации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На рабочих местах должен быть комплект инструкций и схем трубопроводов. В инструкции регламентируют: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инструкции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состав схемы трубопровода и входящее оборудование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обязанности персонала по наблюдению и контролю за работой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порядок проверки КИП, арматуры, предохранительных устройств и автоматики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Описание операций должно содержать последовательность действий с номерами устройств по схеме.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Контроль при эксплуатации трубопроводов и арматуры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В соответствии с производственными инструкциями контролируют: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Параметры контроля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тепловые перемещения трубопроводов по индикаторам (реперам)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отсутствие защемлений и повышенной вибрации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плотность предохранительных устройств, арматуры и фланцев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10</a:t>
            </a:r>
          </a:p>
        </p:txBody>
      </p:sp>
      <p:pic>
        <p:nvPicPr>
          <p:cNvPr id="21" name="Picture 20" descr="industrial_steam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КИПиА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Манометры: класс точности и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к манометрам при эксплуатации трубопроводов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Класс точности и сроки 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до 2,5 МПа — класс точности не ниже 2,5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от 2,5 до 14 МПа — класс точности не ниже 1,5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более 14 МПа — класс точности не ниже 1,0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На шкале — красная черта разрешённого рабочего давления; перед манометром — трёхходовой кран.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10</a:t>
            </a:r>
          </a:p>
        </p:txBody>
      </p:sp>
      <p:pic>
        <p:nvPicPr>
          <p:cNvPr id="21" name="Picture 20" descr="kipia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Предохранительные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Предохранительные клапаны и редуцирующие устройства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безопасности при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исправность клапанов проверяют кратковременным подрывом или на стенде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отводящие трубопроводы обязательны; запорная арматура на них запрещена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дренажи отводов — без запорных устройств, защита от замерзания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10</a:t>
            </a:r>
          </a:p>
        </p:txBody>
      </p:sp>
      <p:pic>
        <p:nvPicPr>
          <p:cNvPr id="21" name="Picture 20" descr="safety_va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Ремонт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Ремонтные работы и журналы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Порядок организации ремонта трубопроводов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 к ремонту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ведётся ремонтный журнал (бумажный или электронный с идентификацией лица)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сведения о ремонте, вызывающем внеочередное освидетельствование — в паспорт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до ремонта трубопровод отделяют заглушками или отсоединяют от действующего оборудования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Ответственный за исправное состояние и безопасную эксплуатацию подписывает записи в журнале.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Ввод в эксплуатацию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Ввод и пуск трубопроводов в работу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Решение о вводе принимает руководитель эксплуатирующей организации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Проверка готовности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проверка документации изготовителя, монтажа и технического освидетельствования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исправность арматуры, КИП, приборов безопасности и технологических защит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наличие обученного персонала и аттестованных специалистов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Пуск и остановка — по письменному распоряжению ответственного лица.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10</a:t>
            </a:r>
          </a:p>
        </p:txBody>
      </p:sp>
      <p:pic>
        <p:nvPicPr>
          <p:cNvPr id="21" name="Picture 20" descr="pipeline_system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Прокладка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Прокладка трубопроводов пара и горячей 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к размещению на ОПО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нормы прокладки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горизонтальные участки: уклон ≥ 0,004; тепловые сети ≥ 0,002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полупроходные каналы: высота ≥ 1,5 м, проход ≥ 600 мм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проходные тоннели: высота ≥ 2 м, проход ≥ 0,7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Арматура и дренаж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Запорная арматура, дренажи и конденсатоотвод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к оснащению трубопроводов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запорная арматура — на выводах от источника тепла и секционирующих участках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дренажи для слива после ГИ и воздушники в верхних точках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непрерывный отвод конденсата через конденсатоотводчики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10</a:t>
            </a:r>
          </a:p>
        </p:txBody>
      </p:sp>
      <p:pic>
        <p:nvPicPr>
          <p:cNvPr id="21" name="Picture 20" descr="condensate_drai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Теплоизоляция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Тепловая изоляция трубопроводов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к изоляции и покрытию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температура на поверхности изоляции при +25 °C — не более 55 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изоляция фланцев, арматуры и контрольных участков — съёмная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на открытом воздухе и у маслопроводов — металлическое или иное покрытие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Опознавательная окраска и маркировка — по проекту и схеме трубопровода.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10</a:t>
            </a:r>
          </a:p>
        </p:txBody>
      </p:sp>
      <p:pic>
        <p:nvPicPr>
          <p:cNvPr id="21" name="Picture 20" descr="thermal_insulatio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