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000000"/>
            <a:ext cx="2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C2C2C"/>
                </a:solidFill>
                <a:latin typeface="Arial"/>
              </a:rPr>
              <a:t>ТЕСТ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8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F6F6F"/>
                </a:solidFill>
                <a:latin typeface="Arial"/>
              </a:rPr>
              <a:t>Презентация из 3 слайдов · test2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00000"/>
            <a:ext cx="2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  <a:latin typeface="Arial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450000"/>
            <a:ext cx="16000000" cy="25000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000000"/>
            <a:ext cx="200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1 — титульный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2 — содержание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3 — завершение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200000"/>
            <a:ext cx="2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Arial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10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F6F6F"/>
                </a:solidFill>
                <a:latin typeface="Arial"/>
              </a:rPr>
              <a:t>Тест · test2.pptx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