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24384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4800000"/>
            <a:ext cx="20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C2C2C"/>
                </a:solidFill>
                <a:latin typeface="Arial"/>
              </a:rPr>
              <a:t>МОЯ ПРЕЗЕНТАЦИЯ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200000"/>
            <a:ext cx="9000000" cy="25000"/>
          </a:xfrm>
          <a:prstGeom prst="rect">
            <a:avLst/>
          </a:prstGeom>
          <a:solidFill>
            <a:srgbClr val="0082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5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F6F6F"/>
                </a:solidFill>
                <a:latin typeface="Arial"/>
              </a:rPr>
              <a:t>Титульный слайд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600000"/>
            <a:ext cx="20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2C2C"/>
                </a:solidFill>
                <a:latin typeface="Arial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1450000"/>
            <a:ext cx="16000000" cy="25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000000"/>
            <a:ext cx="200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1 — титульный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2 — содержание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C2C2C"/>
                </a:solidFill>
                <a:latin typeface="Arial"/>
              </a:rPr>
              <a:t>•  Слайд 3 — спасибо за внимание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00000" y="0"/>
            <a:ext cx="1384000" cy="13716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00000" y="5200000"/>
            <a:ext cx="20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C2C2C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00000" y="6400000"/>
            <a:ext cx="10000000" cy="25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6700000"/>
            <a:ext cx="20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F6F6F"/>
                </a:solidFill>
                <a:latin typeface="Arial"/>
              </a:rPr>
              <a:t>Моя презентация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