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600000"/>
            <a:ext cx="6400800" cy="320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0" y="0"/>
            <a:ext cx="3048000" cy="685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00000"/>
            <a:ext cx="8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Промышленная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00000"/>
            <a:ext cx="80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УСТРОЙСТВО И НАЗНАЧЕНИЕ</a:t>
            </a:r>
          </a:p>
          <a:p>
            <a:r>
              <a:rPr sz="2800" b="1">
                <a:solidFill>
                  <a:srgbClr val="1A1A1A"/>
                </a:solidFill>
                <a:latin typeface="Inter"/>
              </a:rPr>
              <a:t>ТРУБОПРОВОДОВ ПАРА</a:t>
            </a:r>
          </a:p>
          <a:p>
            <a:r>
              <a:rPr sz="2800" b="1">
                <a:solidFill>
                  <a:srgbClr val="1A1A1A"/>
                </a:solidFill>
                <a:latin typeface="Inter"/>
              </a:rPr>
              <a:t>И ГОРЯЧЕЙ ВОДЫ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4500000"/>
            <a:ext cx="7859920" cy="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8450000" y="4470000"/>
            <a:ext cx="60000" cy="60000"/>
          </a:xfrm>
          <a:prstGeom prst="ellipse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00000"/>
            <a:ext cx="8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ФНП при использовании оборудования, работающего под избыточным давлением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Нормативная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Федеральные нормы и правила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Приказ Ростехнадзора от 15.12.2020 № 536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11094415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Об утверждении федеральных норм и правил в области промышленной безопасности «Правила промышленной безопасности при использовании оборудования, работающего под избыточным давлением» (далее — ФНП).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Общие положения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Назначение ФНП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Требования промышленной безопасности при эксплуатации оборудования под давлением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11094415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ФНП устанавливают единые требования к безопасной эксплуатации оборудования, работающего под избыточным давлением, и распространяются на проектирование, монтаж, наладку, эксплуатацию, ремонт, реконструкцию и техническое освидетельствование такого оборудования.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Общие положения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Область применения ФНП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Требования обязательны при следующих видах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 разработке технологических процессов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техническом перевооружении опасного производственного объекта (ОПО)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 размещении, монтаже и ремонте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реконструкции (модернизации) оборудования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наладке и эксплуатации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техническом освидетельствовании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63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техническом диагностировании и экспертизе промышленной безопасности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Общие положения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К какому оборудованию применяются ФНП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Оборудование, работающее под избыточным давлением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паровые и водогрейные котлы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сосуды, работающие под давлением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трубопроводы пара и горячей воды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газовые баллоны и резервуары для сжатых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арматура и предохранительные устройства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Inter"/>
              </a:rPr>
              <a:t>ФНП обязательны для всех стадий жизненного цикла оборудования под давлением.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Конструкция трубопроводов пара и горячей 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Назначение и общие требования к устройству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11094415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Трубопроводы пара и горячей воды предназначены для транспортировки теплоносителя от источника тепла к потребителям. Конструкция должна обеспечивать прочность, герметичность, компенсацию температурных деформаций, возможность дренажа и отвода воздуха, а также безопасную эксплуатацию в заданных параметрах давления и температуры.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Состав трубопровода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Трубопровод состоит из основных элементов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плотно соединённых между собой прямых участков труб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фасонных деталей — отводы, переходники, тройники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крепёжных элементов — фланцы, болты, шпильки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арматуры — краны, вентили, задвижки, регулирующие клапаны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редуцирующих и предохранительных клапанов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Приборы КИПиА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Контрольно-измерительные приборы и автоматика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манометры — контроль давления в трубопроводе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термометры — контроль температуры теплоносителя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расходомеры — учёт и контроль расхода среды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диафрагмы — измерение расхода по перепаду давления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Inter"/>
              </a:rPr>
              <a:t>Приборы КИПиА обеспечивают контроль параметров и безопасную эксплуатацию.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Опорно-подвесная 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Крепление и поддержание трубопровода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неподвижные опоры — фиксируют положение трубопровода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подвижные опоры — допускают перемещение при температурных деформациях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скользящие, катковые и подвесные опоры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пружинные и жёсткие подвески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направляющие и ограничители перемещения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Конденсатоотводчики, дренажи и патрубки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Устройства для отвода конденсата и воздуха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11094415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В нижних точках каждого отключаемого задвижками участка трубопровода должны предусматриваться спускные штуцера с запорной арматурой для опорожнения. В верхних точках устанавливаются воздушники. Нижние концевые точки паропроводов и изгибов снабжаются устройствами для продувки. Непрерывный отвод конденсата через конденсационные горшки или другие устройства обязателен для паропроводов насыщенного пара и тупиковых участков паропроводов перегретого пара.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Компенсаторы температурных деформаций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Для компенсации удлинения трубопровода при нагреве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0000"/>
            <a:ext cx="11094415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00000"/>
            <a:ext cx="105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 нагреве трубопровода на </a:t>
            </a:r>
            <a:r>
              <a:rPr sz="1300" b="1">
                <a:solidFill>
                  <a:srgbClr val="E30613"/>
                </a:solidFill>
                <a:latin typeface="Inter"/>
              </a:rPr>
              <a:t>100 °C</a:t>
            </a:r>
            <a:r>
              <a:rPr sz="1300" b="0">
                <a:solidFill>
                  <a:srgbClr val="1A1A1A"/>
                </a:solidFill>
                <a:latin typeface="Inter"/>
              </a:rPr>
              <a:t> удлинение стальной трубы составляет около </a:t>
            </a:r>
            <a:r>
              <a:rPr sz="1300" b="1">
                <a:solidFill>
                  <a:srgbClr val="E30613"/>
                </a:solidFill>
                <a:latin typeface="Inter"/>
              </a:rPr>
              <a:t>1,2 мм</a:t>
            </a:r>
            <a:r>
              <a:rPr sz="1300" b="0">
                <a:solidFill>
                  <a:srgbClr val="1A1A1A"/>
                </a:solidFill>
                <a:latin typeface="Inter"/>
              </a:rPr>
              <a:t> на 1 м длины.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0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0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резиновые компенсаторы с фланцами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8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8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П-образные компенсаторы (Z-образные участки)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6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U-образные (омегаобразные) компенсаторы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4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74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Г-образные компенсаторы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2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2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сильфонные компенсаторы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0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0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линзовые компенсаторы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8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648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сальниковые компенсаторы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Заглушки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Элементы для глухого запечатывания выходных отверстий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11094415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Заглушка — элемент трубопровода, предназначенный для глухого запечатывания его выходных отверстий; как правило используется при проведении пневмо- и гидроиспытаний. Металлические концевые заглушки различаются по виду исполнения и типу крепления.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Inter"/>
              </a:rPr>
              <a:t>Типы: плоские сварные, фланцевые, эллиптические, сферические, быстросъёмные, межфланцевые.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Теплоизоляция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Защита от потерь тепла и ожогов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11094415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Теплоизоляция трубопроводов предназначена для снижения теплопотерь, предотвращения конденсации влаги на поверхности, защиты персонала от термических ожогов и обеспечения стабильности технологических параметров. Применяются минераловатные, пенополиуретановые и другие изоляционные материалы с защитной оболочкой.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Опознавательная окраска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94415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Маркировка трубопроводов по ГОСТ 14202-69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коммуникации делятся на 10 основных групп по транспортируемым веществам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зелёный цвет — 1 группа, транспортирует воду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красный цвет — 2 группа, транспортирует пар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предупреждающие кольца: красные — легковоспламеняющиеся и взрывоопасные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жёлтые — токсичные и радиоактивные вещества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50000"/>
            <a:ext cx="10637215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зелёные с белой каймой — внутренняя безопасность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Inter"/>
              </a:rPr>
              <a:t>Количество предупреждающих колец зависит от давления и температуры среды.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