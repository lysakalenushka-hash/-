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8"/>
  </p:notesMasterIdLst>
  <p:sldIdLst>
    <p:sldId id="280" r:id="rId4"/>
    <p:sldId id="293" r:id="rId13"/>
    <p:sldId id="291" r:id="rId5"/>
    <p:sldId id="292" r:id="rId6"/>
    <p:sldId id="282" r:id="rId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СОВРЕМЕННЫЕ АПТЕЧКИ, УКЛАДКИ, КОМПЛЕКТЫ И НАБОРЫ ДЛЯ ОКАЗАНИЯ ПЕРВОЙ ПОМОЩИ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226160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908317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ПРИКАЗЫ № 260н, 261н, 262н И СОСТАВ АПТЕЧЕК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2  Аптечки, укладки, комплекты и наборы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10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330040" y="9326559"/>
            <a:ext cx="4762500" cy="4762500"/>
          </a:xfrm>
          <a:prstGeom prst="rect">
            <a:avLst/>
          </a:prstGeom>
          <a:noFill/>
        </p:spPr>
      </p:pic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3751476" y="5788474"/>
            <a:ext cx="4762500" cy="4762500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 bwMode="auto">
          <a:xfrm>
            <a:off x="8595538" y="3611405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(автомобильная) </a:t>
            </a:r>
            <a:endParaRPr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58375" y="5575795"/>
            <a:ext cx="6772790" cy="6776571"/>
          </a:xfrm>
          <a:prstGeom prst="rect">
            <a:avLst/>
          </a:prstGeom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4127672" y="3746180"/>
            <a:ext cx="3165981" cy="3165981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-10790" y="3202995"/>
            <a:ext cx="3609865" cy="3609865"/>
          </a:xfrm>
          <a:prstGeom prst="rect">
            <a:avLst/>
          </a:prstGeom>
          <a:noFill/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14520841" y="5165182"/>
            <a:ext cx="5698347" cy="3798898"/>
          </a:xfrm>
          <a:prstGeom prst="rect">
            <a:avLst/>
          </a:prstGeom>
          <a:noFill/>
        </p:spPr>
      </p:pic>
      <p:pic>
        <p:nvPicPr>
          <p:cNvPr id="14" name="Picture 6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356514" y="7152318"/>
            <a:ext cx="3122407" cy="3122407"/>
          </a:xfrm>
          <a:prstGeom prst="rect">
            <a:avLst/>
          </a:prstGeom>
          <a:noFill/>
        </p:spPr>
      </p:pic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pic>
        <p:nvPicPr>
          <p:cNvPr id="17" name="Picture 1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18958345" y="2586736"/>
            <a:ext cx="5543550" cy="5543550"/>
          </a:xfrm>
          <a:prstGeom prst="rect">
            <a:avLst/>
          </a:prstGeom>
          <a:noFill/>
        </p:spPr>
      </p:pic>
      <p:pic>
        <p:nvPicPr>
          <p:cNvPr id="18" name="Picture 18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5894951" y="9945950"/>
            <a:ext cx="6181725" cy="3409950"/>
          </a:xfrm>
          <a:prstGeom prst="rect">
            <a:avLst/>
          </a:prstGeom>
          <a:noFill/>
        </p:spPr>
      </p:pic>
      <p:pic>
        <p:nvPicPr>
          <p:cNvPr id="19" name="Picture 22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9680143" y="7135801"/>
            <a:ext cx="4024889" cy="402488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908317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УКЛАДКИ, НАБОРЫ, КОМПЛЕКТЫ И АПТЕЧКИ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10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330040" y="9326559"/>
            <a:ext cx="4762500" cy="4762500"/>
          </a:xfrm>
          <a:prstGeom prst="rect">
            <a:avLst/>
          </a:prstGeom>
          <a:noFill/>
        </p:spPr>
      </p:pic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3751476" y="5788474"/>
            <a:ext cx="4762500" cy="4762500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 bwMode="auto">
          <a:xfrm>
            <a:off x="8595538" y="3611405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(автомобильная) </a:t>
            </a:r>
            <a:endParaRPr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58375" y="5575795"/>
            <a:ext cx="6772790" cy="6776571"/>
          </a:xfrm>
          <a:prstGeom prst="rect">
            <a:avLst/>
          </a:prstGeom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4127672" y="3746180"/>
            <a:ext cx="3165981" cy="3165981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-10790" y="3202995"/>
            <a:ext cx="3609865" cy="3609865"/>
          </a:xfrm>
          <a:prstGeom prst="rect">
            <a:avLst/>
          </a:prstGeom>
          <a:noFill/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14520841" y="5165182"/>
            <a:ext cx="5698347" cy="3798898"/>
          </a:xfrm>
          <a:prstGeom prst="rect">
            <a:avLst/>
          </a:prstGeom>
          <a:noFill/>
        </p:spPr>
      </p:pic>
      <p:pic>
        <p:nvPicPr>
          <p:cNvPr id="14" name="Picture 6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356514" y="7152318"/>
            <a:ext cx="3122407" cy="3122407"/>
          </a:xfrm>
          <a:prstGeom prst="rect">
            <a:avLst/>
          </a:prstGeom>
          <a:noFill/>
        </p:spPr>
      </p:pic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pic>
        <p:nvPicPr>
          <p:cNvPr id="17" name="Picture 1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18958345" y="2586736"/>
            <a:ext cx="5543550" cy="5543550"/>
          </a:xfrm>
          <a:prstGeom prst="rect">
            <a:avLst/>
          </a:prstGeom>
          <a:noFill/>
        </p:spPr>
      </p:pic>
      <p:pic>
        <p:nvPicPr>
          <p:cNvPr id="18" name="Picture 18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5894951" y="9945950"/>
            <a:ext cx="6181725" cy="3409950"/>
          </a:xfrm>
          <a:prstGeom prst="rect">
            <a:avLst/>
          </a:prstGeom>
          <a:noFill/>
        </p:spPr>
      </p:pic>
      <p:pic>
        <p:nvPicPr>
          <p:cNvPr id="19" name="Picture 22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9680143" y="7135801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5003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748589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УКЛАДКИ, НАБОРЫ, КОМПЛЕКТЫ И АПТЕЧКИ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20" name="Picture 4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-1847408" y="8524569"/>
            <a:ext cx="10011312" cy="6257070"/>
          </a:xfrm>
          <a:prstGeom prst="rect">
            <a:avLst/>
          </a:prstGeom>
          <a:noFill/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464705" y="5308721"/>
            <a:ext cx="7620000" cy="7620000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 bwMode="auto">
          <a:xfrm>
            <a:off x="8797696" y="4076364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работникам</a:t>
            </a:r>
            <a:endParaRPr/>
          </a:p>
        </p:txBody>
      </p:sp>
      <p:pic>
        <p:nvPicPr>
          <p:cNvPr id="24" name="Picture 10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4605832" y="5863443"/>
            <a:ext cx="4762500" cy="4762500"/>
          </a:xfrm>
          <a:prstGeom prst="rect">
            <a:avLst/>
          </a:prstGeom>
          <a:noFill/>
        </p:spPr>
      </p:pic>
      <p:pic>
        <p:nvPicPr>
          <p:cNvPr id="25" name="Picture 8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63848" y="5450051"/>
            <a:ext cx="4762500" cy="4762500"/>
          </a:xfrm>
          <a:prstGeom prst="rect">
            <a:avLst/>
          </a:prstGeom>
          <a:noFill/>
        </p:spPr>
      </p:pic>
      <p:pic>
        <p:nvPicPr>
          <p:cNvPr id="26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3362076" y="3054111"/>
            <a:ext cx="3165981" cy="3165981"/>
          </a:xfrm>
          <a:prstGeom prst="rect">
            <a:avLst/>
          </a:prstGeom>
          <a:noFill/>
        </p:spPr>
      </p:pic>
      <p:pic>
        <p:nvPicPr>
          <p:cNvPr id="27" name="Picture 2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-439165" y="2708246"/>
            <a:ext cx="3609865" cy="3609865"/>
          </a:xfrm>
          <a:prstGeom prst="rect">
            <a:avLst/>
          </a:prstGeom>
          <a:noFill/>
        </p:spPr>
      </p:pic>
      <p:pic>
        <p:nvPicPr>
          <p:cNvPr id="28" name="Picture 4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14622918" y="2947093"/>
            <a:ext cx="5698347" cy="3798898"/>
          </a:xfrm>
          <a:prstGeom prst="rect">
            <a:avLst/>
          </a:prstGeom>
          <a:noFill/>
        </p:spPr>
      </p:pic>
      <p:pic>
        <p:nvPicPr>
          <p:cNvPr id="30" name="Picture 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6527943" y="3208438"/>
            <a:ext cx="3122407" cy="3122407"/>
          </a:xfrm>
          <a:prstGeom prst="rect">
            <a:avLst/>
          </a:prstGeom>
          <a:noFill/>
        </p:spPr>
      </p:pic>
      <p:pic>
        <p:nvPicPr>
          <p:cNvPr id="31" name="Picture 16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4700316" y="4629355"/>
            <a:ext cx="5543550" cy="5543550"/>
          </a:xfrm>
          <a:prstGeom prst="rect">
            <a:avLst/>
          </a:prstGeom>
          <a:noFill/>
        </p:spPr>
      </p:pic>
      <p:pic>
        <p:nvPicPr>
          <p:cNvPr id="32" name="Picture 18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4954319" y="9718454"/>
            <a:ext cx="6181725" cy="3409950"/>
          </a:xfrm>
          <a:prstGeom prst="rect">
            <a:avLst/>
          </a:prstGeom>
          <a:noFill/>
        </p:spPr>
      </p:pic>
      <p:pic>
        <p:nvPicPr>
          <p:cNvPr id="33" name="Picture 6"/>
          <p:cNvPicPr>
            <a:picLocks noChangeAspect="1" noChangeArrowheads="1"/>
          </p:cNvPicPr>
          <p:nvPr/>
        </p:nvPicPr>
        <p:blipFill>
          <a:blip r:embed="rId12"/>
          <a:stretch/>
        </p:blipFill>
        <p:spPr bwMode="auto">
          <a:xfrm>
            <a:off x="5859215" y="9172943"/>
            <a:ext cx="4215945" cy="4215945"/>
          </a:xfrm>
          <a:prstGeom prst="rect">
            <a:avLst/>
          </a:prstGeom>
          <a:noFill/>
        </p:spPr>
      </p:pic>
      <p:pic>
        <p:nvPicPr>
          <p:cNvPr id="34" name="Picture 8"/>
          <p:cNvPicPr>
            <a:picLocks noChangeAspect="1" noChangeArrowheads="1"/>
          </p:cNvPicPr>
          <p:nvPr/>
        </p:nvPicPr>
        <p:blipFill>
          <a:blip r:embed="rId13"/>
          <a:srcRect b="11260"/>
          <a:stretch/>
        </p:blipFill>
        <p:spPr bwMode="auto">
          <a:xfrm>
            <a:off x="20005658" y="3461332"/>
            <a:ext cx="3871062" cy="6115387"/>
          </a:xfrm>
          <a:prstGeom prst="rect">
            <a:avLst/>
          </a:prstGeom>
          <a:noFill/>
        </p:spPr>
      </p:pic>
      <p:pic>
        <p:nvPicPr>
          <p:cNvPr id="35" name="Picture 22"/>
          <p:cNvPicPr>
            <a:picLocks noChangeAspect="1" noChangeArrowheads="1"/>
          </p:cNvPicPr>
          <p:nvPr/>
        </p:nvPicPr>
        <p:blipFill>
          <a:blip r:embed="rId14"/>
          <a:stretch/>
        </p:blipFill>
        <p:spPr bwMode="auto">
          <a:xfrm>
            <a:off x="20213459" y="9540360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93729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</TotalTime>
  <Words>69</Words>
  <Application>Microsoft Office PowerPoint</Application>
  <DocSecurity>0</DocSecurity>
  <PresentationFormat>Произвольный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4</vt:i4>
      </vt:variant>
    </vt:vector>
  </HeadingPairs>
  <TitlesOfParts>
    <vt:vector size="12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2026-08-07T11:52:55Z</dcterms:modified>
  <cp:category/>
  <dc:identifier/>
  <cp:contentStatus/>
  <dc:language/>
  <cp:version/>
</cp:coreProperties>
</file>