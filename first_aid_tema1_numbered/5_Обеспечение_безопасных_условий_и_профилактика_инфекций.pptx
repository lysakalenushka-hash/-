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9"/>
  </p:notesMasterIdLst>
  <p:sldIdLst>
    <p:sldId id="280" r:id="rId4"/>
    <p:sldId id="297" r:id="rId5"/>
    <p:sldId id="304" r:id="rId6"/>
    <p:sldId id="302" r:id="rId7"/>
    <p:sldId id="305" r:id="rId14"/>
    <p:sldId id="282" r:id="rId8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642331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ОБЕСПЕЧЕНИЕ БЕЗОПАСНЫХ УСЛОВИЙ И ПРОФИЛАКТИКА ИНФЕКЦИЙ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866120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ОБЕСПЕЧЕНИЕ БЕЗОПАСНЫХ УСЛОВИЙ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0" y="2604670"/>
            <a:ext cx="1190031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5  Безопасные условия и профилактика инфекций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2079929" y="4074218"/>
            <a:ext cx="12090975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/>
              <a:t>Перед началом действий на месте происшествия следует обеспечить </a:t>
            </a:r>
            <a:r>
              <a:rPr lang="ru-RU" sz="2800" b="1"/>
              <a:t>безопасные условия </a:t>
            </a:r>
            <a:r>
              <a:rPr lang="ru-RU" sz="2800"/>
              <a:t>для оказания первой помощи. </a:t>
            </a:r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Для снижения риска поражения необходимо, например: 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выключить электричество,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перекрыть бытовой газ,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установить знаки аварийной остановки,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перегородить проезжую часть автомобилем,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попытаться потушить пожар, </a:t>
            </a:r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сообщить собравшимся людям, что сейчас будет оказываться первая помощь. 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Не следует пытаться оказывать первую помощь в </a:t>
            </a:r>
            <a:r>
              <a:rPr lang="ru-RU" sz="2800" b="1"/>
              <a:t>неблагоприятных условиях</a:t>
            </a:r>
            <a:r>
              <a:rPr lang="ru-RU" sz="2800"/>
              <a:t>. </a:t>
            </a:r>
            <a:endParaRPr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4967612" y="3584853"/>
            <a:ext cx="6851342" cy="899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891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ПРОСТЕЙШИЕ МЕРЫ ПРОФИЛАКТИКИ ИНФЕКЦИОННЫХ ЗАБОЛЕВАНИЙ, ПЕРЕДАЮЩИХСЯ ПРИ НЕПОСРЕДСТВЕННОМ КОНТАКТЕ С ЧЕЛОВЕКОМ, ЕГО КРОВЬЮ И ДРУГИМИ БИОЛОГИЧЕСКИМИ ЖИДКОСТЯМИ</a:t>
            </a:r>
            <a:endParaRPr kumimoji="0" lang="ru-RU" sz="4400" b="1" i="0" u="none" strike="noStrike" kern="0" cap="none" spc="300" normalizeH="0" baseline="0" noProof="0" dirty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51419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5824214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978001" y="1168565"/>
            <a:ext cx="21204690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ПРОФИЛАКТИКА ИНФЕКЦИОННЫХ ЗАБОЛЕВАНИЙ ПРИ ОКАЗАНИИ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198" y="2604670"/>
            <a:ext cx="21038297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5  Безопасные условия и профилактика инфекций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8628941" y="3965739"/>
            <a:ext cx="8395569" cy="5597046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5265661" y="6675490"/>
            <a:ext cx="5500656" cy="5500656"/>
          </a:xfrm>
          <a:prstGeom prst="rect">
            <a:avLst/>
          </a:prstGeom>
          <a:noFill/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565046" y="4191681"/>
            <a:ext cx="4752815" cy="4752815"/>
          </a:xfrm>
          <a:prstGeom prst="rect">
            <a:avLst/>
          </a:prstGeom>
          <a:noFill/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6583422" y="6072431"/>
            <a:ext cx="6033370" cy="6033370"/>
          </a:xfrm>
          <a:prstGeom prst="rect">
            <a:avLst/>
          </a:prstGeom>
        </p:spPr>
      </p:pic>
      <p:pic>
        <p:nvPicPr>
          <p:cNvPr id="15" name="Picture 16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11039872" y="8730208"/>
            <a:ext cx="5543550" cy="55435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4349275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13716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400000"/>
            <a:ext cx="21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rial"/>
              </a:rPr>
              <a:t>МАСКА И ПЕРЧАТКИ ИЗ АПТЕЧКИ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0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650000"/>
            <a:ext cx="18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5  Безопасные условия и профилактика инфекций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400000"/>
            <a:ext cx="20000000" cy="88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700000"/>
            <a:ext cx="19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Дополнение по пособию Минздрава (2025):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В аптечке для оказания первой помощи работниками есть медицинские маски —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для снижения риска инфицирования оказывающего помощь.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Эти маски не используются для проведения искусственного дыхания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(для ИВЛ — отдельное устройство «Рот–Устройство–Рот»).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Перчатки медицинские — защита от контакта с кровью и другими биологическими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жидкостями пострадавшего.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Дополнено по пособию Минздрава 2025.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</TotalTime>
  <Words>130</Words>
  <Application>Microsoft Office PowerPoint</Application>
  <DocSecurity>0</DocSecurity>
  <PresentationFormat>Произвольный</PresentationFormat>
  <Paragraphs>26</Paragraphs>
  <Slides>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5</vt:i4>
      </vt:variant>
    </vt:vector>
  </HeadingPairs>
  <TitlesOfParts>
    <vt:vector size="14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2026-08-07T11:56:40Z</dcterms:modified>
  <cp:category/>
  <dc:identifier/>
  <cp:contentStatus/>
  <dc:language/>
  <cp:version/>
</cp:coreProperties>
</file>