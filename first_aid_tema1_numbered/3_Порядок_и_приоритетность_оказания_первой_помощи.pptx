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1" r:id="rId1"/>
    <p:sldMasterId id="2147483704" r:id="rId2"/>
    <p:sldMasterId id="2147483757" r:id="rId3"/>
  </p:sldMasterIdLst>
  <p:notesMasterIdLst>
    <p:notesMasterId r:id="rId14"/>
  </p:notesMasterIdLst>
  <p:sldIdLst>
    <p:sldId id="280" r:id="rId4"/>
    <p:sldId id="302" r:id="rId19"/>
    <p:sldId id="293" r:id="rId5"/>
    <p:sldId id="294" r:id="rId6"/>
    <p:sldId id="295" r:id="rId7"/>
    <p:sldId id="296" r:id="rId8"/>
    <p:sldId id="298" r:id="rId9"/>
    <p:sldId id="299" r:id="rId10"/>
    <p:sldId id="300" r:id="rId11"/>
    <p:sldId id="301" r:id="rId12"/>
    <p:sldId id="282" r:id="rId13"/>
  </p:sldIdLst>
  <p:sldSz cx="24384000" cy="13716000"/>
  <p:notesSz cx="24384000" cy="13716000"/>
  <p:defaultTextStyle>
    <a:defPPr marL="0" marR="0" indent="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>
        <a:ln>
          <a:noFill/>
        </a:ln>
        <a:solidFill>
          <a:srgbClr val="000000"/>
        </a:solidFill>
      </a:defRPr>
    </a:defPPr>
    <a:lvl1pPr marL="0" marR="0" indent="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1pPr>
    <a:lvl2pPr marL="0" marR="0" indent="4572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2pPr>
    <a:lvl3pPr marL="0" marR="0" indent="9144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3pPr>
    <a:lvl4pPr marL="0" marR="0" indent="13716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4pPr>
    <a:lvl5pPr marL="0" marR="0" indent="18288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5pPr>
    <a:lvl6pPr marL="0" marR="0" indent="22860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6pPr>
    <a:lvl7pPr marL="0" marR="0" indent="27432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7pPr>
    <a:lvl8pPr marL="0" marR="0" indent="32004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8pPr>
    <a:lvl9pPr marL="0" marR="0" indent="36576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03" autoAdjust="0"/>
    <p:restoredTop sz="92577" autoAdjust="0"/>
  </p:normalViewPr>
  <p:slideViewPr>
    <p:cSldViewPr>
      <p:cViewPr varScale="1">
        <p:scale>
          <a:sx n="36" d="100"/>
          <a:sy n="36" d="100"/>
        </p:scale>
        <p:origin x="840" y="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" name="Shape 73"/>
          <p:cNvSpPr>
            <a:spLocks noGrp="1" noRot="1" noChangeAspec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" name="Shape 74"/>
          <p:cNvSpPr>
            <a:spLocks noGrp="1"/>
          </p:cNvSpPr>
          <p:nvPr>
            <p:ph type="body" sz="quarter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3394855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1828800">
      <a:defRPr sz="2400">
        <a:latin typeface="+mn-lt"/>
        <a:ea typeface="+mn-ea"/>
        <a:cs typeface="+mn-cs"/>
      </a:defRPr>
    </a:lvl1pPr>
    <a:lvl2pPr indent="228600" defTabSz="1828800">
      <a:defRPr sz="2400">
        <a:latin typeface="+mn-lt"/>
        <a:ea typeface="+mn-ea"/>
        <a:cs typeface="+mn-cs"/>
      </a:defRPr>
    </a:lvl2pPr>
    <a:lvl3pPr indent="457200" defTabSz="1828800">
      <a:defRPr sz="2400">
        <a:latin typeface="+mn-lt"/>
        <a:ea typeface="+mn-ea"/>
        <a:cs typeface="+mn-cs"/>
      </a:defRPr>
    </a:lvl3pPr>
    <a:lvl4pPr indent="685800" defTabSz="1828800">
      <a:defRPr sz="2400">
        <a:latin typeface="+mn-lt"/>
        <a:ea typeface="+mn-ea"/>
        <a:cs typeface="+mn-cs"/>
      </a:defRPr>
    </a:lvl4pPr>
    <a:lvl5pPr indent="914400" defTabSz="1828800">
      <a:defRPr sz="2400">
        <a:latin typeface="+mn-lt"/>
        <a:ea typeface="+mn-ea"/>
        <a:cs typeface="+mn-cs"/>
      </a:defRPr>
    </a:lvl5pPr>
    <a:lvl6pPr indent="1143000" defTabSz="1828800">
      <a:defRPr sz="2400">
        <a:latin typeface="+mn-lt"/>
        <a:ea typeface="+mn-ea"/>
        <a:cs typeface="+mn-cs"/>
      </a:defRPr>
    </a:lvl6pPr>
    <a:lvl7pPr indent="1371600" defTabSz="1828800">
      <a:defRPr sz="2400">
        <a:latin typeface="+mn-lt"/>
        <a:ea typeface="+mn-ea"/>
        <a:cs typeface="+mn-cs"/>
      </a:defRPr>
    </a:lvl7pPr>
    <a:lvl8pPr indent="1600200" defTabSz="1828800">
      <a:defRPr sz="2400">
        <a:latin typeface="+mn-lt"/>
        <a:ea typeface="+mn-ea"/>
        <a:cs typeface="+mn-cs"/>
      </a:defRPr>
    </a:lvl8pPr>
    <a:lvl9pPr indent="1828800" defTabSz="1828800">
      <a:defRPr sz="2400"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566603E-7D41-4B3A-A1FE-5F5EFDD65191}" type="slidenum">
              <a:rPr kumimoji="0" lang="ru-R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alibri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ru-RU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736340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«-»</a:t>
            </a:r>
            <a:endParaRPr dirty="0"/>
          </a:p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Благодарим за внимание</a:t>
            </a:r>
          </a:p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«-»</a:t>
            </a:r>
            <a:endParaRPr dirty="0"/>
          </a:p>
          <a:p>
            <a:pPr>
              <a:defRPr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0884298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24274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6600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304985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95662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4019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770496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475554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214975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31122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794454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2398008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42113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191247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69281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2167403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211403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1526883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6218567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081228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6639814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558815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278141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70014262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76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8250104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0960727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519191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12294061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74857636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282054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281372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26821805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606176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43948812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4344274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8200195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71881141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400561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2451791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20621999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11397450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690422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6321070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83342963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685059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33729259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34568957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82529592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75401633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3379302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7497435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1098891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83014881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134472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04021254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2794723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3035702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68434965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36443104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9344618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66509417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555042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18548974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43824531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977797693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6283694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7284164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0055742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74413253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29487391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129554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034213254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19829407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694567207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245691708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1564793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38832358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29090094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87197622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7833857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3812288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63612937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99489885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1816210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21169691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391290640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345363902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449028139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89359903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130146097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875120234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0318691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49220064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3270018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244498737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984804093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4428790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024636956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4463377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12491010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052155708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78307852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089703317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134003303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982772327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8919072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881425889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971559087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0367479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087756397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5764338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755111100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89780516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22410662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75980336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050944558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76316199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2429564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824028733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069987208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843217505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589008697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254129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927418278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568803543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42170591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540327018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7152186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505893769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002793914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938217398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90025812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50098870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160413439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597084572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126627458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047595437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977702314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494216757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19160161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70847899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916330209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860773819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67420367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289267583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483403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929880428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187689888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0005434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39144991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364765210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830793649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823393662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17370678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70685810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228340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4.xml"/><Relationship Id="rId13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66.xml"/><Relationship Id="rId15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68.xml"/><Relationship Id="rId17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70.xml"/><Relationship Id="rId19" Type="http://schemas.openxmlformats.org/officeDocument/2006/relationships/slideLayout" Target="../slideLayouts/slideLayout71.xml"/><Relationship Id="rId20" Type="http://schemas.openxmlformats.org/officeDocument/2006/relationships/slideLayout" Target="../slideLayouts/slideLayout72.xml"/><Relationship Id="rId21" Type="http://schemas.openxmlformats.org/officeDocument/2006/relationships/slideLayout" Target="../slideLayouts/slideLayout73.xml"/><Relationship Id="rId22" Type="http://schemas.openxmlformats.org/officeDocument/2006/relationships/slideLayout" Target="../slideLayouts/slideLayout74.xml"/><Relationship Id="rId23" Type="http://schemas.openxmlformats.org/officeDocument/2006/relationships/slideLayout" Target="../slideLayouts/slideLayout75.xml"/><Relationship Id="rId24" Type="http://schemas.openxmlformats.org/officeDocument/2006/relationships/slideLayout" Target="../slideLayouts/slideLayout76.xml"/><Relationship Id="rId25" Type="http://schemas.openxmlformats.org/officeDocument/2006/relationships/slideLayout" Target="../slideLayouts/slideLayout77.xml"/><Relationship Id="rId26" Type="http://schemas.openxmlformats.org/officeDocument/2006/relationships/slideLayout" Target="../slideLayouts/slideLayout78.xml"/><Relationship Id="rId27" Type="http://schemas.openxmlformats.org/officeDocument/2006/relationships/slideLayout" Target="../slideLayouts/slideLayout79.xml"/><Relationship Id="rId28" Type="http://schemas.openxmlformats.org/officeDocument/2006/relationships/slideLayout" Target="../slideLayouts/slideLayout80.xml"/><Relationship Id="rId29" Type="http://schemas.openxmlformats.org/officeDocument/2006/relationships/slideLayout" Target="../slideLayouts/slideLayout81.xml"/><Relationship Id="rId30" Type="http://schemas.openxmlformats.org/officeDocument/2006/relationships/slideLayout" Target="../slideLayouts/slideLayout82.xml"/><Relationship Id="rId31" Type="http://schemas.openxmlformats.org/officeDocument/2006/relationships/slideLayout" Target="../slideLayouts/slideLayout83.xml"/><Relationship Id="rId32" Type="http://schemas.openxmlformats.org/officeDocument/2006/relationships/slideLayout" Target="../slideLayouts/slideLayout84.xml"/><Relationship Id="rId33" Type="http://schemas.openxmlformats.org/officeDocument/2006/relationships/slideLayout" Target="../slideLayouts/slideLayout85.xml"/><Relationship Id="rId34" Type="http://schemas.openxmlformats.org/officeDocument/2006/relationships/slideLayout" Target="../slideLayouts/slideLayout86.xml"/><Relationship Id="rId35" Type="http://schemas.openxmlformats.org/officeDocument/2006/relationships/slideLayout" Target="../slideLayouts/slideLayout87.xml"/><Relationship Id="rId36" Type="http://schemas.openxmlformats.org/officeDocument/2006/relationships/slideLayout" Target="../slideLayouts/slideLayout88.xml"/><Relationship Id="rId37" Type="http://schemas.openxmlformats.org/officeDocument/2006/relationships/slideLayout" Target="../slideLayouts/slideLayout89.xml"/><Relationship Id="rId38" Type="http://schemas.openxmlformats.org/officeDocument/2006/relationships/slideLayout" Target="../slideLayouts/slideLayout90.xml"/><Relationship Id="rId39" Type="http://schemas.openxmlformats.org/officeDocument/2006/relationships/slideLayout" Target="../slideLayouts/slideLayout91.xml"/><Relationship Id="rId40" Type="http://schemas.openxmlformats.org/officeDocument/2006/relationships/slideLayout" Target="../slideLayouts/slideLayout92.xml"/><Relationship Id="rId41" Type="http://schemas.openxmlformats.org/officeDocument/2006/relationships/slideLayout" Target="../slideLayouts/slideLayout93.xml"/><Relationship Id="rId42" Type="http://schemas.openxmlformats.org/officeDocument/2006/relationships/slideLayout" Target="../slideLayouts/slideLayout94.xml"/><Relationship Id="rId43" Type="http://schemas.openxmlformats.org/officeDocument/2006/relationships/slideLayout" Target="../slideLayouts/slideLayout95.xml"/><Relationship Id="rId44" Type="http://schemas.openxmlformats.org/officeDocument/2006/relationships/slideLayout" Target="../slideLayouts/slideLayout96.xml"/><Relationship Id="rId45" Type="http://schemas.openxmlformats.org/officeDocument/2006/relationships/slideLayout" Target="../slideLayouts/slideLayout97.xml"/><Relationship Id="rId46" Type="http://schemas.openxmlformats.org/officeDocument/2006/relationships/slideLayout" Target="../slideLayouts/slideLayout98.xml"/><Relationship Id="rId47" Type="http://schemas.openxmlformats.org/officeDocument/2006/relationships/slideLayout" Target="../slideLayouts/slideLayout99.xml"/><Relationship Id="rId48" Type="http://schemas.openxmlformats.org/officeDocument/2006/relationships/slideLayout" Target="../slideLayouts/slideLayout100.xml"/><Relationship Id="rId49" Type="http://schemas.openxmlformats.org/officeDocument/2006/relationships/slideLayout" Target="../slideLayouts/slideLayout101.xml"/><Relationship Id="rId50" Type="http://schemas.openxmlformats.org/officeDocument/2006/relationships/slideLayout" Target="../slideLayouts/slideLayout102.xml"/><Relationship Id="rId51" Type="http://schemas.openxmlformats.org/officeDocument/2006/relationships/slideLayout" Target="../slideLayouts/slideLayout103.xml"/><Relationship Id="rId52" Type="http://schemas.openxmlformats.org/officeDocument/2006/relationships/slideLayout" Target="../slideLayouts/slideLayout104.xml"/><Relationship Id="rId5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slideLayout" Target="../slideLayouts/slideLayout106.xml"/><Relationship Id="rId3" Type="http://schemas.openxmlformats.org/officeDocument/2006/relationships/slideLayout" Target="../slideLayouts/slideLayout107.xml"/><Relationship Id="rId4" Type="http://schemas.openxmlformats.org/officeDocument/2006/relationships/slideLayout" Target="../slideLayouts/slideLayout108.xml"/><Relationship Id="rId5" Type="http://schemas.openxmlformats.org/officeDocument/2006/relationships/slideLayout" Target="../slideLayouts/slideLayout109.xml"/><Relationship Id="rId6" Type="http://schemas.openxmlformats.org/officeDocument/2006/relationships/slideLayout" Target="../slideLayouts/slideLayout110.xml"/><Relationship Id="rId7" Type="http://schemas.openxmlformats.org/officeDocument/2006/relationships/slideLayout" Target="../slideLayouts/slideLayout111.xml"/><Relationship Id="rId8" Type="http://schemas.openxmlformats.org/officeDocument/2006/relationships/slideLayout" Target="../slideLayouts/slideLayout112.xml"/><Relationship Id="rId9" Type="http://schemas.openxmlformats.org/officeDocument/2006/relationships/slideLayout" Target="../slideLayouts/slideLayout113.xml"/><Relationship Id="rId10" Type="http://schemas.openxmlformats.org/officeDocument/2006/relationships/slideLayout" Target="../slideLayouts/slideLayout114.xml"/><Relationship Id="rId11" Type="http://schemas.openxmlformats.org/officeDocument/2006/relationships/slideLayout" Target="../slideLayouts/slideLayout115.xml"/><Relationship Id="rId12" Type="http://schemas.openxmlformats.org/officeDocument/2006/relationships/slideLayout" Target="../slideLayouts/slideLayout116.xml"/><Relationship Id="rId13" Type="http://schemas.openxmlformats.org/officeDocument/2006/relationships/slideLayout" Target="../slideLayouts/slideLayout117.xml"/><Relationship Id="rId14" Type="http://schemas.openxmlformats.org/officeDocument/2006/relationships/slideLayout" Target="../slideLayouts/slideLayout118.xml"/><Relationship Id="rId15" Type="http://schemas.openxmlformats.org/officeDocument/2006/relationships/slideLayout" Target="../slideLayouts/slideLayout119.xml"/><Relationship Id="rId16" Type="http://schemas.openxmlformats.org/officeDocument/2006/relationships/slideLayout" Target="../slideLayouts/slideLayout120.xml"/><Relationship Id="rId17" Type="http://schemas.openxmlformats.org/officeDocument/2006/relationships/slideLayout" Target="../slideLayouts/slideLayout121.xml"/><Relationship Id="rId18" Type="http://schemas.openxmlformats.org/officeDocument/2006/relationships/slideLayout" Target="../slideLayouts/slideLayout122.xml"/><Relationship Id="rId19" Type="http://schemas.openxmlformats.org/officeDocument/2006/relationships/slideLayout" Target="../slideLayouts/slideLayout123.xml"/><Relationship Id="rId20" Type="http://schemas.openxmlformats.org/officeDocument/2006/relationships/slideLayout" Target="../slideLayouts/slideLayout124.xml"/><Relationship Id="rId21" Type="http://schemas.openxmlformats.org/officeDocument/2006/relationships/slideLayout" Target="../slideLayouts/slideLayout125.xml"/><Relationship Id="rId22" Type="http://schemas.openxmlformats.org/officeDocument/2006/relationships/slideLayout" Target="../slideLayouts/slideLayout126.xml"/><Relationship Id="rId23" Type="http://schemas.openxmlformats.org/officeDocument/2006/relationships/slideLayout" Target="../slideLayouts/slideLayout127.xml"/><Relationship Id="rId24" Type="http://schemas.openxmlformats.org/officeDocument/2006/relationships/slideLayout" Target="../slideLayouts/slideLayout128.xml"/><Relationship Id="rId25" Type="http://schemas.openxmlformats.org/officeDocument/2006/relationships/slideLayout" Target="../slideLayouts/slideLayout129.xml"/><Relationship Id="rId26" Type="http://schemas.openxmlformats.org/officeDocument/2006/relationships/slideLayout" Target="../slideLayouts/slideLayout130.xml"/><Relationship Id="rId27" Type="http://schemas.openxmlformats.org/officeDocument/2006/relationships/slideLayout" Target="../slideLayouts/slideLayout131.xml"/><Relationship Id="rId28" Type="http://schemas.openxmlformats.org/officeDocument/2006/relationships/slideLayout" Target="../slideLayouts/slideLayout132.xml"/><Relationship Id="rId29" Type="http://schemas.openxmlformats.org/officeDocument/2006/relationships/slideLayout" Target="../slideLayouts/slideLayout133.xml"/><Relationship Id="rId30" Type="http://schemas.openxmlformats.org/officeDocument/2006/relationships/slideLayout" Target="../slideLayouts/slideLayout134.xml"/><Relationship Id="rId31" Type="http://schemas.openxmlformats.org/officeDocument/2006/relationships/slideLayout" Target="../slideLayouts/slideLayout135.xml"/><Relationship Id="rId32" Type="http://schemas.openxmlformats.org/officeDocument/2006/relationships/slideLayout" Target="../slideLayouts/slideLayout136.xml"/><Relationship Id="rId33" Type="http://schemas.openxmlformats.org/officeDocument/2006/relationships/slideLayout" Target="../slideLayouts/slideLayout137.xml"/><Relationship Id="rId34" Type="http://schemas.openxmlformats.org/officeDocument/2006/relationships/slideLayout" Target="../slideLayouts/slideLayout138.xml"/><Relationship Id="rId35" Type="http://schemas.openxmlformats.org/officeDocument/2006/relationships/slideLayout" Target="../slideLayouts/slideLayout139.xml"/><Relationship Id="rId36" Type="http://schemas.openxmlformats.org/officeDocument/2006/relationships/slideLayout" Target="../slideLayouts/slideLayout140.xml"/><Relationship Id="rId37" Type="http://schemas.openxmlformats.org/officeDocument/2006/relationships/slideLayout" Target="../slideLayouts/slideLayout141.xml"/><Relationship Id="rId38" Type="http://schemas.openxmlformats.org/officeDocument/2006/relationships/slideLayout" Target="../slideLayouts/slideLayout142.xml"/><Relationship Id="rId39" Type="http://schemas.openxmlformats.org/officeDocument/2006/relationships/slideLayout" Target="../slideLayouts/slideLayout143.xml"/><Relationship Id="rId40" Type="http://schemas.openxmlformats.org/officeDocument/2006/relationships/slideLayout" Target="../slideLayouts/slideLayout144.xml"/><Relationship Id="rId41" Type="http://schemas.openxmlformats.org/officeDocument/2006/relationships/slideLayout" Target="../slideLayouts/slideLayout145.xml"/><Relationship Id="rId42" Type="http://schemas.openxmlformats.org/officeDocument/2006/relationships/slideLayout" Target="../slideLayouts/slideLayout146.xml"/><Relationship Id="rId43" Type="http://schemas.openxmlformats.org/officeDocument/2006/relationships/slideLayout" Target="../slideLayouts/slideLayout147.xml"/><Relationship Id="rId44" Type="http://schemas.openxmlformats.org/officeDocument/2006/relationships/slideLayout" Target="../slideLayouts/slideLayout148.xml"/><Relationship Id="rId45" Type="http://schemas.openxmlformats.org/officeDocument/2006/relationships/slideLayout" Target="../slideLayouts/slideLayout149.xml"/><Relationship Id="rId46" Type="http://schemas.openxmlformats.org/officeDocument/2006/relationships/slideLayout" Target="../slideLayouts/slideLayout150.xml"/><Relationship Id="rId47" Type="http://schemas.openxmlformats.org/officeDocument/2006/relationships/slideLayout" Target="../slideLayouts/slideLayout151.xml"/><Relationship Id="rId48" Type="http://schemas.openxmlformats.org/officeDocument/2006/relationships/slideLayout" Target="../slideLayouts/slideLayout152.xml"/><Relationship Id="rId49" Type="http://schemas.openxmlformats.org/officeDocument/2006/relationships/slideLayout" Target="../slideLayouts/slideLayout153.xml"/><Relationship Id="rId50" Type="http://schemas.openxmlformats.org/officeDocument/2006/relationships/slideLayout" Target="../slideLayouts/slideLayout154.xml"/><Relationship Id="rId51" Type="http://schemas.openxmlformats.org/officeDocument/2006/relationships/slideLayout" Target="../slideLayouts/slideLayout155.xml"/><Relationship Id="rId52" Type="http://schemas.openxmlformats.org/officeDocument/2006/relationships/slideLayout" Target="../slideLayouts/slideLayout156.xml"/><Relationship Id="rId5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5178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65" r:id="rId14"/>
    <p:sldLayoutId id="2147483666" r:id="rId15"/>
    <p:sldLayoutId id="2147483667" r:id="rId16"/>
    <p:sldLayoutId id="2147483668" r:id="rId17"/>
    <p:sldLayoutId id="2147483669" r:id="rId18"/>
    <p:sldLayoutId id="2147483670" r:id="rId19"/>
    <p:sldLayoutId id="2147483671" r:id="rId20"/>
    <p:sldLayoutId id="2147483672" r:id="rId21"/>
    <p:sldLayoutId id="2147483673" r:id="rId22"/>
    <p:sldLayoutId id="2147483674" r:id="rId23"/>
    <p:sldLayoutId id="2147483675" r:id="rId24"/>
    <p:sldLayoutId id="2147483676" r:id="rId25"/>
    <p:sldLayoutId id="2147483677" r:id="rId26"/>
    <p:sldLayoutId id="2147483678" r:id="rId27"/>
    <p:sldLayoutId id="2147483679" r:id="rId28"/>
    <p:sldLayoutId id="2147483680" r:id="rId29"/>
    <p:sldLayoutId id="2147483681" r:id="rId30"/>
    <p:sldLayoutId id="2147483682" r:id="rId31"/>
    <p:sldLayoutId id="2147483683" r:id="rId32"/>
    <p:sldLayoutId id="2147483684" r:id="rId33"/>
    <p:sldLayoutId id="2147483685" r:id="rId34"/>
    <p:sldLayoutId id="2147483686" r:id="rId35"/>
    <p:sldLayoutId id="2147483687" r:id="rId36"/>
    <p:sldLayoutId id="2147483688" r:id="rId37"/>
    <p:sldLayoutId id="2147483689" r:id="rId38"/>
    <p:sldLayoutId id="2147483690" r:id="rId39"/>
    <p:sldLayoutId id="2147483691" r:id="rId40"/>
    <p:sldLayoutId id="2147483692" r:id="rId41"/>
    <p:sldLayoutId id="2147483693" r:id="rId42"/>
    <p:sldLayoutId id="2147483694" r:id="rId43"/>
    <p:sldLayoutId id="2147483695" r:id="rId44"/>
    <p:sldLayoutId id="2147483696" r:id="rId45"/>
    <p:sldLayoutId id="2147483697" r:id="rId46"/>
    <p:sldLayoutId id="2147483698" r:id="rId47"/>
    <p:sldLayoutId id="2147483699" r:id="rId48"/>
    <p:sldLayoutId id="2147483700" r:id="rId49"/>
    <p:sldLayoutId id="2147483701" r:id="rId50"/>
    <p:sldLayoutId id="2147483702" r:id="rId51"/>
    <p:sldLayoutId id="2147483703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305500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  <p:sldLayoutId id="2147483718" r:id="rId14"/>
    <p:sldLayoutId id="2147483719" r:id="rId15"/>
    <p:sldLayoutId id="2147483720" r:id="rId16"/>
    <p:sldLayoutId id="2147483721" r:id="rId17"/>
    <p:sldLayoutId id="2147483722" r:id="rId18"/>
    <p:sldLayoutId id="2147483723" r:id="rId19"/>
    <p:sldLayoutId id="2147483724" r:id="rId20"/>
    <p:sldLayoutId id="2147483725" r:id="rId21"/>
    <p:sldLayoutId id="2147483726" r:id="rId22"/>
    <p:sldLayoutId id="2147483727" r:id="rId23"/>
    <p:sldLayoutId id="2147483728" r:id="rId24"/>
    <p:sldLayoutId id="2147483729" r:id="rId25"/>
    <p:sldLayoutId id="2147483730" r:id="rId26"/>
    <p:sldLayoutId id="2147483731" r:id="rId27"/>
    <p:sldLayoutId id="2147483732" r:id="rId28"/>
    <p:sldLayoutId id="2147483733" r:id="rId29"/>
    <p:sldLayoutId id="2147483734" r:id="rId30"/>
    <p:sldLayoutId id="2147483735" r:id="rId31"/>
    <p:sldLayoutId id="2147483736" r:id="rId32"/>
    <p:sldLayoutId id="2147483737" r:id="rId33"/>
    <p:sldLayoutId id="2147483738" r:id="rId34"/>
    <p:sldLayoutId id="2147483739" r:id="rId35"/>
    <p:sldLayoutId id="2147483740" r:id="rId36"/>
    <p:sldLayoutId id="2147483741" r:id="rId37"/>
    <p:sldLayoutId id="2147483742" r:id="rId38"/>
    <p:sldLayoutId id="2147483743" r:id="rId39"/>
    <p:sldLayoutId id="2147483744" r:id="rId40"/>
    <p:sldLayoutId id="2147483745" r:id="rId41"/>
    <p:sldLayoutId id="2147483746" r:id="rId42"/>
    <p:sldLayoutId id="2147483747" r:id="rId43"/>
    <p:sldLayoutId id="2147483748" r:id="rId44"/>
    <p:sldLayoutId id="2147483749" r:id="rId45"/>
    <p:sldLayoutId id="2147483750" r:id="rId46"/>
    <p:sldLayoutId id="2147483751" r:id="rId47"/>
    <p:sldLayoutId id="2147483752" r:id="rId48"/>
    <p:sldLayoutId id="2147483753" r:id="rId49"/>
    <p:sldLayoutId id="2147483754" r:id="rId50"/>
    <p:sldLayoutId id="2147483755" r:id="rId51"/>
    <p:sldLayoutId id="2147483756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8646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  <p:sldLayoutId id="2147483769" r:id="rId12"/>
    <p:sldLayoutId id="2147483770" r:id="rId13"/>
    <p:sldLayoutId id="2147483771" r:id="rId14"/>
    <p:sldLayoutId id="2147483772" r:id="rId15"/>
    <p:sldLayoutId id="2147483773" r:id="rId16"/>
    <p:sldLayoutId id="2147483774" r:id="rId17"/>
    <p:sldLayoutId id="2147483775" r:id="rId18"/>
    <p:sldLayoutId id="2147483776" r:id="rId19"/>
    <p:sldLayoutId id="2147483777" r:id="rId20"/>
    <p:sldLayoutId id="2147483778" r:id="rId21"/>
    <p:sldLayoutId id="2147483779" r:id="rId22"/>
    <p:sldLayoutId id="2147483780" r:id="rId23"/>
    <p:sldLayoutId id="2147483781" r:id="rId24"/>
    <p:sldLayoutId id="2147483782" r:id="rId25"/>
    <p:sldLayoutId id="2147483783" r:id="rId26"/>
    <p:sldLayoutId id="2147483784" r:id="rId27"/>
    <p:sldLayoutId id="2147483785" r:id="rId28"/>
    <p:sldLayoutId id="2147483786" r:id="rId29"/>
    <p:sldLayoutId id="2147483787" r:id="rId30"/>
    <p:sldLayoutId id="2147483788" r:id="rId31"/>
    <p:sldLayoutId id="2147483789" r:id="rId32"/>
    <p:sldLayoutId id="2147483790" r:id="rId33"/>
    <p:sldLayoutId id="2147483791" r:id="rId34"/>
    <p:sldLayoutId id="2147483792" r:id="rId35"/>
    <p:sldLayoutId id="2147483793" r:id="rId36"/>
    <p:sldLayoutId id="2147483794" r:id="rId37"/>
    <p:sldLayoutId id="2147483795" r:id="rId38"/>
    <p:sldLayoutId id="2147483796" r:id="rId39"/>
    <p:sldLayoutId id="2147483797" r:id="rId40"/>
    <p:sldLayoutId id="2147483798" r:id="rId41"/>
    <p:sldLayoutId id="2147483799" r:id="rId42"/>
    <p:sldLayoutId id="2147483800" r:id="rId43"/>
    <p:sldLayoutId id="2147483801" r:id="rId44"/>
    <p:sldLayoutId id="2147483802" r:id="rId45"/>
    <p:sldLayoutId id="2147483803" r:id="rId46"/>
    <p:sldLayoutId id="2147483804" r:id="rId47"/>
    <p:sldLayoutId id="2147483805" r:id="rId48"/>
    <p:sldLayoutId id="2147483806" r:id="rId49"/>
    <p:sldLayoutId id="2147483807" r:id="rId50"/>
    <p:sldLayoutId id="2147483808" r:id="rId51"/>
    <p:sldLayoutId id="2147483809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5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4" name="Rectangle 32"/>
          <p:cNvSpPr/>
          <p:nvPr/>
        </p:nvSpPr>
        <p:spPr bwMode="auto">
          <a:xfrm>
            <a:off x="955385" y="5685905"/>
            <a:ext cx="4621490" cy="2427318"/>
          </a:xfrm>
          <a:prstGeom prst="rect">
            <a:avLst/>
          </a:prstGeom>
          <a:solidFill>
            <a:srgbClr val="E6E6E6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855" name="Text Placeholder 1"/>
          <p:cNvSpPr txBox="1"/>
          <p:nvPr/>
        </p:nvSpPr>
        <p:spPr bwMode="auto">
          <a:xfrm>
            <a:off x="1780895" y="6538791"/>
            <a:ext cx="13219417" cy="157443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noAutofit/>
          </a:bodyPr>
          <a:lstStyle/>
          <a:p>
            <a:pPr defTabSz="914400" rtl="0">
              <a:lnSpc>
                <a:spcPct val="100000"/>
              </a:lnSpc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4400" b="1" spc="300" dirty="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  <a:sym typeface="Stem"/>
              </a:rPr>
              <a:t>ПОРЯДОК И ПРИОРИТЕТНОСТЬ ОКАЗАНИЯ ПЕРВОЙ ПОМОЩИ</a:t>
            </a:r>
          </a:p>
          <a:p>
            <a:pPr defTabSz="914400" rtl="0">
              <a:lnSpc>
                <a:spcPct val="100000"/>
              </a:lnSpc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endParaRPr lang="ru-RU" sz="4400" b="1" spc="300" dirty="0">
              <a:solidFill>
                <a:srgbClr val="4D4D4D"/>
              </a:solidFill>
              <a:latin typeface="Montserrat Semi Bold"/>
              <a:ea typeface="Montserrat Semi Bold"/>
              <a:cs typeface="Montserrat Semi Bold"/>
              <a:sym typeface="Stem"/>
            </a:endParaRPr>
          </a:p>
        </p:txBody>
      </p:sp>
      <p:sp>
        <p:nvSpPr>
          <p:cNvPr id="845" name="Rectangle 13"/>
          <p:cNvSpPr/>
          <p:nvPr/>
        </p:nvSpPr>
        <p:spPr bwMode="auto">
          <a:xfrm>
            <a:off x="15825822" y="0"/>
            <a:ext cx="8688311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846" name="Rectangle 5"/>
          <p:cNvSpPr/>
          <p:nvPr/>
        </p:nvSpPr>
        <p:spPr bwMode="auto">
          <a:xfrm>
            <a:off x="1780895" y="7794112"/>
            <a:ext cx="12803868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507017090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rPr>
                <a:solidFill/>
              </a:rPr>
              <a:t>2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34797" y="1847311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 b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ПРИОРИТЕТНОСТЬ ОКАЗАНИЯ ПЕРВОЙ ПОМОЩИ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28" y="2604670"/>
            <a:ext cx="1763009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3  Порядок и приоритетность; извлечение и перемещение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7" name="Прямоугольник 6"/>
          <p:cNvSpPr/>
          <p:nvPr/>
        </p:nvSpPr>
        <p:spPr bwMode="auto">
          <a:xfrm>
            <a:off x="2061252" y="3600000"/>
            <a:ext cx="20000000" cy="900000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defRPr/>
            </a:pPr>
            <a:r>
              <a:rPr lang="ru-RU" sz="2800" b="1">
                <a:solidFill>
                  <a:srgbClr val="404040"/>
                </a:solidFill>
                <a:latin typeface="Open Sans"/>
              </a:rPr>
              <a:t>Если пострадавших несколько, а участников оказания помощи недостаточно — определяют приоритетность:</a:t>
            </a:r>
            <a:endParaRPr/>
          </a:p>
          <a:p>
            <a:pPr>
              <a:defRPr/>
            </a:pPr>
            <a:r>
              <a:rPr lang="ru-RU" sz="2800" b="1">
                <a:solidFill>
                  <a:srgbClr val="404040"/>
                </a:solidFill>
                <a:latin typeface="Open Sans"/>
              </a:rPr>
              <a:t> </a:t>
            </a:r>
            <a:endParaRPr/>
          </a:p>
          <a:p>
            <a:pPr>
              <a:defRPr/>
            </a:pPr>
            <a:r>
              <a:rPr lang="ru-RU" sz="2800" b="1">
                <a:solidFill>
                  <a:srgbClr val="404040"/>
                </a:solidFill>
                <a:latin typeface="Open Sans"/>
              </a:rPr>
              <a:t>• в первую очередь — наиболее тяжело пострадавшим и несовершеннолетним детям;</a:t>
            </a:r>
            <a:endParaRPr/>
          </a:p>
          <a:p>
            <a:pPr>
              <a:defRPr/>
            </a:pPr>
            <a:r>
              <a:rPr lang="ru-RU" sz="2800" b="1">
                <a:solidFill>
                  <a:srgbClr val="404040"/>
                </a:solidFill>
                <a:latin typeface="Open Sans"/>
              </a:rPr>
              <a:t>• для взрослых приоритетность определяется последовательностью мероприятий Порядка оказания первой помощи (приказ № 220н);</a:t>
            </a:r>
            <a:endParaRPr/>
          </a:p>
          <a:p>
            <a:pPr>
              <a:defRPr/>
            </a:pPr>
            <a:r>
              <a:rPr lang="ru-RU" sz="2800" b="1">
                <a:solidFill>
                  <a:srgbClr val="404040"/>
                </a:solidFill>
                <a:latin typeface="Open Sans"/>
              </a:rPr>
              <a:t>• в ряде случаев допустима самопомощь (например, прямое давление на рану), пока оказывается помощь другому пострадавшему;</a:t>
            </a:r>
            <a:endParaRPr/>
          </a:p>
          <a:p>
            <a:pPr>
              <a:defRPr/>
            </a:pPr>
            <a:r>
              <a:rPr lang="ru-RU" sz="2800" b="1">
                <a:solidFill>
                  <a:srgbClr val="404040"/>
                </a:solidFill>
                <a:latin typeface="Open Sans"/>
              </a:rPr>
              <a:t>• более опытный участник может координировать действия остальных, направляя их к наиболее тяжелым пострадавшим.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rPr>
                <a:solidFill/>
              </a:rPr>
              <a:t>3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34797" y="1847311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ПОРЯДОК И ПРИОРИТЕТНОСТЬ ОКАЗАНИЯ ПЕРВОЙ ПОМОЩИ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28" y="2604670"/>
            <a:ext cx="1763009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3  Порядок и приоритетность; извлечение и перемещение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7" name="Прямоугольник 6"/>
          <p:cNvSpPr/>
          <p:nvPr/>
        </p:nvSpPr>
        <p:spPr bwMode="auto">
          <a:xfrm>
            <a:off x="10916237" y="5096980"/>
            <a:ext cx="12192000" cy="7250959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defRPr/>
            </a:pPr>
            <a:r>
              <a:rPr lang="ru-RU" sz="2800" b="1">
                <a:solidFill/>
              </a:rPr>
              <a:t>Оценка обстановки и обеспечение безопасных условий для оказания первой помощи:</a:t>
            </a:r>
            <a:endParaRPr/>
          </a:p>
          <a:p>
            <a:pPr>
              <a:defRPr/>
            </a:pPr>
            <a:endParaRPr lang="ru-RU" sz="2800"/>
          </a:p>
          <a:p>
            <a:pPr marL="342900" indent="-3429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>
                <a:solidFill/>
              </a:rPr>
              <a:t>определить угрожающие факторы для собственной жизни и здоровья;</a:t>
            </a:r>
            <a:endParaRPr/>
          </a:p>
          <a:p>
            <a:pPr marL="342900" indent="-3429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>
                <a:solidFill/>
              </a:rPr>
              <a:t>определить угрожающие факторы для жизни и здоровья пострадавшего;</a:t>
            </a:r>
            <a:endParaRPr/>
          </a:p>
          <a:p>
            <a:pPr marL="342900" indent="-3429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>
                <a:solidFill/>
              </a:rPr>
              <a:t>устранить угрожающие факторы для жизни и здоровья;</a:t>
            </a:r>
            <a:endParaRPr/>
          </a:p>
          <a:p>
            <a:pPr marL="342900" indent="-3429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>
                <a:solidFill/>
              </a:rPr>
              <a:t>прекратить действие повреждающих факторов на пострадавшего;</a:t>
            </a:r>
            <a:endParaRPr/>
          </a:p>
          <a:p>
            <a:pPr marL="342900" indent="-3429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>
                <a:solidFill/>
              </a:rPr>
              <a:t>при необходимости, оценить количество пострадавших;</a:t>
            </a:r>
            <a:endParaRPr/>
          </a:p>
          <a:p>
            <a:pPr marL="342900" indent="-3429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>
                <a:solidFill/>
              </a:rPr>
              <a:t>извлечь пострадавшего из транспортного средства или других труднодоступных мест (при необходимости);</a:t>
            </a:r>
            <a:endParaRPr/>
          </a:p>
          <a:p>
            <a:pPr marL="342900" indent="-3429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>
                <a:solidFill/>
              </a:rPr>
              <a:t>переместить пострадавшего (при необходимости).</a:t>
            </a:r>
          </a:p>
        </p:txBody>
      </p:sp>
      <p:pic>
        <p:nvPicPr>
          <p:cNvPr id="8" name="Picture 2" descr="Алгоритм 2018 НОВЫЙ"/>
          <p:cNvPicPr>
            <a:picLocks noChangeAspect="1" noChangeArrowheads="1"/>
          </p:cNvPicPr>
          <p:nvPr/>
        </p:nvPicPr>
        <p:blipFill>
          <a:blip r:embed="rId2"/>
          <a:srcRect l="3879" t="2743" r="6219" b="5061"/>
          <a:stretch/>
        </p:blipFill>
        <p:spPr bwMode="auto">
          <a:xfrm>
            <a:off x="2044161" y="3469895"/>
            <a:ext cx="6998266" cy="1018682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938008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rPr>
                <a:solidFill/>
              </a:rPr>
              <a:t>4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892126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ПОРЯДОК И ПРИОРИТЕТНОСТЬ ОКАЗАНИЯ ПЕРВОЙ ПОМОЩИ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28" y="2604670"/>
            <a:ext cx="1763009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3  Порядок и приоритетность; извлечение и перемещение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9" name="Прямоугольник 8"/>
          <p:cNvSpPr/>
          <p:nvPr/>
        </p:nvSpPr>
        <p:spPr bwMode="auto">
          <a:xfrm>
            <a:off x="10962721" y="5135324"/>
            <a:ext cx="12192000" cy="5958298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defRPr/>
            </a:pPr>
            <a:r>
              <a:rPr lang="ru-RU" sz="2800" b="1">
                <a:solidFill/>
              </a:rPr>
              <a:t>Восстановление проходимости дыхательных путей и определение признаков жизни:</a:t>
            </a:r>
            <a:endParaRPr/>
          </a:p>
          <a:p>
            <a:pPr>
              <a:defRPr/>
            </a:pPr>
            <a:endParaRPr lang="ru-RU" sz="2800"/>
          </a:p>
          <a:p>
            <a:pPr marL="457200" indent="-4572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>
                <a:solidFill/>
              </a:rPr>
              <a:t>запрокинуть голову с подъемом подбородка;</a:t>
            </a:r>
            <a:endParaRPr/>
          </a:p>
          <a:p>
            <a:pPr marL="457200" indent="-4572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>
                <a:solidFill/>
              </a:rPr>
              <a:t>выдвинуть нижнюю челюсть (при необходимости);</a:t>
            </a:r>
            <a:endParaRPr/>
          </a:p>
          <a:p>
            <a:pPr marL="457200" indent="-4572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>
                <a:solidFill/>
              </a:rPr>
              <a:t>определить наличие нормального дыхания с помощью слуха, зрения и осязания;</a:t>
            </a:r>
            <a:endParaRPr/>
          </a:p>
          <a:p>
            <a:pPr marL="457200" indent="-4572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>
                <a:solidFill/>
              </a:rPr>
              <a:t>определить наличие кровообращения путем проверки пульса на магистральных артериях (одновременно с определением дыхания и при наличии соответствующей подготовки). </a:t>
            </a:r>
            <a:endParaRPr/>
          </a:p>
        </p:txBody>
      </p:sp>
      <p:pic>
        <p:nvPicPr>
          <p:cNvPr id="10" name="Picture 2" descr="Алгоритм 2018 НОВЫЙ"/>
          <p:cNvPicPr>
            <a:picLocks noChangeAspect="1" noChangeArrowheads="1"/>
          </p:cNvPicPr>
          <p:nvPr/>
        </p:nvPicPr>
        <p:blipFill>
          <a:blip r:embed="rId2"/>
          <a:srcRect l="3879" t="2743" r="6219" b="5061"/>
          <a:stretch/>
        </p:blipFill>
        <p:spPr bwMode="auto">
          <a:xfrm>
            <a:off x="2090645" y="3508239"/>
            <a:ext cx="6998266" cy="1018682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24931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rPr>
                <a:solidFill/>
              </a:rPr>
              <a:t>5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847311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ПОРЯДОК И ПРИОРИТЕТНОСТЬ ОКАЗАНИЯ ПЕРВОЙ ПОМОЩИ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28" y="2604670"/>
            <a:ext cx="1763009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3  Порядок и приоритетность; извлечение и перемещение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8" name="Прямоугольник 7"/>
          <p:cNvSpPr/>
          <p:nvPr/>
        </p:nvSpPr>
        <p:spPr bwMode="auto">
          <a:xfrm>
            <a:off x="11543928" y="3435665"/>
            <a:ext cx="12192000" cy="95346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2800" b="1" dirty="0">
                <a:solidFill/>
              </a:rPr>
              <a:t>Проведение сердечно-легочной реанимации путем чередования:</a:t>
            </a:r>
            <a:endParaRPr dirty="0"/>
          </a:p>
          <a:p>
            <a:pPr>
              <a:defRPr/>
            </a:pPr>
            <a:endParaRPr lang="ru-RU" sz="2800"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>
                <a:solidFill/>
              </a:rPr>
              <a:t>давления руками на грудину пострадавшего;</a:t>
            </a:r>
            <a:endParaRPr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>
                <a:solidFill/>
              </a:rPr>
              <a:t>искусственного дыхания «Рот ко рту», «Рот к носу», с использованием устройств для искусственного дыхания. </a:t>
            </a:r>
            <a:endParaRPr dirty="0"/>
          </a:p>
          <a:p>
            <a:pPr>
              <a:defRPr/>
            </a:pPr>
            <a:endParaRPr lang="ru-RU" sz="2800" b="1" dirty="0"/>
          </a:p>
          <a:p>
            <a:pPr>
              <a:defRPr/>
            </a:pPr>
            <a:r>
              <a:rPr lang="ru-RU" sz="2800" b="1" dirty="0">
                <a:solidFill/>
              </a:rPr>
              <a:t>Поддержание проходимости дыхательных путей:</a:t>
            </a:r>
            <a:endParaRPr dirty="0"/>
          </a:p>
          <a:p>
            <a:pPr>
              <a:defRPr/>
            </a:pPr>
            <a:endParaRPr lang="ru-RU" sz="2800"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>
                <a:solidFill/>
              </a:rPr>
              <a:t>придать устойчивое боковое положение;</a:t>
            </a:r>
            <a:endParaRPr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>
                <a:solidFill/>
              </a:rPr>
              <a:t>запрокинуть голову с подъемом подбородка;</a:t>
            </a:r>
            <a:endParaRPr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>
                <a:solidFill/>
              </a:rPr>
              <a:t>выдвинуть нижнюю челюсть.</a:t>
            </a:r>
            <a:endParaRPr dirty="0"/>
          </a:p>
          <a:p>
            <a:pPr>
              <a:defRPr/>
            </a:pPr>
            <a:endParaRPr lang="ru-RU" sz="2800" dirty="0"/>
          </a:p>
          <a:p>
            <a:pPr>
              <a:defRPr/>
            </a:pPr>
            <a:r>
              <a:rPr lang="ru-RU" sz="2800" b="1" dirty="0">
                <a:solidFill/>
              </a:rPr>
              <a:t>Остановка наружного кровотечения:</a:t>
            </a:r>
            <a:endParaRPr dirty="0"/>
          </a:p>
          <a:p>
            <a:pPr>
              <a:defRPr/>
            </a:pPr>
            <a:endParaRPr lang="ru-RU" sz="2800" b="1"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>
                <a:solidFill/>
              </a:rPr>
              <a:t>наложением давящей повязки;</a:t>
            </a:r>
            <a:endParaRPr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>
                <a:solidFill/>
              </a:rPr>
              <a:t>пальцевым прижатием артерии;</a:t>
            </a:r>
            <a:endParaRPr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>
                <a:solidFill/>
              </a:rPr>
              <a:t>прямым давлением на рану;</a:t>
            </a:r>
            <a:endParaRPr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>
                <a:solidFill/>
              </a:rPr>
              <a:t>максимальным сгибанием конечности в суставе;</a:t>
            </a:r>
            <a:endParaRPr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>
                <a:solidFill/>
              </a:rPr>
              <a:t>наложением жгута.</a:t>
            </a:r>
            <a:endParaRPr dirty="0"/>
          </a:p>
          <a:p>
            <a:pPr>
              <a:defRPr/>
            </a:pPr>
            <a:endParaRPr lang="ru-RU" sz="2800" dirty="0"/>
          </a:p>
        </p:txBody>
      </p:sp>
      <p:pic>
        <p:nvPicPr>
          <p:cNvPr id="11" name="Picture 2" descr="Алгоритм 2018 НОВЫЙ"/>
          <p:cNvPicPr>
            <a:picLocks noChangeAspect="1" noChangeArrowheads="1"/>
          </p:cNvPicPr>
          <p:nvPr/>
        </p:nvPicPr>
        <p:blipFill>
          <a:blip r:embed="rId2"/>
          <a:srcRect l="3879" t="2743" r="6219" b="5061"/>
          <a:stretch/>
        </p:blipFill>
        <p:spPr bwMode="auto">
          <a:xfrm>
            <a:off x="2852173" y="3411579"/>
            <a:ext cx="6998266" cy="1018682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267119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rPr>
                <a:solidFill/>
              </a:rPr>
              <a:t>6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886617"/>
            <a:ext cx="24280504" cy="1508105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ПОРЯДОК И ПРИОРИТЕТНОСТЬ ОКАЗАНИЯ ПЕРВОЙ ПОМОЩИ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4600" b="0" i="0" u="none" strike="noStrike" kern="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PFDinDisplayPro-Regular"/>
              <a:ea typeface="PFDinDisplayPro-Regular"/>
              <a:cs typeface="PFDinDisplayPro-Regular"/>
              <a:sym typeface="Stem"/>
            </a:endParaRPr>
          </a:p>
        </p:txBody>
      </p:sp>
      <p:sp>
        <p:nvSpPr>
          <p:cNvPr id="22" name="Rectangle 29"/>
          <p:cNvSpPr/>
          <p:nvPr/>
        </p:nvSpPr>
        <p:spPr bwMode="auto">
          <a:xfrm>
            <a:off x="2061228" y="2604670"/>
            <a:ext cx="1763009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3  Порядок и приоритетность; извлечение и перемещение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12" name="Прямоугольник 11"/>
          <p:cNvSpPr/>
          <p:nvPr/>
        </p:nvSpPr>
        <p:spPr bwMode="auto">
          <a:xfrm>
            <a:off x="10716136" y="4457055"/>
            <a:ext cx="12192000" cy="858671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defRPr/>
            </a:pPr>
            <a:r>
              <a:rPr lang="ru-RU" sz="2800" b="1">
                <a:solidFill/>
              </a:rPr>
              <a:t>Провести подробный осмотр пострадавшего и выполнить мероприятия по оказанию первой помощи:</a:t>
            </a:r>
            <a:endParaRPr/>
          </a:p>
          <a:p>
            <a:pPr>
              <a:defRPr/>
            </a:pPr>
            <a:endParaRPr lang="ru-RU" sz="2800"/>
          </a:p>
          <a:p>
            <a:pPr marL="457200" indent="-457200">
              <a:buFont typeface="Wingdings"/>
              <a:buChar char="q"/>
              <a:defRPr/>
            </a:pPr>
            <a:r>
              <a:rPr lang="ru-RU" sz="2800">
                <a:solidFill/>
              </a:rPr>
              <a:t>провести осмотр головы;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>
                <a:solidFill/>
              </a:rPr>
              <a:t>провести осмотр шеи;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>
                <a:solidFill/>
              </a:rPr>
              <a:t>провести осмотр груди;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>
                <a:solidFill/>
              </a:rPr>
              <a:t>провести осмотр спины;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>
                <a:solidFill/>
              </a:rPr>
              <a:t>провести осмотр живота и таза;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>
                <a:solidFill/>
              </a:rPr>
              <a:t>осмотр конечностей;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>
                <a:solidFill/>
              </a:rPr>
              <a:t>наложить повязки при травмах различных областей тела;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>
                <a:solidFill/>
              </a:rPr>
              <a:t>провести иммобилизацию;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>
                <a:solidFill/>
              </a:rPr>
              <a:t>зафиксировать шейный отдел позвоночника;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>
                <a:solidFill/>
              </a:rPr>
              <a:t>прекратить воздействие опасных химических веществ на пострадавшего;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>
                <a:solidFill/>
              </a:rPr>
              <a:t>провести местное охлаждение при травмах, термических ожогах и иных воздействиях высоких температур или теплового излучения;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>
                <a:solidFill/>
              </a:rPr>
              <a:t>провести термоизоляцию при отморожениях и других эффектах воздействия низких температур.</a:t>
            </a:r>
            <a:endParaRPr/>
          </a:p>
        </p:txBody>
      </p:sp>
      <p:pic>
        <p:nvPicPr>
          <p:cNvPr id="13" name="Picture 2" descr="Алгоритм 2018 НОВЫЙ"/>
          <p:cNvPicPr>
            <a:picLocks noChangeAspect="1" noChangeArrowheads="1"/>
          </p:cNvPicPr>
          <p:nvPr/>
        </p:nvPicPr>
        <p:blipFill>
          <a:blip r:embed="rId2"/>
          <a:srcRect l="3879" t="2743" r="6219" b="5061"/>
          <a:stretch/>
        </p:blipFill>
        <p:spPr bwMode="auto">
          <a:xfrm>
            <a:off x="2040713" y="3466075"/>
            <a:ext cx="6998266" cy="1018682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570348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rPr>
                <a:solidFill/>
              </a:rPr>
              <a:t>7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804451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ИЗВЛЕЧЕНИЕ ПОСТРАДАВШИХ ИЗ ТРУДНОДОСТУПНЫХ МЕСТ И ПЕРЕМЕЩЕНИЕ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00" y="2604670"/>
            <a:ext cx="18265474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3  Порядок и приоритетность; извлечение и перемещение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pic>
        <p:nvPicPr>
          <p:cNvPr id="10" name="Рисунок 1"/>
          <p:cNvPicPr>
            <a:picLocks noChangeAspect="1" noChangeArrowheads="1"/>
          </p:cNvPicPr>
          <p:nvPr/>
        </p:nvPicPr>
        <p:blipFill>
          <a:blip r:embed="rId2"/>
          <a:stretch/>
        </p:blipFill>
        <p:spPr bwMode="auto">
          <a:xfrm>
            <a:off x="1562282" y="4890177"/>
            <a:ext cx="7085602" cy="8243226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Прямоугольник 10"/>
          <p:cNvSpPr/>
          <p:nvPr/>
        </p:nvSpPr>
        <p:spPr bwMode="auto">
          <a:xfrm>
            <a:off x="1878928" y="3861695"/>
            <a:ext cx="5915402" cy="113319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ru-RU" sz="3200" b="1">
                <a:solidFill/>
              </a:rPr>
              <a:t>Извлечение пострадавшего </a:t>
            </a:r>
            <a:endParaRPr/>
          </a:p>
          <a:p>
            <a:pPr algn="ctr">
              <a:defRPr/>
            </a:pPr>
            <a:r>
              <a:rPr lang="ru-RU" sz="3200" b="1">
                <a:solidFill/>
              </a:rPr>
              <a:t>(пострадавший в сознании)</a:t>
            </a:r>
            <a:endParaRPr/>
          </a:p>
        </p:txBody>
      </p:sp>
      <p:sp>
        <p:nvSpPr>
          <p:cNvPr id="12" name="Прямоугольник 11"/>
          <p:cNvSpPr/>
          <p:nvPr/>
        </p:nvSpPr>
        <p:spPr bwMode="auto">
          <a:xfrm>
            <a:off x="8984951" y="3861696"/>
            <a:ext cx="6195928" cy="113319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ru-RU" sz="3200" b="1">
                <a:solidFill/>
              </a:rPr>
              <a:t>Извлечение пострадавшего </a:t>
            </a:r>
            <a:endParaRPr/>
          </a:p>
          <a:p>
            <a:pPr algn="ctr">
              <a:defRPr/>
            </a:pPr>
            <a:r>
              <a:rPr lang="ru-RU" sz="3200" b="1">
                <a:solidFill/>
              </a:rPr>
              <a:t>(пострадавший без сознания)</a:t>
            </a:r>
            <a:endParaRPr/>
          </a:p>
        </p:txBody>
      </p:sp>
      <p:pic>
        <p:nvPicPr>
          <p:cNvPr id="13" name="Рисунок 3"/>
          <p:cNvPicPr>
            <a:picLocks noChangeAspect="1" noChangeArrowheads="1"/>
          </p:cNvPicPr>
          <p:nvPr/>
        </p:nvPicPr>
        <p:blipFill>
          <a:blip r:embed="rId3"/>
          <a:stretch/>
        </p:blipFill>
        <p:spPr bwMode="auto">
          <a:xfrm>
            <a:off x="8592296" y="5677536"/>
            <a:ext cx="7478451" cy="709650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Рисунок 65"/>
          <p:cNvPicPr>
            <a:picLocks noChangeAspect="1" noChangeArrowheads="1"/>
          </p:cNvPicPr>
          <p:nvPr/>
        </p:nvPicPr>
        <p:blipFill>
          <a:blip r:embed="rId4"/>
          <a:stretch/>
        </p:blipFill>
        <p:spPr bwMode="auto">
          <a:xfrm>
            <a:off x="16944528" y="4625752"/>
            <a:ext cx="5899061" cy="8507651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Прямоугольник 14"/>
          <p:cNvSpPr/>
          <p:nvPr/>
        </p:nvSpPr>
        <p:spPr bwMode="auto">
          <a:xfrm>
            <a:off x="16350677" y="3756982"/>
            <a:ext cx="6492912" cy="11331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3200" b="1">
                <a:solidFill/>
              </a:rPr>
              <a:t>Перемещение пострадавшего в одиночку с поддержкой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9373839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rPr>
                <a:solidFill/>
              </a:rPr>
              <a:t>8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804451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ИЗВЛЕЧЕНИЕ ПОСТРАДАВШИХ ИЗ ТРУДНОДОСТУПНЫХ МЕСТ И ПЕРЕМЕЩЕНИЕ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00" y="2604670"/>
            <a:ext cx="18265474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3  Порядок и приоритетность; извлечение и перемещение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pic>
        <p:nvPicPr>
          <p:cNvPr id="16" name="Рисунок 66"/>
          <p:cNvPicPr>
            <a:picLocks noChangeAspect="1" noChangeArrowheads="1"/>
          </p:cNvPicPr>
          <p:nvPr/>
        </p:nvPicPr>
        <p:blipFill>
          <a:blip r:embed="rId2"/>
          <a:stretch/>
        </p:blipFill>
        <p:spPr bwMode="auto">
          <a:xfrm>
            <a:off x="2366357" y="4690191"/>
            <a:ext cx="6062306" cy="86208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Рисунок 69"/>
          <p:cNvPicPr>
            <a:picLocks noChangeAspect="1" noChangeArrowheads="1"/>
          </p:cNvPicPr>
          <p:nvPr/>
        </p:nvPicPr>
        <p:blipFill>
          <a:blip r:embed="rId3"/>
          <a:stretch/>
        </p:blipFill>
        <p:spPr bwMode="auto">
          <a:xfrm>
            <a:off x="9509197" y="4749193"/>
            <a:ext cx="5277914" cy="74557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Рисунок 68"/>
          <p:cNvPicPr>
            <a:picLocks noChangeAspect="1" noChangeArrowheads="1"/>
          </p:cNvPicPr>
          <p:nvPr/>
        </p:nvPicPr>
        <p:blipFill>
          <a:blip r:embed="rId4"/>
          <a:stretch/>
        </p:blipFill>
        <p:spPr bwMode="auto">
          <a:xfrm>
            <a:off x="16591581" y="4769848"/>
            <a:ext cx="5356241" cy="7974141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Прямоугольник 18"/>
          <p:cNvSpPr/>
          <p:nvPr/>
        </p:nvSpPr>
        <p:spPr bwMode="auto">
          <a:xfrm>
            <a:off x="2020175" y="3556997"/>
            <a:ext cx="6408488" cy="11331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3200" b="1">
                <a:solidFill/>
              </a:rPr>
              <a:t>Перемещение пострадавшего в одиночку волоком </a:t>
            </a:r>
          </a:p>
        </p:txBody>
      </p:sp>
      <p:sp>
        <p:nvSpPr>
          <p:cNvPr id="20" name="Прямоугольник 19"/>
          <p:cNvSpPr/>
          <p:nvPr/>
        </p:nvSpPr>
        <p:spPr bwMode="auto">
          <a:xfrm>
            <a:off x="9509197" y="3615998"/>
            <a:ext cx="5746583" cy="11331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3200" b="1">
                <a:solidFill/>
              </a:rPr>
              <a:t>Переноска пострадавшего в одиночку на спине </a:t>
            </a:r>
          </a:p>
        </p:txBody>
      </p:sp>
      <p:sp>
        <p:nvSpPr>
          <p:cNvPr id="21" name="Прямоугольник 20"/>
          <p:cNvSpPr/>
          <p:nvPr/>
        </p:nvSpPr>
        <p:spPr bwMode="auto">
          <a:xfrm>
            <a:off x="16336314" y="3615998"/>
            <a:ext cx="5746583" cy="11331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3200" b="1">
                <a:solidFill/>
              </a:rPr>
              <a:t>Переноска пострадавшего на руках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538120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rPr>
                <a:solidFill/>
              </a:rPr>
              <a:t>9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804451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ИЗВЛЕЧЕНИЕ ПОСТРАДАВШИХ ИЗ ТРУДНОДОСТУПНЫХ МЕСТ И ПЕРЕМЕЩЕНИЕ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00" y="2604670"/>
            <a:ext cx="18265474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3  Порядок и приоритетность; извлечение и перемещение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pic>
        <p:nvPicPr>
          <p:cNvPr id="12" name="Рисунок 73"/>
          <p:cNvPicPr>
            <a:picLocks noChangeAspect="1" noChangeArrowheads="1"/>
          </p:cNvPicPr>
          <p:nvPr/>
        </p:nvPicPr>
        <p:blipFill>
          <a:blip r:embed="rId2"/>
          <a:stretch/>
        </p:blipFill>
        <p:spPr bwMode="auto">
          <a:xfrm>
            <a:off x="18074931" y="4732576"/>
            <a:ext cx="6289969" cy="87247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Рисунок 67"/>
          <p:cNvPicPr>
            <a:picLocks noChangeAspect="1" noChangeArrowheads="1"/>
          </p:cNvPicPr>
          <p:nvPr/>
        </p:nvPicPr>
        <p:blipFill>
          <a:blip r:embed="rId3"/>
          <a:stretch/>
        </p:blipFill>
        <p:spPr bwMode="auto">
          <a:xfrm>
            <a:off x="904649" y="4523499"/>
            <a:ext cx="5850179" cy="8114764"/>
          </a:xfrm>
          <a:prstGeom prst="rect">
            <a:avLst/>
          </a:prstGeom>
          <a:noFill/>
        </p:spPr>
      </p:pic>
      <p:pic>
        <p:nvPicPr>
          <p:cNvPr id="14" name="Рисунок 71"/>
          <p:cNvPicPr>
            <a:picLocks noChangeAspect="1" noChangeArrowheads="1"/>
          </p:cNvPicPr>
          <p:nvPr/>
        </p:nvPicPr>
        <p:blipFill>
          <a:blip r:embed="rId4"/>
          <a:stretch/>
        </p:blipFill>
        <p:spPr bwMode="auto">
          <a:xfrm>
            <a:off x="7335351" y="4571040"/>
            <a:ext cx="5137895" cy="84800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Рисунок 72"/>
          <p:cNvPicPr>
            <a:picLocks noChangeAspect="1" noChangeArrowheads="1"/>
          </p:cNvPicPr>
          <p:nvPr/>
        </p:nvPicPr>
        <p:blipFill>
          <a:blip r:embed="rId5"/>
          <a:srcRect l="14296" r="12385"/>
          <a:stretch/>
        </p:blipFill>
        <p:spPr bwMode="auto">
          <a:xfrm>
            <a:off x="14794913" y="7894084"/>
            <a:ext cx="4316032" cy="5018838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Прямоугольник 22"/>
          <p:cNvSpPr/>
          <p:nvPr/>
        </p:nvSpPr>
        <p:spPr bwMode="auto">
          <a:xfrm>
            <a:off x="1373521" y="3599381"/>
            <a:ext cx="5618822" cy="11331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3200" b="1">
                <a:solidFill/>
              </a:rPr>
              <a:t>Переноска пострадавшего в одиночку на плече </a:t>
            </a:r>
          </a:p>
        </p:txBody>
      </p:sp>
      <p:sp>
        <p:nvSpPr>
          <p:cNvPr id="24" name="Прямоугольник 23"/>
          <p:cNvSpPr/>
          <p:nvPr/>
        </p:nvSpPr>
        <p:spPr bwMode="auto">
          <a:xfrm>
            <a:off x="7942121" y="3588251"/>
            <a:ext cx="6766239" cy="11331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3200" b="1">
                <a:solidFill/>
              </a:rPr>
              <a:t>Переноска пострадавшего вдвоем на замке из четырех рук </a:t>
            </a:r>
          </a:p>
        </p:txBody>
      </p:sp>
      <p:sp>
        <p:nvSpPr>
          <p:cNvPr id="25" name="Прямоугольник 24"/>
          <p:cNvSpPr/>
          <p:nvPr/>
        </p:nvSpPr>
        <p:spPr bwMode="auto">
          <a:xfrm>
            <a:off x="15377860" y="3626514"/>
            <a:ext cx="8856710" cy="11331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3200" b="1">
                <a:solidFill/>
              </a:rPr>
              <a:t>Переноска пострадавшего вдвоем на замке из трех рук с поддержкой под спину</a:t>
            </a:r>
          </a:p>
        </p:txBody>
      </p:sp>
      <p:pic>
        <p:nvPicPr>
          <p:cNvPr id="26" name="Рисунок 70"/>
          <p:cNvPicPr>
            <a:picLocks noChangeAspect="1" noChangeArrowheads="1"/>
          </p:cNvPicPr>
          <p:nvPr/>
        </p:nvPicPr>
        <p:blipFill>
          <a:blip r:embed="rId6"/>
          <a:stretch/>
        </p:blipFill>
        <p:spPr bwMode="auto">
          <a:xfrm>
            <a:off x="11975540" y="4821865"/>
            <a:ext cx="3078163" cy="2971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940337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rPr>
                <a:solidFill/>
              </a:rPr>
              <a:t>10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804451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ИЗВЛЕЧЕНИЕ ПОСТРАДАВШИХ ИЗ ТРУДНОДОСТУПНЫХ МЕСТ И ПЕРЕМЕЩЕНИЕ</a:t>
            </a:r>
            <a:endParaRPr lang="ru-RU" sz="4600" dirty="0">
              <a:solidFill>
                <a:srgbClr val="404040"/>
              </a:solidFill>
              <a:latin typeface="PFDinDisplayPro-Regular"/>
              <a:ea typeface="PFDinDisplayPro-Regular"/>
              <a:cs typeface="PFDinDisplayPro-Regular"/>
              <a:sym typeface="Stem"/>
            </a:endParaRPr>
          </a:p>
        </p:txBody>
      </p:sp>
      <p:sp>
        <p:nvSpPr>
          <p:cNvPr id="22" name="Rectangle 29"/>
          <p:cNvSpPr/>
          <p:nvPr/>
        </p:nvSpPr>
        <p:spPr bwMode="auto">
          <a:xfrm>
            <a:off x="2061200" y="2604670"/>
            <a:ext cx="18265474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3  Порядок и приоритетность; извлечение и перемещение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pic>
        <p:nvPicPr>
          <p:cNvPr id="16" name="Рисунок 75"/>
          <p:cNvPicPr>
            <a:picLocks noChangeAspect="1" noChangeArrowheads="1"/>
          </p:cNvPicPr>
          <p:nvPr/>
        </p:nvPicPr>
        <p:blipFill>
          <a:blip r:embed="rId2"/>
          <a:stretch/>
        </p:blipFill>
        <p:spPr bwMode="auto">
          <a:xfrm>
            <a:off x="8303568" y="4258395"/>
            <a:ext cx="10234224" cy="84729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Рисунок 74"/>
          <p:cNvPicPr>
            <a:picLocks noChangeAspect="1" noChangeArrowheads="1"/>
          </p:cNvPicPr>
          <p:nvPr/>
        </p:nvPicPr>
        <p:blipFill>
          <a:blip r:embed="rId3"/>
          <a:stretch/>
        </p:blipFill>
        <p:spPr bwMode="auto">
          <a:xfrm>
            <a:off x="1008099" y="5058726"/>
            <a:ext cx="7499619" cy="7289032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Прямоугольник 17"/>
          <p:cNvSpPr/>
          <p:nvPr/>
        </p:nvSpPr>
        <p:spPr bwMode="auto">
          <a:xfrm>
            <a:off x="1852626" y="3433811"/>
            <a:ext cx="5622768" cy="11331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3200" b="1">
                <a:solidFill/>
              </a:rPr>
              <a:t>Переноска пострадавшего вдвоем за руки и ноги </a:t>
            </a:r>
          </a:p>
        </p:txBody>
      </p:sp>
      <p:sp>
        <p:nvSpPr>
          <p:cNvPr id="19" name="Прямоугольник 18"/>
          <p:cNvSpPr/>
          <p:nvPr/>
        </p:nvSpPr>
        <p:spPr bwMode="auto">
          <a:xfrm>
            <a:off x="9387659" y="3576588"/>
            <a:ext cx="13851869" cy="5915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ru-RU" sz="3200" b="1">
                <a:solidFill/>
              </a:rPr>
              <a:t>Переноска пострадавшего с подозрением на травму позвоночника</a:t>
            </a:r>
          </a:p>
        </p:txBody>
      </p:sp>
      <p:pic>
        <p:nvPicPr>
          <p:cNvPr id="20" name="Рисунок 76"/>
          <p:cNvPicPr>
            <a:picLocks noChangeAspect="1" noChangeArrowheads="1"/>
          </p:cNvPicPr>
          <p:nvPr/>
        </p:nvPicPr>
        <p:blipFill>
          <a:blip r:embed="rId4"/>
          <a:stretch/>
        </p:blipFill>
        <p:spPr bwMode="auto">
          <a:xfrm>
            <a:off x="17028172" y="7601336"/>
            <a:ext cx="8065534" cy="682669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92658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" name="Rectangle 13"/>
          <p:cNvSpPr/>
          <p:nvPr/>
        </p:nvSpPr>
        <p:spPr bwMode="auto">
          <a:xfrm>
            <a:off x="6350" y="0"/>
            <a:ext cx="24371300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937" name="Rectangle 10"/>
          <p:cNvSpPr/>
          <p:nvPr/>
        </p:nvSpPr>
        <p:spPr bwMode="auto">
          <a:xfrm>
            <a:off x="6352" y="0"/>
            <a:ext cx="7435516" cy="13716000"/>
          </a:xfrm>
          <a:prstGeom prst="rect">
            <a:avLst/>
          </a:prstGeom>
          <a:solidFill>
            <a:srgbClr val="6F6F6F">
              <a:alpha val="50195"/>
            </a:srgbClr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 sz="8600">
                <a:solidFill>
                  <a:srgbClr val="FFFFFF"/>
                </a:solidFill>
              </a:defRPr>
            </a:pPr>
            <a:endParaRPr sz="86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10" name="Text Placeholder 1"/>
          <p:cNvSpPr txBox="1"/>
          <p:nvPr/>
        </p:nvSpPr>
        <p:spPr bwMode="auto">
          <a:xfrm>
            <a:off x="9221446" y="5351780"/>
            <a:ext cx="14011088" cy="301244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normAutofit/>
          </a:bodyPr>
          <a:lstStyle/>
          <a:p>
            <a:pPr defTabSz="914400" rtl="0">
              <a:lnSpc>
                <a:spcPct val="90000"/>
              </a:lnSpc>
              <a:spcBef>
                <a:spcPts val="1000"/>
              </a:spcBef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6600" b="1" spc="300" dirty="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  <a:sym typeface="Open Sans"/>
              </a:rPr>
              <a:t>БЛАГОДАРИМ ЗА ВНИМАНИЕ</a:t>
            </a:r>
            <a:endParaRPr sz="7200" spc="300" dirty="0">
              <a:solidFill>
                <a:srgbClr val="4D4D4D"/>
              </a:solidFill>
              <a:latin typeface="Montserrat Semi Bold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569362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1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13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14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4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000FF"/>
      </a:hlink>
      <a:folHlink>
        <a:srgbClr val="FF00FF"/>
      </a:folHlink>
    </a:clrScheme>
    <a:fontScheme name="Тема Offic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Тема 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25400" cap="flat">
          <a:solidFill>
            <a:schemeClr val="accent1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25400" cap="flat">
          <a:solidFill>
            <a:schemeClr val="accent1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254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1184</TotalTime>
  <Words>472</Words>
  <Application>Microsoft Office PowerPoint</Application>
  <DocSecurity>0</DocSecurity>
  <PresentationFormat>Произвольный</PresentationFormat>
  <Paragraphs>90</Paragraphs>
  <Slides>10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10</vt:i4>
      </vt:variant>
    </vt:vector>
  </HeadingPairs>
  <TitlesOfParts>
    <vt:vector size="19" baseType="lpstr">
      <vt:lpstr>Calibri</vt:lpstr>
      <vt:lpstr>Montserrat Semi Bold</vt:lpstr>
      <vt:lpstr>Open Sans</vt:lpstr>
      <vt:lpstr>Open Sans Light</vt:lpstr>
      <vt:lpstr>PFDinDisplayPro-Regular</vt:lpstr>
      <vt:lpstr>Wingdings</vt:lpstr>
      <vt:lpstr>11_Office Theme</vt:lpstr>
      <vt:lpstr>13_Office Theme</vt:lpstr>
      <vt:lpstr>14_Office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ИНТЕЛЛЕКТУАЛЬНОЕ ОБУЧЕНИЕ ЗАГОЛОВОК</dc:title>
  <dc:subject/>
  <dc:creator>ASUS</dc:creator>
  <cp:keywords/>
  <dc:description/>
  <cp:lastModifiedBy>smarta3@outlook.com</cp:lastModifiedBy>
  <cp:revision>130</cp:revision>
  <dcterms:modified xsi:type="dcterms:W3CDTF">2026-08-07T11:55:16Z</dcterms:modified>
  <cp:category/>
  <dc:identifier/>
  <cp:contentStatus/>
  <dc:language/>
  <cp:version/>
</cp:coreProperties>
</file>