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51" r:id="rId1"/>
    <p:sldMasterId id="2147483704" r:id="rId2"/>
    <p:sldMasterId id="2147483757" r:id="rId3"/>
  </p:sldMasterIdLst>
  <p:notesMasterIdLst>
    <p:notesMasterId r:id="rId14"/>
  </p:notesMasterIdLst>
  <p:sldIdLst>
    <p:sldId id="280" r:id="rId4"/>
    <p:sldId id="302" r:id="rId19"/>
    <p:sldId id="293" r:id="rId5"/>
    <p:sldId id="294" r:id="rId6"/>
    <p:sldId id="295" r:id="rId7"/>
    <p:sldId id="296" r:id="rId8"/>
    <p:sldId id="298" r:id="rId9"/>
    <p:sldId id="299" r:id="rId10"/>
    <p:sldId id="300" r:id="rId11"/>
    <p:sldId id="301" r:id="rId12"/>
    <p:sldId id="282" r:id="rId13"/>
  </p:sldIdLst>
  <p:sldSz cx="24384000" cy="13716000"/>
  <p:notesSz cx="24384000" cy="13716000"/>
  <p:defaultTextStyle>
    <a:defPPr marL="0" marR="0" indent="0" algn="l" defTabSz="91440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sz="1800" b="0" i="0" u="none" strike="noStrike" cap="none" spc="0">
        <a:ln>
          <a:noFill/>
        </a:ln>
        <a:solidFill>
          <a:srgbClr val="000000"/>
        </a:solidFill>
      </a:defRPr>
    </a:defPPr>
    <a:lvl1pPr marL="0" marR="0" indent="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1pPr>
    <a:lvl2pPr marL="0" marR="0" indent="457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2pPr>
    <a:lvl3pPr marL="0" marR="0" indent="914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3pPr>
    <a:lvl4pPr marL="0" marR="0" indent="1371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4pPr>
    <a:lvl5pPr marL="0" marR="0" indent="18288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5pPr>
    <a:lvl6pPr marL="0" marR="0" indent="22860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6pPr>
    <a:lvl7pPr marL="0" marR="0" indent="27432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7pPr>
    <a:lvl8pPr marL="0" marR="0" indent="32004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8pPr>
    <a:lvl9pPr marL="0" marR="0" indent="3657600" algn="l" defTabSz="1828800">
      <a:lnSpc>
        <a:spcPct val="110000"/>
      </a:lnSpc>
      <a:spcBef>
        <a:spcPts val="0"/>
      </a:spcBef>
      <a:spcAft>
        <a:spcPts val="0"/>
      </a:spcAft>
      <a:buClrTx/>
      <a:buSzTx/>
      <a:buFontTx/>
      <a:buNone/>
      <a:defRPr sz="2400" b="0" i="0" u="none" strike="noStrike" cap="none" spc="0">
        <a:ln>
          <a:noFill/>
        </a:ln>
        <a:solidFill>
          <a:srgbClr val="535353"/>
        </a:solidFill>
        <a:latin typeface="Open Sans"/>
        <a:ea typeface="Open Sans"/>
        <a:cs typeface="Open San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03" autoAdjust="0"/>
    <p:restoredTop sz="92577" autoAdjust="0"/>
  </p:normalViewPr>
  <p:slideViewPr>
    <p:cSldViewPr>
      <p:cViewPr varScale="1">
        <p:scale>
          <a:sx n="36" d="100"/>
          <a:sy n="36" d="100"/>
        </p:scale>
        <p:origin x="840" y="2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" Target="slides/slide1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" name="Shape 73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" name="Shape 74"/>
          <p:cNvSpPr>
            <a:spLocks noGrp="1"/>
          </p:cNvSpPr>
          <p:nvPr>
            <p:ph type="body" sz="quarter" idx="1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43394855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1828800">
      <a:defRPr sz="2400">
        <a:latin typeface="+mn-lt"/>
        <a:ea typeface="+mn-ea"/>
        <a:cs typeface="+mn-cs"/>
      </a:defRPr>
    </a:lvl1pPr>
    <a:lvl2pPr indent="228600" defTabSz="1828800">
      <a:defRPr sz="2400">
        <a:latin typeface="+mn-lt"/>
        <a:ea typeface="+mn-ea"/>
        <a:cs typeface="+mn-cs"/>
      </a:defRPr>
    </a:lvl2pPr>
    <a:lvl3pPr indent="457200" defTabSz="1828800">
      <a:defRPr sz="2400">
        <a:latin typeface="+mn-lt"/>
        <a:ea typeface="+mn-ea"/>
        <a:cs typeface="+mn-cs"/>
      </a:defRPr>
    </a:lvl3pPr>
    <a:lvl4pPr indent="685800" defTabSz="1828800">
      <a:defRPr sz="2400">
        <a:latin typeface="+mn-lt"/>
        <a:ea typeface="+mn-ea"/>
        <a:cs typeface="+mn-cs"/>
      </a:defRPr>
    </a:lvl4pPr>
    <a:lvl5pPr indent="914400" defTabSz="1828800">
      <a:defRPr sz="2400">
        <a:latin typeface="+mn-lt"/>
        <a:ea typeface="+mn-ea"/>
        <a:cs typeface="+mn-cs"/>
      </a:defRPr>
    </a:lvl5pPr>
    <a:lvl6pPr indent="1143000" defTabSz="1828800">
      <a:defRPr sz="2400">
        <a:latin typeface="+mn-lt"/>
        <a:ea typeface="+mn-ea"/>
        <a:cs typeface="+mn-cs"/>
      </a:defRPr>
    </a:lvl6pPr>
    <a:lvl7pPr indent="1371600" defTabSz="1828800">
      <a:defRPr sz="2400">
        <a:latin typeface="+mn-lt"/>
        <a:ea typeface="+mn-ea"/>
        <a:cs typeface="+mn-cs"/>
      </a:defRPr>
    </a:lvl7pPr>
    <a:lvl8pPr indent="1600200" defTabSz="1828800">
      <a:defRPr sz="2400">
        <a:latin typeface="+mn-lt"/>
        <a:ea typeface="+mn-ea"/>
        <a:cs typeface="+mn-cs"/>
      </a:defRPr>
    </a:lvl8pPr>
    <a:lvl9pPr indent="1828800" defTabSz="1828800">
      <a:defRPr sz="2400"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566603E-7D41-4B3A-A1FE-5F5EFDD65191}" type="slidenum">
              <a:rPr kumimoji="0" lang="ru-RU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Calibri"/>
                <a:sym typeface="Open San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ru-RU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363402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Благодарим за внимание</a:t>
            </a:r>
          </a:p>
          <a:p>
            <a:pPr marL="0" marR="0" lvl="0" indent="0" defTabSz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ru-RU" b="1" dirty="0">
                <a:solidFill>
                  <a:schemeClr val="accent1"/>
                </a:solidFill>
              </a:rPr>
              <a:t>«-»</a:t>
            </a:r>
            <a:endParaRPr dirty="0"/>
          </a:p>
          <a:p>
            <a:pPr>
              <a:defRPr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884298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24274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8466600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3049858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9566259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340195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770496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4755540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14975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3112267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7944540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2398008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421133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1912472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6692816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421674035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2114032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1526883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6218567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08122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66398146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5588153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27814157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70014262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769346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0104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9607276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51919167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12294061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748576364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20544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2813726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26821805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60617672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43948812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43442744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82001953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71881141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4005619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24517911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206219995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1397450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06904223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32107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833429638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2685059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37292596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45689575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82529592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754016330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3793023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74974352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0988916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30148818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11344722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604021254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2794723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83035702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68434965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36443104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093446189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66509417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5550422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18548974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43824531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977797693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36283694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972841641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00557422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74413253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29487391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71295546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034213254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3198294070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694567207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245691708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41564793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388323580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29090094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887197622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8338570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38122880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663612937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94898857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1816210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21169691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391290640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345363902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49028139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893599039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4130146097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875120234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03186915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49220064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3270018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244498737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84804093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4428790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24636956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544633771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12491010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052155708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8307852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089703317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134003303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itle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3048801" y="5006974"/>
            <a:ext cx="18292766" cy="2012952"/>
          </a:xfrm>
          <a:prstGeom prst="rect">
            <a:avLst/>
          </a:prstGeom>
        </p:spPr>
        <p:txBody>
          <a:bodyPr anchor="b"/>
          <a:lstStyle>
            <a:lvl1pPr algn="ctr">
              <a:defRPr sz="88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3048801" y="7204074"/>
            <a:ext cx="18292766" cy="595220"/>
          </a:xfrm>
          <a:prstGeom prst="rect">
            <a:avLst/>
          </a:prstGeom>
        </p:spPr>
        <p:txBody>
          <a:bodyPr/>
          <a:lstStyle>
            <a:lvl1pPr algn="ctr"/>
            <a:lvl2pPr algn="ctr"/>
            <a:lvl3pPr algn="ctr"/>
            <a:lvl4pPr algn="ctr"/>
            <a:lvl5pPr indent="3656686" algn="ctr"/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982772327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712932" y="3708962"/>
            <a:ext cx="21036680" cy="1405968"/>
          </a:xfrm>
          <a:prstGeom prst="rect">
            <a:avLst/>
          </a:prstGeom>
        </p:spPr>
        <p:txBody>
          <a:bodyPr/>
          <a:lstStyle>
            <a:lvl1pPr algn="ctr"/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712932" y="5817091"/>
            <a:ext cx="21036680" cy="755170"/>
          </a:xfrm>
          <a:prstGeom prst="rect">
            <a:avLst/>
          </a:prstGeom>
        </p:spPr>
        <p:txBody>
          <a:bodyPr/>
          <a:lstStyle>
            <a:lvl1pPr algn="ctr">
              <a:defRPr sz="3200"/>
            </a:lvl1pPr>
            <a:lvl2pPr algn="ctr">
              <a:defRPr sz="3200"/>
            </a:lvl2pPr>
            <a:lvl3pPr algn="ctr">
              <a:defRPr sz="3200"/>
            </a:lvl3pPr>
            <a:lvl4pPr algn="ctr">
              <a:defRPr sz="3200"/>
            </a:lvl4pPr>
            <a:lvl5pPr algn="ctr">
              <a:defRPr sz="32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4" name="Rectangle 8"/>
          <p:cNvSpPr/>
          <p:nvPr/>
        </p:nvSpPr>
        <p:spPr bwMode="auto">
          <a:xfrm>
            <a:off x="11454348" y="5305993"/>
            <a:ext cx="1553848" cy="91438"/>
          </a:xfrm>
          <a:prstGeom prst="rect">
            <a:avLst/>
          </a:prstGeom>
          <a:solidFill>
            <a:schemeClr val="accent2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B2B2B2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B2B2B2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5" name="Text Placeholder 10"/>
          <p:cNvSpPr>
            <a:spLocks noGrp="1"/>
          </p:cNvSpPr>
          <p:nvPr>
            <p:ph type="body" sz="quarter" idx="21"/>
          </p:nvPr>
        </p:nvSpPr>
        <p:spPr bwMode="auto">
          <a:xfrm>
            <a:off x="3173483" y="7458076"/>
            <a:ext cx="18040222" cy="2400300"/>
          </a:xfrm>
          <a:prstGeom prst="rect">
            <a:avLst/>
          </a:prstGeom>
        </p:spPr>
        <p:txBody>
          <a:bodyPr/>
          <a:lstStyle/>
          <a:p>
            <a:pPr algn="ctr"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8891907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5768166" y="3938096"/>
            <a:ext cx="6926764" cy="429150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8066053" y="3938103"/>
            <a:ext cx="7128082" cy="550330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" name="Text Placeholder 33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15768173" y="8556338"/>
            <a:ext cx="6981446" cy="1461780"/>
          </a:xfrm>
          <a:prstGeom prst="rect">
            <a:avLst/>
          </a:prstGeom>
        </p:spPr>
        <p:txBody>
          <a:bodyPr/>
          <a:lstStyle>
            <a:lvl1pPr>
              <a:defRPr sz="20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8066053" y="4700107"/>
            <a:ext cx="7128082" cy="329105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881425889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" name="Rectangle 6"/>
          <p:cNvSpPr/>
          <p:nvPr/>
        </p:nvSpPr>
        <p:spPr bwMode="auto">
          <a:xfrm>
            <a:off x="-1" y="1457323"/>
            <a:ext cx="22749614" cy="1087233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65" name="Picture Placeholder 13"/>
          <p:cNvSpPr>
            <a:spLocks noGrp="1"/>
          </p:cNvSpPr>
          <p:nvPr>
            <p:ph type="pic" idx="21"/>
          </p:nvPr>
        </p:nvSpPr>
        <p:spPr bwMode="auto">
          <a:xfrm>
            <a:off x="-349805" y="1864518"/>
            <a:ext cx="22553158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6" name="Picture Placeholder 14"/>
          <p:cNvSpPr>
            <a:spLocks noGrp="1"/>
          </p:cNvSpPr>
          <p:nvPr>
            <p:ph type="pic" idx="22"/>
          </p:nvPr>
        </p:nvSpPr>
        <p:spPr bwMode="auto">
          <a:xfrm>
            <a:off x="-349808" y="1864518"/>
            <a:ext cx="22553156" cy="1003379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2775886"/>
            <a:ext cx="10518342" cy="144649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2260788"/>
            <a:ext cx="10518342" cy="72446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971559087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286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6859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9" name="Straight Connector 7"/>
          <p:cNvSpPr/>
          <p:nvPr/>
        </p:nvSpPr>
        <p:spPr bwMode="auto">
          <a:xfrm>
            <a:off x="1676838" y="23717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80" name="Picture Placeholder 11"/>
          <p:cNvSpPr>
            <a:spLocks noGrp="1"/>
          </p:cNvSpPr>
          <p:nvPr>
            <p:ph type="pic" sz="quarter" idx="21"/>
          </p:nvPr>
        </p:nvSpPr>
        <p:spPr bwMode="auto">
          <a:xfrm>
            <a:off x="5239062" y="3918325"/>
            <a:ext cx="2939628" cy="293809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00367479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1" y="0"/>
            <a:ext cx="14807446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8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807451" y="0"/>
            <a:ext cx="958291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11055" y="2931886"/>
            <a:ext cx="6402470" cy="2210028"/>
          </a:xfrm>
          <a:prstGeom prst="rect">
            <a:avLst/>
          </a:prstGeom>
        </p:spPr>
        <p:txBody>
          <a:bodyPr/>
          <a:lstStyle>
            <a:lvl1pPr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9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382015" y="4875221"/>
            <a:ext cx="6331510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9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8775639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8" name="Picture Placeholder 57"/>
          <p:cNvSpPr>
            <a:spLocks noGrp="1"/>
          </p:cNvSpPr>
          <p:nvPr>
            <p:ph type="pic" sz="half" idx="21"/>
          </p:nvPr>
        </p:nvSpPr>
        <p:spPr bwMode="auto">
          <a:xfrm>
            <a:off x="-228720" y="-235851"/>
            <a:ext cx="6925512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99" name="Picture Placeholder 60"/>
          <p:cNvSpPr>
            <a:spLocks noGrp="1"/>
          </p:cNvSpPr>
          <p:nvPr>
            <p:ph type="pic" sz="half" idx="22"/>
          </p:nvPr>
        </p:nvSpPr>
        <p:spPr bwMode="auto">
          <a:xfrm>
            <a:off x="4018456" y="-235857"/>
            <a:ext cx="8742460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0" name="Picture Placeholder 63"/>
          <p:cNvSpPr>
            <a:spLocks noGrp="1"/>
          </p:cNvSpPr>
          <p:nvPr>
            <p:ph type="pic" idx="23"/>
          </p:nvPr>
        </p:nvSpPr>
        <p:spPr bwMode="auto">
          <a:xfrm>
            <a:off x="10003309" y="-235853"/>
            <a:ext cx="9858630" cy="14104254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1" name="Picture Placeholder 67"/>
          <p:cNvSpPr>
            <a:spLocks noGrp="1"/>
          </p:cNvSpPr>
          <p:nvPr>
            <p:ph type="pic" sz="half" idx="24"/>
          </p:nvPr>
        </p:nvSpPr>
        <p:spPr bwMode="auto">
          <a:xfrm>
            <a:off x="17266401" y="-235855"/>
            <a:ext cx="7238322" cy="14104258"/>
          </a:xfrm>
          <a:prstGeom prst="rect">
            <a:avLst/>
          </a:prstGeom>
          <a:ln w="762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2" name="Picture Placeholder 8"/>
          <p:cNvSpPr>
            <a:spLocks noGrp="1"/>
          </p:cNvSpPr>
          <p:nvPr>
            <p:ph type="pic" idx="25"/>
          </p:nvPr>
        </p:nvSpPr>
        <p:spPr bwMode="auto">
          <a:xfrm>
            <a:off x="-831705" y="-651331"/>
            <a:ext cx="25797034" cy="149352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759459"/>
            <a:ext cx="21036680" cy="109855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685800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0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57643381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618573"/>
            <a:ext cx="21036680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1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1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88629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722743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559185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95641" y="3899655"/>
            <a:ext cx="5079846" cy="575870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19" name="Picture Placeholder 17"/>
          <p:cNvSpPr>
            <a:spLocks noGrp="1"/>
          </p:cNvSpPr>
          <p:nvPr>
            <p:ph type="pic" sz="quarter" idx="25"/>
          </p:nvPr>
        </p:nvSpPr>
        <p:spPr bwMode="auto">
          <a:xfrm>
            <a:off x="3468915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0" name="Picture Placeholder 20"/>
          <p:cNvSpPr>
            <a:spLocks noGrp="1"/>
          </p:cNvSpPr>
          <p:nvPr>
            <p:ph type="pic" sz="quarter" idx="26"/>
          </p:nvPr>
        </p:nvSpPr>
        <p:spPr bwMode="auto">
          <a:xfrm>
            <a:off x="9277180" y="7772403"/>
            <a:ext cx="2674904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1" name="Picture Placeholder 23"/>
          <p:cNvSpPr>
            <a:spLocks noGrp="1"/>
          </p:cNvSpPr>
          <p:nvPr>
            <p:ph type="pic" sz="quarter" idx="27"/>
          </p:nvPr>
        </p:nvSpPr>
        <p:spPr bwMode="auto">
          <a:xfrm>
            <a:off x="15099109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2" name="Picture Placeholder 26"/>
          <p:cNvSpPr>
            <a:spLocks noGrp="1"/>
          </p:cNvSpPr>
          <p:nvPr>
            <p:ph type="pic" sz="quarter" idx="28"/>
          </p:nvPr>
        </p:nvSpPr>
        <p:spPr bwMode="auto">
          <a:xfrm>
            <a:off x="20935563" y="7772403"/>
            <a:ext cx="2674902" cy="6159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23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3653159" y="7897812"/>
            <a:ext cx="2312982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4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9453096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5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528006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6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21116518" y="7897812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7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886293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8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886293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29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6686239" y="10004433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0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6686239" y="1061403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1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255918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2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255918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3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8359135" y="1000105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34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8359135" y="10610661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755111100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479052"/>
            <a:ext cx="21036680" cy="1521200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42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4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44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04212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5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215778" y="3978648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6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604212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7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215778" y="8104094"/>
            <a:ext cx="4181040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48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2220597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49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2220597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2220597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7677155" y="5293105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677153" y="6475349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7677155" y="588422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2213213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5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2213213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6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2213213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7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7669775" y="8097287"/>
            <a:ext cx="5079846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8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7669775" y="9279545"/>
            <a:ext cx="5079846" cy="111351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59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7669775" y="8688419"/>
            <a:ext cx="5079846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89780516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9297"/>
            <a:ext cx="21036680" cy="1470962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6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00250"/>
            <a:ext cx="21036680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6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69" name="Picture Placeholder 9"/>
          <p:cNvSpPr>
            <a:spLocks noGrp="1"/>
          </p:cNvSpPr>
          <p:nvPr>
            <p:ph type="pic" sz="quarter" idx="21"/>
          </p:nvPr>
        </p:nvSpPr>
        <p:spPr bwMode="auto">
          <a:xfrm>
            <a:off x="121681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0" name="Picture Placeholder 10"/>
          <p:cNvSpPr>
            <a:spLocks noGrp="1"/>
          </p:cNvSpPr>
          <p:nvPr>
            <p:ph type="pic" sz="quarter" idx="22"/>
          </p:nvPr>
        </p:nvSpPr>
        <p:spPr bwMode="auto">
          <a:xfrm>
            <a:off x="5862594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1050837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2" name="Picture Placeholder 12"/>
          <p:cNvSpPr>
            <a:spLocks noGrp="1"/>
          </p:cNvSpPr>
          <p:nvPr>
            <p:ph type="pic" sz="quarter" idx="24"/>
          </p:nvPr>
        </p:nvSpPr>
        <p:spPr bwMode="auto">
          <a:xfrm>
            <a:off x="15154152" y="3997142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3" name="Picture Placeholder 13"/>
          <p:cNvSpPr>
            <a:spLocks noGrp="1"/>
          </p:cNvSpPr>
          <p:nvPr>
            <p:ph type="pic" sz="quarter" idx="25"/>
          </p:nvPr>
        </p:nvSpPr>
        <p:spPr bwMode="auto">
          <a:xfrm>
            <a:off x="19799930" y="3936820"/>
            <a:ext cx="3373608" cy="33718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7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966801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966801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966801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561797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5617975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7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61797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0" name="Text Placeholder 33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10269147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1" name="Text Placeholder 33"/>
          <p:cNvSpPr>
            <a:spLocks noGrp="1"/>
          </p:cNvSpPr>
          <p:nvPr>
            <p:ph type="body" sz="quarter" idx="33" hasCustomPrompt="1"/>
          </p:nvPr>
        </p:nvSpPr>
        <p:spPr bwMode="auto">
          <a:xfrm>
            <a:off x="10269147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2" name="Text Placeholder 33"/>
          <p:cNvSpPr>
            <a:spLocks noGrp="1"/>
          </p:cNvSpPr>
          <p:nvPr>
            <p:ph type="body" sz="quarter" idx="34" hasCustomPrompt="1"/>
          </p:nvPr>
        </p:nvSpPr>
        <p:spPr bwMode="auto">
          <a:xfrm>
            <a:off x="10269147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3" name="Text Placeholder 33"/>
          <p:cNvSpPr>
            <a:spLocks noGrp="1"/>
          </p:cNvSpPr>
          <p:nvPr>
            <p:ph type="body" sz="quarter" idx="35" hasCustomPrompt="1"/>
          </p:nvPr>
        </p:nvSpPr>
        <p:spPr bwMode="auto">
          <a:xfrm>
            <a:off x="14920323" y="8044367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4" name="Text Placeholder 33"/>
          <p:cNvSpPr>
            <a:spLocks noGrp="1"/>
          </p:cNvSpPr>
          <p:nvPr>
            <p:ph type="body" sz="quarter" idx="36" hasCustomPrompt="1"/>
          </p:nvPr>
        </p:nvSpPr>
        <p:spPr bwMode="auto">
          <a:xfrm>
            <a:off x="14920321" y="9387981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5" name="Text Placeholder 33"/>
          <p:cNvSpPr>
            <a:spLocks noGrp="1"/>
          </p:cNvSpPr>
          <p:nvPr>
            <p:ph type="body" sz="quarter" idx="37" hasCustomPrompt="1"/>
          </p:nvPr>
        </p:nvSpPr>
        <p:spPr bwMode="auto">
          <a:xfrm>
            <a:off x="14920323" y="8635493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6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19571495" y="8074529"/>
            <a:ext cx="3725282" cy="415926"/>
          </a:xfrm>
          <a:prstGeom prst="rect">
            <a:avLst/>
          </a:prstGeom>
        </p:spPr>
        <p:txBody>
          <a:bodyPr/>
          <a:lstStyle>
            <a:lvl1pPr algn="ctr" defTabSz="1243272">
              <a:spcBef>
                <a:spcPts val="1300"/>
              </a:spcBef>
              <a:defRPr sz="2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7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19571493" y="9418143"/>
            <a:ext cx="3725282" cy="1823606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188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19571495" y="8665655"/>
            <a:ext cx="3725282" cy="415926"/>
          </a:xfrm>
          <a:prstGeom prst="rect">
            <a:avLst/>
          </a:prstGeom>
        </p:spPr>
        <p:txBody>
          <a:bodyPr/>
          <a:lstStyle>
            <a:lvl1pPr algn="ctr" defTabSz="1444390">
              <a:spcBef>
                <a:spcPts val="1500"/>
              </a:spcBef>
              <a:defRPr sz="19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32241066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695884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19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753159"/>
            <a:ext cx="10064082" cy="457202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19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1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7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1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57959" y="385455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0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1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6457959" y="7567614"/>
            <a:ext cx="6457954" cy="37130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2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3929356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3" name="Text Placeholder 28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4048790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4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57952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5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6577384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6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6457952" y="6974307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7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6577384" y="707390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08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3929356" y="7567621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09" name="Text Placeholder 28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4048790" y="766721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975980336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1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1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38744" y="9144000"/>
            <a:ext cx="1225161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3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4814230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4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4933662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25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7009408" y="6561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6" name="Text Placeholder 28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7128842" y="6660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27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4910412" y="11133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28" name="Text Placeholder 28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5029846" y="11232944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3050944558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36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-2" y="0"/>
            <a:ext cx="12233300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7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57065" y="0"/>
            <a:ext cx="1223329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8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39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2157065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0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7071342" y="1989349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1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7190774" y="2088944"/>
            <a:ext cx="2312980" cy="36512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FFFFFF"/>
                </a:solidFill>
              </a:defRPr>
            </a:lvl1pPr>
            <a:lvl2pPr>
              <a:defRPr sz="2400">
                <a:solidFill>
                  <a:srgbClr val="FFFFFF"/>
                </a:solidFill>
              </a:defRPr>
            </a:lvl2pPr>
            <a:lvl3pPr>
              <a:defRPr sz="2400">
                <a:solidFill>
                  <a:srgbClr val="FFFFFF"/>
                </a:solidFill>
              </a:defRPr>
            </a:lvl3pPr>
            <a:lvl4pPr>
              <a:defRPr sz="2400">
                <a:solidFill>
                  <a:srgbClr val="FFFFFF"/>
                </a:solidFill>
              </a:defRPr>
            </a:lvl4pPr>
            <a:lvl5pPr>
              <a:defRPr sz="24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4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4814232" y="6575845"/>
            <a:ext cx="252859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43" name="Text Placeholder 28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4933664" y="6675438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4" name="Text Placeholder 28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5093510" y="12257090"/>
            <a:ext cx="2312980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4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38718" y="9466730"/>
            <a:ext cx="21036680" cy="1142536"/>
          </a:xfrm>
          <a:prstGeom prst="rect">
            <a:avLst/>
          </a:prstGeom>
        </p:spPr>
        <p:txBody>
          <a:bodyPr/>
          <a:lstStyle>
            <a:lvl1pPr algn="ctr">
              <a:defRPr sz="7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676316199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52" name="Picture Placeholder 11"/>
          <p:cNvSpPr>
            <a:spLocks noGrp="1"/>
          </p:cNvSpPr>
          <p:nvPr>
            <p:ph type="pic" idx="21"/>
          </p:nvPr>
        </p:nvSpPr>
        <p:spPr bwMode="auto">
          <a:xfrm>
            <a:off x="-3" y="-2"/>
            <a:ext cx="24390358" cy="1365409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3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54" name="Picture Placeholder 10"/>
          <p:cNvSpPr>
            <a:spLocks noGrp="1"/>
          </p:cNvSpPr>
          <p:nvPr>
            <p:ph type="pic" idx="22"/>
          </p:nvPr>
        </p:nvSpPr>
        <p:spPr bwMode="auto">
          <a:xfrm>
            <a:off x="-39339693" y="-17373600"/>
            <a:ext cx="24390358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5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526474"/>
            <a:ext cx="21036680" cy="1556904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5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083385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57" name="Picture Placeholder 9"/>
          <p:cNvSpPr>
            <a:spLocks noGrp="1"/>
          </p:cNvSpPr>
          <p:nvPr>
            <p:ph type="pic" sz="quarter" idx="23"/>
          </p:nvPr>
        </p:nvSpPr>
        <p:spPr bwMode="auto">
          <a:xfrm>
            <a:off x="20060730" y="7347746"/>
            <a:ext cx="2089444" cy="2088356"/>
          </a:xfrm>
          <a:prstGeom prst="rect">
            <a:avLst/>
          </a:prstGeom>
          <a:ln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2429564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" name="Rectangle 1"/>
          <p:cNvSpPr/>
          <p:nvPr/>
        </p:nvSpPr>
        <p:spPr bwMode="auto">
          <a:xfrm>
            <a:off x="12195185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65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2" y="0"/>
            <a:ext cx="1223330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6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6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349303"/>
            <a:ext cx="9124796" cy="3406774"/>
          </a:xfrm>
          <a:prstGeom prst="rect">
            <a:avLst/>
          </a:prstGeom>
          <a:ln w="9525">
            <a:solidFill>
              <a:schemeClr val="accent2"/>
            </a:solidFill>
            <a:round/>
          </a:ln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82402873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75" name="Rectangle 6"/>
          <p:cNvSpPr/>
          <p:nvPr/>
        </p:nvSpPr>
        <p:spPr bwMode="auto">
          <a:xfrm>
            <a:off x="7" y="0"/>
            <a:ext cx="12195178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7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2" y="5444898"/>
            <a:ext cx="9124796" cy="3406776"/>
          </a:xfrm>
          <a:prstGeom prst="rect">
            <a:avLst/>
          </a:prstGeom>
          <a:ln w="9525">
            <a:solidFill>
              <a:srgbClr val="FFFFFF"/>
            </a:solidFill>
            <a:round/>
          </a:ln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2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algn="ct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2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069987208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29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29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2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229201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2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9880" y="7348957"/>
            <a:ext cx="3295912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00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34740" y="7448548"/>
            <a:ext cx="3014864" cy="365128"/>
          </a:xfrm>
          <a:prstGeom prst="rect">
            <a:avLst/>
          </a:prstGeom>
        </p:spPr>
        <p:txBody>
          <a:bodyPr/>
          <a:lstStyle>
            <a:lvl1pPr defTabSz="1243272">
              <a:spcBef>
                <a:spcPts val="1300"/>
              </a:spcBef>
              <a:defRPr sz="165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84321750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0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0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10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287845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1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442254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2" name="Text Placeholder 28"/>
          <p:cNvSpPr>
            <a:spLocks noGrp="1"/>
          </p:cNvSpPr>
          <p:nvPr>
            <p:ph type="body" sz="quarter" idx="23" hasCustomPrompt="1"/>
          </p:nvPr>
        </p:nvSpPr>
        <p:spPr bwMode="auto">
          <a:xfrm>
            <a:off x="6627767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3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4504261" y="4040943"/>
            <a:ext cx="6457954" cy="371307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4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3287843" y="876300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5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3287843" y="944246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6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504259" y="8716317"/>
            <a:ext cx="6457954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7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504259" y="9395771"/>
            <a:ext cx="6457954" cy="2114922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18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4504252" y="7160691"/>
            <a:ext cx="3303536" cy="59331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19" name="Text Placeholder 28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4689765" y="7260291"/>
            <a:ext cx="3021838" cy="397810"/>
          </a:xfrm>
          <a:prstGeom prst="rect">
            <a:avLst/>
          </a:prstGeom>
        </p:spPr>
        <p:txBody>
          <a:bodyPr/>
          <a:lstStyle>
            <a:lvl1pPr defTabSz="1389540">
              <a:spcBef>
                <a:spcPts val="1500"/>
              </a:spcBef>
              <a:defRPr sz="18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258900869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2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2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2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329" name="Text Placeholder 33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5546443" y="4145287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0" name="Text Placeholder 33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46443" y="4886331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1" name="Picture Placeholder 11"/>
          <p:cNvSpPr>
            <a:spLocks noGrp="1"/>
          </p:cNvSpPr>
          <p:nvPr>
            <p:ph type="pic" sz="quarter" idx="23"/>
          </p:nvPr>
        </p:nvSpPr>
        <p:spPr bwMode="auto">
          <a:xfrm>
            <a:off x="2573097" y="4145287"/>
            <a:ext cx="2339242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2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5546443" y="8208871"/>
            <a:ext cx="5289130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5546443" y="8949917"/>
            <a:ext cx="5289130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4" name="Picture Placeholder 11"/>
          <p:cNvSpPr>
            <a:spLocks noGrp="1"/>
          </p:cNvSpPr>
          <p:nvPr>
            <p:ph type="pic" sz="quarter" idx="26"/>
          </p:nvPr>
        </p:nvSpPr>
        <p:spPr bwMode="auto">
          <a:xfrm>
            <a:off x="2573097" y="8208864"/>
            <a:ext cx="2339242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6311048" y="4145287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6311048" y="4886331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7" name="Picture Placeholder 11"/>
          <p:cNvSpPr>
            <a:spLocks noGrp="1"/>
          </p:cNvSpPr>
          <p:nvPr>
            <p:ph type="pic" sz="quarter" idx="29"/>
          </p:nvPr>
        </p:nvSpPr>
        <p:spPr bwMode="auto">
          <a:xfrm>
            <a:off x="13337700" y="4145287"/>
            <a:ext cx="2339240" cy="233802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38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6311048" y="8208871"/>
            <a:ext cx="5289132" cy="612458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39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6311048" y="8949917"/>
            <a:ext cx="5289132" cy="203723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2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40" name="Picture Placeholder 11"/>
          <p:cNvSpPr>
            <a:spLocks noGrp="1"/>
          </p:cNvSpPr>
          <p:nvPr>
            <p:ph type="pic" sz="quarter" idx="32"/>
          </p:nvPr>
        </p:nvSpPr>
        <p:spPr bwMode="auto">
          <a:xfrm>
            <a:off x="13337700" y="8208864"/>
            <a:ext cx="2339240" cy="233802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8254129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48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1" y="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4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4466491" y="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0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0"/>
            <a:ext cx="9923870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9923875" y="6858000"/>
            <a:ext cx="14466486" cy="6858000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2" name="Picture Placeholder 8"/>
          <p:cNvSpPr>
            <a:spLocks noGrp="1"/>
          </p:cNvSpPr>
          <p:nvPr>
            <p:ph type="pic" sz="half" idx="25"/>
          </p:nvPr>
        </p:nvSpPr>
        <p:spPr bwMode="auto">
          <a:xfrm>
            <a:off x="4508606" y="3390909"/>
            <a:ext cx="15339132" cy="6858002"/>
          </a:xfrm>
          <a:prstGeom prst="rect">
            <a:avLst/>
          </a:prstGeom>
          <a:ln w="15240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5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5183871" y="3950260"/>
            <a:ext cx="13825238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35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5183871" y="5007543"/>
            <a:ext cx="13825238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927418278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62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2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3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6260920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4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8129436" y="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5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-205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6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6258870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7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8127382" y="6858000"/>
            <a:ext cx="8129436" cy="68580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8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6434983" y="5873750"/>
            <a:ext cx="11512198" cy="1968500"/>
          </a:xfrm>
          <a:prstGeom prst="rect">
            <a:avLst/>
          </a:prstGeom>
          <a:ln w="57150">
            <a:solidFill>
              <a:srgbClr val="FFFFFF"/>
            </a:solidFill>
            <a:round/>
          </a:ln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69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7068063" y="6329362"/>
            <a:ext cx="10254242" cy="1057276"/>
          </a:xfrm>
          <a:prstGeom prst="rect">
            <a:avLst/>
          </a:prstGeom>
        </p:spPr>
        <p:txBody>
          <a:bodyPr/>
          <a:lstStyle>
            <a:lvl1pPr algn="ctr"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568803543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77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83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8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83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79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83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0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1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2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83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384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5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6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7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8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89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7" y="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0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7" y="4572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1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7" y="9144000"/>
            <a:ext cx="12195178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2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6359671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3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6359671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4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6359671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395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6819826" y="10414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6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6819826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7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6819826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8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6819826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399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6819826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00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6819826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742170591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0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08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11149"/>
            <a:ext cx="12195178" cy="1370485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09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-1" y="8040921"/>
            <a:ext cx="12195178" cy="567508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0" name="Picture Placeholder 8"/>
          <p:cNvSpPr>
            <a:spLocks noGrp="1"/>
          </p:cNvSpPr>
          <p:nvPr>
            <p:ph type="pic" idx="23"/>
          </p:nvPr>
        </p:nvSpPr>
        <p:spPr bwMode="auto">
          <a:xfrm>
            <a:off x="12195176" y="2"/>
            <a:ext cx="12195180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1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76" y="8036300"/>
            <a:ext cx="12195180" cy="56797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12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676845" y="9174297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13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676845" y="10014865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4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45" y="8510335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5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4126591" y="9144819"/>
            <a:ext cx="8586934" cy="800142"/>
          </a:xfrm>
          <a:prstGeom prst="rect">
            <a:avLst/>
          </a:prstGeom>
        </p:spPr>
        <p:txBody>
          <a:bodyPr/>
          <a:lstStyle>
            <a:lvl1pPr algn="ctr">
              <a:defRPr sz="40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6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4126591" y="9985387"/>
            <a:ext cx="8586934" cy="1883458"/>
          </a:xfrm>
          <a:prstGeom prst="rect">
            <a:avLst/>
          </a:prstGeom>
        </p:spPr>
        <p:txBody>
          <a:bodyPr/>
          <a:lstStyle>
            <a:lvl1pPr algn="ctr">
              <a:lnSpc>
                <a:spcPct val="150000"/>
              </a:lnSpc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17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4126591" y="8480857"/>
            <a:ext cx="8586934" cy="513538"/>
          </a:xfrm>
          <a:prstGeom prst="rect">
            <a:avLst/>
          </a:prstGeom>
        </p:spPr>
        <p:txBody>
          <a:bodyPr/>
          <a:lstStyle>
            <a:lvl1pPr algn="ctr">
              <a:defRPr sz="24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1540327018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25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6" name="Picture Placeholder 8"/>
          <p:cNvSpPr>
            <a:spLocks noGrp="1"/>
          </p:cNvSpPr>
          <p:nvPr>
            <p:ph type="pic" sz="half" idx="22"/>
          </p:nvPr>
        </p:nvSpPr>
        <p:spPr bwMode="auto">
          <a:xfrm>
            <a:off x="12195185" y="3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7" name="Picture Placeholder 8"/>
          <p:cNvSpPr>
            <a:spLocks noGrp="1"/>
          </p:cNvSpPr>
          <p:nvPr>
            <p:ph type="pic" sz="half" idx="23"/>
          </p:nvPr>
        </p:nvSpPr>
        <p:spPr bwMode="auto">
          <a:xfrm>
            <a:off x="7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8" name="Picture Placeholder 8"/>
          <p:cNvSpPr>
            <a:spLocks noGrp="1"/>
          </p:cNvSpPr>
          <p:nvPr>
            <p:ph type="pic" sz="half" idx="24"/>
          </p:nvPr>
        </p:nvSpPr>
        <p:spPr bwMode="auto">
          <a:xfrm>
            <a:off x="12195185" y="6858009"/>
            <a:ext cx="12195178" cy="6858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2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2636186" y="4572007"/>
            <a:ext cx="9558992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2195185" y="4572007"/>
            <a:ext cx="9558990" cy="22574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2636186" y="6829426"/>
            <a:ext cx="9558992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3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2195185" y="6829426"/>
            <a:ext cx="9558990" cy="225742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37152186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39" name="Picture Placeholder 11"/>
          <p:cNvSpPr>
            <a:spLocks noGrp="1"/>
          </p:cNvSpPr>
          <p:nvPr>
            <p:ph type="pic" sz="half" idx="21"/>
          </p:nvPr>
        </p:nvSpPr>
        <p:spPr bwMode="auto">
          <a:xfrm>
            <a:off x="0" y="-2"/>
            <a:ext cx="13873096" cy="800837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0" name="Picture Placeholder 14"/>
          <p:cNvSpPr>
            <a:spLocks noGrp="1"/>
          </p:cNvSpPr>
          <p:nvPr>
            <p:ph type="pic" sz="half" idx="22"/>
          </p:nvPr>
        </p:nvSpPr>
        <p:spPr bwMode="auto">
          <a:xfrm>
            <a:off x="11655359" y="2"/>
            <a:ext cx="12735002" cy="80083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1" name="Picture Placeholder 17"/>
          <p:cNvSpPr>
            <a:spLocks noGrp="1"/>
          </p:cNvSpPr>
          <p:nvPr>
            <p:ph type="pic" sz="quarter" idx="23"/>
          </p:nvPr>
        </p:nvSpPr>
        <p:spPr bwMode="auto">
          <a:xfrm>
            <a:off x="0" y="8977932"/>
            <a:ext cx="11655352" cy="47378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2" name="Picture Placeholder 20"/>
          <p:cNvSpPr>
            <a:spLocks noGrp="1"/>
          </p:cNvSpPr>
          <p:nvPr>
            <p:ph type="pic" sz="quarter" idx="24"/>
          </p:nvPr>
        </p:nvSpPr>
        <p:spPr bwMode="auto">
          <a:xfrm>
            <a:off x="12598619" y="8978159"/>
            <a:ext cx="11791742" cy="47378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4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49656" y="7922742"/>
            <a:ext cx="21091040" cy="1231528"/>
          </a:xfrm>
          <a:prstGeom prst="rect">
            <a:avLst/>
          </a:prstGeom>
        </p:spPr>
        <p:txBody>
          <a:bodyPr/>
          <a:lstStyle>
            <a:lvl1pPr algn="ctr">
              <a:defRPr sz="60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4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9154277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4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5893769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5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6" y="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2195176" y="4572000"/>
            <a:ext cx="635966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195179" y="9144000"/>
            <a:ext cx="635966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554847" y="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8554847" y="4572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8554847" y="9144000"/>
            <a:ext cx="5835514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59" name="Уровень текста 1…"/>
          <p:cNvSpPr txBox="1">
            <a:spLocks noGrp="1"/>
          </p:cNvSpPr>
          <p:nvPr>
            <p:ph type="body" sz="quarter" idx="1" hasCustomPrompt="1"/>
          </p:nvPr>
        </p:nvSpPr>
        <p:spPr bwMode="auto">
          <a:xfrm>
            <a:off x="19015002" y="1041409"/>
            <a:ext cx="4786312" cy="415926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  <a:lvl2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2pPr>
            <a:lvl3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3pPr>
            <a:lvl4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4pPr>
            <a:lvl5pPr>
              <a:defRPr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Text</a:t>
            </a:r>
          </a:p>
          <a:p>
            <a:pPr lvl="1">
              <a:defRPr/>
            </a:pPr>
            <a:endParaRPr/>
          </a:p>
          <a:p>
            <a:pPr lvl="2">
              <a:defRPr/>
            </a:pPr>
            <a:endParaRPr/>
          </a:p>
          <a:p>
            <a:pPr lvl="3">
              <a:defRPr/>
            </a:pPr>
            <a:endParaRPr/>
          </a:p>
          <a:p>
            <a:pPr lvl="4">
              <a:defRPr/>
            </a:pPr>
            <a:endParaRPr/>
          </a:p>
        </p:txBody>
      </p:sp>
      <p:sp>
        <p:nvSpPr>
          <p:cNvPr id="460" name="Text Placeholder 33"/>
          <p:cNvSpPr>
            <a:spLocks noGrp="1"/>
          </p:cNvSpPr>
          <p:nvPr>
            <p:ph type="body" sz="quarter" idx="27" hasCustomPrompt="1"/>
          </p:nvPr>
        </p:nvSpPr>
        <p:spPr bwMode="auto">
          <a:xfrm>
            <a:off x="19015002" y="1651007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1" name="Text Placeholder 33"/>
          <p:cNvSpPr>
            <a:spLocks noGrp="1"/>
          </p:cNvSpPr>
          <p:nvPr>
            <p:ph type="body" sz="quarter" idx="28" hasCustomPrompt="1"/>
          </p:nvPr>
        </p:nvSpPr>
        <p:spPr bwMode="auto">
          <a:xfrm>
            <a:off x="19015002" y="5499109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2" name="Text Placeholder 33"/>
          <p:cNvSpPr>
            <a:spLocks noGrp="1"/>
          </p:cNvSpPr>
          <p:nvPr>
            <p:ph type="body" sz="quarter" idx="29" hasCustomPrompt="1"/>
          </p:nvPr>
        </p:nvSpPr>
        <p:spPr bwMode="auto">
          <a:xfrm>
            <a:off x="19015002" y="6108705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3" name="Text Placeholder 33"/>
          <p:cNvSpPr>
            <a:spLocks noGrp="1"/>
          </p:cNvSpPr>
          <p:nvPr>
            <p:ph type="body" sz="quarter" idx="30" hasCustomPrompt="1"/>
          </p:nvPr>
        </p:nvSpPr>
        <p:spPr bwMode="auto">
          <a:xfrm>
            <a:off x="19015002" y="10127807"/>
            <a:ext cx="4786312" cy="415926"/>
          </a:xfrm>
          <a:prstGeom prst="rect">
            <a:avLst/>
          </a:prstGeom>
        </p:spPr>
        <p:txBody>
          <a:bodyPr/>
          <a:lstStyle>
            <a:lvl1pPr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4" name="Text Placeholder 33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19015002" y="10737409"/>
            <a:ext cx="4786312" cy="207917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65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5835517" y="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6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5835517" y="4572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7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5835517" y="9144000"/>
            <a:ext cx="6359666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8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-1" y="31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69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-1" y="4603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0" name="Picture Placeholder 8"/>
          <p:cNvSpPr>
            <a:spLocks noGrp="1"/>
          </p:cNvSpPr>
          <p:nvPr>
            <p:ph type="pic" sz="quarter" idx="37"/>
          </p:nvPr>
        </p:nvSpPr>
        <p:spPr bwMode="auto">
          <a:xfrm>
            <a:off x="-1" y="9175309"/>
            <a:ext cx="5835514" cy="4572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71" name="Text Placeholder 33"/>
          <p:cNvSpPr>
            <a:spLocks noGrp="1"/>
          </p:cNvSpPr>
          <p:nvPr>
            <p:ph type="body" sz="quarter" idx="38" hasCustomPrompt="1"/>
          </p:nvPr>
        </p:nvSpPr>
        <p:spPr bwMode="auto">
          <a:xfrm>
            <a:off x="460169" y="10727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2" name="Text Placeholder 33"/>
          <p:cNvSpPr>
            <a:spLocks noGrp="1"/>
          </p:cNvSpPr>
          <p:nvPr>
            <p:ph type="body" sz="quarter" idx="39" hasCustomPrompt="1"/>
          </p:nvPr>
        </p:nvSpPr>
        <p:spPr bwMode="auto">
          <a:xfrm>
            <a:off x="460169" y="16823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3" name="Text Placeholder 33"/>
          <p:cNvSpPr>
            <a:spLocks noGrp="1"/>
          </p:cNvSpPr>
          <p:nvPr>
            <p:ph type="body" sz="quarter" idx="40" hasCustomPrompt="1"/>
          </p:nvPr>
        </p:nvSpPr>
        <p:spPr bwMode="auto">
          <a:xfrm>
            <a:off x="460169" y="5530409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4" name="Text Placeholder 33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460169" y="61400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5" name="Text Placeholder 33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460169" y="10159107"/>
            <a:ext cx="4786310" cy="415926"/>
          </a:xfrm>
          <a:prstGeom prst="rect">
            <a:avLst/>
          </a:prstGeom>
        </p:spPr>
        <p:txBody>
          <a:bodyPr/>
          <a:lstStyle>
            <a:lvl1pPr algn="r" defTabSz="1426108">
              <a:spcBef>
                <a:spcPts val="1500"/>
              </a:spcBef>
              <a:defRPr sz="2200">
                <a:solidFill>
                  <a:srgbClr val="FFFFFF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76" name="Text Placeholder 33"/>
          <p:cNvSpPr>
            <a:spLocks noGrp="1"/>
          </p:cNvSpPr>
          <p:nvPr>
            <p:ph type="body" sz="quarter" idx="43" hasCustomPrompt="1"/>
          </p:nvPr>
        </p:nvSpPr>
        <p:spPr bwMode="auto">
          <a:xfrm>
            <a:off x="460169" y="10768709"/>
            <a:ext cx="4786310" cy="2079170"/>
          </a:xfrm>
          <a:prstGeom prst="rect">
            <a:avLst/>
          </a:prstGeom>
        </p:spPr>
        <p:txBody>
          <a:bodyPr/>
          <a:lstStyle>
            <a:lvl1pPr algn="r">
              <a:lnSpc>
                <a:spcPct val="150000"/>
              </a:lnSpc>
              <a:defRPr sz="20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4002793914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83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7" y="3973606"/>
            <a:ext cx="12195178" cy="552002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4" name="Picture Placeholder 13"/>
          <p:cNvSpPr>
            <a:spLocks noGrp="1"/>
          </p:cNvSpPr>
          <p:nvPr>
            <p:ph type="pic" sz="quarter" idx="22"/>
          </p:nvPr>
        </p:nvSpPr>
        <p:spPr bwMode="auto">
          <a:xfrm>
            <a:off x="-792853" y="7220230"/>
            <a:ext cx="7957522" cy="1704884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8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486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87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488" name="Text Placeholder 28"/>
          <p:cNvSpPr>
            <a:spLocks noGrp="1"/>
          </p:cNvSpPr>
          <p:nvPr>
            <p:ph type="body" sz="quarter" idx="23"/>
          </p:nvPr>
        </p:nvSpPr>
        <p:spPr bwMode="auto">
          <a:xfrm>
            <a:off x="779590" y="7543249"/>
            <a:ext cx="5660800" cy="1087906"/>
          </a:xfrm>
          <a:prstGeom prst="rect">
            <a:avLst/>
          </a:prstGeom>
        </p:spPr>
        <p:txBody>
          <a:bodyPr/>
          <a:lstStyle/>
          <a:p>
            <a:pPr>
              <a:defRPr sz="2400">
                <a:solidFill>
                  <a:srgbClr val="FFFFFF"/>
                </a:solidFill>
              </a:defRPr>
            </a:pPr>
            <a:endParaRPr/>
          </a:p>
        </p:txBody>
      </p:sp>
      <p:sp>
        <p:nvSpPr>
          <p:cNvPr id="489" name="Text Placeholder 33"/>
          <p:cNvSpPr>
            <a:spLocks noGrp="1"/>
          </p:cNvSpPr>
          <p:nvPr>
            <p:ph type="body" sz="quarter" idx="24" hasCustomPrompt="1"/>
          </p:nvPr>
        </p:nvSpPr>
        <p:spPr bwMode="auto">
          <a:xfrm>
            <a:off x="13566742" y="3973613"/>
            <a:ext cx="7932856" cy="550866"/>
          </a:xfrm>
          <a:prstGeom prst="rect">
            <a:avLst/>
          </a:prstGeom>
        </p:spPr>
        <p:txBody>
          <a:bodyPr/>
          <a:lstStyle>
            <a:lvl1pPr defTabSz="1700360">
              <a:spcBef>
                <a:spcPts val="1800"/>
              </a:spcBef>
              <a:defRPr sz="3000">
                <a:solidFill>
                  <a:srgbClr val="404040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0" name="Text Placeholder 33"/>
          <p:cNvSpPr>
            <a:spLocks noGrp="1"/>
          </p:cNvSpPr>
          <p:nvPr>
            <p:ph type="body" sz="quarter" idx="25" hasCustomPrompt="1"/>
          </p:nvPr>
        </p:nvSpPr>
        <p:spPr bwMode="auto">
          <a:xfrm>
            <a:off x="13566742" y="4653058"/>
            <a:ext cx="7932856" cy="428074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  <p:sp>
        <p:nvSpPr>
          <p:cNvPr id="491" name="Text Placeholder 33"/>
          <p:cNvSpPr>
            <a:spLocks noGrp="1"/>
          </p:cNvSpPr>
          <p:nvPr>
            <p:ph type="body" sz="quarter" idx="26" hasCustomPrompt="1"/>
          </p:nvPr>
        </p:nvSpPr>
        <p:spPr bwMode="auto">
          <a:xfrm>
            <a:off x="1676838" y="10220324"/>
            <a:ext cx="10518340" cy="1629900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defRPr sz="2400">
                <a:solidFill>
                  <a:schemeClr val="accent4"/>
                </a:solidFill>
              </a:defRPr>
            </a:lvl1pPr>
          </a:lstStyle>
          <a:p>
            <a:pPr>
              <a:defRPr/>
            </a:pPr>
            <a:r>
              <a:t>Text</a:t>
            </a:r>
          </a:p>
        </p:txBody>
      </p:sp>
    </p:spTree>
    <p:extLst>
      <p:ext uri="{BB962C8B-B14F-4D97-AF65-F5344CB8AC3E}">
        <p14:creationId xmlns:p14="http://schemas.microsoft.com/office/powerpoint/2010/main" val="938217398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8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9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6804511" y="3993785"/>
            <a:ext cx="759538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49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9533" y="3993778"/>
            <a:ext cx="7576322" cy="385604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01" name="Picture Placeholder 14"/>
          <p:cNvSpPr>
            <a:spLocks noGrp="1"/>
          </p:cNvSpPr>
          <p:nvPr>
            <p:ph type="pic" sz="quarter" idx="23"/>
          </p:nvPr>
        </p:nvSpPr>
        <p:spPr bwMode="auto">
          <a:xfrm>
            <a:off x="6150213" y="3993785"/>
            <a:ext cx="12089942" cy="385603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02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0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00258125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1_Title and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5" y="400052"/>
            <a:ext cx="10064082" cy="1057276"/>
          </a:xfrm>
          <a:prstGeom prst="rect">
            <a:avLst/>
          </a:prstGeom>
        </p:spPr>
        <p:txBody>
          <a:bodyPr/>
          <a:lstStyle>
            <a:lvl1pPr>
              <a:defRPr sz="54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1457326"/>
            <a:ext cx="10064082" cy="457200"/>
          </a:xfrm>
          <a:prstGeom prst="rect">
            <a:avLst/>
          </a:prstGeom>
        </p:spPr>
        <p:txBody>
          <a:bodyPr/>
          <a:lstStyle>
            <a:lvl1pPr>
              <a:defRPr sz="3200">
                <a:solidFill>
                  <a:schemeClr val="accent4"/>
                </a:solidFill>
              </a:defRPr>
            </a:lvl1pPr>
            <a:lvl2pPr>
              <a:defRPr sz="3200">
                <a:solidFill>
                  <a:schemeClr val="accent4"/>
                </a:solidFill>
              </a:defRPr>
            </a:lvl2pPr>
            <a:lvl3pPr>
              <a:defRPr sz="3200">
                <a:solidFill>
                  <a:schemeClr val="accent4"/>
                </a:solidFill>
              </a:defRPr>
            </a:lvl3pPr>
            <a:lvl4pPr>
              <a:defRPr sz="3200">
                <a:solidFill>
                  <a:schemeClr val="accent4"/>
                </a:solidFill>
              </a:defRPr>
            </a:lvl4pPr>
            <a:lvl5pPr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512" name="Straight Connector 7"/>
          <p:cNvSpPr/>
          <p:nvPr/>
        </p:nvSpPr>
        <p:spPr bwMode="auto">
          <a:xfrm>
            <a:off x="1676838" y="2143126"/>
            <a:ext cx="5487832" cy="0"/>
          </a:xfrm>
          <a:prstGeom prst="line">
            <a:avLst/>
          </a:prstGeom>
          <a:ln w="6350">
            <a:solidFill>
              <a:schemeClr val="accent4"/>
            </a:solidFill>
            <a:miter/>
          </a:ln>
        </p:spPr>
        <p:txBody>
          <a:bodyPr lIns="45720" rIns="45720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13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219517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4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524603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5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8296829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6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21347683" y="3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7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1219517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8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1524603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19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8296829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0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21347683" y="34416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1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1219517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2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1524603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3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8296829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4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21347683" y="68328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5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19517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6" name="Picture Placeholder 8"/>
          <p:cNvSpPr>
            <a:spLocks noGrp="1"/>
          </p:cNvSpPr>
          <p:nvPr>
            <p:ph type="pic" sz="quarter" idx="34"/>
          </p:nvPr>
        </p:nvSpPr>
        <p:spPr bwMode="auto">
          <a:xfrm>
            <a:off x="1524603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7" name="Picture Placeholder 8"/>
          <p:cNvSpPr>
            <a:spLocks noGrp="1"/>
          </p:cNvSpPr>
          <p:nvPr>
            <p:ph type="pic" sz="quarter" idx="35"/>
          </p:nvPr>
        </p:nvSpPr>
        <p:spPr bwMode="auto">
          <a:xfrm>
            <a:off x="18296829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8" name="Picture Placeholder 8"/>
          <p:cNvSpPr>
            <a:spLocks noGrp="1"/>
          </p:cNvSpPr>
          <p:nvPr>
            <p:ph type="pic" sz="quarter" idx="36"/>
          </p:nvPr>
        </p:nvSpPr>
        <p:spPr bwMode="auto">
          <a:xfrm>
            <a:off x="21347683" y="10274407"/>
            <a:ext cx="3050790" cy="34416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2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500988701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1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36" name="Picture Placeholder 8"/>
          <p:cNvSpPr>
            <a:spLocks noGrp="1"/>
          </p:cNvSpPr>
          <p:nvPr>
            <p:ph type="pic" sz="half" idx="21"/>
          </p:nvPr>
        </p:nvSpPr>
        <p:spPr bwMode="auto">
          <a:xfrm>
            <a:off x="2" y="4622612"/>
            <a:ext cx="24380824" cy="503274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3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3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3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160413439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2" y="3665156"/>
            <a:ext cx="2438082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7" name="Picture Placeholder 8"/>
          <p:cNvSpPr>
            <a:spLocks noGrp="1"/>
          </p:cNvSpPr>
          <p:nvPr>
            <p:ph type="pic" idx="22"/>
          </p:nvPr>
        </p:nvSpPr>
        <p:spPr bwMode="auto">
          <a:xfrm>
            <a:off x="9" y="3665156"/>
            <a:ext cx="24390354" cy="638568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4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49" name="CLICK TO EDIT MASTER TITLE STYLE"/>
          <p:cNvSpPr txBox="1">
            <a:spLocks noGrp="1"/>
          </p:cNvSpPr>
          <p:nvPr>
            <p:ph type="title" hasCustomPrompt="1"/>
          </p:nvPr>
        </p:nvSpPr>
        <p:spPr bwMode="auto">
          <a:xfrm>
            <a:off x="1604219" y="5850395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t>CLICK TO EDIT MASTER TITLE STYLE</a:t>
            </a:r>
          </a:p>
        </p:txBody>
      </p:sp>
      <p:sp>
        <p:nvSpPr>
          <p:cNvPr id="550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7232071"/>
            <a:ext cx="21145402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rgbClr val="FFFFFF"/>
                </a:solidFill>
              </a:defRPr>
            </a:lvl1pPr>
            <a:lvl2pPr algn="ctr">
              <a:defRPr sz="3200">
                <a:solidFill>
                  <a:srgbClr val="FFFFFF"/>
                </a:solidFill>
              </a:defRPr>
            </a:lvl2pPr>
            <a:lvl3pPr algn="ctr">
              <a:defRPr sz="3200">
                <a:solidFill>
                  <a:srgbClr val="FFFFFF"/>
                </a:solidFill>
              </a:defRPr>
            </a:lvl3pPr>
            <a:lvl4pPr algn="ctr">
              <a:defRPr sz="3200">
                <a:solidFill>
                  <a:srgbClr val="FFFFFF"/>
                </a:solidFill>
              </a:defRPr>
            </a:lvl4pPr>
            <a:lvl5pPr algn="ctr">
              <a:defRPr sz="3200">
                <a:solidFill>
                  <a:srgbClr val="FFFFFF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3597084572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7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7620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5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59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18957480" y="6130927"/>
            <a:ext cx="2534972" cy="4264026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982234" y="2514605"/>
            <a:ext cx="10212944" cy="3159126"/>
          </a:xfrm>
          <a:prstGeom prst="rect">
            <a:avLst/>
          </a:prstGeom>
        </p:spPr>
        <p:txBody>
          <a:bodyPr/>
          <a:lstStyle>
            <a:lvl1pPr algn="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6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982234" y="5673726"/>
            <a:ext cx="10212944" cy="457200"/>
          </a:xfrm>
          <a:prstGeom prst="rect">
            <a:avLst/>
          </a:prstGeom>
        </p:spPr>
        <p:txBody>
          <a:bodyPr/>
          <a:lstStyle>
            <a:lvl1pPr algn="r">
              <a:defRPr sz="3200">
                <a:solidFill>
                  <a:schemeClr val="accent4"/>
                </a:solidFill>
              </a:defRPr>
            </a:lvl1pPr>
            <a:lvl2pPr algn="r">
              <a:defRPr sz="3200">
                <a:solidFill>
                  <a:schemeClr val="accent4"/>
                </a:solidFill>
              </a:defRPr>
            </a:lvl2pPr>
            <a:lvl3pPr algn="r">
              <a:defRPr sz="3200">
                <a:solidFill>
                  <a:schemeClr val="accent4"/>
                </a:solidFill>
              </a:defRPr>
            </a:lvl3pPr>
            <a:lvl4pPr algn="r">
              <a:defRPr sz="3200">
                <a:solidFill>
                  <a:schemeClr val="accent4"/>
                </a:solidFill>
              </a:defRPr>
            </a:lvl4pPr>
            <a:lvl5pPr algn="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12662745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2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68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1029351" y="6261101"/>
            <a:ext cx="2528618" cy="42545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69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7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047595437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4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7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7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13516609" y="5902878"/>
            <a:ext cx="5563102" cy="282966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8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8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977702314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3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8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8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758112" y="7389635"/>
            <a:ext cx="5548180" cy="422031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59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59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494216757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59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9043654" y="4658204"/>
            <a:ext cx="6235192" cy="4551508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0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0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19160161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0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09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3728123" y="5610227"/>
            <a:ext cx="6373642" cy="356235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1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3036"/>
            <a:ext cx="21036680" cy="1381688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1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36" y="2134729"/>
            <a:ext cx="21036680" cy="457202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770847899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27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18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19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20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5476321"/>
            <a:ext cx="21145402" cy="1381686"/>
          </a:xfrm>
          <a:prstGeom prst="rect">
            <a:avLst/>
          </a:prstGeom>
        </p:spPr>
        <p:txBody>
          <a:bodyPr/>
          <a:lstStyle>
            <a:lvl1pPr algn="ctr">
              <a:defRPr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21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45402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916330209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0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6" name="Picture Placeholder 8"/>
          <p:cNvSpPr>
            <a:spLocks noGrp="1"/>
          </p:cNvSpPr>
          <p:nvPr>
            <p:ph type="pic" idx="21"/>
          </p:nvPr>
        </p:nvSpPr>
        <p:spPr bwMode="auto">
          <a:xfrm>
            <a:off x="-1" y="7"/>
            <a:ext cx="24390354" cy="137160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4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48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7" y="6429375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49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7" y="84582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860773819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1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5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57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04219" y="4829183"/>
            <a:ext cx="21109306" cy="2028826"/>
          </a:xfrm>
          <a:prstGeom prst="rect">
            <a:avLst/>
          </a:prstGeom>
        </p:spPr>
        <p:txBody>
          <a:bodyPr/>
          <a:lstStyle>
            <a:lvl1pPr algn="ctr">
              <a:defRPr sz="88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58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04219" y="6858000"/>
            <a:ext cx="21109306" cy="457200"/>
          </a:xfrm>
          <a:prstGeom prst="rect">
            <a:avLst/>
          </a:prstGeom>
        </p:spPr>
        <p:txBody>
          <a:bodyPr/>
          <a:lstStyle>
            <a:lvl1pPr algn="ctr">
              <a:defRPr sz="3200">
                <a:solidFill>
                  <a:schemeClr val="accent4"/>
                </a:solidFill>
              </a:defRPr>
            </a:lvl1pPr>
            <a:lvl2pPr algn="ctr">
              <a:defRPr sz="3200">
                <a:solidFill>
                  <a:schemeClr val="accent4"/>
                </a:solidFill>
              </a:defRPr>
            </a:lvl2pPr>
            <a:lvl3pPr algn="ctr">
              <a:defRPr sz="3200">
                <a:solidFill>
                  <a:schemeClr val="accent4"/>
                </a:solidFill>
              </a:defRPr>
            </a:lvl3pPr>
            <a:lvl4pPr algn="ctr">
              <a:defRPr sz="3200">
                <a:solidFill>
                  <a:schemeClr val="accent4"/>
                </a:solidFill>
              </a:defRPr>
            </a:lvl4pPr>
            <a:lvl5pPr algn="ctr">
              <a:defRPr sz="3200">
                <a:solidFill>
                  <a:schemeClr val="accent4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667420367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Section Head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36" y="7557246"/>
            <a:ext cx="5991984" cy="680200"/>
          </a:xfrm>
          <a:prstGeom prst="rect">
            <a:avLst/>
          </a:prstGeom>
        </p:spPr>
        <p:txBody>
          <a:bodyPr anchor="b"/>
          <a:lstStyle>
            <a:lvl1pPr>
              <a:defRPr sz="3200">
                <a:solidFill>
                  <a:srgbClr val="404040"/>
                </a:solidFill>
              </a:defRPr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66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76845" y="8237446"/>
            <a:ext cx="5991982" cy="1471332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888888"/>
                </a:solidFill>
              </a:defRPr>
            </a:lvl1pPr>
            <a:lvl2pPr>
              <a:defRPr>
                <a:solidFill>
                  <a:srgbClr val="888888"/>
                </a:solidFill>
              </a:defRPr>
            </a:lvl2pPr>
            <a:lvl3pPr>
              <a:defRPr>
                <a:solidFill>
                  <a:srgbClr val="888888"/>
                </a:solidFill>
              </a:defRPr>
            </a:lvl3pPr>
            <a:lvl4pPr>
              <a:defRPr>
                <a:solidFill>
                  <a:srgbClr val="888888"/>
                </a:solidFill>
              </a:defRPr>
            </a:lvl4pPr>
            <a:lvl5pPr indent="3656686">
              <a:defRPr>
                <a:solidFill>
                  <a:srgbClr val="888888"/>
                </a:solidFill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67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89267583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7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675" name="Picture Placeholder 8"/>
          <p:cNvSpPr>
            <a:spLocks noGrp="1"/>
          </p:cNvSpPr>
          <p:nvPr>
            <p:ph type="pic" sz="quarter" idx="21"/>
          </p:nvPr>
        </p:nvSpPr>
        <p:spPr bwMode="auto">
          <a:xfrm>
            <a:off x="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6" name="Picture Placeholder 8"/>
          <p:cNvSpPr>
            <a:spLocks noGrp="1"/>
          </p:cNvSpPr>
          <p:nvPr>
            <p:ph type="pic" sz="quarter" idx="22"/>
          </p:nvPr>
        </p:nvSpPr>
        <p:spPr bwMode="auto">
          <a:xfrm>
            <a:off x="610518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7" name="Picture Placeholder 8"/>
          <p:cNvSpPr>
            <a:spLocks noGrp="1"/>
          </p:cNvSpPr>
          <p:nvPr>
            <p:ph type="pic" sz="quarter" idx="23"/>
          </p:nvPr>
        </p:nvSpPr>
        <p:spPr bwMode="auto">
          <a:xfrm>
            <a:off x="12210365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8" name="Picture Placeholder 8"/>
          <p:cNvSpPr>
            <a:spLocks noGrp="1"/>
          </p:cNvSpPr>
          <p:nvPr>
            <p:ph type="pic" sz="quarter" idx="24"/>
          </p:nvPr>
        </p:nvSpPr>
        <p:spPr bwMode="auto">
          <a:xfrm>
            <a:off x="18315547" y="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79" name="Picture Placeholder 8"/>
          <p:cNvSpPr>
            <a:spLocks noGrp="1"/>
          </p:cNvSpPr>
          <p:nvPr>
            <p:ph type="pic" sz="quarter" idx="25"/>
          </p:nvPr>
        </p:nvSpPr>
        <p:spPr bwMode="auto">
          <a:xfrm>
            <a:off x="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0" name="Picture Placeholder 8"/>
          <p:cNvSpPr>
            <a:spLocks noGrp="1"/>
          </p:cNvSpPr>
          <p:nvPr>
            <p:ph type="pic" sz="quarter" idx="26"/>
          </p:nvPr>
        </p:nvSpPr>
        <p:spPr bwMode="auto">
          <a:xfrm>
            <a:off x="610518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1" name="Picture Placeholder 8"/>
          <p:cNvSpPr>
            <a:spLocks noGrp="1"/>
          </p:cNvSpPr>
          <p:nvPr>
            <p:ph type="pic" sz="quarter" idx="27"/>
          </p:nvPr>
        </p:nvSpPr>
        <p:spPr bwMode="auto">
          <a:xfrm>
            <a:off x="12210365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2" name="Picture Placeholder 8"/>
          <p:cNvSpPr>
            <a:spLocks noGrp="1"/>
          </p:cNvSpPr>
          <p:nvPr>
            <p:ph type="pic" sz="quarter" idx="28"/>
          </p:nvPr>
        </p:nvSpPr>
        <p:spPr bwMode="auto">
          <a:xfrm>
            <a:off x="18315547" y="4572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3" name="Picture Placeholder 8"/>
          <p:cNvSpPr>
            <a:spLocks noGrp="1"/>
          </p:cNvSpPr>
          <p:nvPr>
            <p:ph type="pic" sz="quarter" idx="29"/>
          </p:nvPr>
        </p:nvSpPr>
        <p:spPr bwMode="auto">
          <a:xfrm>
            <a:off x="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4" name="Picture Placeholder 8"/>
          <p:cNvSpPr>
            <a:spLocks noGrp="1"/>
          </p:cNvSpPr>
          <p:nvPr>
            <p:ph type="pic" sz="quarter" idx="30"/>
          </p:nvPr>
        </p:nvSpPr>
        <p:spPr bwMode="auto">
          <a:xfrm>
            <a:off x="610518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5" name="Picture Placeholder 8"/>
          <p:cNvSpPr>
            <a:spLocks noGrp="1"/>
          </p:cNvSpPr>
          <p:nvPr>
            <p:ph type="pic" sz="quarter" idx="31"/>
          </p:nvPr>
        </p:nvSpPr>
        <p:spPr bwMode="auto">
          <a:xfrm>
            <a:off x="12210365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6" name="Picture Placeholder 8"/>
          <p:cNvSpPr>
            <a:spLocks noGrp="1"/>
          </p:cNvSpPr>
          <p:nvPr>
            <p:ph type="pic" sz="quarter" idx="32"/>
          </p:nvPr>
        </p:nvSpPr>
        <p:spPr bwMode="auto">
          <a:xfrm>
            <a:off x="18315547" y="9144000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687" name="Picture Placeholder 8"/>
          <p:cNvSpPr>
            <a:spLocks noGrp="1"/>
          </p:cNvSpPr>
          <p:nvPr>
            <p:ph type="pic" sz="quarter" idx="33"/>
          </p:nvPr>
        </p:nvSpPr>
        <p:spPr bwMode="auto">
          <a:xfrm>
            <a:off x="12339537" y="6994526"/>
            <a:ext cx="6105182" cy="4572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34035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94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695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676841" y="3651250"/>
            <a:ext cx="10365902" cy="870267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69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929880428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mparis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15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04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12" y="3362333"/>
            <a:ext cx="10318264" cy="1647826"/>
          </a:xfrm>
          <a:prstGeom prst="rect">
            <a:avLst/>
          </a:prstGeom>
        </p:spPr>
        <p:txBody>
          <a:bodyPr anchor="b"/>
          <a:lstStyle>
            <a:lvl1pPr>
              <a:defRPr sz="4700"/>
            </a:lvl1pPr>
            <a:lvl2pPr>
              <a:defRPr sz="4700"/>
            </a:lvl2pPr>
            <a:lvl3pPr>
              <a:defRPr sz="4700"/>
            </a:lvl3pPr>
            <a:lvl4pPr>
              <a:defRPr sz="4700"/>
            </a:lvl4pPr>
            <a:lvl5pPr indent="3656686">
              <a:defRPr sz="47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05" name="Text Placeholder 4"/>
          <p:cNvSpPr>
            <a:spLocks noGrp="1"/>
          </p:cNvSpPr>
          <p:nvPr>
            <p:ph type="body" sz="quarter" idx="21"/>
          </p:nvPr>
        </p:nvSpPr>
        <p:spPr bwMode="auto">
          <a:xfrm>
            <a:off x="12347625" y="3362333"/>
            <a:ext cx="10369078" cy="1647826"/>
          </a:xfrm>
          <a:prstGeom prst="rect">
            <a:avLst/>
          </a:prstGeom>
        </p:spPr>
        <p:txBody>
          <a:bodyPr anchor="b"/>
          <a:lstStyle/>
          <a:p>
            <a:pPr>
              <a:defRPr sz="4700"/>
            </a:pPr>
            <a:endParaRPr/>
          </a:p>
        </p:txBody>
      </p:sp>
      <p:sp>
        <p:nvSpPr>
          <p:cNvPr id="706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187689888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Title Only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1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76843" y="730259"/>
            <a:ext cx="21036682" cy="2651126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1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715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2555627" y="5297495"/>
            <a:ext cx="5301838" cy="1828802"/>
          </a:xfrm>
          <a:prstGeom prst="rect">
            <a:avLst/>
          </a:prstGeom>
        </p:spPr>
        <p:txBody>
          <a:bodyPr/>
          <a:lstStyle>
            <a:lvl1pPr>
              <a:defRPr sz="8800">
                <a:latin typeface="Montserrat Semi Bold"/>
                <a:ea typeface="Montserrat Semi Bold"/>
                <a:cs typeface="Montserrat Semi Bold"/>
              </a:defRPr>
            </a:lvl1pPr>
            <a:lvl2pPr>
              <a:defRPr sz="8800">
                <a:latin typeface="Montserrat Semi Bold"/>
                <a:ea typeface="Montserrat Semi Bold"/>
                <a:cs typeface="Montserrat Semi Bold"/>
              </a:defRPr>
            </a:lvl2pPr>
            <a:lvl3pPr>
              <a:defRPr sz="8800">
                <a:latin typeface="Montserrat Semi Bold"/>
                <a:ea typeface="Montserrat Semi Bold"/>
                <a:cs typeface="Montserrat Semi Bold"/>
              </a:defRPr>
            </a:lvl3pPr>
            <a:lvl4pPr>
              <a:defRPr sz="8800">
                <a:latin typeface="Montserrat Semi Bold"/>
                <a:ea typeface="Montserrat Semi Bold"/>
                <a:cs typeface="Montserrat Semi Bold"/>
              </a:defRPr>
            </a:lvl4pPr>
            <a:lvl5pPr>
              <a:defRPr sz="8800">
                <a:latin typeface="Montserrat Semi Bold"/>
                <a:ea typeface="Montserrat Semi Bold"/>
                <a:cs typeface="Montserrat Semi Bold"/>
              </a:defRPr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16" name="Text Placeholder 7"/>
          <p:cNvSpPr>
            <a:spLocks noGrp="1"/>
          </p:cNvSpPr>
          <p:nvPr>
            <p:ph type="body" sz="quarter" idx="21"/>
          </p:nvPr>
        </p:nvSpPr>
        <p:spPr bwMode="auto">
          <a:xfrm>
            <a:off x="2582620" y="7423155"/>
            <a:ext cx="5274836" cy="1531938"/>
          </a:xfrm>
          <a:prstGeom prst="rect">
            <a:avLst/>
          </a:prstGeom>
        </p:spPr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17" name="Text Placeholder 9"/>
          <p:cNvSpPr>
            <a:spLocks noGrp="1"/>
          </p:cNvSpPr>
          <p:nvPr>
            <p:ph type="body" sz="quarter" idx="22"/>
          </p:nvPr>
        </p:nvSpPr>
        <p:spPr bwMode="auto">
          <a:xfrm>
            <a:off x="8798313" y="5303847"/>
            <a:ext cx="5301838" cy="1828802"/>
          </a:xfrm>
          <a:prstGeom prst="rect">
            <a:avLst/>
          </a:prstGeom>
        </p:spPr>
        <p:txBody>
          <a:bodyPr/>
          <a:lstStyle/>
          <a:p>
            <a:pPr>
              <a:defRPr sz="3200">
                <a:latin typeface="Montserrat Semi Bold"/>
                <a:ea typeface="Montserrat Semi Bold"/>
                <a:cs typeface="Montserrat Semi Bold"/>
              </a:defRPr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310005434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2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439144991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Content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3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32" name="Уровень текста 1…"/>
          <p:cNvSpPr txBox="1">
            <a:spLocks noGrp="1"/>
          </p:cNvSpPr>
          <p:nvPr>
            <p:ph type="body" sz="half" idx="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/>
          <a:lstStyle>
            <a:lvl1pPr>
              <a:defRPr sz="6300"/>
            </a:lvl1pPr>
            <a:lvl2pPr>
              <a:defRPr sz="6300"/>
            </a:lvl2pPr>
            <a:lvl3pPr>
              <a:defRPr sz="6300"/>
            </a:lvl3pPr>
            <a:lvl4pPr>
              <a:defRPr sz="6300"/>
            </a:lvl4pPr>
            <a:lvl5pPr>
              <a:defRPr sz="63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33" name="Text Placeholder 3"/>
          <p:cNvSpPr>
            <a:spLocks noGrp="1"/>
          </p:cNvSpPr>
          <p:nvPr>
            <p:ph type="body" sz="quarter" idx="2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/>
          <a:p>
            <a:pPr>
              <a:defRPr sz="3100"/>
            </a:pPr>
            <a:endParaRPr/>
          </a:p>
        </p:txBody>
      </p:sp>
      <p:sp>
        <p:nvSpPr>
          <p:cNvPr id="73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64765210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Picture with Captio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41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680021" y="914400"/>
            <a:ext cx="7866526" cy="3200400"/>
          </a:xfrm>
          <a:prstGeom prst="rect">
            <a:avLst/>
          </a:prstGeom>
        </p:spPr>
        <p:txBody>
          <a:bodyPr anchor="b"/>
          <a:lstStyle>
            <a:lvl1pPr>
              <a:defRPr sz="6300"/>
            </a:lvl1pPr>
          </a:lstStyle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742" name="Picture Placeholder 2"/>
          <p:cNvSpPr>
            <a:spLocks noGrp="1"/>
          </p:cNvSpPr>
          <p:nvPr>
            <p:ph type="pic" sz="half" idx="21"/>
          </p:nvPr>
        </p:nvSpPr>
        <p:spPr bwMode="auto">
          <a:xfrm>
            <a:off x="10369085" y="1974852"/>
            <a:ext cx="12347618" cy="974725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43" name="Уровень текста 1…"/>
          <p:cNvSpPr txBox="1">
            <a:spLocks noGrp="1"/>
          </p:cNvSpPr>
          <p:nvPr>
            <p:ph type="body" sz="quarter" idx="1"/>
          </p:nvPr>
        </p:nvSpPr>
        <p:spPr bwMode="auto">
          <a:xfrm>
            <a:off x="1680021" y="4114800"/>
            <a:ext cx="7866526" cy="7623176"/>
          </a:xfrm>
          <a:prstGeom prst="rect">
            <a:avLst/>
          </a:prstGeom>
        </p:spPr>
        <p:txBody>
          <a:bodyPr/>
          <a:lstStyle>
            <a:lvl1pPr>
              <a:defRPr sz="3100"/>
            </a:lvl1pPr>
            <a:lvl2pPr>
              <a:defRPr sz="3100"/>
            </a:lvl2pPr>
            <a:lvl3pPr>
              <a:defRPr sz="3100"/>
            </a:lvl3pPr>
            <a:lvl4pPr>
              <a:defRPr sz="3100"/>
            </a:lvl4pPr>
            <a:lvl5pPr indent="3656686">
              <a:defRPr sz="3100"/>
            </a:lvl5pPr>
          </a:lstStyle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  <p:sp>
        <p:nvSpPr>
          <p:cNvPr id="744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30793649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5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1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4939815" y="4114800"/>
            <a:ext cx="8233890" cy="54864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5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823393662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6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59" name="Picture Placeholder 3"/>
          <p:cNvSpPr>
            <a:spLocks noGrp="1"/>
          </p:cNvSpPr>
          <p:nvPr>
            <p:ph type="pic" sz="quarter" idx="21"/>
          </p:nvPr>
        </p:nvSpPr>
        <p:spPr bwMode="auto">
          <a:xfrm>
            <a:off x="15243970" y="4297681"/>
            <a:ext cx="9146384" cy="5486402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60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3417370678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5_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94" name="Picture Placeholder 7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137160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79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970685810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type="tx" userDrawn="1">
  <p:cSld name="39_Custom Layou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4" name="Picture Placeholder 6"/>
          <p:cNvSpPr>
            <a:spLocks noGrp="1"/>
          </p:cNvSpPr>
          <p:nvPr>
            <p:ph type="pic" idx="21"/>
          </p:nvPr>
        </p:nvSpPr>
        <p:spPr bwMode="auto">
          <a:xfrm>
            <a:off x="7" y="0"/>
            <a:ext cx="24390354" cy="8686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>
              <a:defRPr/>
            </a:pPr>
            <a:endParaRPr/>
          </a:p>
        </p:txBody>
      </p:sp>
      <p:sp>
        <p:nvSpPr>
          <p:cNvPr id="835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17041433" y="12489562"/>
            <a:ext cx="433770" cy="446276"/>
          </a:xfrm>
          <a:prstGeom prst="rect">
            <a:avLst/>
          </a:prstGeom>
        </p:spPr>
        <p:txBody>
          <a:bodyPr/>
          <a:lstStyle/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2283408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3.xml"/><Relationship Id="rId2" Type="http://schemas.openxmlformats.org/officeDocument/2006/relationships/slideLayout" Target="../slideLayouts/slideLayout54.xml"/><Relationship Id="rId3" Type="http://schemas.openxmlformats.org/officeDocument/2006/relationships/slideLayout" Target="../slideLayouts/slideLayout55.xml"/><Relationship Id="rId4" Type="http://schemas.openxmlformats.org/officeDocument/2006/relationships/slideLayout" Target="../slideLayouts/slideLayout56.xml"/><Relationship Id="rId5" Type="http://schemas.openxmlformats.org/officeDocument/2006/relationships/slideLayout" Target="../slideLayouts/slideLayout57.xml"/><Relationship Id="rId6" Type="http://schemas.openxmlformats.org/officeDocument/2006/relationships/slideLayout" Target="../slideLayouts/slideLayout58.xml"/><Relationship Id="rId7" Type="http://schemas.openxmlformats.org/officeDocument/2006/relationships/slideLayout" Target="../slideLayouts/slideLayout59.xml"/><Relationship Id="rId8" Type="http://schemas.openxmlformats.org/officeDocument/2006/relationships/slideLayout" Target="../slideLayouts/slideLayout60.xml"/><Relationship Id="rId9" Type="http://schemas.openxmlformats.org/officeDocument/2006/relationships/slideLayout" Target="../slideLayouts/slideLayout61.xml"/><Relationship Id="rId10" Type="http://schemas.openxmlformats.org/officeDocument/2006/relationships/slideLayout" Target="../slideLayouts/slideLayout62.xml"/><Relationship Id="rId11" Type="http://schemas.openxmlformats.org/officeDocument/2006/relationships/slideLayout" Target="../slideLayouts/slideLayout63.xml"/><Relationship Id="rId12" Type="http://schemas.openxmlformats.org/officeDocument/2006/relationships/slideLayout" Target="../slideLayouts/slideLayout64.xml"/><Relationship Id="rId13" Type="http://schemas.openxmlformats.org/officeDocument/2006/relationships/slideLayout" Target="../slideLayouts/slideLayout65.xml"/><Relationship Id="rId14" Type="http://schemas.openxmlformats.org/officeDocument/2006/relationships/slideLayout" Target="../slideLayouts/slideLayout66.xml"/><Relationship Id="rId15" Type="http://schemas.openxmlformats.org/officeDocument/2006/relationships/slideLayout" Target="../slideLayouts/slideLayout67.xml"/><Relationship Id="rId16" Type="http://schemas.openxmlformats.org/officeDocument/2006/relationships/slideLayout" Target="../slideLayouts/slideLayout68.xml"/><Relationship Id="rId17" Type="http://schemas.openxmlformats.org/officeDocument/2006/relationships/slideLayout" Target="../slideLayouts/slideLayout69.xml"/><Relationship Id="rId18" Type="http://schemas.openxmlformats.org/officeDocument/2006/relationships/slideLayout" Target="../slideLayouts/slideLayout70.xml"/><Relationship Id="rId19" Type="http://schemas.openxmlformats.org/officeDocument/2006/relationships/slideLayout" Target="../slideLayouts/slideLayout71.xml"/><Relationship Id="rId20" Type="http://schemas.openxmlformats.org/officeDocument/2006/relationships/slideLayout" Target="../slideLayouts/slideLayout72.xml"/><Relationship Id="rId21" Type="http://schemas.openxmlformats.org/officeDocument/2006/relationships/slideLayout" Target="../slideLayouts/slideLayout73.xml"/><Relationship Id="rId22" Type="http://schemas.openxmlformats.org/officeDocument/2006/relationships/slideLayout" Target="../slideLayouts/slideLayout74.xml"/><Relationship Id="rId23" Type="http://schemas.openxmlformats.org/officeDocument/2006/relationships/slideLayout" Target="../slideLayouts/slideLayout75.xml"/><Relationship Id="rId24" Type="http://schemas.openxmlformats.org/officeDocument/2006/relationships/slideLayout" Target="../slideLayouts/slideLayout76.xml"/><Relationship Id="rId25" Type="http://schemas.openxmlformats.org/officeDocument/2006/relationships/slideLayout" Target="../slideLayouts/slideLayout77.xml"/><Relationship Id="rId26" Type="http://schemas.openxmlformats.org/officeDocument/2006/relationships/slideLayout" Target="../slideLayouts/slideLayout78.xml"/><Relationship Id="rId27" Type="http://schemas.openxmlformats.org/officeDocument/2006/relationships/slideLayout" Target="../slideLayouts/slideLayout79.xml"/><Relationship Id="rId28" Type="http://schemas.openxmlformats.org/officeDocument/2006/relationships/slideLayout" Target="../slideLayouts/slideLayout80.xml"/><Relationship Id="rId29" Type="http://schemas.openxmlformats.org/officeDocument/2006/relationships/slideLayout" Target="../slideLayouts/slideLayout81.xml"/><Relationship Id="rId30" Type="http://schemas.openxmlformats.org/officeDocument/2006/relationships/slideLayout" Target="../slideLayouts/slideLayout82.xml"/><Relationship Id="rId31" Type="http://schemas.openxmlformats.org/officeDocument/2006/relationships/slideLayout" Target="../slideLayouts/slideLayout83.xml"/><Relationship Id="rId32" Type="http://schemas.openxmlformats.org/officeDocument/2006/relationships/slideLayout" Target="../slideLayouts/slideLayout84.xml"/><Relationship Id="rId33" Type="http://schemas.openxmlformats.org/officeDocument/2006/relationships/slideLayout" Target="../slideLayouts/slideLayout85.xml"/><Relationship Id="rId34" Type="http://schemas.openxmlformats.org/officeDocument/2006/relationships/slideLayout" Target="../slideLayouts/slideLayout86.xml"/><Relationship Id="rId35" Type="http://schemas.openxmlformats.org/officeDocument/2006/relationships/slideLayout" Target="../slideLayouts/slideLayout87.xml"/><Relationship Id="rId36" Type="http://schemas.openxmlformats.org/officeDocument/2006/relationships/slideLayout" Target="../slideLayouts/slideLayout88.xml"/><Relationship Id="rId37" Type="http://schemas.openxmlformats.org/officeDocument/2006/relationships/slideLayout" Target="../slideLayouts/slideLayout89.xml"/><Relationship Id="rId38" Type="http://schemas.openxmlformats.org/officeDocument/2006/relationships/slideLayout" Target="../slideLayouts/slideLayout90.xml"/><Relationship Id="rId39" Type="http://schemas.openxmlformats.org/officeDocument/2006/relationships/slideLayout" Target="../slideLayouts/slideLayout91.xml"/><Relationship Id="rId40" Type="http://schemas.openxmlformats.org/officeDocument/2006/relationships/slideLayout" Target="../slideLayouts/slideLayout92.xml"/><Relationship Id="rId41" Type="http://schemas.openxmlformats.org/officeDocument/2006/relationships/slideLayout" Target="../slideLayouts/slideLayout93.xml"/><Relationship Id="rId42" Type="http://schemas.openxmlformats.org/officeDocument/2006/relationships/slideLayout" Target="../slideLayouts/slideLayout94.xml"/><Relationship Id="rId43" Type="http://schemas.openxmlformats.org/officeDocument/2006/relationships/slideLayout" Target="../slideLayouts/slideLayout95.xml"/><Relationship Id="rId44" Type="http://schemas.openxmlformats.org/officeDocument/2006/relationships/slideLayout" Target="../slideLayouts/slideLayout96.xml"/><Relationship Id="rId45" Type="http://schemas.openxmlformats.org/officeDocument/2006/relationships/slideLayout" Target="../slideLayouts/slideLayout97.xml"/><Relationship Id="rId46" Type="http://schemas.openxmlformats.org/officeDocument/2006/relationships/slideLayout" Target="../slideLayouts/slideLayout98.xml"/><Relationship Id="rId47" Type="http://schemas.openxmlformats.org/officeDocument/2006/relationships/slideLayout" Target="../slideLayouts/slideLayout99.xml"/><Relationship Id="rId48" Type="http://schemas.openxmlformats.org/officeDocument/2006/relationships/slideLayout" Target="../slideLayouts/slideLayout100.xml"/><Relationship Id="rId49" Type="http://schemas.openxmlformats.org/officeDocument/2006/relationships/slideLayout" Target="../slideLayouts/slideLayout101.xml"/><Relationship Id="rId50" Type="http://schemas.openxmlformats.org/officeDocument/2006/relationships/slideLayout" Target="../slideLayouts/slideLayout102.xml"/><Relationship Id="rId51" Type="http://schemas.openxmlformats.org/officeDocument/2006/relationships/slideLayout" Target="../slideLayouts/slideLayout103.xml"/><Relationship Id="rId52" Type="http://schemas.openxmlformats.org/officeDocument/2006/relationships/slideLayout" Target="../slideLayouts/slideLayout104.xml"/><Relationship Id="rId53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5.xml"/><Relationship Id="rId2" Type="http://schemas.openxmlformats.org/officeDocument/2006/relationships/slideLayout" Target="../slideLayouts/slideLayout106.xml"/><Relationship Id="rId3" Type="http://schemas.openxmlformats.org/officeDocument/2006/relationships/slideLayout" Target="../slideLayouts/slideLayout107.xml"/><Relationship Id="rId4" Type="http://schemas.openxmlformats.org/officeDocument/2006/relationships/slideLayout" Target="../slideLayouts/slideLayout108.xml"/><Relationship Id="rId5" Type="http://schemas.openxmlformats.org/officeDocument/2006/relationships/slideLayout" Target="../slideLayouts/slideLayout109.xml"/><Relationship Id="rId6" Type="http://schemas.openxmlformats.org/officeDocument/2006/relationships/slideLayout" Target="../slideLayouts/slideLayout110.xml"/><Relationship Id="rId7" Type="http://schemas.openxmlformats.org/officeDocument/2006/relationships/slideLayout" Target="../slideLayouts/slideLayout111.xml"/><Relationship Id="rId8" Type="http://schemas.openxmlformats.org/officeDocument/2006/relationships/slideLayout" Target="../slideLayouts/slideLayout112.xml"/><Relationship Id="rId9" Type="http://schemas.openxmlformats.org/officeDocument/2006/relationships/slideLayout" Target="../slideLayouts/slideLayout113.xml"/><Relationship Id="rId10" Type="http://schemas.openxmlformats.org/officeDocument/2006/relationships/slideLayout" Target="../slideLayouts/slideLayout114.xml"/><Relationship Id="rId11" Type="http://schemas.openxmlformats.org/officeDocument/2006/relationships/slideLayout" Target="../slideLayouts/slideLayout115.xml"/><Relationship Id="rId12" Type="http://schemas.openxmlformats.org/officeDocument/2006/relationships/slideLayout" Target="../slideLayouts/slideLayout116.xml"/><Relationship Id="rId13" Type="http://schemas.openxmlformats.org/officeDocument/2006/relationships/slideLayout" Target="../slideLayouts/slideLayout117.xml"/><Relationship Id="rId14" Type="http://schemas.openxmlformats.org/officeDocument/2006/relationships/slideLayout" Target="../slideLayouts/slideLayout118.xml"/><Relationship Id="rId15" Type="http://schemas.openxmlformats.org/officeDocument/2006/relationships/slideLayout" Target="../slideLayouts/slideLayout119.xml"/><Relationship Id="rId16" Type="http://schemas.openxmlformats.org/officeDocument/2006/relationships/slideLayout" Target="../slideLayouts/slideLayout120.xml"/><Relationship Id="rId17" Type="http://schemas.openxmlformats.org/officeDocument/2006/relationships/slideLayout" Target="../slideLayouts/slideLayout121.xml"/><Relationship Id="rId18" Type="http://schemas.openxmlformats.org/officeDocument/2006/relationships/slideLayout" Target="../slideLayouts/slideLayout122.xml"/><Relationship Id="rId19" Type="http://schemas.openxmlformats.org/officeDocument/2006/relationships/slideLayout" Target="../slideLayouts/slideLayout123.xml"/><Relationship Id="rId20" Type="http://schemas.openxmlformats.org/officeDocument/2006/relationships/slideLayout" Target="../slideLayouts/slideLayout124.xml"/><Relationship Id="rId21" Type="http://schemas.openxmlformats.org/officeDocument/2006/relationships/slideLayout" Target="../slideLayouts/slideLayout125.xml"/><Relationship Id="rId22" Type="http://schemas.openxmlformats.org/officeDocument/2006/relationships/slideLayout" Target="../slideLayouts/slideLayout126.xml"/><Relationship Id="rId23" Type="http://schemas.openxmlformats.org/officeDocument/2006/relationships/slideLayout" Target="../slideLayouts/slideLayout127.xml"/><Relationship Id="rId24" Type="http://schemas.openxmlformats.org/officeDocument/2006/relationships/slideLayout" Target="../slideLayouts/slideLayout128.xml"/><Relationship Id="rId25" Type="http://schemas.openxmlformats.org/officeDocument/2006/relationships/slideLayout" Target="../slideLayouts/slideLayout129.xml"/><Relationship Id="rId26" Type="http://schemas.openxmlformats.org/officeDocument/2006/relationships/slideLayout" Target="../slideLayouts/slideLayout130.xml"/><Relationship Id="rId27" Type="http://schemas.openxmlformats.org/officeDocument/2006/relationships/slideLayout" Target="../slideLayouts/slideLayout131.xml"/><Relationship Id="rId28" Type="http://schemas.openxmlformats.org/officeDocument/2006/relationships/slideLayout" Target="../slideLayouts/slideLayout132.xml"/><Relationship Id="rId29" Type="http://schemas.openxmlformats.org/officeDocument/2006/relationships/slideLayout" Target="../slideLayouts/slideLayout133.xml"/><Relationship Id="rId30" Type="http://schemas.openxmlformats.org/officeDocument/2006/relationships/slideLayout" Target="../slideLayouts/slideLayout134.xml"/><Relationship Id="rId31" Type="http://schemas.openxmlformats.org/officeDocument/2006/relationships/slideLayout" Target="../slideLayouts/slideLayout135.xml"/><Relationship Id="rId32" Type="http://schemas.openxmlformats.org/officeDocument/2006/relationships/slideLayout" Target="../slideLayouts/slideLayout136.xml"/><Relationship Id="rId33" Type="http://schemas.openxmlformats.org/officeDocument/2006/relationships/slideLayout" Target="../slideLayouts/slideLayout137.xml"/><Relationship Id="rId34" Type="http://schemas.openxmlformats.org/officeDocument/2006/relationships/slideLayout" Target="../slideLayouts/slideLayout138.xml"/><Relationship Id="rId35" Type="http://schemas.openxmlformats.org/officeDocument/2006/relationships/slideLayout" Target="../slideLayouts/slideLayout139.xml"/><Relationship Id="rId36" Type="http://schemas.openxmlformats.org/officeDocument/2006/relationships/slideLayout" Target="../slideLayouts/slideLayout140.xml"/><Relationship Id="rId37" Type="http://schemas.openxmlformats.org/officeDocument/2006/relationships/slideLayout" Target="../slideLayouts/slideLayout141.xml"/><Relationship Id="rId38" Type="http://schemas.openxmlformats.org/officeDocument/2006/relationships/slideLayout" Target="../slideLayouts/slideLayout142.xml"/><Relationship Id="rId39" Type="http://schemas.openxmlformats.org/officeDocument/2006/relationships/slideLayout" Target="../slideLayouts/slideLayout143.xml"/><Relationship Id="rId40" Type="http://schemas.openxmlformats.org/officeDocument/2006/relationships/slideLayout" Target="../slideLayouts/slideLayout144.xml"/><Relationship Id="rId41" Type="http://schemas.openxmlformats.org/officeDocument/2006/relationships/slideLayout" Target="../slideLayouts/slideLayout145.xml"/><Relationship Id="rId42" Type="http://schemas.openxmlformats.org/officeDocument/2006/relationships/slideLayout" Target="../slideLayouts/slideLayout146.xml"/><Relationship Id="rId43" Type="http://schemas.openxmlformats.org/officeDocument/2006/relationships/slideLayout" Target="../slideLayouts/slideLayout147.xml"/><Relationship Id="rId44" Type="http://schemas.openxmlformats.org/officeDocument/2006/relationships/slideLayout" Target="../slideLayouts/slideLayout148.xml"/><Relationship Id="rId45" Type="http://schemas.openxmlformats.org/officeDocument/2006/relationships/slideLayout" Target="../slideLayouts/slideLayout149.xml"/><Relationship Id="rId46" Type="http://schemas.openxmlformats.org/officeDocument/2006/relationships/slideLayout" Target="../slideLayouts/slideLayout150.xml"/><Relationship Id="rId47" Type="http://schemas.openxmlformats.org/officeDocument/2006/relationships/slideLayout" Target="../slideLayouts/slideLayout151.xml"/><Relationship Id="rId48" Type="http://schemas.openxmlformats.org/officeDocument/2006/relationships/slideLayout" Target="../slideLayouts/slideLayout152.xml"/><Relationship Id="rId49" Type="http://schemas.openxmlformats.org/officeDocument/2006/relationships/slideLayout" Target="../slideLayouts/slideLayout153.xml"/><Relationship Id="rId50" Type="http://schemas.openxmlformats.org/officeDocument/2006/relationships/slideLayout" Target="../slideLayouts/slideLayout154.xml"/><Relationship Id="rId51" Type="http://schemas.openxmlformats.org/officeDocument/2006/relationships/slideLayout" Target="../slideLayouts/slideLayout155.xml"/><Relationship Id="rId52" Type="http://schemas.openxmlformats.org/officeDocument/2006/relationships/slideLayout" Target="../slideLayouts/slideLayout156.xml"/><Relationship Id="rId53" Type="http://schemas.openxmlformats.org/officeDocument/2006/relationships/theme" Target="../theme/theme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51781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2" r:id="rId1"/>
    <p:sldLayoutId id="2147483653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6" r:id="rId15"/>
    <p:sldLayoutId id="2147483667" r:id="rId16"/>
    <p:sldLayoutId id="2147483668" r:id="rId17"/>
    <p:sldLayoutId id="2147483669" r:id="rId18"/>
    <p:sldLayoutId id="2147483670" r:id="rId19"/>
    <p:sldLayoutId id="2147483671" r:id="rId20"/>
    <p:sldLayoutId id="2147483672" r:id="rId21"/>
    <p:sldLayoutId id="2147483673" r:id="rId22"/>
    <p:sldLayoutId id="2147483674" r:id="rId23"/>
    <p:sldLayoutId id="2147483675" r:id="rId24"/>
    <p:sldLayoutId id="2147483676" r:id="rId25"/>
    <p:sldLayoutId id="2147483677" r:id="rId26"/>
    <p:sldLayoutId id="2147483678" r:id="rId27"/>
    <p:sldLayoutId id="2147483679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130550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  <p:sldLayoutId id="2147483717" r:id="rId13"/>
    <p:sldLayoutId id="2147483718" r:id="rId14"/>
    <p:sldLayoutId id="2147483719" r:id="rId15"/>
    <p:sldLayoutId id="2147483720" r:id="rId16"/>
    <p:sldLayoutId id="2147483721" r:id="rId17"/>
    <p:sldLayoutId id="2147483722" r:id="rId18"/>
    <p:sldLayoutId id="2147483723" r:id="rId19"/>
    <p:sldLayoutId id="2147483724" r:id="rId20"/>
    <p:sldLayoutId id="2147483725" r:id="rId21"/>
    <p:sldLayoutId id="2147483726" r:id="rId22"/>
    <p:sldLayoutId id="2147483727" r:id="rId23"/>
    <p:sldLayoutId id="2147483728" r:id="rId24"/>
    <p:sldLayoutId id="2147483729" r:id="rId25"/>
    <p:sldLayoutId id="2147483730" r:id="rId26"/>
    <p:sldLayoutId id="2147483731" r:id="rId27"/>
    <p:sldLayoutId id="2147483732" r:id="rId28"/>
    <p:sldLayoutId id="2147483733" r:id="rId29"/>
    <p:sldLayoutId id="2147483734" r:id="rId30"/>
    <p:sldLayoutId id="2147483735" r:id="rId31"/>
    <p:sldLayoutId id="2147483736" r:id="rId32"/>
    <p:sldLayoutId id="2147483737" r:id="rId33"/>
    <p:sldLayoutId id="2147483738" r:id="rId34"/>
    <p:sldLayoutId id="2147483739" r:id="rId35"/>
    <p:sldLayoutId id="2147483740" r:id="rId36"/>
    <p:sldLayoutId id="2147483741" r:id="rId37"/>
    <p:sldLayoutId id="2147483742" r:id="rId38"/>
    <p:sldLayoutId id="2147483743" r:id="rId39"/>
    <p:sldLayoutId id="2147483744" r:id="rId40"/>
    <p:sldLayoutId id="2147483745" r:id="rId41"/>
    <p:sldLayoutId id="2147483746" r:id="rId42"/>
    <p:sldLayoutId id="2147483747" r:id="rId43"/>
    <p:sldLayoutId id="2147483748" r:id="rId44"/>
    <p:sldLayoutId id="2147483749" r:id="rId45"/>
    <p:sldLayoutId id="2147483750" r:id="rId46"/>
    <p:sldLayoutId id="2147483751" r:id="rId47"/>
    <p:sldLayoutId id="2147483752" r:id="rId48"/>
    <p:sldLayoutId id="2147483753" r:id="rId49"/>
    <p:sldLayoutId id="2147483754" r:id="rId50"/>
    <p:sldLayoutId id="2147483755" r:id="rId51"/>
    <p:sldLayoutId id="2147483756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8F8"/>
        </a:solid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" name="Номер слайда"/>
          <p:cNvSpPr txBox="1">
            <a:spLocks noGrp="1"/>
          </p:cNvSpPr>
          <p:nvPr>
            <p:ph type="sldNum" sz="quarter" idx="2"/>
          </p:nvPr>
        </p:nvSpPr>
        <p:spPr bwMode="auto">
          <a:xfrm>
            <a:off x="22279749" y="12854688"/>
            <a:ext cx="433770" cy="44627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2300">
                <a:solidFill>
                  <a:srgbClr val="888888"/>
                </a:solidFill>
              </a:defRPr>
            </a:lvl1pPr>
          </a:lstStyle>
          <a:p>
            <a:pPr defTabSz="1828434" rtl="0">
              <a:lnSpc>
                <a:spcPct val="100000"/>
              </a:lnSpc>
              <a:defRPr/>
            </a:pPr>
            <a:fld id="{86CB4B4D-7CA3-9044-876B-883B54F8677D}" type="slidenum">
              <a:rPr lang="ru-RU" smtClean="0">
                <a:latin typeface="Open Sans Light"/>
                <a:cs typeface="Calibri"/>
                <a:sym typeface="Open Sans"/>
              </a:rPr>
              <a:pPr defTabSz="1828434" rtl="0">
                <a:lnSpc>
                  <a:spcPct val="100000"/>
                </a:lnSpc>
                <a:defRPr/>
              </a:pPr>
              <a:t>‹#›</a:t>
            </a:fld>
            <a:endParaRPr lang="ru-RU">
              <a:latin typeface="Open Sans Light"/>
              <a:cs typeface="Calibri"/>
              <a:sym typeface="Open Sans"/>
            </a:endParaRPr>
          </a:p>
        </p:txBody>
      </p:sp>
      <p:sp>
        <p:nvSpPr>
          <p:cNvPr id="3" name="Текст заголовка"/>
          <p:cNvSpPr txBox="1">
            <a:spLocks noGrp="1"/>
          </p:cNvSpPr>
          <p:nvPr>
            <p:ph type="title"/>
          </p:nvPr>
        </p:nvSpPr>
        <p:spPr bwMode="auto">
          <a:xfrm>
            <a:off x="1219200" y="184150"/>
            <a:ext cx="21945600" cy="3016252"/>
          </a:xfrm>
          <a:prstGeom prst="rect">
            <a:avLst/>
          </a:prstGeom>
          <a:ln w="12700">
            <a:miter lim="400000"/>
          </a:ln>
        </p:spPr>
        <p:txBody>
          <a:bodyPr lIns="45719" rIns="45719" anchor="ctr">
            <a:normAutofit/>
          </a:bodyPr>
          <a:lstStyle/>
          <a:p>
            <a:pPr>
              <a:defRPr/>
            </a:pPr>
            <a:r>
              <a:t>Текст заголовка</a:t>
            </a:r>
          </a:p>
        </p:txBody>
      </p:sp>
      <p:sp>
        <p:nvSpPr>
          <p:cNvPr id="4" name="Уровень текста 1…"/>
          <p:cNvSpPr txBox="1">
            <a:spLocks noGrp="1"/>
          </p:cNvSpPr>
          <p:nvPr>
            <p:ph type="body" idx="1"/>
          </p:nvPr>
        </p:nvSpPr>
        <p:spPr bwMode="auto">
          <a:xfrm>
            <a:off x="1219200" y="3200400"/>
            <a:ext cx="21945600" cy="10515600"/>
          </a:xfrm>
          <a:prstGeom prst="rect">
            <a:avLst/>
          </a:prstGeom>
          <a:ln w="12700">
            <a:miter lim="400000"/>
          </a:ln>
        </p:spPr>
        <p:txBody>
          <a:bodyPr lIns="45719" rIns="45719">
            <a:normAutofit/>
          </a:bodyPr>
          <a:lstStyle/>
          <a:p>
            <a:pPr>
              <a:defRPr/>
            </a:pPr>
            <a:r>
              <a:t>Уровень текста 1</a:t>
            </a:r>
          </a:p>
          <a:p>
            <a:pPr lvl="1">
              <a:defRPr/>
            </a:pPr>
            <a:r>
              <a:t>Уровень текста 2</a:t>
            </a:r>
          </a:p>
          <a:p>
            <a:pPr lvl="2">
              <a:defRPr/>
            </a:pPr>
            <a:r>
              <a:t>Уровень текста 3</a:t>
            </a:r>
          </a:p>
          <a:p>
            <a:pPr lvl="3">
              <a:defRPr/>
            </a:pPr>
            <a:r>
              <a:t>Уровень текста 4</a:t>
            </a:r>
          </a:p>
          <a:p>
            <a:pPr lvl="4">
              <a:defRPr/>
            </a:pPr>
            <a:r>
              <a:t>Уровень текста 5</a:t>
            </a:r>
          </a:p>
        </p:txBody>
      </p:sp>
    </p:spTree>
    <p:extLst>
      <p:ext uri="{BB962C8B-B14F-4D97-AF65-F5344CB8AC3E}">
        <p14:creationId xmlns:p14="http://schemas.microsoft.com/office/powerpoint/2010/main" val="2486468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8" r:id="rId1"/>
    <p:sldLayoutId id="2147483759" r:id="rId2"/>
    <p:sldLayoutId id="2147483760" r:id="rId3"/>
    <p:sldLayoutId id="2147483761" r:id="rId4"/>
    <p:sldLayoutId id="2147483762" r:id="rId5"/>
    <p:sldLayoutId id="2147483763" r:id="rId6"/>
    <p:sldLayoutId id="2147483764" r:id="rId7"/>
    <p:sldLayoutId id="2147483765" r:id="rId8"/>
    <p:sldLayoutId id="2147483766" r:id="rId9"/>
    <p:sldLayoutId id="2147483767" r:id="rId10"/>
    <p:sldLayoutId id="2147483768" r:id="rId11"/>
    <p:sldLayoutId id="2147483769" r:id="rId12"/>
    <p:sldLayoutId id="2147483770" r:id="rId13"/>
    <p:sldLayoutId id="2147483771" r:id="rId14"/>
    <p:sldLayoutId id="2147483772" r:id="rId15"/>
    <p:sldLayoutId id="2147483773" r:id="rId16"/>
    <p:sldLayoutId id="2147483774" r:id="rId17"/>
    <p:sldLayoutId id="2147483775" r:id="rId18"/>
    <p:sldLayoutId id="2147483776" r:id="rId19"/>
    <p:sldLayoutId id="2147483777" r:id="rId20"/>
    <p:sldLayoutId id="2147483778" r:id="rId21"/>
    <p:sldLayoutId id="2147483779" r:id="rId22"/>
    <p:sldLayoutId id="2147483780" r:id="rId23"/>
    <p:sldLayoutId id="2147483781" r:id="rId24"/>
    <p:sldLayoutId id="2147483782" r:id="rId25"/>
    <p:sldLayoutId id="2147483783" r:id="rId26"/>
    <p:sldLayoutId id="2147483784" r:id="rId27"/>
    <p:sldLayoutId id="2147483785" r:id="rId28"/>
    <p:sldLayoutId id="2147483786" r:id="rId29"/>
    <p:sldLayoutId id="2147483787" r:id="rId30"/>
    <p:sldLayoutId id="2147483788" r:id="rId31"/>
    <p:sldLayoutId id="2147483789" r:id="rId32"/>
    <p:sldLayoutId id="2147483790" r:id="rId33"/>
    <p:sldLayoutId id="2147483791" r:id="rId34"/>
    <p:sldLayoutId id="2147483792" r:id="rId35"/>
    <p:sldLayoutId id="2147483793" r:id="rId36"/>
    <p:sldLayoutId id="2147483794" r:id="rId37"/>
    <p:sldLayoutId id="2147483795" r:id="rId38"/>
    <p:sldLayoutId id="2147483796" r:id="rId39"/>
    <p:sldLayoutId id="2147483797" r:id="rId40"/>
    <p:sldLayoutId id="2147483798" r:id="rId41"/>
    <p:sldLayoutId id="2147483799" r:id="rId42"/>
    <p:sldLayoutId id="2147483800" r:id="rId43"/>
    <p:sldLayoutId id="2147483801" r:id="rId44"/>
    <p:sldLayoutId id="2147483802" r:id="rId45"/>
    <p:sldLayoutId id="2147483803" r:id="rId46"/>
    <p:sldLayoutId id="2147483804" r:id="rId47"/>
    <p:sldLayoutId id="2147483805" r:id="rId48"/>
    <p:sldLayoutId id="2147483806" r:id="rId49"/>
    <p:sldLayoutId id="2147483807" r:id="rId50"/>
    <p:sldLayoutId id="2147483808" r:id="rId51"/>
    <p:sldLayoutId id="2147483809" r:id="rId52"/>
  </p:sldLayoutIdLst>
  <p:txStyles>
    <p:titleStyle>
      <a:lvl1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1pPr>
      <a:lvl2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2pPr>
      <a:lvl3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3pPr>
      <a:lvl4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4pPr>
      <a:lvl5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5pPr>
      <a:lvl6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6pPr>
      <a:lvl7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7pPr>
      <a:lvl8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8pPr>
      <a:lvl9pPr marL="0" marR="0" indent="0" algn="l" defTabSz="1828344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defRPr sz="8700" b="0" i="0" u="none" strike="noStrike" cap="none" spc="0">
          <a:solidFill>
            <a:srgbClr val="000000"/>
          </a:solidFill>
          <a:latin typeface="Montserrat Semi Bold"/>
          <a:ea typeface="Montserrat Semi Bold"/>
          <a:cs typeface="Montserrat Semi Bold"/>
        </a:defRPr>
      </a:lvl9pPr>
    </p:titleStyle>
    <p:bodyStyle>
      <a:lvl1pPr marL="0" marR="0" indent="0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1pPr>
      <a:lvl2pPr marL="0" marR="0" indent="914172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2pPr>
      <a:lvl3pPr marL="0" marR="0" indent="182834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3pPr>
      <a:lvl4pPr marL="0" marR="0" indent="274251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4pPr>
      <a:lvl5pPr marL="0" marR="0" indent="3656684" algn="l" defTabSz="1828344">
        <a:lnSpc>
          <a:spcPct val="90000"/>
        </a:lnSpc>
        <a:spcBef>
          <a:spcPts val="2000"/>
        </a:spcBef>
        <a:spcAft>
          <a:spcPts val="0"/>
        </a:spcAft>
        <a:buClrTx/>
        <a:buSzTx/>
        <a:buFontTx/>
        <a:buNone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5pPr>
      <a:lvl6pPr marL="493652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6pPr>
      <a:lvl7pPr marL="5850696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7pPr>
      <a:lvl8pPr marL="676487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8pPr>
      <a:lvl9pPr marL="7679040" marR="0" indent="-365668" algn="l" defTabSz="1828344">
        <a:lnSpc>
          <a:spcPct val="90000"/>
        </a:lnSpc>
        <a:spcBef>
          <a:spcPts val="2000"/>
        </a:spcBef>
        <a:spcAft>
          <a:spcPts val="0"/>
        </a:spcAft>
        <a:buClrTx/>
        <a:buSzPct val="100000"/>
        <a:buFontTx/>
        <a:buChar char="•"/>
        <a:defRPr sz="2800" b="0" i="0" u="none" strike="noStrike" cap="none" spc="0">
          <a:solidFill>
            <a:srgbClr val="000000"/>
          </a:solidFill>
          <a:latin typeface="Open Sans Light"/>
          <a:ea typeface="Open Sans Light"/>
          <a:cs typeface="Open Sans Light"/>
        </a:defRPr>
      </a:lvl9pPr>
    </p:bodyStyle>
    <p:otherStyle>
      <a:lvl1pPr marL="0" marR="0" indent="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1pPr>
      <a:lvl2pPr marL="0" marR="0" indent="91421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2pPr>
      <a:lvl3pPr marL="0" marR="0" indent="182843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3pPr>
      <a:lvl4pPr marL="0" marR="0" indent="2742652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4pPr>
      <a:lvl5pPr marL="0" marR="0" indent="365686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5pPr>
      <a:lvl6pPr marL="0" marR="0" indent="4571086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6pPr>
      <a:lvl7pPr marL="0" marR="0" indent="5485304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7pPr>
      <a:lvl8pPr marL="0" marR="0" indent="6399520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8pPr>
      <a:lvl9pPr marL="0" marR="0" indent="7313738" algn="r" defTabSz="1828434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2300" b="0" i="0" u="none" strike="noStrike" cap="none" spc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2.jpg"/><Relationship Id="rId3" Type="http://schemas.openxmlformats.org/officeDocument/2006/relationships/image" Target="../media/image3.jpg"/><Relationship Id="rId4" Type="http://schemas.openxmlformats.org/officeDocument/2006/relationships/image" Target="../media/image4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5.jpg"/><Relationship Id="rId3" Type="http://schemas.openxmlformats.org/officeDocument/2006/relationships/image" Target="../media/image6.jpg"/><Relationship Id="rId4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8.jpg"/><Relationship Id="rId3" Type="http://schemas.openxmlformats.org/officeDocument/2006/relationships/image" Target="../media/image9.jpg"/><Relationship Id="rId4" Type="http://schemas.openxmlformats.org/officeDocument/2006/relationships/image" Target="../media/image10.jpg"/><Relationship Id="rId5" Type="http://schemas.openxmlformats.org/officeDocument/2006/relationships/image" Target="../media/image11.jpg"/><Relationship Id="rId6" Type="http://schemas.openxmlformats.org/officeDocument/2006/relationships/image" Target="../media/image12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2.xml"/><Relationship Id="rId2" Type="http://schemas.openxmlformats.org/officeDocument/2006/relationships/image" Target="../media/image13.jpg"/><Relationship Id="rId3" Type="http://schemas.openxmlformats.org/officeDocument/2006/relationships/image" Target="../media/image14.jpg"/><Relationship Id="rId4" Type="http://schemas.openxmlformats.org/officeDocument/2006/relationships/image" Target="../media/image1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5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4" name="Rectangle 32"/>
          <p:cNvSpPr/>
          <p:nvPr/>
        </p:nvSpPr>
        <p:spPr bwMode="auto">
          <a:xfrm>
            <a:off x="955385" y="5685905"/>
            <a:ext cx="4621490" cy="2427318"/>
          </a:xfrm>
          <a:prstGeom prst="rect">
            <a:avLst/>
          </a:prstGeom>
          <a:solidFill>
            <a:srgbClr val="E6E6E6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55" name="Text Placeholder 1"/>
          <p:cNvSpPr txBox="1"/>
          <p:nvPr/>
        </p:nvSpPr>
        <p:spPr bwMode="auto">
          <a:xfrm>
            <a:off x="1780895" y="6538791"/>
            <a:ext cx="13219417" cy="1574432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Autofit/>
          </a:bodyPr>
          <a:lstStyle/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44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Stem"/>
              </a:rPr>
              <a:t>ПОРЯДОК И ПРИОРИТЕТНОСТЬ ОКАЗАНИЯ ПЕРВОЙ ПОМОЩИ</a:t>
            </a:r>
          </a:p>
          <a:p>
            <a:pPr defTabSz="914400" rtl="0">
              <a:lnSpc>
                <a:spcPct val="100000"/>
              </a:lnSpc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endParaRPr lang="ru-RU" sz="4400" b="1" spc="300" dirty="0">
              <a:solidFill>
                <a:srgbClr val="4D4D4D"/>
              </a:solidFill>
              <a:latin typeface="Montserrat Semi Bold"/>
              <a:ea typeface="Montserrat Semi Bold"/>
              <a:cs typeface="Montserrat Semi Bold"/>
              <a:sym typeface="Stem"/>
            </a:endParaRPr>
          </a:p>
        </p:txBody>
      </p:sp>
      <p:sp>
        <p:nvSpPr>
          <p:cNvPr id="845" name="Rectangle 13"/>
          <p:cNvSpPr/>
          <p:nvPr/>
        </p:nvSpPr>
        <p:spPr bwMode="auto">
          <a:xfrm>
            <a:off x="15825822" y="0"/>
            <a:ext cx="8688311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846" name="Rectangle 5"/>
          <p:cNvSpPr/>
          <p:nvPr/>
        </p:nvSpPr>
        <p:spPr bwMode="auto">
          <a:xfrm>
            <a:off x="1780895" y="7794112"/>
            <a:ext cx="12803868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507017090"/>
      </p:ext>
    </p:extLst>
  </p:cSld>
  <p:clrMapOvr>
    <a:masterClrMapping/>
  </p:clrMapOvr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55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2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797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 b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Тема 1 · п. 3  Порядок и приоритетность; извлечение и перемещение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200" b="1">
                <a:solidFill>
                  <a:srgbClr val="404040"/>
                </a:solidFill>
                <a:latin typeface="Open Sans"/>
              </a:rPr>
              <a:t>Если пострадавших несколько, а участников оказания помощи недостаточно — определяют приоритетность:</a:t>
            </a:r>
            <a:endParaRPr/>
          </a:p>
          <a:p>
            <a:pPr>
              <a:defRPr/>
            </a:pPr>
            <a:r>
              <a:rPr lang="ru-RU" sz="2200" b="1">
                <a:solidFill>
                  <a:srgbClr val="404040"/>
                </a:solidFill>
                <a:latin typeface="Open Sans"/>
              </a:rPr>
              <a:t xml:space="preserve"> </a:t>
            </a:r>
            <a:endParaRPr/>
          </a:p>
          <a:p>
            <a:pPr>
              <a:defRPr/>
            </a:pPr>
            <a:r>
              <a:rPr lang="ru-RU" sz="2200" b="1">
                <a:solidFill>
                  <a:srgbClr val="404040"/>
                </a:solidFill>
                <a:latin typeface="Open Sans"/>
              </a:rPr>
              <a:t>• в первую очередь — наиболее тяжело пострадавшим и несовершеннолетним детям;</a:t>
            </a:r>
            <a:endParaRPr/>
          </a:p>
          <a:p>
            <a:pPr>
              <a:defRPr/>
            </a:pPr>
            <a:r>
              <a:rPr lang="ru-RU" sz="2200" b="1">
                <a:solidFill>
                  <a:srgbClr val="404040"/>
                </a:solidFill>
                <a:latin typeface="Open Sans"/>
              </a:rPr>
              <a:t>• для взрослых приоритетность определяется последовательностью мероприятий Порядка оказания первой помощи (приказ № 220н);</a:t>
            </a:r>
            <a:endParaRPr/>
          </a:p>
          <a:p>
            <a:pPr>
              <a:defRPr/>
            </a:pPr>
            <a:r>
              <a:rPr lang="ru-RU" sz="2200" b="1">
                <a:solidFill>
                  <a:srgbClr val="404040"/>
                </a:solidFill>
                <a:latin typeface="Open Sans"/>
              </a:rPr>
              <a:t>• в ряде случаев допустима самопомощь (например, прямое давление на рану), пока оказывается помощь другому пострадавшему;</a:t>
            </a:r>
            <a:endParaRPr/>
          </a:p>
          <a:p>
            <a:pPr>
              <a:defRPr/>
            </a:pPr>
            <a:r>
              <a:rPr lang="ru-RU" sz="2200" b="1">
                <a:solidFill>
                  <a:srgbClr val="404040"/>
                </a:solidFill>
                <a:latin typeface="Open Sans"/>
              </a:rPr>
              <a:t>• более опытный участник может координировать действия остальных, направляя их к наиболее тяжелым пострадавшим.</a:t>
            </a:r>
            <a:endParaRPr/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3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34797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7" name="Прямоугольник 6"/>
          <p:cNvSpPr/>
          <p:nvPr/>
        </p:nvSpPr>
        <p:spPr bwMode="auto">
          <a:xfrm>
            <a:off x="10916237" y="5096980"/>
            <a:ext cx="12192000" cy="7250959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Оценка обстановки и обеспечение безопасных условий для оказания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собственной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угрожающие факторы для жизни и здоровья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устранить угрожающие факторы для жизни и здоровья;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прекратить действие повреждающих факторов на пострадавшего;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при необходимости, оценить количество пострадавших;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извлечь пострадавшего из транспортного средства или других труднодоступных мест (при необходимости);</a:t>
            </a:r>
            <a:endParaRPr/>
          </a:p>
          <a:p>
            <a:pPr marL="342900" indent="-3429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переместить пострадавшего (при необходимости).</a:t>
            </a:r>
          </a:p>
        </p:txBody>
      </p:sp>
      <p:pic>
        <p:nvPicPr>
          <p:cNvPr id="8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4161" y="346989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9380083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4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92126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9" name="Прямоугольник 8"/>
          <p:cNvSpPr/>
          <p:nvPr/>
        </p:nvSpPr>
        <p:spPr bwMode="auto">
          <a:xfrm>
            <a:off x="10962721" y="5135324"/>
            <a:ext cx="12192000" cy="5958298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Восстановление проходимости дыхательных путей и определение признаков жизни: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запрокинуть голову с подъемом подбородка;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выдвинуть нижнюю челюсть (при необходимости);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нормального дыхания с помощью слуха, зрения и осязания;</a:t>
            </a:r>
            <a:endParaRPr/>
          </a:p>
          <a:p>
            <a:pPr marL="457200" indent="-457200">
              <a:lnSpc>
                <a:spcPct val="150000"/>
              </a:lnSpc>
              <a:buFont typeface="Wingdings"/>
              <a:buChar char="q"/>
              <a:defRPr/>
            </a:pPr>
            <a:r>
              <a:rPr lang="ru-RU" sz="2800"/>
              <a:t>определить наличие кровообращения путем проверки пульса на магистральных артериях (одновременно с определением дыхания и при наличии соответствующей подготовки). </a:t>
            </a:r>
            <a:endParaRPr/>
          </a:p>
        </p:txBody>
      </p:sp>
      <p:pic>
        <p:nvPicPr>
          <p:cNvPr id="10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90645" y="350823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249312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5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4731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8" name="Прямоугольник 7"/>
          <p:cNvSpPr/>
          <p:nvPr/>
        </p:nvSpPr>
        <p:spPr bwMode="auto">
          <a:xfrm>
            <a:off x="11543928" y="3435665"/>
            <a:ext cx="12192000" cy="95346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ru-RU" sz="2800" b="1" dirty="0"/>
              <a:t>Проведение сердечно-легочной реанимации путем чередования: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давления руками на грудину пострадавшего;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искусственного дыхания «Рот ко рту», «Рот к носу», с использованием устройств для искусственного дыхания. 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>
              <a:defRPr/>
            </a:pPr>
            <a:r>
              <a:rPr lang="ru-RU" sz="2800" b="1" dirty="0"/>
              <a:t>Поддержание проходимости дыхательных путей:</a:t>
            </a:r>
            <a:endParaRPr dirty="0"/>
          </a:p>
          <a:p>
            <a:pPr>
              <a:defRPr/>
            </a:pPr>
            <a:endParaRPr lang="ru-RU" sz="2800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придать устойчивое боковое положение;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запрокинуть голову с подъемом подбородка;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выдвинуть нижнюю челюсть.</a:t>
            </a:r>
            <a:endParaRPr dirty="0"/>
          </a:p>
          <a:p>
            <a:pPr>
              <a:defRPr/>
            </a:pPr>
            <a:endParaRPr lang="ru-RU" sz="2800" dirty="0"/>
          </a:p>
          <a:p>
            <a:pPr>
              <a:defRPr/>
            </a:pPr>
            <a:r>
              <a:rPr lang="ru-RU" sz="2800" b="1" dirty="0"/>
              <a:t>Остановка наружного кровотечения:</a:t>
            </a:r>
            <a:endParaRPr dirty="0"/>
          </a:p>
          <a:p>
            <a:pPr>
              <a:defRPr/>
            </a:pPr>
            <a:endParaRPr lang="ru-RU" sz="2800" b="1"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давящей повязки;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пальцевым прижатием артерии;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прямым давлением на рану;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максимальным сгибанием конечности в суставе;</a:t>
            </a:r>
            <a:endParaRPr dirty="0"/>
          </a:p>
          <a:p>
            <a:pPr marL="457200" indent="-457200">
              <a:buFont typeface="Wingdings"/>
              <a:buChar char="q"/>
              <a:defRPr/>
            </a:pPr>
            <a:r>
              <a:rPr lang="ru-RU" sz="2800" dirty="0"/>
              <a:t>наложением жгута.</a:t>
            </a:r>
            <a:endParaRPr dirty="0"/>
          </a:p>
          <a:p>
            <a:pPr>
              <a:defRPr/>
            </a:pPr>
            <a:endParaRPr lang="ru-RU" sz="2800" dirty="0"/>
          </a:p>
        </p:txBody>
      </p:sp>
      <p:pic>
        <p:nvPicPr>
          <p:cNvPr id="11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852173" y="3411579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267119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6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86617"/>
            <a:ext cx="24280504" cy="1508105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ПОРЯДОК И ПРИОРИТЕТНОСТЬ ОКАЗАНИЯ ПЕРВОЙ ПОМОЩИ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4600" b="0" i="0" u="none" strike="noStrike" kern="0" cap="none" spc="0" normalizeH="0" baseline="0" noProof="0" dirty="0">
              <a:ln>
                <a:noFill/>
              </a:ln>
              <a:solidFill>
                <a:srgbClr val="404040"/>
              </a:solidFill>
              <a:effectLst/>
              <a:uLnTx/>
              <a:uFillTx/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28" y="2604670"/>
            <a:ext cx="17630090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10716136" y="4457055"/>
            <a:ext cx="12192000" cy="8586710"/>
          </a:xfrm>
          <a:prstGeom prst="rect">
            <a:avLst/>
          </a:prstGeom>
        </p:spPr>
        <p:txBody>
          <a:bodyPr>
            <a:spAutoFit/>
          </a:bodyPr>
          <a:lstStyle/>
          <a:p>
            <a:pPr>
              <a:defRPr/>
            </a:pPr>
            <a:r>
              <a:rPr lang="ru-RU" sz="2800" b="1"/>
              <a:t>Провести подробный осмотр пострадавшего и выполнить мероприятия по оказанию первой помощи:</a:t>
            </a:r>
            <a:endParaRPr/>
          </a:p>
          <a:p>
            <a:pPr>
              <a:defRPr/>
            </a:pPr>
            <a:endParaRPr lang="ru-RU" sz="2800"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головы;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шеи;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груди;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спины;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осмотр живота и таза;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осмотр конечностей;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наложить повязки при травмах различных областей тела;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иммобилизацию;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зафиксировать шейный отдел позвоночника;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прекратить воздействие опасных химических веществ на пострадавшего;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местное охлаждение при травмах, термических ожогах и иных воздействиях высоких температур или теплового излучения;</a:t>
            </a:r>
            <a:endParaRPr/>
          </a:p>
          <a:p>
            <a:pPr marL="457200" indent="-457200">
              <a:buFont typeface="Wingdings"/>
              <a:buChar char="q"/>
              <a:defRPr/>
            </a:pPr>
            <a:r>
              <a:rPr lang="ru-RU" sz="2800"/>
              <a:t>провести термоизоляцию при отморожениях и других эффектах воздействия низких температур.</a:t>
            </a:r>
            <a:endParaRPr/>
          </a:p>
        </p:txBody>
      </p:sp>
      <p:pic>
        <p:nvPicPr>
          <p:cNvPr id="13" name="Picture 2" descr="Алгоритм 2018 НОВЫЙ"/>
          <p:cNvPicPr>
            <a:picLocks noChangeAspect="1" noChangeArrowheads="1"/>
          </p:cNvPicPr>
          <p:nvPr/>
        </p:nvPicPr>
        <p:blipFill>
          <a:blip r:embed="rId2"/>
          <a:srcRect l="3879" t="2743" r="6219" b="5061"/>
          <a:stretch/>
        </p:blipFill>
        <p:spPr bwMode="auto">
          <a:xfrm>
            <a:off x="2040713" y="3466075"/>
            <a:ext cx="6998266" cy="10186826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7570348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7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0" name="Рисунок 1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562282" y="4890177"/>
            <a:ext cx="7085602" cy="824322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Прямоугольник 10"/>
          <p:cNvSpPr/>
          <p:nvPr/>
        </p:nvSpPr>
        <p:spPr bwMode="auto">
          <a:xfrm>
            <a:off x="1878928" y="3861695"/>
            <a:ext cx="5915402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в сознании)</a:t>
            </a:r>
            <a:endParaRPr/>
          </a:p>
        </p:txBody>
      </p:sp>
      <p:sp>
        <p:nvSpPr>
          <p:cNvPr id="12" name="Прямоугольник 11"/>
          <p:cNvSpPr/>
          <p:nvPr/>
        </p:nvSpPr>
        <p:spPr bwMode="auto">
          <a:xfrm>
            <a:off x="8984951" y="3861696"/>
            <a:ext cx="6195928" cy="113319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ru-RU" sz="3200" b="1"/>
              <a:t>Извлечение пострадавшего </a:t>
            </a:r>
            <a:endParaRPr/>
          </a:p>
          <a:p>
            <a:pPr algn="ctr">
              <a:defRPr/>
            </a:pPr>
            <a:r>
              <a:rPr lang="ru-RU" sz="3200" b="1"/>
              <a:t>(пострадавший без сознания)</a:t>
            </a:r>
            <a:endParaRPr/>
          </a:p>
        </p:txBody>
      </p:sp>
      <p:pic>
        <p:nvPicPr>
          <p:cNvPr id="13" name="Рисунок 3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8592296" y="5677536"/>
            <a:ext cx="7478451" cy="709650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Рисунок 65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944528" y="4625752"/>
            <a:ext cx="5899061" cy="8507651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Прямоугольник 14"/>
          <p:cNvSpPr/>
          <p:nvPr/>
        </p:nvSpPr>
        <p:spPr bwMode="auto">
          <a:xfrm>
            <a:off x="16350677" y="3756982"/>
            <a:ext cx="649291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с поддержкой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373839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8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66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2366357" y="4690191"/>
            <a:ext cx="6062306" cy="8620813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69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509197" y="4749193"/>
            <a:ext cx="5277914" cy="74557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" name="Рисунок 68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6591581" y="4769848"/>
            <a:ext cx="5356241" cy="7974141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Прямоугольник 18"/>
          <p:cNvSpPr/>
          <p:nvPr/>
        </p:nvSpPr>
        <p:spPr bwMode="auto">
          <a:xfrm>
            <a:off x="2020175" y="3556997"/>
            <a:ext cx="640848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Перемещение пострадавшего в одиночку волоком </a:t>
            </a:r>
          </a:p>
        </p:txBody>
      </p:sp>
      <p:sp>
        <p:nvSpPr>
          <p:cNvPr id="20" name="Прямоугольник 19"/>
          <p:cNvSpPr/>
          <p:nvPr/>
        </p:nvSpPr>
        <p:spPr bwMode="auto">
          <a:xfrm>
            <a:off x="9509197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спине </a:t>
            </a:r>
          </a:p>
        </p:txBody>
      </p:sp>
      <p:sp>
        <p:nvSpPr>
          <p:cNvPr id="21" name="Прямоугольник 20"/>
          <p:cNvSpPr/>
          <p:nvPr/>
        </p:nvSpPr>
        <p:spPr bwMode="auto">
          <a:xfrm>
            <a:off x="16336314" y="3615998"/>
            <a:ext cx="5746583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на руках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538120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9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 dirty="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2" name="Рисунок 73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18074931" y="4732576"/>
            <a:ext cx="6289969" cy="87247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Рисунок 67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904649" y="4523499"/>
            <a:ext cx="5850179" cy="8114764"/>
          </a:xfrm>
          <a:prstGeom prst="rect">
            <a:avLst/>
          </a:prstGeom>
          <a:noFill/>
        </p:spPr>
      </p:pic>
      <p:pic>
        <p:nvPicPr>
          <p:cNvPr id="14" name="Рисунок 71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7335351" y="4571040"/>
            <a:ext cx="5137895" cy="8480083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Рисунок 72"/>
          <p:cNvPicPr>
            <a:picLocks noChangeAspect="1" noChangeArrowheads="1"/>
          </p:cNvPicPr>
          <p:nvPr/>
        </p:nvPicPr>
        <p:blipFill>
          <a:blip r:embed="rId5"/>
          <a:srcRect l="14296" r="12385"/>
          <a:stretch/>
        </p:blipFill>
        <p:spPr bwMode="auto">
          <a:xfrm>
            <a:off x="14794913" y="7894084"/>
            <a:ext cx="4316032" cy="5018838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Прямоугольник 22"/>
          <p:cNvSpPr/>
          <p:nvPr/>
        </p:nvSpPr>
        <p:spPr bwMode="auto">
          <a:xfrm>
            <a:off x="1373521" y="3599381"/>
            <a:ext cx="5618822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 одиночку на плече </a:t>
            </a:r>
          </a:p>
        </p:txBody>
      </p:sp>
      <p:sp>
        <p:nvSpPr>
          <p:cNvPr id="24" name="Прямоугольник 23"/>
          <p:cNvSpPr/>
          <p:nvPr/>
        </p:nvSpPr>
        <p:spPr bwMode="auto">
          <a:xfrm>
            <a:off x="7942121" y="3588251"/>
            <a:ext cx="6766239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четырех рук </a:t>
            </a:r>
          </a:p>
        </p:txBody>
      </p:sp>
      <p:sp>
        <p:nvSpPr>
          <p:cNvPr id="25" name="Прямоугольник 24"/>
          <p:cNvSpPr/>
          <p:nvPr/>
        </p:nvSpPr>
        <p:spPr bwMode="auto">
          <a:xfrm>
            <a:off x="15377860" y="3626514"/>
            <a:ext cx="8856710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на замке из трех рук с поддержкой под спину</a:t>
            </a:r>
          </a:p>
        </p:txBody>
      </p:sp>
      <p:pic>
        <p:nvPicPr>
          <p:cNvPr id="26" name="Рисунок 70"/>
          <p:cNvPicPr>
            <a:picLocks noChangeAspect="1" noChangeArrowheads="1"/>
          </p:cNvPicPr>
          <p:nvPr/>
        </p:nvPicPr>
        <p:blipFill>
          <a:blip r:embed="rId6"/>
          <a:stretch/>
        </p:blipFill>
        <p:spPr bwMode="auto">
          <a:xfrm>
            <a:off x="11975540" y="4821865"/>
            <a:ext cx="3078163" cy="297180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8940337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6" name="Номер слайда"/>
          <p:cNvSpPr txBox="1">
            <a:spLocks noGrp="1"/>
          </p:cNvSpPr>
          <p:nvPr>
            <p:ph type="sldNum" sz="quarter" idx="4294967295"/>
          </p:nvPr>
        </p:nvSpPr>
        <p:spPr bwMode="auto">
          <a:xfrm>
            <a:off x="6350" y="6542537"/>
            <a:ext cx="684000" cy="630942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 lim="800000"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wrap="square"/>
          <a:lstStyle>
            <a:lvl1pPr>
              <a:defRPr sz="3500">
                <a:solidFill>
                  <a:srgbClr val="FFFFFF"/>
                </a:solidFill>
              </a:defRPr>
            </a:lvl1pPr>
          </a:lstStyle>
          <a:p>
            <a:pPr marL="0" marR="0" lvl="0" indent="0" algn="ctr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6CB4B4D-7CA3-9044-876B-883B54F8677D}" type="slidenum">
              <a:rPr kumimoji="0" sz="35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 Light"/>
                <a:ea typeface="Open Sans"/>
                <a:cs typeface="Calibri"/>
                <a:sym typeface="Open Sans"/>
              </a:rPr>
              <a:pPr marL="0" marR="0" lvl="0" indent="0" algn="ctr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/>
            </a:fld>
            <a:r>
              <a:t>10</a:t>
            </a: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29" name="TextBox 6"/>
          <p:cNvSpPr txBox="1"/>
          <p:nvPr/>
        </p:nvSpPr>
        <p:spPr bwMode="auto">
          <a:xfrm>
            <a:off x="2055993" y="1804451"/>
            <a:ext cx="24280504" cy="800219"/>
          </a:xfrm>
          <a:prstGeom prst="rect">
            <a:avLst/>
          </a:prstGeom>
          <a:ln w="12700">
            <a:miter lim="400000"/>
          </a:ln>
        </p:spPr>
        <p:txBody>
          <a:bodyPr wrap="square" lIns="45720" rIns="45720">
            <a:spAutoFit/>
          </a:bodyPr>
          <a:lstStyle>
            <a:lvl1pPr>
              <a:defRPr sz="6600">
                <a:solidFill>
                  <a:srgbClr val="010101"/>
                </a:solidFill>
                <a:latin typeface="Montserrat Semi Bold"/>
                <a:ea typeface="Montserrat Semi Bold"/>
                <a:cs typeface="Montserrat Semi Bold"/>
              </a:defRPr>
            </a:lvl1pPr>
          </a:lstStyle>
          <a:p>
            <a:pPr lvl="0" defTabSz="914400" rtl="0">
              <a:lnSpc>
                <a:spcPct val="100000"/>
              </a:lnSpc>
              <a:defRPr/>
            </a:pPr>
            <a:r>
              <a:rPr lang="ru-RU" sz="4600">
                <a:solidFill>
                  <a:srgbClr val="404040"/>
                </a:solidFill>
                <a:latin typeface="PFDinDisplayPro-Regular"/>
                <a:ea typeface="PFDinDisplayPro-Regular"/>
                <a:cs typeface="PFDinDisplayPro-Regular"/>
                <a:sym typeface="Stem"/>
              </a:rPr>
              <a:t>ИЗВЛЕЧЕНИЕ ПОСТРАДАВШИХ ИЗ ТРУДНОДОСТУПНЫХ МЕСТ И ПЕРЕМЕЩЕНИЕ</a:t>
            </a:r>
            <a:endParaRPr lang="ru-RU" sz="4600" dirty="0">
              <a:solidFill>
                <a:srgbClr val="404040"/>
              </a:solidFill>
              <a:latin typeface="PFDinDisplayPro-Regular"/>
              <a:ea typeface="PFDinDisplayPro-Regular"/>
              <a:cs typeface="PFDinDisplayPro-Regular"/>
              <a:sym typeface="Stem"/>
            </a:endParaRPr>
          </a:p>
        </p:txBody>
      </p:sp>
      <p:sp>
        <p:nvSpPr>
          <p:cNvPr id="22" name="Rectangle 29"/>
          <p:cNvSpPr/>
          <p:nvPr/>
        </p:nvSpPr>
        <p:spPr bwMode="auto">
          <a:xfrm>
            <a:off x="2061200" y="2604670"/>
            <a:ext cx="18265474" cy="72000"/>
          </a:xfrm>
          <a:prstGeom prst="rect">
            <a:avLst/>
          </a:prstGeom>
          <a:gradFill>
            <a:gsLst>
              <a:gs pos="0">
                <a:srgbClr val="656565"/>
              </a:gs>
              <a:gs pos="50000">
                <a:schemeClr val="accent6"/>
              </a:gs>
              <a:gs pos="100000">
                <a:srgbClr val="444444"/>
              </a:gs>
            </a:gsLst>
            <a:lin ang="5400000" scaled="1"/>
          </a:gradFill>
          <a:ln w="6350">
            <a:solidFill>
              <a:srgbClr val="DDDDDD"/>
            </a:solidFill>
            <a:miter/>
          </a:ln>
          <a:effectLst>
            <a:outerShdw blurRad="63500" dist="19050" dir="5400000" rotWithShape="0">
              <a:srgbClr val="000000">
                <a:alpha val="63000"/>
              </a:srgbClr>
            </a:outerShdw>
          </a:effectLst>
        </p:spPr>
        <p:txBody>
          <a:bodyPr lIns="45720" rIns="45720" anchor="ctr"/>
          <a:lstStyle/>
          <a:p>
            <a:pPr marL="0" marR="0" lvl="0" indent="0" algn="l" defTabSz="182843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3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 Light"/>
              <a:ea typeface="Open Sans"/>
              <a:cs typeface="Calibri"/>
              <a:sym typeface="Open Sans"/>
            </a:endParaRPr>
          </a:p>
        </p:txBody>
      </p:sp>
      <p:sp>
        <p:nvSpPr>
          <p:cNvPr id="5" name="Подзаголовок 2"/>
          <p:cNvSpPr txBox="1">
            <a:spLocks/>
          </p:cNvSpPr>
          <p:nvPr/>
        </p:nvSpPr>
        <p:spPr bwMode="auto">
          <a:xfrm>
            <a:off x="2055993" y="2753858"/>
            <a:ext cx="6408712" cy="681807"/>
          </a:xfrm>
          <a:prstGeom prst="rect">
            <a:avLst/>
          </a:prstGeom>
          <a:ln w="25400">
            <a:miter lim="400000"/>
          </a:ln>
        </p:spPr>
        <p:txBody>
          <a:bodyPr tIns="91439" bIns="91439" anchor="ctr">
            <a:normAutofit/>
          </a:bodyPr>
          <a:lstStyle>
            <a:lvl1pPr marL="0" marR="0" indent="0" algn="r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8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1pPr>
            <a:lvl2pPr marL="0" marR="0" indent="457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2pPr>
            <a:lvl3pPr marL="0" marR="0" indent="914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3pPr>
            <a:lvl4pPr marL="0" marR="0" indent="1371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4pPr>
            <a:lvl5pPr marL="0" marR="0" indent="18288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535353"/>
                </a:solidFill>
                <a:latin typeface="Open Sans"/>
                <a:ea typeface="Open Sans"/>
                <a:cs typeface="Open Sans"/>
              </a:defRPr>
            </a:lvl5pPr>
            <a:lvl6pPr marL="0" marR="0" indent="22860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6pPr>
            <a:lvl7pPr marL="0" marR="0" indent="27432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7pPr>
            <a:lvl8pPr marL="0" marR="0" indent="32004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8pPr>
            <a:lvl9pPr marL="0" marR="0" indent="3657600" algn="l" defTabSz="18288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 sz="2400" b="0" i="0" u="none" strike="noStrike" cap="none" spc="0">
                <a:solidFill>
                  <a:srgbClr val="0082B9"/>
                </a:solidFill>
                <a:latin typeface="Open Sans"/>
                <a:ea typeface="Open Sans"/>
                <a:cs typeface="Open Sans"/>
              </a:defRPr>
            </a:lvl9pPr>
          </a:lstStyle>
          <a:p>
            <a:pPr marL="0" marR="0" lvl="0" indent="0" algn="r" defTabSz="1828800" eaLnBrk="1" fontAlgn="auto" latinLnBrk="0" hangingPunct="1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8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Open Sans"/>
                <a:ea typeface="Open Sans"/>
                <a:cs typeface="Open Sans"/>
              </a:rPr>
              <a:t>Аспекты оказания первой помощи</a:t>
            </a:r>
            <a:endParaRPr kumimoji="0" lang="ru-RU" sz="2800" b="0" i="0" u="none" strike="noStrike" kern="0" cap="none" spc="0" normalizeH="0" baseline="0" noProof="0" dirty="0">
              <a:ln>
                <a:noFill/>
              </a:ln>
              <a:solidFill>
                <a:srgbClr val="535353"/>
              </a:solidFill>
              <a:effectLst/>
              <a:uLnTx/>
              <a:uFillTx/>
              <a:latin typeface="Open Sans"/>
              <a:ea typeface="Open Sans"/>
              <a:cs typeface="Open Sans"/>
            </a:endParaRPr>
          </a:p>
        </p:txBody>
      </p:sp>
      <p:pic>
        <p:nvPicPr>
          <p:cNvPr id="16" name="Рисунок 75"/>
          <p:cNvPicPr>
            <a:picLocks noChangeAspect="1" noChangeArrowheads="1"/>
          </p:cNvPicPr>
          <p:nvPr/>
        </p:nvPicPr>
        <p:blipFill>
          <a:blip r:embed="rId2"/>
          <a:stretch/>
        </p:blipFill>
        <p:spPr bwMode="auto">
          <a:xfrm>
            <a:off x="8303568" y="4258395"/>
            <a:ext cx="10234224" cy="84729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7" name="Рисунок 74"/>
          <p:cNvPicPr>
            <a:picLocks noChangeAspect="1" noChangeArrowheads="1"/>
          </p:cNvPicPr>
          <p:nvPr/>
        </p:nvPicPr>
        <p:blipFill>
          <a:blip r:embed="rId3"/>
          <a:stretch/>
        </p:blipFill>
        <p:spPr bwMode="auto">
          <a:xfrm>
            <a:off x="1008099" y="5058726"/>
            <a:ext cx="7499619" cy="728903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Прямоугольник 17"/>
          <p:cNvSpPr/>
          <p:nvPr/>
        </p:nvSpPr>
        <p:spPr bwMode="auto">
          <a:xfrm>
            <a:off x="1852626" y="3433811"/>
            <a:ext cx="5622768" cy="11331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ru-RU" sz="3200" b="1"/>
              <a:t>Переноска пострадавшего вдвоем за руки и ноги </a:t>
            </a:r>
          </a:p>
        </p:txBody>
      </p:sp>
      <p:sp>
        <p:nvSpPr>
          <p:cNvPr id="19" name="Прямоугольник 18"/>
          <p:cNvSpPr/>
          <p:nvPr/>
        </p:nvSpPr>
        <p:spPr bwMode="auto">
          <a:xfrm>
            <a:off x="9387659" y="3576588"/>
            <a:ext cx="13851869" cy="5915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defRPr/>
            </a:pPr>
            <a:r>
              <a:rPr lang="ru-RU" sz="3200" b="1"/>
              <a:t>Переноска пострадавшего с подозрением на травму позвоночника</a:t>
            </a:r>
          </a:p>
        </p:txBody>
      </p:sp>
      <p:pic>
        <p:nvPicPr>
          <p:cNvPr id="20" name="Рисунок 76"/>
          <p:cNvPicPr>
            <a:picLocks noChangeAspect="1" noChangeArrowheads="1"/>
          </p:cNvPicPr>
          <p:nvPr/>
        </p:nvPicPr>
        <p:blipFill>
          <a:blip r:embed="rId4"/>
          <a:stretch/>
        </p:blipFill>
        <p:spPr bwMode="auto">
          <a:xfrm>
            <a:off x="17028172" y="7601336"/>
            <a:ext cx="8065534" cy="682669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3392658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" name="Rectangle 13"/>
          <p:cNvSpPr/>
          <p:nvPr/>
        </p:nvSpPr>
        <p:spPr bwMode="auto">
          <a:xfrm>
            <a:off x="6350" y="0"/>
            <a:ext cx="24371300" cy="13716000"/>
          </a:xfrm>
          <a:prstGeom prst="rect">
            <a:avLst/>
          </a:prstGeom>
          <a:solidFill>
            <a:srgbClr val="DDDDDD"/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>
                <a:solidFill>
                  <a:srgbClr val="FFFFFF"/>
                </a:solidFill>
              </a:defRPr>
            </a:pPr>
            <a:endParaRPr sz="35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937" name="Rectangle 10"/>
          <p:cNvSpPr/>
          <p:nvPr/>
        </p:nvSpPr>
        <p:spPr bwMode="auto">
          <a:xfrm>
            <a:off x="6352" y="0"/>
            <a:ext cx="7435516" cy="13716000"/>
          </a:xfrm>
          <a:prstGeom prst="rect">
            <a:avLst/>
          </a:prstGeom>
          <a:solidFill>
            <a:srgbClr val="6F6F6F">
              <a:alpha val="50195"/>
            </a:srgbClr>
          </a:solidFill>
          <a:ln w="12700">
            <a:miter lim="400000"/>
          </a:ln>
        </p:spPr>
        <p:txBody>
          <a:bodyPr lIns="45720" rIns="45720" anchor="ctr"/>
          <a:lstStyle/>
          <a:p>
            <a:pPr algn="ctr" defTabSz="1828434" rtl="0">
              <a:lnSpc>
                <a:spcPct val="100000"/>
              </a:lnSpc>
              <a:defRPr sz="8600">
                <a:solidFill>
                  <a:srgbClr val="FFFFFF"/>
                </a:solidFill>
              </a:defRPr>
            </a:pPr>
            <a:endParaRPr sz="8600">
              <a:solidFill>
                <a:srgbClr val="FFFFFF"/>
              </a:solidFill>
              <a:latin typeface="Open Sans Light"/>
              <a:cs typeface="Calibri"/>
              <a:sym typeface="Open Sans"/>
            </a:endParaRPr>
          </a:p>
        </p:txBody>
      </p:sp>
      <p:sp>
        <p:nvSpPr>
          <p:cNvPr id="10" name="Text Placeholder 1"/>
          <p:cNvSpPr txBox="1"/>
          <p:nvPr/>
        </p:nvSpPr>
        <p:spPr bwMode="auto">
          <a:xfrm>
            <a:off x="9221446" y="5351780"/>
            <a:ext cx="14011088" cy="3012440"/>
          </a:xfrm>
          <a:prstGeom prst="rect">
            <a:avLst/>
          </a:prstGeom>
          <a:ln w="12700">
            <a:miter lim="400000"/>
          </a:ln>
        </p:spPr>
        <p:txBody>
          <a:bodyPr lIns="0" tIns="0" rIns="0" bIns="0" anchor="ctr">
            <a:normAutofit/>
          </a:bodyPr>
          <a:lstStyle/>
          <a:p>
            <a:pPr defTabSz="914400" rtl="0">
              <a:lnSpc>
                <a:spcPct val="90000"/>
              </a:lnSpc>
              <a:spcBef>
                <a:spcPts val="1000"/>
              </a:spcBef>
              <a:defRPr sz="7200" spc="30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</a:defRPr>
            </a:pPr>
            <a:r>
              <a:rPr lang="ru-RU" sz="6600" b="1" spc="300" dirty="0">
                <a:solidFill>
                  <a:srgbClr val="4D4D4D"/>
                </a:solidFill>
                <a:latin typeface="Montserrat Semi Bold"/>
                <a:ea typeface="Montserrat Semi Bold"/>
                <a:cs typeface="Montserrat Semi Bold"/>
                <a:sym typeface="Open Sans"/>
              </a:rPr>
              <a:t>БЛАГОДАРИМ ЗА ВНИМАНИЕ</a:t>
            </a:r>
            <a:endParaRPr sz="7200" spc="300" dirty="0">
              <a:solidFill>
                <a:srgbClr val="4D4D4D"/>
              </a:solidFill>
              <a:latin typeface="Montserrat Semi Bold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56936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fill="hold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1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13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14_Office Theme">
  <a:themeElements>
    <a:clrScheme name="Office Theme">
      <a:dk1>
        <a:srgbClr val="000000"/>
      </a:dk1>
      <a:lt1>
        <a:srgbClr val="F8F8F8"/>
      </a:lt1>
      <a:dk2>
        <a:srgbClr val="A7A7A7"/>
      </a:dk2>
      <a:lt2>
        <a:srgbClr val="535353"/>
      </a:lt2>
      <a:accent1>
        <a:srgbClr val="7C7C7C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12700" cap="flat">
          <a:solidFill>
            <a:srgbClr val="DDDDDD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127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ppt/theme/theme4.xml><?xml version="1.0" encoding="utf-8"?>
<a:theme xmlns:a="http://schemas.openxmlformats.org/drawingml/2006/main" name="Тема Office">
  <a:themeElements>
    <a:clrScheme name="Тема Offic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000FF"/>
      </a:hlink>
      <a:folHlink>
        <a:srgbClr val="FF00FF"/>
      </a:folHlink>
    </a:clrScheme>
    <a:fontScheme name="Тема Offic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Тема 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>
    <a:spDef>
      <a:spPr bwMode="auto">
        <a:prstGeom prst="rect">
          <a:avLst/>
        </a:prstGeom>
        <a:solidFill>
          <a:srgbClr val="FFFFFF"/>
        </a:solidFill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spDef>
    <a:lnDef>
      <a:spPr bwMode="auto">
        <a:prstGeom prst="rect">
          <a:avLst/>
        </a:prstGeom>
        <a:noFill/>
        <a:ln w="25400" cap="flat">
          <a:solidFill>
            <a:schemeClr val="accent1"/>
          </a:solidFill>
          <a:prstDash val="solid"/>
          <a:miter lim="8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lnDef>
    <a:txDef>
      <a:spPr bwMode="auto">
        <a:prstGeom prst="rect">
          <a:avLst/>
        </a:prstGeom>
        <a:noFill/>
        <a:ln w="25400" cap="flat">
          <a:noFill/>
          <a:miter lim="400000"/>
        </a:ln>
      </a:spPr>
      <a:bodyPr/>
      <a:lstStyle/>
      <a:style>
        <a:lnRef idx="0">
          <a:srgbClr val="000000"/>
        </a:lnRef>
        <a:fillRef idx="0">
          <a:srgbClr val="000000"/>
        </a:fillRef>
        <a:effectRef idx="0">
          <a:srgbClr val="00000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1184</TotalTime>
  <Words>472</Words>
  <Application>Microsoft Office PowerPoint</Application>
  <DocSecurity>0</DocSecurity>
  <PresentationFormat>Произвольный</PresentationFormat>
  <Paragraphs>90</Paragraphs>
  <Slides>10</Slides>
  <Notes>2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10</vt:i4>
      </vt:variant>
    </vt:vector>
  </HeadingPairs>
  <TitlesOfParts>
    <vt:vector size="19" baseType="lpstr">
      <vt:lpstr>Calibri</vt:lpstr>
      <vt:lpstr>Montserrat Semi Bold</vt:lpstr>
      <vt:lpstr>Open Sans</vt:lpstr>
      <vt:lpstr>Open Sans Light</vt:lpstr>
      <vt:lpstr>PFDinDisplayPro-Regular</vt:lpstr>
      <vt:lpstr>Wingdings</vt:lpstr>
      <vt:lpstr>11_Office Theme</vt:lpstr>
      <vt:lpstr>13_Office Theme</vt:lpstr>
      <vt:lpstr>14_Office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ИНТЕЛЛЕКТУАЛЬНОЕ ОБУЧЕНИЕ ЗАГОЛОВОК</dc:title>
  <dc:subject/>
  <dc:creator>ASUS</dc:creator>
  <cp:keywords/>
  <dc:description/>
  <cp:lastModifiedBy>smarta3@outlook.com</cp:lastModifiedBy>
  <cp:revision>130</cp:revision>
  <dcterms:modified xsi:type="dcterms:W3CDTF">2026-08-07T11:55:16Z</dcterms:modified>
  <cp:category/>
  <dc:identifier/>
  <cp:contentStatus/>
  <dc:language/>
  <cp:version/>
</cp:coreProperties>
</file>