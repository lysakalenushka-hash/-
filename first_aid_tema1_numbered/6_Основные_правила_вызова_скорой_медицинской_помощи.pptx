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7"/>
  </p:notesMasterIdLst>
  <p:sldIdLst>
    <p:sldId id="280" r:id="rId4"/>
    <p:sldId id="304" r:id="rId12"/>
    <p:sldId id="303" r:id="rId5"/>
    <p:sldId id="282" r:id="rId6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ОСНОВНЫЕ ПРАВИЛА ВЫЗОВА СКОРОЙ МЕДИЦИНСКОЙ ПОМОЩИ И ДРУГИХ СПЕЦИАЛЬНЫХ СЛУЖБ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15415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2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804451"/>
            <a:ext cx="21204690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 b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НОМЕР 112 И ПОВОДЫ К ВЫЗОВУ СМП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2" y="2604670"/>
            <a:ext cx="16201906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6  Вызов СМП и специальных служб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sp>
        <p:nvSpPr>
          <p:cNvPr id="17" name="Прямоугольник 16"/>
          <p:cNvSpPr/>
          <p:nvPr/>
        </p:nvSpPr>
        <p:spPr bwMode="auto">
          <a:xfrm>
            <a:off x="2061252" y="3600000"/>
            <a:ext cx="20000000" cy="90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Единый номер экстренных служб — 112 (также 101, 102, 103 и региональные номера).</a:t>
            </a:r>
            <a:endParaRPr/>
          </a:p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 </a:t>
            </a:r>
            <a:endParaRPr/>
          </a:p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Поводы к вызову скорой медицинской помощи (не все входят в перечень состояний первой помощи, но требуют вызова СМП): нарушения сознания, дыхания, кровообращения; психические расстройства с опасностью для себя/окружающих; болевой синдром; травмы, отравления, ранения; термические и химические ожоги; кровотечения; роды, угроза прерывания беременности.</a:t>
            </a:r>
            <a:endParaRPr/>
          </a:p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 </a:t>
            </a:r>
            <a:endParaRPr/>
          </a:p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Сообщить диспетчеру: место и суть происшествия; число пострадавших, повреждения, тяжесть; какая помощь оказывается.</a:t>
            </a:r>
            <a:endParaRPr/>
          </a:p>
          <a:p>
            <a:pPr>
              <a:defRPr/>
            </a:pPr>
            <a:r>
              <a:rPr lang="ru-RU" sz="2800">
                <a:solidFill>
                  <a:srgbClr val="404040"/>
                </a:solidFill>
                <a:latin typeface="Open Sans"/>
              </a:rPr>
              <a:t>Трубку отключать после сообщения диспетчера о том, что вызов принят.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rPr>
                <a:solidFill/>
              </a:rP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804451"/>
            <a:ext cx="21204690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ПРАВИЛА ВЫЗОВА СКОРОЙ МЕДИЦИНСКОЙ ПОМОЩ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2" y="2604670"/>
            <a:ext cx="16201906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6  Вызов СМП и специальных служб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255138" y="4306967"/>
            <a:ext cx="9772145" cy="835800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 bwMode="auto">
          <a:xfrm>
            <a:off x="11975976" y="5993904"/>
            <a:ext cx="11926682" cy="3372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>
                <a:solidFill/>
              </a:rPr>
              <a:t>При вызове скорой медицинской помощи необходимо обязательно сообщить диспетчеру следующую информацию: </a:t>
            </a:r>
            <a:endParaRPr/>
          </a:p>
          <a:p>
            <a:pPr>
              <a:defRPr/>
            </a:pPr>
            <a:endParaRPr lang="ru-RU" sz="2800"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>
                <a:solidFill/>
              </a:rPr>
              <a:t>место происшествия, что произошло; 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>
                <a:solidFill/>
              </a:rPr>
              <a:t>число пострадавших и тяжесть их состояния; 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>
                <a:solidFill/>
              </a:rPr>
              <a:t>какая помощь оказывается.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09312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1182</TotalTime>
  <Words>65</Words>
  <Application>Microsoft Office PowerPoint</Application>
  <DocSecurity>0</DocSecurity>
  <PresentationFormat>Произвольный</PresentationFormat>
  <Paragraphs>14</Paragraphs>
  <Slides>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</vt:i4>
      </vt:variant>
    </vt:vector>
  </HeadingPairs>
  <TitlesOfParts>
    <vt:vector size="12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2026-08-07T11:57:57Z</dcterms:modified>
  <cp:category/>
  <dc:identifier/>
  <cp:contentStatus/>
  <dc:language/>
  <cp:version/>
</cp:coreProperties>
</file>