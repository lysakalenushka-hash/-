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7"/>
  </p:notesMasterIdLst>
  <p:sldIdLst>
    <p:sldId id="280" r:id="rId4"/>
    <p:sldId id="304" r:id="rId12"/>
    <p:sldId id="303" r:id="rId5"/>
    <p:sldId id="282" r:id="rId6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ОСНОВНЫЕ ПРАВИЛА ВЫЗОВА СКОРОЙ МЕДИЦИНСКОЙ ПОМОЩИ И ДРУГИХ СПЕЦИАЛЬНЫХ СЛУЖБ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815415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7046" y="1804451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НОМЕР 112 И ПОВОДЫ К ВЫЗОВУ СМП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6  Вызов СМП и специальных служб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200">
                <a:solidFill>
                  <a:srgbClr val="404040"/>
                </a:solidFill>
                <a:latin typeface="Open Sans"/>
              </a:rPr>
              <a:t>Единый номер экстренных служб — 112 (также 101, 102, 103 и региональные номера).</a:t>
            </a:r>
            <a:endParaRPr/>
          </a:p>
          <a:p>
            <a:pPr>
              <a:defRPr/>
            </a:pPr>
            <a:r>
              <a:rPr lang="ru-RU" sz="2200">
                <a:solidFill>
                  <a:srgbClr val="404040"/>
                </a:solidFill>
                <a:latin typeface="Open Sans"/>
              </a:rPr>
              <a:t xml:space="preserve"> </a:t>
            </a:r>
            <a:endParaRPr/>
          </a:p>
          <a:p>
            <a:pPr>
              <a:defRPr/>
            </a:pPr>
            <a:r>
              <a:rPr lang="ru-RU" sz="2200">
                <a:solidFill>
                  <a:srgbClr val="404040"/>
                </a:solidFill>
                <a:latin typeface="Open Sans"/>
              </a:rPr>
              <a:t>Поводы к вызову скорой медицинской помощи: нарушения сознания, дыхания, кровообращения; психические расстройства с опасностью для себя/окружающих; болевой синдром; травмы, отравления, ранения; термические и химические ожоги; кровотечения; роды, угроза прерывания беременности.</a:t>
            </a:r>
            <a:endParaRPr/>
          </a:p>
          <a:p>
            <a:pPr>
              <a:defRPr/>
            </a:pPr>
            <a:r>
              <a:rPr lang="ru-RU" sz="2200">
                <a:solidFill>
                  <a:srgbClr val="404040"/>
                </a:solidFill>
                <a:latin typeface="Open Sans"/>
              </a:rPr>
              <a:t xml:space="preserve"> </a:t>
            </a:r>
            <a:endParaRPr/>
          </a:p>
          <a:p>
            <a:pPr>
              <a:defRPr/>
            </a:pPr>
            <a:r>
              <a:rPr lang="ru-RU" sz="2200">
                <a:solidFill>
                  <a:srgbClr val="404040"/>
                </a:solidFill>
                <a:latin typeface="Open Sans"/>
              </a:rPr>
              <a:t>Сообщить диспетчеру: место и суть происшествия; число пострадавших, повреждения, тяжесть; какая помощь оказывается. Трубку отключать после сообщения диспетчера о том, что вызов принят.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7046" y="1804451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ПРАВИЛА ВЫЗОВА СКОРОЙ МЕДИЦИНСКОЙ ПОМОЩ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При вызове скорой медицинской помощи необходимо обязательно сообщить диспетчеру следующую информацию: 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место происшествия, что произошло;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число пострадавших и тяжесть их состояния;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какая помощь оказывается.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1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1182</TotalTime>
  <Words>65</Words>
  <Application>Microsoft Office PowerPoint</Application>
  <DocSecurity>0</DocSecurity>
  <PresentationFormat>Произвольный</PresentationFormat>
  <Paragraphs>14</Paragraphs>
  <Slides>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</vt:i4>
      </vt:variant>
    </vt:vector>
  </HeadingPairs>
  <TitlesOfParts>
    <vt:vector size="12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2026-08-07T11:57:57Z</dcterms:modified>
  <cp:category/>
  <dc:identifier/>
  <cp:contentStatus/>
  <dc:language/>
  <cp:version/>
</cp:coreProperties>
</file>