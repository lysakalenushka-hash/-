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0000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80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35353"/>
                </a:solidFill>
                <a:latin typeface="Open Sans"/>
              </a:rPr>
              <a:t>Тема 3 · п. 3.3  Техника СЛР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300000"/>
            <a:ext cx="10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404040"/>
                </a:solidFill>
                <a:latin typeface="PFDinDisplayPro-Regular"/>
              </a:rPr>
              <a:t>СЕРДЕЧНО-ЛЕГОЧНАЯ РЕАНИМАЦИЯ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4300000"/>
            <a:ext cx="40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4500000"/>
            <a:ext cx="10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Open Sans"/>
              </a:rPr>
              <a:t>Последовательность и техника по пособию Минздрава (2025).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620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5353"/>
                </a:solidFill>
                <a:latin typeface="Open Sans"/>
              </a:rPr>
              <a:t>По учебному пособию Минздрава России по первой помощи (2025) · Прил. № 2 к ПП РФ № 2464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СТАРТ АЛГОРИТМА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3.3  Техника СЛР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1. Оценка безопасности → устранение/минимизация угроз.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2. Проверка сознания.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3. Открытие дыхательных путей + проверка дыхания ≤ 10 с.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4. Нет нормального дыхания → громко позвать конкретного помощника вызвать СМП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   (или вызвать самому по громкой связи).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При вызове сообщить: место и что произошло; число пострадавших и что с ними;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какая помощь оказывается. Не отключаться, пока диспетчер не подтвердит приём.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Телефоны: 112 (также 101, 102, 103 или региональные).</a:t>
            </a:r>
          </a:p>
        </p:txBody>
      </p:sp>
      <p:pic>
        <p:nvPicPr>
          <p:cNvPr id="9" name="Picture 8" descr="img_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32323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33–34. Вызов помощи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ДАВЛЕНИЕ НА ГРУДИНУ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3.3  Техника СЛР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Пострадавший на спине на твёрдой ровной поверхности.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• Основание ладони — на центр груди; вторая рука сверху; кисти в замок.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• Руки прямые в локтях; плечи над пострадавшим; давление вертикально вниз.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• Глубина примерно 5–6 см у взрослых; полное расправление груди после каждого надавливания.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• Частота 100–120 в минуту.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После 30 надавливаний — 2 вдоха искусственного дыхания.</a:t>
            </a:r>
          </a:p>
        </p:txBody>
      </p:sp>
      <p:pic>
        <p:nvPicPr>
          <p:cNvPr id="9" name="Picture 8" descr="img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39867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35. Положение рук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ИСКУССТВЕННОЕ ДЫХАНИЕ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3.3  Техника СЛР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Метод «рот ко рту»: открыть дыхательные пути, зажать нос, 2 последовательных вдоха.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Признак эффективности — начало подъёма груди. На 2 вдоха — не более 10 секунд;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не более двух попыток за цикл.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Рекомендуется устройство «Рот–Устройство–Рот» из аптечки.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При повреждении губ — метод «рот к носу».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Если вдохи невозможны — только компрессии.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После ИВЛ — прополоскать рот оказывающему помощь.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Цикл: 30 надавливаний : 2 вдоха — до прекращения СЛР.</a:t>
            </a:r>
          </a:p>
        </p:txBody>
      </p:sp>
      <p:pic>
        <p:nvPicPr>
          <p:cNvPr id="9" name="Picture 8" descr="img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37646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37. Искусственное дыхание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ПРЕКРАЩЕНИЕ СЛР И ТИПИЧНЫЕ ОШИБКИ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3.3  Техника СЛР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1900000"/>
            <a:ext cx="104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60000"/>
            <a:ext cx="100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Продолжать до прибытия СМП/спецслужб и их распоряжения; до появления признаков жизни;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можно прекратить при угрозе для оказывающего помощь.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При усталости — привлечь помощника (смена примерно каждые 2 минуты).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Можно не начинать при явных признаках нежизнеспособности.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Ошибки: неверная последовательность; глубина/частота/точка давления;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неполное открытие дыхательных путей; паузы &gt; 10 с; соотношение не 30:2.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  <a:latin typeface="Open Sans"/>
              </a:rPr>
              <a:t>Осложнение: перелом рёбер — чаще при неверной точке/избыточной силе.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480000"/>
            <a:ext cx="10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04040"/>
                </a:solidFill>
                <a:latin typeface="PFDinDisplayPro-Regular"/>
              </a:rPr>
              <a:t>ОСОБЕННОСТИ: ДЕТИ И УТОПЛЕНИЕ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350000"/>
            <a:ext cx="7800000" cy="3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20000"/>
            <a:ext cx="90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35353"/>
                </a:solidFill>
                <a:latin typeface="Open Sans"/>
              </a:rPr>
              <a:t>Тема 3 · п. 3.3  Техника СЛР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" y="3000000"/>
            <a:ext cx="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30613"/>
                </a:solidFill>
                <a:latin typeface="PFDinDisplayPro-Regula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1900000"/>
            <a:ext cx="6200000" cy="4300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2060000"/>
            <a:ext cx="5800000" cy="3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Дети: та же последовательность и соотношение 30:2; глубина ~⅓ переднезаднего размера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(≈4 см до 1 года, ≈5 см старше). До 1 года — двумя пальцами; старше — одной/двумя руками.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После определения отсутствия признаков жизни у ребёнка эффективнее сразу 5 вдохов,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затем 30:2 (как в пособии).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Утопление: после извлечения из воды при отсутствии признаков жизни — 5 вдохов,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404040"/>
                </a:solidFill>
                <a:latin typeface="Open Sans"/>
              </a:rPr>
              <a:t>затем 30 надавливаний : 2 вдоха.</a:t>
            </a:r>
          </a:p>
        </p:txBody>
      </p:sp>
      <p:pic>
        <p:nvPicPr>
          <p:cNvPr id="9" name="Picture 8" descr="img_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0" y="1900000"/>
            <a:ext cx="4300000" cy="35755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000" y="6000000"/>
            <a:ext cx="4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535353"/>
                </a:solidFill>
                <a:latin typeface="Open Sans"/>
              </a:rPr>
              <a:t>Рис. 38–39. СЛР у детей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