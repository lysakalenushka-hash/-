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80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35353"/>
                </a:solidFill>
                <a:latin typeface="Open Sans"/>
              </a:rPr>
              <a:t>Тема 3 · п. 3.4  АНД (при наличии)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300000"/>
            <a:ext cx="104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04040"/>
                </a:solidFill>
                <a:latin typeface="PFDinDisplayPro-Regular"/>
              </a:rPr>
              <a:t>АВТОМАТИЧЕСКИЙ НАРУЖНЫЙ ДЕФИБРИЛЛЯТОР (АНД)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4300000"/>
            <a:ext cx="40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4500000"/>
            <a:ext cx="10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Open Sans"/>
              </a:rPr>
              <a:t>Дополнение к СЛР: анализ ритма и разряд по команде устройства.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6200000"/>
            <a:ext cx="10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35353"/>
                </a:solidFill>
                <a:latin typeface="Open Sans"/>
              </a:rPr>
              <a:t>По учебному пособию Минздрава России по первой помощи (2025) · Прил. № 2 к ПП РФ № 2464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ЧТО ТАКОЕ АНД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3.4  АНД (при наличии)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1900000"/>
            <a:ext cx="10400000" cy="4300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60000"/>
            <a:ext cx="10000000" cy="3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АНД автоматически анализирует ритм сердца и при необходимости наносит разряд,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способствующий восстановлению нормальной работы сердца.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Применяется в дополнение к СЛР и значительно повышает шансы на успех.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Разрешён приказом Минздрава № 220н (при наличии).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ПОРЯДОК ПРИМЕНЕНИЯ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3.4  АНД (при наличии)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1900000"/>
            <a:ext cx="6200000" cy="4300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2060000"/>
            <a:ext cx="5800000" cy="3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1. При утрате признаков жизни одновременно с вызовом СМП доставить АНД на место.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2. Включить АНД и следовать голосовым/экранным подсказкам.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3. Электроды: один — справа под ключицей (правее грудины, не на грудину!);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   второй — на левую половину груди.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4. При втором участнике — компрессии не прерывать во время наложения электродов.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5. Обильный волосяной покров — сбрить (станок часто в комплекте).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   Не накладывать на имплантируемый кардиостимулятор/дефибриллятор.</a:t>
            </a:r>
          </a:p>
        </p:txBody>
      </p:sp>
      <p:pic>
        <p:nvPicPr>
          <p:cNvPr id="9" name="Picture 8" descr="img_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0" y="1900000"/>
            <a:ext cx="4300000" cy="57724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000" y="6000000"/>
            <a:ext cx="43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35353"/>
                </a:solidFill>
                <a:latin typeface="Open Sans"/>
              </a:rPr>
              <a:t>Рис. 40. АНД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РАЗРЯД И ДАЛЬНЕЙШИЕ ДЕЙСТВИЯ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3.4  АНД (при наличии)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1900000"/>
            <a:ext cx="6200000" cy="4300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2060000"/>
            <a:ext cx="5800000" cy="3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АНД анализирует ритм и сообщает, нужен ли разряд.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Перед разрядом убедиться, что никто (включая вас) не касается пострадавшего → «Разряд».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После разряда сразу продолжить СЛР, пока АНД снова не попросит паузу для анализа.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Если разряд не рекомендован — немедленно возобновить СЛР и следовать командам АНД.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Дети 1–8 лет: детские электроды/режим; иначе стандартные на грудь и спину + детские настройки.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Утопление: извлечь из воды, осушить грудь перед электродами.</a:t>
            </a:r>
          </a:p>
        </p:txBody>
      </p:sp>
      <p:pic>
        <p:nvPicPr>
          <p:cNvPr id="9" name="Picture 8" descr="img_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0" y="1900000"/>
            <a:ext cx="4300000" cy="682344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000" y="6000000"/>
            <a:ext cx="43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35353"/>
                </a:solidFill>
                <a:latin typeface="Open Sans"/>
              </a:rPr>
              <a:t>Рис. 41. Разряд АНД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