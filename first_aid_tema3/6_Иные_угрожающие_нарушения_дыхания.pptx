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8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35353"/>
                </a:solidFill>
                <a:latin typeface="Open Sans"/>
              </a:rPr>
              <a:t>Тема 3 · п. 3.6  Иные нарушения дыхания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04040"/>
                </a:solidFill>
                <a:latin typeface="PFDinDisplayPro-Regular"/>
              </a:rPr>
              <a:t>ИНЫЕ НАРУШЕНИЯ ДЫХАНИЯ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300000"/>
            <a:ext cx="40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500000"/>
            <a:ext cx="10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Open Sans"/>
              </a:rPr>
              <a:t>Не инородное тело: одышка при острых и хронических заболеваниях.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620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5353"/>
                </a:solidFill>
                <a:latin typeface="Open Sans"/>
              </a:rPr>
              <a:t>По учебному пособию Минздрава России по первой помощи (2025) · Прил. № 2 к ПП РФ № 2464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КАК ПРОЯВЛЯЕТСЯ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3.6  Иные нарушения дыхания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Острые и хронические заболевания могут вызвать угрожающие нарушения дыхания.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Типичные проявления: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одышка (затруднённое и учащённое дыхание);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бледность и синюшность кожи (особенно лица);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общее плохое самочувствие.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Это не алгоритм удаления инородного тела и не СЛР при отсутствии признаков жизни 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но состояние требует первой помощи и вызова СМП.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ЧТО ДЕЛАТЬ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3.6  Иные нарушения дыхания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1. Помочь пострадавшему принять лекарственные препараты, назначенные ранее лечащим врачом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   (приказ № 220н допускает такую помощь).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2. Придать и поддерживать оптимальное положение тела.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3. Вызвать скорую медицинскую помощь.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4. Контролировать состояние и оказывать психологическую поддержку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   до передачи бригаде СМП.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Если сознание и дыхание исчезли — перейти к алгоритму СЛР (п. 3.1–3.3).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СВЯЗЬ С ДРУГИМИ ПУНКТАМИ ТЕМЫ 3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3.6  Иные нарушения дыхания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Нет сознания / нет нормального дыхания → СЛР ± АНД.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Есть дыхание, нет сознания → проходимость дыхательных путей (боковое положение).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Инородное тело → удаление по п. 3.5.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• Иные нарушения дыхания при сохранённом сознании → положение, лекарства по назначению,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  вызов СМП, контроль и поддержка.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