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24384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000000" y="0"/>
            <a:ext cx="1384000" cy="13716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5000000"/>
            <a:ext cx="20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2C2C2C"/>
                </a:solidFill>
                <a:latin typeface="Arial"/>
              </a:rPr>
              <a:t>МОЙ ТЕСТ</a:t>
            </a:r>
          </a:p>
        </p:txBody>
      </p:sp>
      <p:sp>
        <p:nvSpPr>
          <p:cNvPr id="5" name="Rectangle 4"/>
          <p:cNvSpPr/>
          <p:nvPr/>
        </p:nvSpPr>
        <p:spPr>
          <a:xfrm>
            <a:off x="900000" y="6400000"/>
            <a:ext cx="8000000" cy="25000"/>
          </a:xfrm>
          <a:prstGeom prst="rect">
            <a:avLst/>
          </a:prstGeom>
          <a:solidFill>
            <a:srgbClr val="008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6700000"/>
            <a:ext cx="2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F6F6F"/>
                </a:solidFill>
                <a:latin typeface="Arial"/>
              </a:rPr>
              <a:t>Презентация из 3 слайдов · test4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600000"/>
            <a:ext cx="2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2C2C"/>
                </a:solidFill>
                <a:latin typeface="Arial"/>
              </a:rPr>
              <a:t>СОДЕРЖАНИЕ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1450000"/>
            <a:ext cx="16000000" cy="25000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2000000"/>
            <a:ext cx="20000000" cy="6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2C2C2C"/>
                </a:solidFill>
                <a:latin typeface="Arial"/>
              </a:rPr>
              <a:t>•  Слайд 1 — титульный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C2C2C"/>
                </a:solidFill>
                <a:latin typeface="Arial"/>
              </a:rPr>
              <a:t>•  Слайд 2 — содержание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C2C2C"/>
                </a:solidFill>
                <a:latin typeface="Arial"/>
              </a:rPr>
              <a:t>•  Слайд 3 — завершение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000000" y="0"/>
            <a:ext cx="1384000" cy="13716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5200000"/>
            <a:ext cx="200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C2C2C"/>
                </a:solidFill>
                <a:latin typeface="Arial"/>
              </a:rPr>
              <a:t>БЛАГОДАРИМ ЗА ВНИМАНИЕ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900000" y="6400000"/>
            <a:ext cx="10000000" cy="25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6700000"/>
            <a:ext cx="2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F6F6F"/>
                </a:solidFill>
                <a:latin typeface="Arial"/>
              </a:rPr>
              <a:t>Мой тест · test4.pptx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