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5"/>
    <p:sldId id="268" r:id="rId4"/>
    <p:sldId id="269" r:id="rId3"/>
    <p:sldId id="270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КУРС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Требования промышленной безопасности на объектах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Б.7.5. Проектирование, строительство, реконструкция, техническое перевооружение и капитальный 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Программа повышения квалификации · 24 академических часа · 3 модуля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Газораспределение · Газопотребление · Промышленная безопасность · ФНП № 531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Б.7.5. Область аттестации и цель программы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30613"/>
                </a:solidFill>
                <a:latin typeface="Inter"/>
              </a:rPr>
              <a:t>Подготовка к аттестации в Ростехнадзоре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Назначение программы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7772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Программа предназначена для подготовки руководителей и специалистов организаций, осуществляющих проектирование, строительство, реконструкцию, техническое перевооружение и капитальный ремонт сетей газораспределения и газопотребления, к аттестации по области Б.7.5.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Нормативная база: 116-ФЗ; ФНП № 531; ТР о безопасности сетей газораспределения и газопотребления; СП 62.13330, СП 42-101, СП 42-102, СП 42-103 и иные документы по стандартизации.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Общие требования промышленной безопасности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Правовые основы и производственный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116-ФЗ, полномочия Ростехнадзора, производственный контроль, общие требования к объектам газоснабжения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Промышленная безопасность · 116-ФЗ · Производственный контроль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Правовое регулирование промышленной безопасности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116-ФЗ — правовые основы ПБ ОПО; аттестация по Б.7.5 (ПП РФ № 2168, № 978) не реже 1 раза в 5 лет (ст. 14.1).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Ростехнадзор — государственный контроль (надзор) при СМР, реконструкции, капремонте (ПП РФ № 870, п. 2, 88).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Производственный контроль: программа, ответственные лица, хранение документации (ФНП № 531, п. 5–6).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ФНП № 531 — требования на всех этапах жизненного цикла сетей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Производственный контроль и надзор на объектах газоснабжения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Производственный контроль и назначение ответственных лиц (ФНП № 531, п. 5–6).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Идентификация объектов: проект, экспертиза, разрешение на строительство, акт приёмки (ТР п. 12–13).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Экспертиза промышленной безопасности; регистрация ОПО в государственном реестре.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Общие требования ФНП № 531 к организациям на объектах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Проектные решения и нормативные 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Классификация сетей, выбор материалов, прокладка, здания ГРП/ГРУ, вентиляция и контрольно-измерительные приборы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Общие требования к проектированию газовых сетей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 проектной документации указываются границы охранных зон (ТР п. 18); маркировка трасс — опознавательные знаки (ТР п. 17).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Расстояния от газопроводов до зданий и сооружений — с учётом давления и плотности застройки (ТР п. 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Запрет прокладки по помещениям кат. А и Б, по горючим мостам (ТР п. 28).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зоны: 2 м от наружных газопроводов, 10 м от отдельно стоящих ГРП (ПП РФ № 878, п. 7).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Проектирование ГРП, ГРУ и внутренних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Ключевые проектные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Пункты редуцирования газа и установки учёта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Конструкции зданий ГРП должны обеспечивать взрывоустойчивость, I–II степень огнестойкости, класс С0; оснащение молниезащитой, заземлением и вентиляцией (ТР п. 35). Давление газа на входе в ГРУ — не более 0,6 МПа; размещение в помещениях кат. А и Б запрещено (ТР п. 42–43). Внутренние газопроводы — не в подвалах, не через лифтовые шахты (ТР п. 46).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На каждый газопровод, ПРГ, ГРУ оформляется паспорт (ФНП № 531, п. 16). Экспертиза проекта обязательна (ТР п. 88–91).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Документация и экспертиза проектной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Состав проектной и рабочей документации на объекты газоснабжения.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Требования к разделам «Технологические решения», «Пожарная безопасность», «Мероприятия по ПБ».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Государственная и негосударственная экспертиза; учёт заключений при строительстве.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Изменения в проектной документации в процессе строительства — порядок согласования.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Строительство, реконструкция и технический надзор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Организация СМР и контроль качества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Прокладка газопроводов, строительный контроль, реконструкция, капремонт, консервация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Строительство и реконструкция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СМР — по проекту и технологическим картам; при отступлениях работы приостанавливаются (ТР п. 56–57).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Материалы и технологии — по проекту; исполнительная документация отражает фактически выполненные работы (ТР п. 56–57).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Технический надзор Ростехнадзора при строительстве, реконструкции и капремонте (ТР п. 2, 88).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зоны: запрет обработки почвы &gt; 0,3 м без разрешения эксплуатационной организации (ПП РФ № 878, п. 14, 16).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Капитальный ремонт и техническое перевооружение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Работы без нарушения безопасной эксплуатации действующих 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Организация ремонтных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Капитальный ремонт и техническое перевооружение выполняются на основании проектной документации (ФНП № 531, п. 2–4). Консервация — по проекту с уведомлением Ростехнадзора (ТР п. 81–85). Приёмка объекта — приемочной комиссией с представителем Ростехнадзора (ТР п. 93). К материалам идентификации относятся проект, экспертиза, исполнительная документация, акт приёмки, разрешение на ввод (ТР п. 12–13).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Ввод в эксплуатацию без исполнительной документации и акта приёмки не допускается.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Технический надзор и охранные зоны при СМР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Государственный контроль (надзор) Ростехнадзора при СМР, реконструкции и капремонте (ТР п. 2, 88).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Строительный контроль застройщика: соответствие проекту, качество материалов, исполнительная документация.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зоны: 2 м от наружных газопроводов; ограничения на строительство и земляные работы (ПП РФ № 878, п. 7, 14).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При повреждении газопровода — аварийно-восстановительные работы по ПМЛА (ФНП № 531, п. 139).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Итоги курса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Ключевые положения программы Б.7.5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Правовые основы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116-ФЗ, аттестация по Б.7.5, производственный контроль и надзор Ростехнадзора.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47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Проектирование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3147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ФНП № 531, СП; выбор трасс, материалов, ГРП/ГРУ; экспертиза проектной документации.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Строительство и ремонт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434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СМР, реконструкция, капремонт, ТПВ, консервация, технический надзор, охранные зоны.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Итоги курса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Ключевые положения программы Б.7.5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Итоговая аттестация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Проверка знаний в Едином портале тестирования Ростехнадзора по области Б.7.5.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47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Документ об обучении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3147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Удостоверение о повышении квалификации; срок действия аттестации — 5 лет.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Периодичность обучения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434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Не реже одного раза в 5 лет (ч. 1 ст. 14.1 116-ФЗ).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21224"/>
            <a:ext cx="109115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Соблюдение требований ФНП № 531 на этапах проектирования, строительства и ремонта обеспечивает безопасность сетей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