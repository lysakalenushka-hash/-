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5"/>
    <p:sldId id="268" r:id="rId4"/>
    <p:sldId id="269" r:id="rId3"/>
    <p:sldId id="270" r:id="rId2"/>
    <p:sldId id="271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КУРС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Требования промышленной безопасности на объектах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Inter"/>
              </a:rPr>
              <a:t>Б.7.5. Проектирование, строительство, реконструкция, техническое перевооружение и капитальный ремонт сетей газораспределения и газопотребления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Программа повышения квалификации · 24 академических часа · 4 модуля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Газораспределение · Газопотребление · Промышленная безопасность · ФНП № 531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Б.7.5. Область аттестации и цель программы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30613"/>
                </a:solidFill>
                <a:latin typeface="Inter"/>
              </a:rPr>
              <a:t>Подготовка к аттестации в Ростехнадзоре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Назначение программы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7772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Программа предназначена для подготовки руководителей и специалистов организаций, осуществляющих проектирование, строительство, реконструкцию, техническое перевооружение и капитальный ремонт сетей газораспределения и газопотребления, к аттестации по области Б.7.5.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Нормативная база: 116-ФЗ; ФНП № 531; ТР о безопасности сетей газораспределения и газопотребления; СП 62.13330, СП 42-101, СП 42-102, СП 42-103 и иные документы по стандартизации.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Общие требования промышленной безопасности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Правовые основы и производственный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116-ФЗ, полномочия Ростехнадзора, производственный контроль, общие требования к объектам газоснабжения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Промышленная безопасность · 116-ФЗ · Производственный контроль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Правовое регулирование промышленной безопасности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116-ФЗ «О промышленной безопасности опасных производственных объектов» — цели, принципы, категории ОПО.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Постановление Правительства РФ № 2168 — категории работников, подлежащих аттестации.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Положение об аттестации (ПП РФ № 978) — порядок подготовки и проверки знаний.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Ответственность за нарушение требований промышленной безопасности (административная и уголовная).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Производственный контроль и надзор на объектах газоснабжения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Производственный контроль: цели, программа, документирование результатов.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Контрольно-надзорная деятельность Ростехнадзора при строительстве и реконструкции сетей.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Регистрация объектов в государственном реестре ОПО; декларирование промышленной безопасности.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Общие требования ФНП № 531 к организациям, выполняющим работы на сетях газораспределения и газопотребления.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Проектирование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Проектные решения и нормативные 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Классификация сетей, выбор материалов, прокладка, здания ГРП/ГРУ, вентиляция и контрольно-измерительные приборы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Проектирование · Газопровод · ГРП · СП 42-102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Общие требования к проектированию газовых сетей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Классификация сетей газораспределения и газопотребления по давлению, назначению и способу прокладки.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Выбор материалов труб (сталь, полиэтилен) с учётом давления, среды и условий прокладки.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Расстояния до зданий, сооружений и инженерных коммуникаций; пересечения и параллельное следование.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 газопроводов; требования к маркировке и сигнальным знакам на трассе.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Проектирование ГРП, ГРУ и внутренних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Ключевые проектные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Пункты редуцирования газа и установки учёта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Проектом определяются тип ГРП/ГРУ, схема подключения, резервирование, система отопления и вентиляции помещений, газоопасные сигнализаторы, аварийное отключение и освещение. Внутренние газопроводы проектируются с учётом давления, категории помещений и требований взрывобезопасности.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После строительства на каждый газопровод, ГРП и технологическую установку оформляется паспорт (ФНП № 531).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Документация и экспертиза проектной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Состав проектной и рабочей документации на объекты газоснабжения.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Требования к разделам «Технологические решения», «Пожарная безопасность», «Мероприятия по ПБ».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Государственная и негосударственная экспертиза; учёт заключений при строительстве.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Изменения в проектной документации в процессе строительства — порядок согласования.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Строительство, реконструкция и технический надзор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Организация СМР и контроль качества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Прокладка газопроводов, строительный контроль, реконструкция, капремонт, консервация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Строительство · Реконструкция · Технический надзор · Охранные зоны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Строительство и реконструкция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Подготовка трассы, траншеи, способы прокладки (подземная, наземная, в коллекторах).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Монтаж стальных и полиэтиленовых газопроводов; требования к стыковым соединениям.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Строительный контроль и авторский надзор; журналы работ и акты скрытых работ.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Реконструкция изношенных газопроводов; методы бестраншейной замены и параллельной прокладки.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Капитальный ремонт и техническое перевооружение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Работы без нарушения безопасной эксплуатации действующих 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Организация ремонтных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Капитальный ремонт и техническое перевооружение выполняются по проекту или технической документации с отключением и продувкой участков, оформлением нарядов-допусков на газоопасные работы. Консервация и расконсервация газопроводов — по регламенту с испытаниями перед пуском газа.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Запрещается ввод в эксплуатацию объектов без испытаний и оформления исполнительной документации.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Газоопасные работы и охрана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Перечень газоопасных работ: врезка, пуск газа, снятие заглушек, сварка на действующих газопроводах.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Наряд-допуск и план газоопасных работ; роли ответственного руководителя и исполнителей.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Правила охраны газораспределительных сетей (ПП РФ № 878): охранная зона, ограничения для земляных работ.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Действия при повреждении газопровода третьими лицами; аварийно-диспетчерское обеспечение.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Сварка, испытания, пуск газа и приёмка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Контроль качества и ввод в эксплуатацию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Сварочные работы, неразрушающий контроль, опрессовка, врезка, продувка, приёмка объекта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Сварка · Испытания · Пуск газа · Приёмка · НК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Сварочные работы и контроль качества соединений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Требования к сварщикам и технологии сварки на ОПО; допуск к газоопасным сварочным работам.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Визуальный и неразрушающий контроль сварных швов; оформление результатов контроля.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Запрет эксплуатации газопроводов с дефектными сварными соединениями.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Ремонт дефектов: повторная сварка, выборочная замена участков по результатам контроля.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Испытания газопроводов на прочность и герметичность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После СМР и ремонта — испытания по проекту; при отсутствии проектных требований — по СП.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Испытание на прочность и герметичность после сварочных работ обязательно.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Контрольная опрессовка оборудования и газопроводов ГРП давлением 0,01 МПа.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Оформление актов испытаний; допуск к пуску газа только после положительных результатов.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Врезка, продувка, пуск газа и приёмка объекта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Завершающий этап строительства и реконструкции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Ввод в эксплуатацию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Пуск газа выполняется по плану после продувки, проверки герметичности запорной арматуры и отсутствия заглушек. Снятие заглушек — после обхода, ТО и испытаний. Приёмка законченного строительством объекта — комиссией с оформлением актов и внесением сведений в реестр.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Ввод в эксплуатацию без паспортов, исполнительной документации и актов испытаний не допускается.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Итоги курса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Ключевые положения программы Б.7.5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Правовые основы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116-ФЗ, аттестация по Б.7.5, производственный контроль и надзор Ростехнадзора.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47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Проектирование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3147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ФНП № 531, СП; выбор трасс, материалов, ГРП/ГРУ; экспертиза проектной документации.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Строительство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3434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СМР, реконструкция, капремонт, газоопасные работы, охранные зоны.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721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Контроль качества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3721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Сварка, НК, испытания на прочность и герметичность, пуск газа, приёмка.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Итоги курса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Ключевые положения программы Б.7.5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Итоговая аттестация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Проверка знаний в Едином портале тестирования Ростехнадзора по области Б.7.5.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47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Документ об обучении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3147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Удостоверение о повышении квалификации; срок действия аттестации — 5 лет.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Периодичность обучения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3434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Не реже одного раза в 5 лет (ч. 1 ст. 14.1 116-ФЗ).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21224"/>
            <a:ext cx="109115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Соблюдение требований ФНП № 531 на этапах проектирования, строительства и ремонта обеспечивает безопасность сетей газораспределения и газопотребления.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1720</Words>
  <Application>Microsoft Office PowerPoint</Application>
  <PresentationFormat>Широкоэкранный</PresentationFormat>
  <Paragraphs>153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2026-08-27T13:55:34Z</dcterms:modified>
  <cp:category/>
</cp:coreProperties>
</file>