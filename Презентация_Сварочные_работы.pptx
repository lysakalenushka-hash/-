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ФНП · Сварочное производство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Общие требования к производству сварочных работ на ОПО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Персонал, организация работ, ПТД, контроль качества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21396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Модуль охватывает определение сварочных работ, требования к персоналу и аттестации, проверку готовности технологий, содержание производственно-технологической документации, организацию работ, входной, операционный и приёмочный контроль.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83717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974336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01 / 10</a:t>
            </a:r>
          </a:p>
        </p:txBody>
      </p:sp>
      <p:pic>
        <p:nvPicPr>
          <p:cNvPr id="11" name="Picture 10" descr="pipeline_system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Общие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Сварочные работы и персонал сварочного производства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Персонал (сварщики, операторы, специалисты, контролёры) должен обеспечивать: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Обязанности персонала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а) Поддерживать ПС в работоспособном состоянии: соблюдать графики технических освидетельствований, технического обслуживания и планово-предупредительных ремонтов. Если срок службы истёк — необходимо заключение экспертизы промышленной безопасности о возможности его продления.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техническую и технологическую подготовку и выполнение сварочных работ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безопасную эксплуатацию, обслуживание и ремонт сварочного оборудования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соблюдение технологий сварки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Inter"/>
              </a:rPr>
              <a:t>Производство сварочных работ — деятельность с применением сварочных процессов, материалов и оборудования.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Аттестация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Аттестация сварщиков и технологий сварки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Допуск к сварочным работам на ОПО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Требования к аттестации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а) Поддерживать ПС в работоспособном состоянии: соблюдать графики технических освидетельствований, технического обслуживания и планово-предупредительных ремонтов. Если срок службы истёк — необходимо заключение экспертизы промышленной безопасности о возможности его продления.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квалификация должна соответствовать видам работ и технологиям сварки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аттестация по способам сварки, видам конструкций, положениям, материалам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допуск — по положительным результатам аттестационных испытаний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… ещё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Эксплуатация ПС при наличии нарушений требований по установке — запрещена. Дефекты, выявленные при техническом обслуживании, устраняются до возобновления работы.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03 / 10</a:t>
            </a:r>
          </a:p>
        </p:txBody>
      </p:sp>
      <p:pic>
        <p:nvPicPr>
          <p:cNvPr id="21" name="Picture 20" descr="industrial_steam_side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Организация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Организация сварочных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Руководство и производственно-технологическая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Ключевые требования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а) Поддерживать ПС в работоспособном состоянии: соблюдать графики технических освидетельствований, технического обслуживания и планово-предупредительных ремонтов. Если срок службы истёк — необходимо заключение экспертизы промышленной безопасности о возможности его продления.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организацию обеспечивает руководитель организации или уполномоченное лицо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работы выполняются в соответствии с ПТД, утверждённой руководителем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ПТД разрабатывается специалистом сварочного производства на основе проекта и НД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Inter"/>
              </a:rPr>
              <a:t>Аттестационные процедуры обеспечивает руководитель независимого аттестационного центра.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ПТД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Содержание производственно-технологической документации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В ПТД применительно к выполняемым работам устанавливают: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Что должно быть в ПТД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а) Поддерживать ПС в работоспособном состоянии: соблюдать графики технических освидетельствований, технического обслуживания и планово-предупредительных ремонтов. Если срок службы истёк — необходимо заключение экспертизы промышленной безопасности о возможности его продления.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способы сварки, режимы, пространственные положения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требования к квалификации и допускным испытаниям сварщиков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требования к сборке, прихваткам и временным креплениям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… ещё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Эксплуатация ПС при наличии нарушений требований по установке — запрещена. Дефекты, выявленные при техническом обслуживании, устраняются до возобновления работы.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Сборка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Требования к сборке деталей под сварку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В требованиях по сборке в ПТД должны быть приведены: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Параметры сборки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а) Поддерживать ПС в работоспособном состоянии: соблюдать графики технических освидетельствований, технического обслуживания и планово-предупредительных ремонтов. Если срок службы истёк — необходимо заключение экспертизы промышленной безопасности о возможности его продления.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способы подготовки поверхностей деталей под сварку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приспособления, оборудование, порядок и последовательность сборки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способы сварки, материалы и режимы при выполнении прихваток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… ещё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Эксплуатация ПС при наличии нарушений требований по установке — запрещена. Дефекты, выявленные при техническом обслуживании, устраняются до возобновления работы.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06 / 10</a:t>
            </a:r>
          </a:p>
        </p:txBody>
      </p:sp>
      <p:pic>
        <p:nvPicPr>
          <p:cNvPr id="21" name="Picture 20" descr="pipeline_system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200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Оборудование и руководство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Сварочное оборудование и обязанности руководителя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Перед выполнением сварочных работ руководитель обязан: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Подготовка к работам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а) Поддерживать ПС в работоспособном состоянии: соблюдать графики технических освидетельствований, технического обслуживания и планово-предупредительных ремонтов. Если срок службы истёк — необходимо заключение экспертизы промышленной безопасности о возможности его продления.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проверить состав и квалификацию персонала, оборудование и материалы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ознакомить сварщиков с технологическими картами под подпись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организовать проведение операционного контроля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… ещё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Inter"/>
              </a:rPr>
              <a:t>Сварочное оборудование содержат в исправном состоянии по указаниям производителя.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Контроль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Виды контроля сварочных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При подготовке и выполнении сварочных работ осуществляют: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Виды контроля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а) Поддерживать ПС в работоспособном состоянии: соблюдать графики технических освидетельствований, технического обслуживания и планово-предупредительных ремонтов. Если срок службы истёк — необходимо заключение экспертизы промышленной безопасности о возможности его продления.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входной контроль — партии свариваемых и сварочных материалов до применения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операционный контроль — подготовка кромок, сборка, прихватка, сварка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приёмочный контроль — все выполненные сварные соединения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Inter"/>
              </a:rPr>
              <a:t>При обнаружении трещин или недопустимых дефектов работы останавливают.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Контроль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Входной и операционный контроль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Что проверяется на этапах контроля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Основные проверки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а) Поддерживать ПС в работоспособном состоянии: соблюдать графики технических освидетельствований, технического обслуживания и планово-предупредительных ремонтов. Если срок службы истёк — необходимо заключение экспертизы промышленной безопасности о возможности его продления.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входной: сертификаты качества, маркировка, целостность упаковки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электроды, проволока, лента, флюс — размеры и состояние поверхности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операционный: разделка кромок, фиксация, зазоры, смещение кромок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Эксплуатация ПС при наличии нарушений требований по установке — запрещена. Дефекты, выявленные при техническом обслуживании, устраняются до возобновления работы.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09 / 10</a:t>
            </a:r>
          </a:p>
        </p:txBody>
      </p:sp>
      <p:pic>
        <p:nvPicPr>
          <p:cNvPr id="21" name="Picture 20" descr="kipia_instr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00000"/>
            <a:ext cx="10700000" cy="25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Документация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Маркировка, исправление дефектов и оформление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Руководитель сварочных работ обеспечивает: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Документирование и качество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637215" cy="720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а) Поддерживать ПС в работоспособном состоянии: соблюдать графики технических освидетельствований, технического обслуживания и планово-предупредительных ремонтов. Если срок службы истёк — необходимо заключение экспертизы промышленной безопасности о возможности его продления.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274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82746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маркировка швов — шифр клейма сварщика для однозначной идентификации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8508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85082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исправление дефектов — по ПТД; число исправлений не выше указанного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Inter"/>
              </a:rPr>
              <a:t>идентификация материалов, оборудования и мест сварных соединений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321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… ещё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Inter"/>
              </a:rPr>
              <a:t>Исполнительная и эксплуатационная документация оформляется в процессе работ.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