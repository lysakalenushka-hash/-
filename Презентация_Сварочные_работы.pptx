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ФНП · Сварочное производство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к производству сварочных работ на ОПО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Персонал · аттестация · ПТД · организация · контроль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nter"/>
              </a:rPr>
              <a:t>Производство сварочных работ — деятельность персонала сварочного производства с применением сварочных и родственных процессов, сварочных материалов и оборудования с соблюдением нормативных требований и проектной (конструкторской) документации.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На ОПО сварку выполняют только по аттестованным технологиям.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r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Общие требования · Персонал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Обязанности персонала сварочного производства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Сварщики, операторы, специалисты и контролёры обеспечивают: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Обязанности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техническую и технологическую подготовку и выполнение сварочных работ по ФНП и 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безопасную эксплуатацию, обслуживание и ремонт сварочного оборудования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соблюдение технологий сварки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контроль качества сварных соединений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Аттестация · Персонал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Квалификация и аттестация сварщиков и специалистов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Допуск к сварочным работам на ОПО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Требования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квалификация соответствует видам работ и применяемым технологиям сварки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сварщики и специалисты аттестованы в установленном порядке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допуск — только по положительным результатам аттестационных испытаний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аттестация подтверждает способы сварки, виды конструкций, положения и материалы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Без положительных результатов аттестационных испытаний к работам не допускают.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e_w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Аттестация ·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Проверка готовности к применению аттестованных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Организации и индивидуальные предприниматели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Порядок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работы выполняют организации (ИП), прошедшие проверку готовности технологий на ОПО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проверка подтверждает технические, организационные и квалификационные возможности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выполняют контрольные сварные соединения (в т. ч. наплавку) для оценки характеристик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положительные результаты оформляют документом с областью допуска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Организация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Кто обеспечивает организацию и выполнение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Ответственность руководства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Ключевые правила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организацию обеспечивает руководитель организации (ИП) или уполномоченное лицо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аттестационные процедуры — руководитель независимого аттестационного центра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работы — по ПТД, разработанной специалистом сварочного производства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ПТД — на основании проектной документации и требований НПА/НД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(1/5)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технологических инструкциях и картах сварки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Содержание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сварки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квалификации, аттестации и допускным испытаниям сварщиков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сборке, прихваткам и приварке временных технологических креплений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конструкция нестандартизированных сварных соединений (в т. ч. разной толщины)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(2/5)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технологических инструкциях и картах сварки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Содержание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хранению и подготовке сварочных материалов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сочетания марок основных и сварочных материалов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типоразмеры сварочных материалов (электрод, проволока, лента)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используемое сварочное оборудование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(3/5)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технологических инструкциях и картах сварки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Содержание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род и полярность сварочного тока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типы выполняемых сварных соединений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режимы сварки для конкретных сварных соединений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необходимость, методы и режимы предварительного и сопутствующего подогрева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(4/5)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технологических инструкциях и картах сварки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Содержание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пространственные положения при сварке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порядок и последовательность выполнения шва (наплавки)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защиты зоны сварки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порядок и способы маркировки сварных соединений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(5/5)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технологических инструкциях и картах сварки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Содержание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методы и объёмы НК и механических испытаний (при наличии требований НД)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исправлению дефектов и контролю после исправления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Конструктивные элементы, режимы и контроль обеспечивают качество соединений.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Сборка · Требования ПТД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Что должно быть в требованиях по сборке под сварку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требований к сборке деталей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Параметры сборки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подготовки поверхностей деталей под сварку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приспособления и оборудование для сборки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порядок и последовательность сборки; способы крепления деталей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сварки, материалы и режимы прихваток и временных креплений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11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ipe_w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Сборка · Требования ПТД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Что должно быть в требованиях по сборке под сварку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требований к сборке деталей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Параметры сборки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размеры, количество и расположение прихваток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методы контроля качества сборки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Стыковые кольцевые швы собирают с соосным позиционированием деталей.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12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Оборудование и материалы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Сварочное оборудование и сварочные материалы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Соответствие аттестованным технологиям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Требования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оборудование и материалы соответствуют применяемым аттестованным технологиям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сварочно-технологические характеристики обеспечивают качество соединений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соответствие технологиям и нормам качества подтверждают в установленном порядке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оборудование содержат в исправном состоянии по указаниям производителя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13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Руководство сварочными работами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Обязанности руководителя перед началом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Лицо, осуществляющее руководство сварочными работами: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Перед выполнением работ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проверить состав и квалификацию персонала, оборудование, материалы и технологию по ПТД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ознакомить сварщиков с технологическими картами и изменениями — под подпись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организовать проведение операционного контроля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14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Допуск сварщика и рабочее место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Допускные испытания и комплектация места сварки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Перед допуском к сварке на объекте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Правила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 первом допуске или после перерыва дольше нормы НД — допускные соединения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место работ комплектуют исправным оборудованием, оснасткой и инструментом по ПТД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место сварки защищают от осадков, влаги, сквозняков и иных воздействий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условия выполнения работ соответствуют требованиям ПТД и 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15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Виды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Виды контроля при подготовке и выполнении сварочных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Обязательные виды контроля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Виды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входной — все партии свариваемых и сварочных материалов до применения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операционный — подготовка кромок, сборка, прихватка, сварка, послесварочная обработка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приёмочный — все выполненные сварные соединения (методы и объём — по ПТД)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При трещинах или недопустимых дефектах работы останавливают до устранения причин.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16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Входной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Входной контроль материалов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Что проверяют до применения партий материалов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документы о качестве продукции (идентификация, материалы, результаты испытаний)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маркировка на каждом упаковочном месте: марка, сортамент, номер партии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отсутствие повреждений упаковки и самих материалов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покрытые электроды — номинальные размеры и состояние покрытия по сертификату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17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ectr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Входной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Входной контроль материалов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Что проверяют до применения партий материалов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проволока и лента — размеры, вид и состояние поверхности, маркировка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флюс — цвет, однородность и гранулометрический состав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18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Операционный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Операционный контроль сборки и подготовки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Что проверяют на операциях подготовки и сборки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наличие маркировки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размеры деталей и форму разделки кромок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качество подготовленных под сварку поверхностей (если регламентировано ПТД)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марки и типоразмеры сварочных материалов для прихваток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19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Операционный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Операционный контроль сборки и подготовки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Что проверяют на операциях подготовки и сборки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надёжность фиксации и расположение деталей в сборочных приспособлениях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чистоту и отсутствие повреждений кромок и прилегающих поверхностей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размеры и расположение прихваток и швов приварки временных креплений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зазоры, смещение кромок, перелом осей или плоскостей после прихваток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20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Операционный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Операционный контроль сборки и подготовки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Что проверяют на операциях подготовки и сборки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размеры собранной под сварку конструкции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21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 · В процессе сварки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Минимальный контроль во время сварки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процессе сварки проводят, как минимум: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Контроль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соответствие параметров режима сварки и технологических приёмов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очерёдность выполнения сварных швов и участков наплавки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отсутствие видимых дефектов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иные параметры по технологическим (операционным) картам сварки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Устранение дефектов — по ПТД; после исправления — повторный контроль.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22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Маркировка и ремонт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Маркировка швов и исправление дефектов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После выполнения и при выявлении дефектов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Правила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сварные соединения маркируют по требованиям ПТД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маркировка — шифр клейма сварщика для однозначной идентификации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недопустимые дефекты исправляют по ПТД и карте на ремонт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число исправлений одного участка — не выше указанного в ПТД (НД)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23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Документация · Руководитель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Что обязан обеспечить руководитель сварочных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При производстве сварочных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Обязанности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идентификацию применяемых сварочных материалов и оборудования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выполнение соединений по технологическим (операционным) картам сварки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регистрацию сведений о сварщиках, выполняющих соединения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идентификацию мест швов в конструкции и мест исправления дефектов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Также регистрируют результаты контроля качества, включая контроль после ремонта.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24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Итоги 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Исполнительная документация и ключевые требования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процессе сварочных работ оформляют: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Документы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журналы сварочных работ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паспорта, акты и заключения по неразрушающему контролю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протоколы испытаний сварных соединений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иную исполнительную и эксплуатационную документацию по ПТД и 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Сварка на ОПО — аттестованным персоналом, по ПТД и с полным циклом контроля.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25 / 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0" y="2200000"/>
            <a:ext cx="4500000" cy="36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