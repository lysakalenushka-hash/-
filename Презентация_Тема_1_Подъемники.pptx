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7"/>
    <p:sldId id="258" r:id="rId4"/>
    <p:sldId id="266" r:id="rId6"/>
    <p:sldId id="267" r:id="rId5"/>
    <p:sldId id="262" r:id="rId8"/>
    <p:sldId id="263" r:id="rId9"/>
    <p:sldId id="268" r:id="rId15"/>
    <p:sldId id="269" r:id="rId16"/>
    <p:sldId id="270" r:id="rId17"/>
    <p:sldId id="271" r:id="rId18"/>
    <p:sldId id="264" r:id="rId10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18872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Inter"/>
              </a:rPr>
              <a:t>Общее устройство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Inter"/>
              </a:rPr>
              <a:t>и классификация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749039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E30613"/>
                </a:solidFill>
                <a:latin typeface="Inter"/>
              </a:rPr>
              <a:t>подъёмников (вышек)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Тема 1 · Виды, конструкция, характеристики, документация и допуск к работе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Подъёмники · Вышки · Классификация · Паспорт · Безопасность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20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30613"/>
                </a:solidFill>
                <a:latin typeface="Inter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Определения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Подъёмник и вышка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Базовые понятия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Подъёмник — грузоподъёмная машина прерывного действия для перемещения людей с инструментом и материалами и проведения работ в пределах зоны обслуживания. Вышка — грузоподъёмная машина прерывного действия для перемещения людей с инструментом и материалами и проведения работ в вертикальном направлении (вверх, вниз). Подъёмники и вышки обеспечивают механизацию строительно-ремонтных, электромонтажных, вентиляционных и других работ.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70332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84048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Машинист должен знать конструкцию, безопасно управлять и соблюдать меры безопасности.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По конструкции и приводу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Подъёмники: классификация по конструкции и приводу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Основные признаки деления подъёмников (вышек) на типы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 конструкции рабочего органа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Ножничные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Рабочая платформа поднимается по вертикали за счёт складывающегося ножничного механизма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41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Телескопические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2766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Стрела выдвигается секциями; обеспечивают большой вылет и высоту подъёма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5097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Шарнирно-сочленённые (коленчатые)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3697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Стрела состоит из двух и более шарнирно соединённых секций; позволяют огибать препятствия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8462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Мачтовые (вертикальные)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3223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Платформа перемещается вдоль вертикальной мачты или башни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 типу привода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4447" y="283464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Электрический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06324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Питание от сети или аккумуляторных батарей; применяется преимущественно в закрытых помещениях — низкий уровень шума и нулевые выбросы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61416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Дизельный (ДВС)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84276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Автономный двигатель внутреннего сгорания; используется на открытых площадках и при отсутствии электросети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3936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Гибридный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62229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Комбинация ДВС и электропривода; позволяет работать как на улице, так и внутри зданий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Тип конструкции и вид привода определяют область применения подъёмника, требования к месту работы и квалификации персонала.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Конструкция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Основные узлы и элементы подъёмника (вышки)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Состав конструкции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Основные узлы: ходовая рама (шасси); выносные опоры; поворотная часть; рабочее оборудование (колена, стрела, мачта); люлька (рабочая платформа); механизмы подъёма, поворота и выдвижения; гидросистема и/или электропривод; пульты управления (нижний и в люльке); приборы и устройства безопасности. Конкретный состав зависит от типа: ножничный, телескопический, шарнирный, мачтовый.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21208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Знание конструкции нужно для эксплуатации, ТО и оценки технического состояния.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Характеристики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Высота подъёма и грузоподъёмность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Основные параметры, определяющие класс и область применения подъёмника (вышки)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48" b="1">
                <a:solidFill>
                  <a:srgbClr val="E30613"/>
                </a:solidFill>
                <a:latin typeface="Inter"/>
              </a:rPr>
              <a:t>до 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4571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365168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5023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максимальная высота подъёма рабочей платформы у современных подъёмников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39595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Грузоподъёмность рабочей платформы варьируется от 100 до 500 кг и более в зависимости от типа и конструкции подъёмника. Оба параметра указываются в паспорте и маркировке машины.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Допуск к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Обязательные проверки перед началом работы на подъёмнике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Выполни все пункты до подъёма. Пропуск любого пункта — основание для запрета начала работ.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Внешний осмотр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861407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наличие и читаемость таблички с характеристиками (грузоподъёмность, высота подъёма, дата следующего ТО)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4861407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Осмотреть несущие конструкции, сварные швы и крепёжные элементы на предмет видимых деформаций, трещин, коррозии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308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30852"/>
            <a:ext cx="4861407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Убедиться в целостности ограждений рабочей платформы, цепей безопасности и пола люльки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38928"/>
            <a:ext cx="4861407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состояние шин (давление, отсутствие порезов) и колёсных крепежей у самоходных подъёмников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37744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Технический и функциональный контроль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4447" y="269748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4447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647" y="2834640"/>
            <a:ext cx="4861407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уровень масла гидросистемы, топлива (или заряд аккумулятора) и охлаждающей жидкости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44271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647" y="3442716"/>
            <a:ext cx="4861407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Убедиться в исправности всех органов управления: подъём/опускание, поворот, выдвижение стрелы — на холостом ходу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647" y="4290822"/>
            <a:ext cx="4861407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Проверить работу аварийного останова (E-Stop) с нижнего и верхнего пультов управления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47" y="4898898"/>
            <a:ext cx="4861407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Убедиться в исправности сигнализаторов перегрузки и ограничителей подъёма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Запрещается начинать работу при обнаружении любой неисправности. Подъёмник должен быть выведен из эксплуатации до устранения дефекта.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Области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Где применяются подъёмники и вышки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Комплексная механизация работ на высоте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Типовые задачи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ремонтно-строительные работы на фасадах и внутри зданий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электромонтажные и вентиляционные работы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складирование товаров на высоте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замена освещения и обслуживание инженерных сетей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Эффективность зависит от умелого использования и высокой подготовки персонала.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Самоходные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Подъёмники самоходные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Оборудованы механизмом передвижения по площадке и/или по дорогам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 шасси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автомобильный — на автомобильном шасси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на спецшасси автомобильного типа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пневмоколёсный — на пневмоколёсном шасси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гусеничный — на гусеничном шасси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Inter"/>
              </a:rPr>
              <a:t>· железнодорожный — на дрезине, движение по ж/д пути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Прицепные и передвижные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Классификация по способу транспортирования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Прицепные и передвижные подъёмники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прицепной пневмоколёсный — буксируется механизированным ТС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прицепной железнодорожный — на ж/д платформе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передвижной самоходный — механизм на площадке + перевозка на ТС по дорогам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передвижной несамоходный — вручную по площадке, перевозка на ТС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Способ передвижения определяет требования к площадке, транспорту и организации работ.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Документация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Комплект документации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После приёмо-сдаточных испытаний и приёмки ОТК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 комплект входят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паспорт подъёмника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руководство по эксплуатации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документация по стандарту / ТУ на изготовление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копия сертификата соответствия и копия разрешения на применение (изготовление)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Металлоконструкции сторонних изготовителей снабжают документом, удостоверяющим качество.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Паспорт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Основные разделы паспорта подъёмника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фиксируется в паспорте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Разделы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общие сведения: изготовитель, тип, заводской №, год, назначение, привод, среда, ветер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технические данные: грузоподъёмность, высота, вылет, база, колея, масса, габариты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данные сборочных единиц: электродвигатели, гидронасос/мотор, цилиндры, канаты, цепи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указатели, ограничители и регистраторы безопасности; данные о металле; приёмка; учёт; ремонт; освидетельствование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Устройства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Указатели, ограничители и системы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Из раздела паспорта о приборах 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Обязательные устройства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ограничитель предельного груза; ориентация пола люльки; ограничение зоны обслуживания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блокировка подъёма/поворота при невыставленных опорах; система опускания при отказе привода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устройство эвакуации из люльки; защита опор от самопроизвольного выдвижения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указатель угла наклона; аварийный останов двигателя из люльки и с нижнего пульта; анемометр / переговорное устройство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Работа без исправных устройств безопасности запрещена.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1 · Руководство по эксплуатации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Что должно быть в руководстве по эксплуатации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Обязательные сведения для машиниста и службы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Включает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периодичность осмотра и смазки; способы осмотра металлоконструкций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быстроизнашивающиеся детали и допуски на износ; нормы браковки элементов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типовые повреждения металлоконструкций и способы устранения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требования безопасности; порядок техосвидетельствования; срок службы; эвакуация из люльки при аварийном останове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Устройство и классификация подъёмников (вышек)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должен знать машинист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различать подъёмник и вышку; знать назначение и зоны применения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классификация: по конструкции/приводу и по способу передвижения (самоходные, прицепные, передвижные)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знать узлы конструкции, характеристики и комплект документации (паспорт, РЭ, сертификат)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перед работой — полный осмотр и функциональный контроль; неисправности — запрет пуска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Безопасность определяется соблюдением паспорта, СИЗ и требований эксплуатационной документации.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878</Words>
  <Application>Microsoft Office PowerPoint</Application>
  <PresentationFormat>Широкоэкранный</PresentationFormat>
  <Paragraphs>96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2026-07-29T08:42:10Z</dcterms:modified>
  <cp:category/>
</cp:coreProperties>
</file>