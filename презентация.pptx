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8" r:id="rId8"/>
    <p:sldId id="269" r:id="rId9"/>
    <p:sldId id="272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7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2987516"/>
            <a:ext cx="10820095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ru-RU" sz="4800" b="1" dirty="0">
                <a:solidFill>
                  <a:srgbClr val="1A1A1A"/>
                </a:solidFill>
                <a:latin typeface="Inter"/>
              </a:rPr>
              <a:t>Общие требования к сетям газораспределения и газопотребления</a:t>
            </a:r>
            <a:endParaRPr sz="4800" b="1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Нормативные требования, технические решения, безопасность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Нормативная база проектирования сетей газораспределения и газопотребления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Три ключевых документа, регулирующих проектирование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Проектирование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газораспределения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газопотребления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ведётся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соответствии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следующими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нормативными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документами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: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ПП РФ № 870 —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Технический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регламент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безопасности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газораспределения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газопотребления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Устанавливает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обязательные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требования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сетям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всех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стадиях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жизненного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цикла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включая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проектирование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ФНП № 531 —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Федеральные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нормы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правила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области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промышленной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безопасности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«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Правила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безопасности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газораспределения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газопотребления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».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Определяют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требования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промышленной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безопасности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проектировании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строительстве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эксплуатации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ремонте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ПП РФ № 878 —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Правила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охраны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газораспределительных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Устанавливают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требования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охранным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зонам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ограничениям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хозяйственной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деятельности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вблизи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газораспределения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Цели требований ПБ, область применения и роль проектной организации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промышленной безопасности при проектировании сетей газораспределения и газопотребления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004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Цели и область применения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008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0724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Цель требований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5845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Обеспечение промышленной безопасности, предупреждение аварий и производственного травматизма на опасных производственных объектах газораспределения и газопотребления.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753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Область применения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0396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Опасные производственные объекты сетей газораспределения и газопотребления.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5489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Жизненный цикл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8349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Проектирование сетей должно обеспечивать безопасность на всех этапах жизненного цикла объекта — от проектирования до ликвидации.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54317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Обязанности проектной организации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2863215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00037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Проектная и рабочая документация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228975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Разрабатывается с учётом требований промышленной и пожарной безопасности.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59130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Инженерные изыскания и экспертиза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81990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Организация проводит инженерные изыскания и обеспечивает экспертизу проектной документации.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37083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Обязательные разделы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59943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Оформляются разделы «Технологические решения» и «Мероприятия по обеспечению промышленной безопасности».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15035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Ответственные лица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37895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Назначаются специалисты, прошедшие аттестацию по области Б.7.5.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Все этапы жизненного цикла — от проектирования до ликвидации — охватываются требованиями промышленной безопасности.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Аттестация проектировщиков (Б.7.5) и экспертиза проектной документации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Обязательные требования к специалистам и форме оценки соответствия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Руководители и специалисты организаций, осуществляющих проектирование сетей газораспределения и газопотребления, подлежат аттестации в области промышленной безопасности по области Б.7.5 не реже одного раза в 5 лет.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Оценка соответствия при проектировании осуществляется в форме экспертизы проектной документации и результатов инженерных изысканий. Заключение экспертизы включается в состав доказательственных материалов при получении разрешения на строительство.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Материалами идентификации объектов технического регулирования являются: проектная документация; заключение экспертизы проектной документации; заключение экспертизы промышленной безопасности проектной документации. Использование иных материалов для идентификации не допускается.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Аттестация по Б.7.5 — периодичность не реже 1 раза в 5 лет. Экспертиза проектной документации и инженерных изысканий — обязательная форма оценки соответствия; её заключение необходимо для получения разрешения на строительство.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Комплекс технических требований к сетям газораспределения и газопотребления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Безопасность, энергетическая эффективность и учёт природных условий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 dirty="0" err="1">
                <a:solidFill>
                  <a:srgbClr val="1A1A1A"/>
                </a:solidFill>
                <a:latin typeface="Inter"/>
              </a:rPr>
              <a:t>Сети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газораспределения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газопотребления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должны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обеспечивать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безопасность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энергетическую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эффективность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транспортирования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природного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параметрами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давлению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расходу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определёнными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проектной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документацией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условиями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эксплуатации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Проектирование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осуществляется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обязательным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учётом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:</a:t>
            </a: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рельефа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местности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геологического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строения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грунта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;</a:t>
            </a: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гидрогеологического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режима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;</a:t>
            </a: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сейсмических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условий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наличия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подземных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горных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разработок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rgbClr val="1A1A1A"/>
                </a:solidFill>
                <a:latin typeface="Inter"/>
              </a:rPr>
              <a:t>Выбор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материала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конструкции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труб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соединительных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деталей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защитных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покрытий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вида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способа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прокладки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газопроводов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производится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учётом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параметров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давления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температуры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гидрогеологических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данных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техногенных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воздействий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rgbClr val="1A1A1A"/>
                </a:solidFill>
                <a:latin typeface="Inter"/>
              </a:rPr>
              <a:t>При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проектировании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выполняются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расчёты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прочность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устойчивость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пропускную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способность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также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предусматриваются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методы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средства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защиты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коррозии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стальных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подземных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надземных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газопроводов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rgbClr val="1A1A1A"/>
                </a:solidFill>
                <a:latin typeface="Inter"/>
              </a:rPr>
              <a:t>Концентрация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вредных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веществ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атмосфере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местах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размещения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сбросных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продувочных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газопроводов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должна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превышать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предельно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допустимые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максимальные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разовые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концентрации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(ПДК).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Комплекс природных условий, обязательных для учёта при проектировании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Сети газораспределения и газопотребления должны обеспечивать безопасность и энергетическую эффективность транспортирования природного газа с параметрами по давлению и расходу, определёнными проектной документацией и условиями эксплуатации.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907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3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факторов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57611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71327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Рельеф местности · Геология грунта · Гидрогеологический режим · Сейсмические условия · Подземные горные разработки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4170476"/>
            <a:ext cx="5029200" cy="1033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Концентрация вредных веществ в атмосфере (от сбросных и продувочных газопроводов) не должна превышать предельно допустимые максимальные разовые концентрации (ПДК). Выбор материалов труб, защитных покрытий и способа прокладки определяется давлением газа, температурой, гидрогеологическими данными и техногенными воздействиями. При проектировании выполняются расчёты на прочность, устойчивость и пропускную способность; предусматривается защита от коррозии стальных газопроводов.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78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rgbClr val="1A1A1A"/>
                </a:solidFill>
                <a:latin typeface="Inter"/>
              </a:rPr>
              <a:t>Условия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выбора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трасс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запреты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прокладки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Выбор способа прокладки определяется давлением, плотностью застройки и уровнем ответственности объектов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4106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Условия выбора трассы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54146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9130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Наружный газопровод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1990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Вид и способ прокладки определяются на этапе проектирования с учётом всех факторов безопасности.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083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Способ прокладки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9431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Выбирается исходя из давления в газопроводе, плотности застройки и уровня ответственности зданий и сооружений.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03980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Запреты прокладки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335984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349700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Категория А и 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725608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допускается проектирование наружных газопроводов всех категорий давлений по стенам, над и под помещениями категории А и Б по взрывопожарной опасности. Исключение: здания газорегуляторных пунктов и пунктов учёта газа.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46512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Мосты из горючих материалов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69372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Запрещена прокладка по пешеходным и автомобильным мостам, построенным из горючих материалов группы Г1–Г4.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Запреты распространяются на наружные газопроводы всех категорий давлений без исключения по критерию давления.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rgbClr val="1A1A1A"/>
                </a:solidFill>
                <a:latin typeface="Inter"/>
              </a:rPr>
              <a:t>Условия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выбора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трасс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и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запреты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прокладки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6840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Условия выбора трассы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588448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72560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Расстояния по горизонтали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54208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Устанавливаются от газопровода до смежных зданий, сооружений, естественных и искусственных преград — в зависимости от давления и категории объектов.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9372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Расстояния по вертикали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2232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Определяются аналогично: до зданий, сооружений и преград, с учётом давления и категорий объектов.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3846766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Запреты прокладки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4447" y="4166806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24447" y="43039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Железнодорожные мосты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532566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Прокладка газопроводов по железнодорожным мостам не допускается.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Маркировка трасс подземных газопроводов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Опознавательные знаки обязательны для всех подземных газопроводов; сигнальная лента — дополнительно для полиэтиленовых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Сведения на опознавательном знаке подземного газопровода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175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546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Диаметр газопровода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701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5701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Давление газа в газопроводе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593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5935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Глубина залегания газопровода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616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Материал труб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6402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6402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Расстояние до газопровода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Телефонные номера аварийно-спасательной службы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Для полиэтиленовых газопроводов, проложенных открытым способом, дополнительно предусматривается укладка сигнальной ленты над трассой.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Размеры охранных зон газораспределительных 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ПП РФ № 878 устанавливает три ключевых размера охранных зон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907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90" b="1">
                <a:solidFill>
                  <a:srgbClr val="E30613"/>
                </a:solidFill>
                <a:latin typeface="Inter"/>
              </a:rPr>
              <a:t>2 / 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5466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353252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490412"/>
            <a:ext cx="5029200" cy="911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Охранные зоны газораспределительной сети:</a:t>
            </a:r>
          </a:p>
          <a:p>
            <a:pPr algn="l">
              <a:spcBef>
                <a:spcPts val="384"/>
              </a:spcBef>
            </a:pPr>
            <a:r>
              <a:rPr sz="1100" b="1" i="0">
                <a:solidFill>
                  <a:srgbClr val="1A1A1A"/>
                </a:solidFill>
                <a:latin typeface="Inter"/>
              </a:rPr>
              <a:t>— 2 м — вдоль трасс наружных газопроводов (с каждой стороны)</a:t>
            </a:r>
          </a:p>
          <a:p>
            <a:pPr algn="l">
              <a:spcBef>
                <a:spcPts val="384"/>
              </a:spcBef>
            </a:pPr>
            <a:r>
              <a:rPr sz="1100" b="1" i="0">
                <a:solidFill>
                  <a:srgbClr val="1A1A1A"/>
                </a:solidFill>
                <a:latin typeface="Inter"/>
              </a:rPr>
              <a:t>— 3 м — со стороны медного провода для подземных полиэтиленовых газопроводов (2 м — с противоположной стороны)</a:t>
            </a:r>
          </a:p>
          <a:p>
            <a:pPr algn="l">
              <a:spcBef>
                <a:spcPts val="384"/>
              </a:spcBef>
            </a:pPr>
            <a:r>
              <a:rPr sz="1100" b="1" i="0">
                <a:solidFill>
                  <a:srgbClr val="1A1A1A"/>
                </a:solidFill>
                <a:latin typeface="Inter"/>
              </a:rPr>
              <a:t>— 10 м — вокруг отдельно стоящих газорегуляторных пунктов.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4401764"/>
            <a:ext cx="5029200" cy="896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В охранных зонах запрещены: строительство объектов, разлив кислот и щелочей, разведение огня, обработка почвы на глубину более 0,3 м, самовольное подключение к сети. Хозяйственная деятельность, связанная с нарушением поверхности земли или обработкой почвы глубже 0,3 м, допускается только на основании письменного разрешения эксплуатирующей организации (ПП РФ № 878).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Запреты и ограничения деятельности в охранных зонах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ПП РФ № 878 — размеры охранных зон и перечень запрещённых действий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9577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Запрещено в охранных зонах газораспределительной сети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11581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5297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5297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Строительство любых объектов в пределах охранной зоны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531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531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Разливать кислоты и щелочи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5765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5765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Разводить огонь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5998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5998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Обрабатывать почву на глубину более 0,3 метра без письменного разрешения эксплуатирующей организации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6806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6806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Самовольно подключаться к сетям газораспределения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Хозяйственная деятельность, связанная с нарушением поверхности земли или обработкой почвы на глубину более 0,3 метра, допускается только на основании письменного разрешения эксплуатирующей организации (ПП РФ № 878). Границы охранных зон указываются в проектной документации на сеть газораспределения.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1174</Words>
  <Application>Microsoft Macintosh PowerPoint</Application>
  <PresentationFormat>Широкоэкранный</PresentationFormat>
  <Paragraphs>119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Inter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машрум. ^_^</cp:lastModifiedBy>
  <cp:revision>2</cp:revision>
  <dcterms:created xsi:type="dcterms:W3CDTF">2013-01-27T09:14:16Z</dcterms:created>
  <dcterms:modified xsi:type="dcterms:W3CDTF">2026-08-31T13:02:45Z</dcterms:modified>
  <cp:category/>
</cp:coreProperties>
</file>