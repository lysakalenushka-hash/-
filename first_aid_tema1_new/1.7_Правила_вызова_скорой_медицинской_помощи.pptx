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303" r:id="rId26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0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1.7. ПРАВИЛА ВЫЗОВА СКОРОЙ МЕДИЦИНСКОЙ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ПРАВИЛА ВЫЗОВА СКОРОЙ МЕДИЦИНСКОЙ ПОМОЩИ И ДРУГИХ СПЕЦИАЛЬНЫХ СЛУЖБ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1.7  Вызов скорой медицинской помощи и спецслужб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