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281" r:id="rId5"/>
    <p:sldId id="283" r:id="rId6"/>
    <p:sldId id="284" r:id="rId7"/>
    <p:sldId id="285" r:id="rId8"/>
    <p:sldId id="286" r:id="rId9"/>
    <p:sldId id="287" r:id="rId10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1.1. НОРМАТИВНО-ПРАВОВАЯ БАЗА И ОРГАНИЗАЦИЯ ОКАЗАНИЯ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 rtl="0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  <a:sym typeface="Open Sans"/>
              </a:rPr>
              <a:pPr algn="ctr" defTabSz="1828434" rtl="0">
                <a:lnSpc>
                  <a:spcPct val="100000"/>
                </a:lnSpc>
                <a:defRPr/>
              </a:pPr>
              <a:t/>
            </a:fld>
            <a:r>
              <a:t>2</a:t>
            </a:r>
            <a:endParaRPr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ОРГАНИЗАЦИЯ ОКАЗАНИЯ ПЕРВОЙ ПОМОЩИ В РОССИЙСКОЙ ФЕДЕРАЦИИ</a:t>
            </a:r>
            <a:endParaRPr lang="ru-RU" sz="4600" dirty="0"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1" y="2604670"/>
            <a:ext cx="135355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12912080" y="4265712"/>
            <a:ext cx="10384021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На сегодняшний день система оказания первой помощи в Российской Федерации состоит из трех основных компонентов:</a:t>
            </a:r>
            <a:endParaRPr/>
          </a:p>
          <a:p>
            <a:pPr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>Нормативно-правовое обеспечение (федеральные законы и прочие нормативные акты и документы, определяющие обязанности и права участников оказания первой помощи, их оснащение, объем первой помощи и т.д.).</a:t>
            </a:r>
            <a:endParaRPr/>
          </a:p>
          <a:p>
            <a:pPr marL="514350" indent="-514350">
              <a:buAutoNum type="arabicPeriod"/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>Обучение участников оказания первой помощи правилам и навыкам ее оказания.</a:t>
            </a:r>
            <a:endParaRPr/>
          </a:p>
          <a:p>
            <a:pPr marL="514350" indent="-514350">
              <a:buAutoNum type="arabicPeriod"/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>Оснащение участников оказания первой помощи средствами для ее оказания (аптечками и укладками).</a:t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979" t="32809" r="5668" b="7649"/>
          <a:stretch/>
        </p:blipFill>
        <p:spPr bwMode="auto">
          <a:xfrm>
            <a:off x="844359" y="4158732"/>
            <a:ext cx="11756204" cy="801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1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ОРГАНИЗАЦИЯ ОКАЗАНИЯ ПЕРВОЙ ПОМОЩИ В РОССИЙСКОЙ ФЕДЕРАЦИИ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1" y="2604670"/>
            <a:ext cx="135355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678832" y="9450288"/>
            <a:ext cx="2139498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Участники оказания первой помощи </a:t>
            </a:r>
            <a:r>
              <a:rPr lang="ru-RU" sz="2800"/>
              <a:t>могут иметь различную подготовку к ее оказанию и оснащение. Также они могут быть </a:t>
            </a:r>
            <a:r>
              <a:rPr lang="ru-RU" sz="2800" b="1"/>
              <a:t>обязанными оказывать первую помощь</a:t>
            </a:r>
            <a:r>
              <a:rPr lang="ru-RU" sz="2800"/>
              <a:t>, либо </a:t>
            </a:r>
            <a:r>
              <a:rPr lang="ru-RU" sz="2800" b="1"/>
              <a:t>иметь право ее оказывать</a:t>
            </a:r>
            <a:r>
              <a:rPr lang="ru-RU" sz="2800"/>
              <a:t>. </a:t>
            </a:r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В большинстве случаев первая помощь должна заканчиваться передачей пострадавших прибывшей </a:t>
            </a:r>
            <a:r>
              <a:rPr lang="ru-RU" sz="2800" b="1"/>
              <a:t>бригаде скорой медицинской помощи</a:t>
            </a:r>
            <a:r>
              <a:rPr lang="ru-RU" sz="2800"/>
              <a:t>, которая, продолжая оказание помощи в пути, доставляет пострадавшего в лечебное учреждение.</a:t>
            </a:r>
            <a:endParaRPr/>
          </a:p>
        </p:txBody>
      </p:sp>
      <p:pic>
        <p:nvPicPr>
          <p:cNvPr id="9" name="Picture 7" descr="для доклада1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132955" y="3918224"/>
            <a:ext cx="18486735" cy="54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63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4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9455696" y="4283457"/>
            <a:ext cx="13667579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Федеральный закон от 21.11.2011 №323-ФЗ </a:t>
            </a:r>
            <a:r>
              <a:rPr lang="ru-RU" sz="2800" b="1"/>
              <a:t>«Об основах охраны здоровья граждан Российской Федерации»</a:t>
            </a:r>
            <a:r>
              <a:rPr lang="ru-RU" sz="2800"/>
              <a:t>: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 b="1"/>
              <a:t>Статья 31. Первая помощь: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«1. Первая помощь до оказания медицинской помощи оказывается гражданам при несчастных случаях, травмах, отравлениях и других состояниях и заболеваниях, угрожающих их жизни и здоровью…»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« 4. Водители транспортных средств и другие лица вправе оказывать первую помощь при наличии соответствующей подготовки и (или) навыков.»</a:t>
            </a:r>
          </a:p>
          <a:p>
            <a:pPr>
              <a:defRPr/>
            </a:pPr>
            <a:endParaRPr lang="ru-RU" sz="2800"/>
          </a:p>
        </p:txBody>
      </p:sp>
      <p:pic>
        <p:nvPicPr>
          <p:cNvPr id="11" name="Picture 2" descr="Федеральный закон &quot;Об основах охраны здоровья граждан в Российской Федерации&quot; текст с изменениями и дополнениями на 2022 год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220612" y="3986987"/>
            <a:ext cx="5312275" cy="87496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120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5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651413" y="3694094"/>
            <a:ext cx="21630492" cy="456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/>
              <a:t>Законодательство разного уровня устанавливает обязанность по оказанию первой помощи для лиц, которые </a:t>
            </a:r>
            <a:r>
              <a:rPr lang="ru-RU" b="1"/>
              <a:t>в силу профессиональных обязанностей первыми оказываются на месте происшествия </a:t>
            </a:r>
            <a:r>
              <a:rPr lang="ru-RU"/>
              <a:t>с пострадавшими.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Обязанность </a:t>
            </a:r>
            <a:r>
              <a:rPr lang="ru-RU" b="1"/>
              <a:t>«…принять меры для оказания первой помощи…» </a:t>
            </a:r>
            <a:r>
              <a:rPr lang="ru-RU"/>
              <a:t>возникает у водителей, причастных к ДТП (п. 2.6 ПДД РФ). Принятие мер к оказанию первой помощи относится к обязанностям водителя в связи с ДТП, за невыполнение которых водителю грозит </a:t>
            </a:r>
            <a:r>
              <a:rPr lang="ru-RU" b="1"/>
              <a:t>привлечение к административной ответственности и наказание в виде административного штрафа </a:t>
            </a:r>
            <a:r>
              <a:rPr lang="ru-RU"/>
              <a:t>(ч. 1 ст. 12.27 КоАП). В том случае, если гражданин </a:t>
            </a:r>
            <a:r>
              <a:rPr lang="ru-RU" b="1"/>
              <a:t>заведомо оставил пострадавшего</a:t>
            </a:r>
            <a:r>
              <a:rPr lang="ru-RU"/>
              <a:t>, находящегося в беспомощном состоянии без возможности получения помощи, </a:t>
            </a:r>
            <a:r>
              <a:rPr lang="ru-RU" b="1"/>
              <a:t>он может быть привлечен к уголовной ответственности </a:t>
            </a:r>
            <a:r>
              <a:rPr lang="ru-RU"/>
              <a:t>(ст. 125 «Оставление в опасности» УК РФ). </a:t>
            </a:r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том случае, если водитель не причастен к ДТП, но стал его свидетелем, согласно ч. 4 ст. 31 Федерального закона № 323-ФЗ «Об основах охраны здоровья граждан в Российской Федерации», </a:t>
            </a:r>
            <a:r>
              <a:rPr lang="ru-RU" b="1"/>
              <a:t>водитель вправе добровольно оказать первую помощь</a:t>
            </a:r>
            <a:r>
              <a:rPr lang="ru-RU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6935416" y="7264941"/>
            <a:ext cx="12207176" cy="647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7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6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9113535" y="4049688"/>
            <a:ext cx="14282202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Статья 228 Трудового кодекса Российской Федерации предусматривает обязанность работодателя при несчастном случае на производстве </a:t>
            </a:r>
            <a:r>
              <a:rPr lang="ru-RU" sz="2800" b="1" dirty="0"/>
              <a:t>«немедленно организовать первую помощь пострадавшему и при необходимости доставку его в медицинскую организацию»</a:t>
            </a:r>
            <a:r>
              <a:rPr lang="ru-RU" sz="2800" dirty="0"/>
              <a:t>. </a:t>
            </a:r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Для организации оказания первой помощи при несчастном случае на производстве силами работников на работодателя возложена обязанность </a:t>
            </a:r>
            <a:r>
              <a:rPr lang="ru-RU" sz="2800" b="1" dirty="0"/>
              <a:t>организовывать обучение первой помощи </a:t>
            </a:r>
            <a:r>
              <a:rPr lang="ru-RU" sz="2800" dirty="0"/>
              <a:t>для всех поступающих на работу лиц, а также для работников, переводимых на другую работу (ст. 214, 219 ТК РФ). 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Для работника ТК РФ предусматривает обязанность </a:t>
            </a:r>
            <a:r>
              <a:rPr lang="ru-RU" sz="2800" b="1" dirty="0"/>
              <a:t>«проходить обучение по оказанию первой помощи пострадавшим на производстве» </a:t>
            </a:r>
            <a:r>
              <a:rPr lang="ru-RU" sz="2800" dirty="0"/>
              <a:t>(ст. 215 ТК РФ).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22829" y="4049687"/>
            <a:ext cx="5445571" cy="856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8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7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0031760" y="2969568"/>
            <a:ext cx="13880883" cy="909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Освобождение от ответственности: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 b="1"/>
              <a:t>УК РФ ст. 39. Крайняя необходимость: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/>
              <a:t>«Не является преступлением причинение вреда … в состоянии крайней необходимости, то есть для устранения опасности, непосредственно угрожающей личности и правам данного лица 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 b="1"/>
              <a:t>КоАП РФ ст. 2.7. Крайняя необходимость: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/>
              <a:t>«Не является административным правонарушением причинение лицом вреда … в состоянии крайней необходимости, то есть для устранения опасности, непосредственно угрожающей личности и правам данного лица 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В случае решения в суде вопроса о привлечении лица к ответственности за причинение вреда жизни или здоровью, оказание первой помощи пострадавшему учитывается как </a:t>
            </a:r>
            <a:r>
              <a:rPr lang="ru-RU" sz="2800" b="1"/>
              <a:t>обстоятельство, смягчающее наказание </a:t>
            </a:r>
            <a:r>
              <a:rPr lang="ru-RU" sz="2800"/>
              <a:t>(п. 2 ч. 1 ст. 4.2 Кодекса Российской Федерации об административных правонарушениях; п. «к» ч. 1 ст. 61 Уголовного Кодекса Российской Федерации).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05668" y="5240698"/>
            <a:ext cx="8325949" cy="62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4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