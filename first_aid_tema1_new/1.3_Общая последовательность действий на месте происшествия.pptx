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1" r:id="rId1"/>
    <p:sldMasterId id="2147483704" r:id="rId2"/>
    <p:sldMasterId id="2147483757" r:id="rId3"/>
  </p:sldMasterIdLst>
  <p:notesMasterIdLst>
    <p:notesMasterId r:id="rId28"/>
  </p:notesMasterIdLst>
  <p:sldIdLst>
    <p:sldId id="280" r:id="rId4"/>
    <p:sldId id="302" r:id="rId15"/>
    <p:sldId id="293" r:id="rId16"/>
    <p:sldId id="294" r:id="rId17"/>
    <p:sldId id="295" r:id="rId18"/>
    <p:sldId id="296" r:id="rId19"/>
    <p:sldId id="298" r:id="rId21"/>
    <p:sldId id="299" r:id="rId22"/>
    <p:sldId id="300" r:id="rId23"/>
    <p:sldId id="301" r:id="rId24"/>
    <p:sldId id="282" r:id="rId27"/>
  </p:sldIdLst>
  <p:sldSz cx="24384000" cy="13716000"/>
  <p:notesSz cx="24384000" cy="13716000"/>
  <p:defaultTextStyle>
    <a:defPPr marL="0" marR="0" indent="0" algn="l" defTabSz="91440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1800" b="0" i="0" u="none" strike="noStrike" cap="none" spc="0">
        <a:ln>
          <a:noFill/>
        </a:ln>
        <a:solidFill>
          <a:srgbClr val="000000"/>
        </a:solidFill>
      </a:defRPr>
    </a:defPPr>
    <a:lvl1pPr marL="0" marR="0" indent="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1pPr>
    <a:lvl2pPr marL="0" marR="0" indent="4572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2pPr>
    <a:lvl3pPr marL="0" marR="0" indent="9144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3pPr>
    <a:lvl4pPr marL="0" marR="0" indent="13716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4pPr>
    <a:lvl5pPr marL="0" marR="0" indent="18288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5pPr>
    <a:lvl6pPr marL="0" marR="0" indent="22860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6pPr>
    <a:lvl7pPr marL="0" marR="0" indent="27432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7pPr>
    <a:lvl8pPr marL="0" marR="0" indent="32004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8pPr>
    <a:lvl9pPr marL="0" marR="0" indent="36576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03" autoAdjust="0"/>
    <p:restoredTop sz="92577" autoAdjust="0"/>
  </p:normalViewPr>
  <p:slideViewPr>
    <p:cSldViewPr>
      <p:cViewPr>
        <p:scale>
          <a:sx n="33" d="100"/>
          <a:sy n="33" d="100"/>
        </p:scale>
        <p:origin x="1056" y="3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" name="Shape 73"/>
          <p:cNvSpPr>
            <a:spLocks noGrp="1" noRot="1" noChangeAspec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" name="Shape 74"/>
          <p:cNvSpPr>
            <a:spLocks noGrp="1"/>
          </p:cNvSpPr>
          <p:nvPr>
            <p:ph type="body" sz="quarter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43394855"/>
      </p:ext>
    </p:extLst>
  </p:cSld>
  <p:clrMap bg1="lt1" tx1="dk1" bg2="lt2" tx2="dk2" accent1="accent1" accent2="accent2" accent3="accent3" accent4="accent4" accent5="accent5" accent6="accent6" hlink="hlink" folHlink="folHlink"/>
  <p:notesStyle>
    <a:lvl1pPr defTabSz="1828800">
      <a:defRPr sz="2400">
        <a:latin typeface="+mn-lt"/>
        <a:ea typeface="+mn-ea"/>
        <a:cs typeface="+mn-cs"/>
      </a:defRPr>
    </a:lvl1pPr>
    <a:lvl2pPr indent="228600" defTabSz="1828800">
      <a:defRPr sz="2400">
        <a:latin typeface="+mn-lt"/>
        <a:ea typeface="+mn-ea"/>
        <a:cs typeface="+mn-cs"/>
      </a:defRPr>
    </a:lvl2pPr>
    <a:lvl3pPr indent="457200" defTabSz="1828800">
      <a:defRPr sz="2400">
        <a:latin typeface="+mn-lt"/>
        <a:ea typeface="+mn-ea"/>
        <a:cs typeface="+mn-cs"/>
      </a:defRPr>
    </a:lvl3pPr>
    <a:lvl4pPr indent="685800" defTabSz="1828800">
      <a:defRPr sz="2400">
        <a:latin typeface="+mn-lt"/>
        <a:ea typeface="+mn-ea"/>
        <a:cs typeface="+mn-cs"/>
      </a:defRPr>
    </a:lvl4pPr>
    <a:lvl5pPr indent="914400" defTabSz="1828800">
      <a:defRPr sz="2400">
        <a:latin typeface="+mn-lt"/>
        <a:ea typeface="+mn-ea"/>
        <a:cs typeface="+mn-cs"/>
      </a:defRPr>
    </a:lvl5pPr>
    <a:lvl6pPr indent="1143000" defTabSz="1828800">
      <a:defRPr sz="2400">
        <a:latin typeface="+mn-lt"/>
        <a:ea typeface="+mn-ea"/>
        <a:cs typeface="+mn-cs"/>
      </a:defRPr>
    </a:lvl6pPr>
    <a:lvl7pPr indent="1371600" defTabSz="1828800">
      <a:defRPr sz="2400">
        <a:latin typeface="+mn-lt"/>
        <a:ea typeface="+mn-ea"/>
        <a:cs typeface="+mn-cs"/>
      </a:defRPr>
    </a:lvl7pPr>
    <a:lvl8pPr indent="1600200" defTabSz="1828800">
      <a:defRPr sz="2400">
        <a:latin typeface="+mn-lt"/>
        <a:ea typeface="+mn-ea"/>
        <a:cs typeface="+mn-cs"/>
      </a:defRPr>
    </a:lvl8pPr>
    <a:lvl9pPr indent="1828800" defTabSz="1828800">
      <a:defRPr sz="2400"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566603E-7D41-4B3A-A1FE-5F5EFDD65191}" type="slidenum">
              <a:rPr kumimoji="0" lang="ru-R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alibri"/>
                <a:sym typeface="Open San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ru-RU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7363402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 marL="0" marR="0" lvl="0" indent="0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b="1" dirty="0">
                <a:solidFill>
                  <a:schemeClr val="accent1"/>
                </a:solidFill>
              </a:rPr>
              <a:t>«-»</a:t>
            </a:r>
            <a:endParaRPr dirty="0"/>
          </a:p>
          <a:p>
            <a:pPr marL="0" marR="0" lvl="0" indent="0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b="1" dirty="0">
                <a:solidFill>
                  <a:schemeClr val="accent1"/>
                </a:solidFill>
              </a:rPr>
              <a:t>Благодарим за внимание</a:t>
            </a:r>
          </a:p>
          <a:p>
            <a:pPr marL="0" marR="0" lvl="0" indent="0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b="1" dirty="0">
                <a:solidFill>
                  <a:schemeClr val="accent1"/>
                </a:solidFill>
              </a:rPr>
              <a:t>«-»</a:t>
            </a:r>
            <a:endParaRPr dirty="0"/>
          </a:p>
          <a:p>
            <a:pPr>
              <a:defRPr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0884298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3048801" y="5006974"/>
            <a:ext cx="18292766" cy="2012952"/>
          </a:xfrm>
          <a:prstGeom prst="rect">
            <a:avLst/>
          </a:prstGeom>
        </p:spPr>
        <p:txBody>
          <a:bodyPr anchor="b"/>
          <a:lstStyle>
            <a:lvl1pPr algn="ctr">
              <a:defRPr sz="8800"/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1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3048801" y="7204074"/>
            <a:ext cx="18292766" cy="595220"/>
          </a:xfrm>
          <a:prstGeom prst="rect">
            <a:avLst/>
          </a:prstGeom>
        </p:spPr>
        <p:txBody>
          <a:bodyPr/>
          <a:lstStyle>
            <a:lvl1pPr algn="ctr"/>
            <a:lvl2pPr algn="ctr"/>
            <a:lvl3pPr algn="ctr"/>
            <a:lvl4pPr algn="ctr"/>
            <a:lvl5pPr indent="3656686" algn="ctr"/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6242742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712932" y="3708962"/>
            <a:ext cx="21036680" cy="1405968"/>
          </a:xfrm>
          <a:prstGeom prst="rect">
            <a:avLst/>
          </a:prstGeom>
        </p:spPr>
        <p:txBody>
          <a:bodyPr/>
          <a:lstStyle>
            <a:lvl1pPr algn="ctr"/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2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712932" y="5817091"/>
            <a:ext cx="21036680" cy="755170"/>
          </a:xfrm>
          <a:prstGeom prst="rect">
            <a:avLst/>
          </a:prstGeom>
        </p:spPr>
        <p:txBody>
          <a:bodyPr/>
          <a:lstStyle>
            <a:lvl1pPr algn="ctr">
              <a:defRPr sz="3200"/>
            </a:lvl1pPr>
            <a:lvl2pPr algn="ctr">
              <a:defRPr sz="3200"/>
            </a:lvl2pPr>
            <a:lvl3pPr algn="ctr">
              <a:defRPr sz="3200"/>
            </a:lvl3pPr>
            <a:lvl4pPr algn="ctr">
              <a:defRPr sz="3200"/>
            </a:lvl4pPr>
            <a:lvl5pPr algn="ctr">
              <a:defRPr sz="3200"/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2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4" name="Rectangle 8"/>
          <p:cNvSpPr/>
          <p:nvPr/>
        </p:nvSpPr>
        <p:spPr bwMode="auto">
          <a:xfrm>
            <a:off x="11454348" y="5305993"/>
            <a:ext cx="1553848" cy="91438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B2B2B2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B2B2B2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5" name="Text Placeholder 10"/>
          <p:cNvSpPr>
            <a:spLocks noGrp="1"/>
          </p:cNvSpPr>
          <p:nvPr>
            <p:ph type="body" sz="quarter" idx="21"/>
          </p:nvPr>
        </p:nvSpPr>
        <p:spPr bwMode="auto">
          <a:xfrm>
            <a:off x="3173483" y="7458076"/>
            <a:ext cx="18040222" cy="2400300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66600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5768166" y="3938096"/>
            <a:ext cx="6926764" cy="429150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8066053" y="3938103"/>
            <a:ext cx="7128082" cy="550330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6" name="Text Placeholder 33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15768173" y="8556338"/>
            <a:ext cx="6981446" cy="1461780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7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8066053" y="4700107"/>
            <a:ext cx="7128082" cy="329105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3049858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" name="Rectangle 6"/>
          <p:cNvSpPr/>
          <p:nvPr/>
        </p:nvSpPr>
        <p:spPr bwMode="auto">
          <a:xfrm>
            <a:off x="-1" y="1457323"/>
            <a:ext cx="22749614" cy="1087233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65" name="Picture Placeholder 13"/>
          <p:cNvSpPr>
            <a:spLocks noGrp="1"/>
          </p:cNvSpPr>
          <p:nvPr>
            <p:ph type="pic" idx="21"/>
          </p:nvPr>
        </p:nvSpPr>
        <p:spPr bwMode="auto">
          <a:xfrm>
            <a:off x="-349805" y="1864518"/>
            <a:ext cx="22553158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6" name="Picture Placeholder 14"/>
          <p:cNvSpPr>
            <a:spLocks noGrp="1"/>
          </p:cNvSpPr>
          <p:nvPr>
            <p:ph type="pic" idx="22"/>
          </p:nvPr>
        </p:nvSpPr>
        <p:spPr bwMode="auto">
          <a:xfrm>
            <a:off x="-349808" y="1864518"/>
            <a:ext cx="22553156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2775886"/>
            <a:ext cx="10518342" cy="144649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6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2260788"/>
            <a:ext cx="10518342" cy="72446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956625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286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7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6859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9" name="Straight Connector 7"/>
          <p:cNvSpPr/>
          <p:nvPr/>
        </p:nvSpPr>
        <p:spPr bwMode="auto">
          <a:xfrm>
            <a:off x="1676838" y="23717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80" name="Picture Placeholder 11"/>
          <p:cNvSpPr>
            <a:spLocks noGrp="1"/>
          </p:cNvSpPr>
          <p:nvPr>
            <p:ph type="pic" sz="quarter" idx="21"/>
          </p:nvPr>
        </p:nvSpPr>
        <p:spPr bwMode="auto">
          <a:xfrm>
            <a:off x="5239062" y="3918325"/>
            <a:ext cx="2939628" cy="293809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340195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1" y="0"/>
            <a:ext cx="14807446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8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807451" y="0"/>
            <a:ext cx="958291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11055" y="2931886"/>
            <a:ext cx="6402470" cy="2210028"/>
          </a:xfrm>
          <a:prstGeom prst="rect">
            <a:avLst/>
          </a:prstGeom>
        </p:spPr>
        <p:txBody>
          <a:bodyPr/>
          <a:lstStyle>
            <a:lvl1pPr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9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382015" y="4875221"/>
            <a:ext cx="6331510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9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7704969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" name="Picture Placeholder 57"/>
          <p:cNvSpPr>
            <a:spLocks noGrp="1"/>
          </p:cNvSpPr>
          <p:nvPr>
            <p:ph type="pic" sz="half" idx="21"/>
          </p:nvPr>
        </p:nvSpPr>
        <p:spPr bwMode="auto">
          <a:xfrm>
            <a:off x="-228720" y="-235851"/>
            <a:ext cx="6925512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99" name="Picture Placeholder 60"/>
          <p:cNvSpPr>
            <a:spLocks noGrp="1"/>
          </p:cNvSpPr>
          <p:nvPr>
            <p:ph type="pic" sz="half" idx="22"/>
          </p:nvPr>
        </p:nvSpPr>
        <p:spPr bwMode="auto">
          <a:xfrm>
            <a:off x="4018456" y="-235857"/>
            <a:ext cx="8742460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0" name="Picture Placeholder 63"/>
          <p:cNvSpPr>
            <a:spLocks noGrp="1"/>
          </p:cNvSpPr>
          <p:nvPr>
            <p:ph type="pic" idx="23"/>
          </p:nvPr>
        </p:nvSpPr>
        <p:spPr bwMode="auto">
          <a:xfrm>
            <a:off x="10003309" y="-235853"/>
            <a:ext cx="9858630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1" name="Picture Placeholder 67"/>
          <p:cNvSpPr>
            <a:spLocks noGrp="1"/>
          </p:cNvSpPr>
          <p:nvPr>
            <p:ph type="pic" sz="half" idx="24"/>
          </p:nvPr>
        </p:nvSpPr>
        <p:spPr bwMode="auto">
          <a:xfrm>
            <a:off x="17266401" y="-235855"/>
            <a:ext cx="7238322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2" name="Picture Placeholder 8"/>
          <p:cNvSpPr>
            <a:spLocks noGrp="1"/>
          </p:cNvSpPr>
          <p:nvPr>
            <p:ph type="pic" idx="25"/>
          </p:nvPr>
        </p:nvSpPr>
        <p:spPr bwMode="auto">
          <a:xfrm>
            <a:off x="-831705" y="-651331"/>
            <a:ext cx="25797034" cy="149352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759459"/>
            <a:ext cx="21036680" cy="109855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1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685800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10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4755540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618573"/>
            <a:ext cx="21036680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11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1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1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88629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722743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55918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95641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9" name="Picture Placeholder 17"/>
          <p:cNvSpPr>
            <a:spLocks noGrp="1"/>
          </p:cNvSpPr>
          <p:nvPr>
            <p:ph type="pic" sz="quarter" idx="25"/>
          </p:nvPr>
        </p:nvSpPr>
        <p:spPr bwMode="auto">
          <a:xfrm>
            <a:off x="3468915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0" name="Picture Placeholder 20"/>
          <p:cNvSpPr>
            <a:spLocks noGrp="1"/>
          </p:cNvSpPr>
          <p:nvPr>
            <p:ph type="pic" sz="quarter" idx="26"/>
          </p:nvPr>
        </p:nvSpPr>
        <p:spPr bwMode="auto">
          <a:xfrm>
            <a:off x="9277180" y="7772403"/>
            <a:ext cx="2674904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1" name="Picture Placeholder 23"/>
          <p:cNvSpPr>
            <a:spLocks noGrp="1"/>
          </p:cNvSpPr>
          <p:nvPr>
            <p:ph type="pic" sz="quarter" idx="27"/>
          </p:nvPr>
        </p:nvSpPr>
        <p:spPr bwMode="auto">
          <a:xfrm>
            <a:off x="15099109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2" name="Picture Placeholder 26"/>
          <p:cNvSpPr>
            <a:spLocks noGrp="1"/>
          </p:cNvSpPr>
          <p:nvPr>
            <p:ph type="pic" sz="quarter" idx="28"/>
          </p:nvPr>
        </p:nvSpPr>
        <p:spPr bwMode="auto">
          <a:xfrm>
            <a:off x="20935563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3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3653159" y="7897812"/>
            <a:ext cx="2312982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24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9453096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25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528006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26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2111651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27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886293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28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886293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29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6686239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30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6686239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31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255918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32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255918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33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35913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34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35913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214975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479052"/>
            <a:ext cx="21036680" cy="152120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14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14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04212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5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215778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6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604212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7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215778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8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2220597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49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2220597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2220597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7677155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677153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7677155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2213213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5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2213213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6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2213213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7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7669775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8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7669775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9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7669775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31122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9297"/>
            <a:ext cx="21036680" cy="1470962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16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16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69" name="Picture Placeholder 9"/>
          <p:cNvSpPr>
            <a:spLocks noGrp="1"/>
          </p:cNvSpPr>
          <p:nvPr>
            <p:ph type="pic" sz="quarter" idx="21"/>
          </p:nvPr>
        </p:nvSpPr>
        <p:spPr bwMode="auto">
          <a:xfrm>
            <a:off x="121681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0" name="Picture Placeholder 10"/>
          <p:cNvSpPr>
            <a:spLocks noGrp="1"/>
          </p:cNvSpPr>
          <p:nvPr>
            <p:ph type="pic" sz="quarter" idx="22"/>
          </p:nvPr>
        </p:nvSpPr>
        <p:spPr bwMode="auto">
          <a:xfrm>
            <a:off x="586259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1050837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2" name="Picture Placeholder 12"/>
          <p:cNvSpPr>
            <a:spLocks noGrp="1"/>
          </p:cNvSpPr>
          <p:nvPr>
            <p:ph type="pic" sz="quarter" idx="24"/>
          </p:nvPr>
        </p:nvSpPr>
        <p:spPr bwMode="auto">
          <a:xfrm>
            <a:off x="1515415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3" name="Picture Placeholder 13"/>
          <p:cNvSpPr>
            <a:spLocks noGrp="1"/>
          </p:cNvSpPr>
          <p:nvPr>
            <p:ph type="pic" sz="quarter" idx="25"/>
          </p:nvPr>
        </p:nvSpPr>
        <p:spPr bwMode="auto">
          <a:xfrm>
            <a:off x="19799930" y="3936820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966801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7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966801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7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966801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7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561797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7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5617975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7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61797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80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026914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81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0269147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82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026914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83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4920323" y="8044367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84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4920321" y="9387981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85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4920323" y="8635493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86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9571495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87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9571493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88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9571495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7944540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95884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19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753159"/>
            <a:ext cx="10064082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19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7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57959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0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1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457959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2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3929356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3" name="Text Placeholder 28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4048790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04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57952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5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6577384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06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6457952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7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6577384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08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3929356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9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4048790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2398008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1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38744" y="9144000"/>
            <a:ext cx="1225161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3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4814230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4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4933662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rPr/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25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7009408" y="6561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6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128842" y="6660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27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4910412" y="11133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8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029846" y="11232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3421133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36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7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8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9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0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7071342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1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7190774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rPr/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4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4814232" y="6575845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3" name="Text Placeholder 28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4933664" y="6675438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44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5093510" y="1225709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4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8718" y="9466730"/>
            <a:ext cx="21036680" cy="1142536"/>
          </a:xfrm>
          <a:prstGeom prst="rect">
            <a:avLst/>
          </a:prstGeom>
        </p:spPr>
        <p:txBody>
          <a:bodyPr/>
          <a:lstStyle>
            <a:lvl1pPr algn="ctr">
              <a:defRPr sz="7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91912472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2" name="Picture Placeholder 11"/>
          <p:cNvSpPr>
            <a:spLocks noGrp="1"/>
          </p:cNvSpPr>
          <p:nvPr>
            <p:ph type="pic" idx="21"/>
          </p:nvPr>
        </p:nvSpPr>
        <p:spPr bwMode="auto">
          <a:xfrm>
            <a:off x="-3" y="-2"/>
            <a:ext cx="24390358" cy="1365409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54" name="Picture Placeholder 10"/>
          <p:cNvSpPr>
            <a:spLocks noGrp="1"/>
          </p:cNvSpPr>
          <p:nvPr>
            <p:ph type="pic" idx="22"/>
          </p:nvPr>
        </p:nvSpPr>
        <p:spPr bwMode="auto">
          <a:xfrm>
            <a:off x="-39339693" y="-17373600"/>
            <a:ext cx="24390358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6474"/>
            <a:ext cx="21036680" cy="155690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25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83385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257" name="Picture Placeholder 9"/>
          <p:cNvSpPr>
            <a:spLocks noGrp="1"/>
          </p:cNvSpPr>
          <p:nvPr>
            <p:ph type="pic" sz="quarter" idx="23"/>
          </p:nvPr>
        </p:nvSpPr>
        <p:spPr bwMode="auto">
          <a:xfrm>
            <a:off x="20060730" y="7347746"/>
            <a:ext cx="2089444" cy="2088356"/>
          </a:xfrm>
          <a:prstGeom prst="rect">
            <a:avLst/>
          </a:prstGeom>
          <a:ln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69281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4" name="Rectangle 1"/>
          <p:cNvSpPr/>
          <p:nvPr/>
        </p:nvSpPr>
        <p:spPr bwMode="auto">
          <a:xfrm>
            <a:off x="12195185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65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2" y="0"/>
            <a:ext cx="1223330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6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349303"/>
            <a:ext cx="9124796" cy="3406774"/>
          </a:xfrm>
          <a:prstGeom prst="rect">
            <a:avLst/>
          </a:prstGeom>
          <a:ln w="9525">
            <a:solidFill>
              <a:schemeClr val="accent2"/>
            </a:solidFill>
            <a:round/>
          </a:ln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42167403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75" name="Rectangle 6"/>
          <p:cNvSpPr/>
          <p:nvPr/>
        </p:nvSpPr>
        <p:spPr bwMode="auto">
          <a:xfrm>
            <a:off x="7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444898"/>
            <a:ext cx="9124796" cy="3406776"/>
          </a:xfrm>
          <a:prstGeom prst="rect">
            <a:avLst/>
          </a:prstGeom>
          <a:ln w="9525">
            <a:solidFill>
              <a:srgbClr val="FFFFFF"/>
            </a:solidFill>
            <a:round/>
          </a:ln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2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rPr/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02114032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9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29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2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22920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9880" y="7348957"/>
            <a:ext cx="3295912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00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34740" y="7448548"/>
            <a:ext cx="3014864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15268832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0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30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310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1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2254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2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27767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13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4504261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4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3287843" y="876300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15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3287843" y="944246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16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504259" y="871631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17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504259" y="939577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18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4504252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9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4689765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62185673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2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32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329" name="Text Placeholder 33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5546443" y="4145287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30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5546443" y="4886331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3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2573097" y="4145287"/>
            <a:ext cx="2339242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2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5546443" y="8208871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3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5546443" y="8949917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34" name="Picture Placeholder 11"/>
          <p:cNvSpPr>
            <a:spLocks noGrp="1"/>
          </p:cNvSpPr>
          <p:nvPr>
            <p:ph type="pic" sz="quarter" idx="26"/>
          </p:nvPr>
        </p:nvSpPr>
        <p:spPr bwMode="auto">
          <a:xfrm>
            <a:off x="2573097" y="8208864"/>
            <a:ext cx="2339242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6311048" y="4145287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3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6311048" y="4886331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37" name="Picture Placeholder 11"/>
          <p:cNvSpPr>
            <a:spLocks noGrp="1"/>
          </p:cNvSpPr>
          <p:nvPr>
            <p:ph type="pic" sz="quarter" idx="29"/>
          </p:nvPr>
        </p:nvSpPr>
        <p:spPr bwMode="auto">
          <a:xfrm>
            <a:off x="13337700" y="4145287"/>
            <a:ext cx="2339240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6311048" y="8208871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3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6311048" y="8949917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40" name="Picture Placeholder 11"/>
          <p:cNvSpPr>
            <a:spLocks noGrp="1"/>
          </p:cNvSpPr>
          <p:nvPr>
            <p:ph type="pic" sz="quarter" idx="32"/>
          </p:nvPr>
        </p:nvSpPr>
        <p:spPr bwMode="auto">
          <a:xfrm>
            <a:off x="13337700" y="8208864"/>
            <a:ext cx="2339240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081228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48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1" y="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4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466491" y="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0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9923875" y="685800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2" name="Picture Placeholder 8"/>
          <p:cNvSpPr>
            <a:spLocks noGrp="1"/>
          </p:cNvSpPr>
          <p:nvPr>
            <p:ph type="pic" sz="half" idx="25"/>
          </p:nvPr>
        </p:nvSpPr>
        <p:spPr bwMode="auto">
          <a:xfrm>
            <a:off x="4508606" y="3390909"/>
            <a:ext cx="15339132" cy="6858002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5183871" y="3950260"/>
            <a:ext cx="13825238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35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5183871" y="5007543"/>
            <a:ext cx="13825238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66398146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62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2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3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6260920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4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8129436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5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-205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6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6258870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7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812738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8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34983" y="5873750"/>
            <a:ext cx="11512198" cy="19685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7068063" y="6329362"/>
            <a:ext cx="10254242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65588153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rPr/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3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89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7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0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1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2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6359671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3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6359671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4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6359671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5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6819826" y="10414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96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6819826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97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6819826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98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6819826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99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6819826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00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6819826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62781415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08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11149"/>
            <a:ext cx="12195178" cy="1370485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0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-1" y="8040921"/>
            <a:ext cx="12195178" cy="567508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0" name="Picture Placeholder 8"/>
          <p:cNvSpPr>
            <a:spLocks noGrp="1"/>
          </p:cNvSpPr>
          <p:nvPr>
            <p:ph type="pic" idx="23"/>
          </p:nvPr>
        </p:nvSpPr>
        <p:spPr bwMode="auto">
          <a:xfrm>
            <a:off x="12195176" y="2"/>
            <a:ext cx="1219518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76" y="8036300"/>
            <a:ext cx="12195180" cy="56797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2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676845" y="9174297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rPr/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1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676845" y="10014865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1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45" y="8510335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1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126591" y="9144819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1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126591" y="9985387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1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4126591" y="8480857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70014262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5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6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2195185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7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8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85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2636186" y="4572007"/>
            <a:ext cx="9558992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95185" y="4572007"/>
            <a:ext cx="9558990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2636186" y="6829426"/>
            <a:ext cx="9558992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2195185" y="6829426"/>
            <a:ext cx="9558990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7769346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9" name="Picture Placeholder 11"/>
          <p:cNvSpPr>
            <a:spLocks noGrp="1"/>
          </p:cNvSpPr>
          <p:nvPr>
            <p:ph type="pic" sz="half" idx="21"/>
          </p:nvPr>
        </p:nvSpPr>
        <p:spPr bwMode="auto">
          <a:xfrm>
            <a:off x="0" y="-2"/>
            <a:ext cx="13873096" cy="80083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0" name="Picture Placeholder 14"/>
          <p:cNvSpPr>
            <a:spLocks noGrp="1"/>
          </p:cNvSpPr>
          <p:nvPr>
            <p:ph type="pic" sz="half" idx="22"/>
          </p:nvPr>
        </p:nvSpPr>
        <p:spPr bwMode="auto">
          <a:xfrm>
            <a:off x="11655359" y="2"/>
            <a:ext cx="12735002" cy="80083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1" name="Picture Placeholder 17"/>
          <p:cNvSpPr>
            <a:spLocks noGrp="1"/>
          </p:cNvSpPr>
          <p:nvPr>
            <p:ph type="pic" sz="quarter" idx="23"/>
          </p:nvPr>
        </p:nvSpPr>
        <p:spPr bwMode="auto">
          <a:xfrm>
            <a:off x="0" y="8977932"/>
            <a:ext cx="11655352" cy="47378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2" name="Picture Placeholder 20"/>
          <p:cNvSpPr>
            <a:spLocks noGrp="1"/>
          </p:cNvSpPr>
          <p:nvPr>
            <p:ph type="pic" sz="quarter" idx="24"/>
          </p:nvPr>
        </p:nvSpPr>
        <p:spPr bwMode="auto">
          <a:xfrm>
            <a:off x="12598619" y="8978159"/>
            <a:ext cx="11791742" cy="47378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49656" y="7922742"/>
            <a:ext cx="21091040" cy="1231528"/>
          </a:xfrm>
          <a:prstGeom prst="rect">
            <a:avLst/>
          </a:prstGeom>
        </p:spPr>
        <p:txBody>
          <a:bodyPr/>
          <a:lstStyle>
            <a:lvl1pPr algn="ctr">
              <a:defRPr sz="60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44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9154277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44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82501043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5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6" y="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76" y="457200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79" y="9144000"/>
            <a:ext cx="635966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9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rPr/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6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6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6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6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6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65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5835517" y="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6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5835517" y="4572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7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5835517" y="9144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8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-1" y="31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9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-1" y="4603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0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-1" y="9175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1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460169" y="10727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72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460169" y="16823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73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460169" y="5530409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74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460169" y="61400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75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460169" y="101591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76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460169" y="107687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409607276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3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973606"/>
            <a:ext cx="12195178" cy="552002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4" name="Picture Placeholder 13"/>
          <p:cNvSpPr>
            <a:spLocks noGrp="1"/>
          </p:cNvSpPr>
          <p:nvPr>
            <p:ph type="pic" sz="quarter" idx="22"/>
          </p:nvPr>
        </p:nvSpPr>
        <p:spPr bwMode="auto">
          <a:xfrm>
            <a:off x="-792853" y="7220230"/>
            <a:ext cx="7957522" cy="170488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8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48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488" name="Text Placeholder 28"/>
          <p:cNvSpPr>
            <a:spLocks noGrp="1"/>
          </p:cNvSpPr>
          <p:nvPr>
            <p:ph type="body" sz="quarter" idx="23"/>
          </p:nvPr>
        </p:nvSpPr>
        <p:spPr bwMode="auto">
          <a:xfrm>
            <a:off x="779590" y="7543249"/>
            <a:ext cx="5660800" cy="1087906"/>
          </a:xfrm>
          <a:prstGeom prst="rect">
            <a:avLst/>
          </a:prstGeom>
        </p:spPr>
        <p:txBody>
          <a:bodyPr/>
          <a:lstStyle/>
          <a:p>
            <a:pPr>
              <a:defRPr sz="2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89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13566742" y="3973613"/>
            <a:ext cx="7932856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90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3566742" y="4653058"/>
            <a:ext cx="7932856" cy="428074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91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38" y="10220324"/>
            <a:ext cx="10518340" cy="16299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51919167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804511" y="3993785"/>
            <a:ext cx="759538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9533" y="3993778"/>
            <a:ext cx="7576322" cy="385604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01" name="Picture Placeholder 14"/>
          <p:cNvSpPr>
            <a:spLocks noGrp="1"/>
          </p:cNvSpPr>
          <p:nvPr>
            <p:ph type="pic" sz="quarter" idx="23"/>
          </p:nvPr>
        </p:nvSpPr>
        <p:spPr bwMode="auto">
          <a:xfrm>
            <a:off x="6150213" y="3993785"/>
            <a:ext cx="1208994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50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12294061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4000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5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4573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512" name="Straight Connector 7"/>
          <p:cNvSpPr/>
          <p:nvPr/>
        </p:nvSpPr>
        <p:spPr bwMode="auto">
          <a:xfrm>
            <a:off x="1676838" y="21431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1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524603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829682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21347683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219517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524603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9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829682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0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21347683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1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219517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2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1524603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3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829682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4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21347683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5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19517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6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1524603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7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1829682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8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21347683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74857636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6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2" y="4622612"/>
            <a:ext cx="24380824" cy="50327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3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3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53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62820544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2" y="3665156"/>
            <a:ext cx="2438082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7" name="Picture Placeholder 8"/>
          <p:cNvSpPr>
            <a:spLocks noGrp="1"/>
          </p:cNvSpPr>
          <p:nvPr>
            <p:ph type="pic" idx="22"/>
          </p:nvPr>
        </p:nvSpPr>
        <p:spPr bwMode="auto">
          <a:xfrm>
            <a:off x="9" y="3665156"/>
            <a:ext cx="2439035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49" name="CLICK TO EDIT MASTER TITLE STYLE"/>
          <p:cNvSpPr txBox="1">
            <a:spLocks noGrp="1"/>
          </p:cNvSpPr>
          <p:nvPr>
            <p:ph type="title" hasCustomPrompt="1"/>
          </p:nvPr>
        </p:nvSpPr>
        <p:spPr bwMode="auto">
          <a:xfrm>
            <a:off x="1604219" y="5850395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CLICK TO EDIT MASTER TITLE STYLE</a:t>
            </a:r>
          </a:p>
        </p:txBody>
      </p:sp>
      <p:sp>
        <p:nvSpPr>
          <p:cNvPr id="55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7232071"/>
            <a:ext cx="21145402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62813726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7620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5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5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8957480" y="6130927"/>
            <a:ext cx="2534972" cy="42640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982234" y="2514605"/>
            <a:ext cx="10212944" cy="3159126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56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982234" y="5673726"/>
            <a:ext cx="10212944" cy="457200"/>
          </a:xfrm>
          <a:prstGeom prst="rect">
            <a:avLst/>
          </a:prstGeom>
        </p:spPr>
        <p:txBody>
          <a:bodyPr/>
          <a:lstStyle>
            <a:lvl1pPr algn="r">
              <a:defRPr sz="3200">
                <a:solidFill>
                  <a:schemeClr val="accent4"/>
                </a:solidFill>
              </a:defRPr>
            </a:lvl1pPr>
            <a:lvl2pPr algn="r">
              <a:defRPr sz="3200">
                <a:solidFill>
                  <a:schemeClr val="accent4"/>
                </a:solidFill>
              </a:defRPr>
            </a:lvl2pPr>
            <a:lvl3pPr algn="r">
              <a:defRPr sz="3200">
                <a:solidFill>
                  <a:schemeClr val="accent4"/>
                </a:solidFill>
              </a:defRPr>
            </a:lvl3pPr>
            <a:lvl4pPr algn="r">
              <a:defRPr sz="3200">
                <a:solidFill>
                  <a:schemeClr val="accent4"/>
                </a:solidFill>
              </a:defRPr>
            </a:lvl4pPr>
            <a:lvl5pPr algn="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426821805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1029351" y="6261101"/>
            <a:ext cx="2528618" cy="42545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57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46061767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3516609" y="5902878"/>
            <a:ext cx="5563102" cy="28296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8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58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43948812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8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758112" y="7389635"/>
            <a:ext cx="5548180" cy="422031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9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59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74344274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9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043654" y="4658204"/>
            <a:ext cx="6235192" cy="455150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0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60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82001953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0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728123" y="5610227"/>
            <a:ext cx="6373642" cy="35623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6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71881141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19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2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5476321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62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45402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64005619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4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7" y="6429375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64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7" y="84582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2451791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5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4829183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65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20621999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57246"/>
            <a:ext cx="5991984" cy="680200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66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8237446"/>
            <a:ext cx="5991982" cy="147133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88888"/>
                </a:solidFill>
              </a:defRPr>
            </a:lvl1pPr>
            <a:lvl2pPr>
              <a:defRPr>
                <a:solidFill>
                  <a:srgbClr val="888888"/>
                </a:solidFill>
              </a:defRPr>
            </a:lvl2pPr>
            <a:lvl3pPr>
              <a:defRPr>
                <a:solidFill>
                  <a:srgbClr val="888888"/>
                </a:solidFill>
              </a:defRPr>
            </a:lvl3pPr>
            <a:lvl4pPr>
              <a:defRPr>
                <a:solidFill>
                  <a:srgbClr val="888888"/>
                </a:solidFill>
              </a:defRPr>
            </a:lvl4pPr>
            <a:lvl5pPr indent="3656686">
              <a:defRPr>
                <a:solidFill>
                  <a:srgbClr val="888888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66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11397450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7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10518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21036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1554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610518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221036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831554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3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4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610518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5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221036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6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1831554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7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339537" y="6994526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0690422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4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695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676841" y="3651250"/>
            <a:ext cx="10365902" cy="870267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69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6321070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15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7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12" y="3362333"/>
            <a:ext cx="10318264" cy="1647826"/>
          </a:xfrm>
          <a:prstGeom prst="rect">
            <a:avLst/>
          </a:prstGeom>
        </p:spPr>
        <p:txBody>
          <a:bodyPr anchor="b"/>
          <a:lstStyle>
            <a:lvl1pPr>
              <a:defRPr sz="4700"/>
            </a:lvl1pPr>
            <a:lvl2pPr>
              <a:defRPr sz="4700"/>
            </a:lvl2pPr>
            <a:lvl3pPr>
              <a:defRPr sz="4700"/>
            </a:lvl3pPr>
            <a:lvl4pPr>
              <a:defRPr sz="4700"/>
            </a:lvl4pPr>
            <a:lvl5pPr indent="3656686">
              <a:defRPr sz="4700"/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705" name="Text Placeholder 4"/>
          <p:cNvSpPr>
            <a:spLocks noGrp="1"/>
          </p:cNvSpPr>
          <p:nvPr>
            <p:ph type="body" sz="quarter" idx="21"/>
          </p:nvPr>
        </p:nvSpPr>
        <p:spPr bwMode="auto">
          <a:xfrm>
            <a:off x="12347625" y="3362333"/>
            <a:ext cx="10369078" cy="1647826"/>
          </a:xfrm>
          <a:prstGeom prst="rect">
            <a:avLst/>
          </a:prstGeom>
        </p:spPr>
        <p:txBody>
          <a:bodyPr anchor="b"/>
          <a:lstStyle/>
          <a:p>
            <a:pPr>
              <a:defRPr sz="4700"/>
            </a:pPr>
            <a:endParaRPr/>
          </a:p>
        </p:txBody>
      </p:sp>
      <p:sp>
        <p:nvSpPr>
          <p:cNvPr id="70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83342963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7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15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2555627" y="5297495"/>
            <a:ext cx="5301838" cy="1828802"/>
          </a:xfrm>
          <a:prstGeom prst="rect">
            <a:avLst/>
          </a:prstGeom>
        </p:spPr>
        <p:txBody>
          <a:bodyPr/>
          <a:lstStyle>
            <a:lvl1pPr>
              <a:defRPr sz="8800">
                <a:latin typeface="Montserrat Semi Bold"/>
                <a:ea typeface="Montserrat Semi Bold"/>
                <a:cs typeface="Montserrat Semi Bold"/>
              </a:defRPr>
            </a:lvl1pPr>
            <a:lvl2pPr>
              <a:defRPr sz="8800">
                <a:latin typeface="Montserrat Semi Bold"/>
                <a:ea typeface="Montserrat Semi Bold"/>
                <a:cs typeface="Montserrat Semi Bold"/>
              </a:defRPr>
            </a:lvl2pPr>
            <a:lvl3pPr>
              <a:defRPr sz="8800">
                <a:latin typeface="Montserrat Semi Bold"/>
                <a:ea typeface="Montserrat Semi Bold"/>
                <a:cs typeface="Montserrat Semi Bold"/>
              </a:defRPr>
            </a:lvl3pPr>
            <a:lvl4pPr>
              <a:defRPr sz="8800">
                <a:latin typeface="Montserrat Semi Bold"/>
                <a:ea typeface="Montserrat Semi Bold"/>
                <a:cs typeface="Montserrat Semi Bold"/>
              </a:defRPr>
            </a:lvl4pPr>
            <a:lvl5pPr>
              <a:defRPr sz="8800"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716" name="Text Placeholder 7"/>
          <p:cNvSpPr>
            <a:spLocks noGrp="1"/>
          </p:cNvSpPr>
          <p:nvPr>
            <p:ph type="body" sz="quarter" idx="21"/>
          </p:nvPr>
        </p:nvSpPr>
        <p:spPr bwMode="auto">
          <a:xfrm>
            <a:off x="2582620" y="7423155"/>
            <a:ext cx="5274836" cy="153193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7" name="Text Placeholder 9"/>
          <p:cNvSpPr>
            <a:spLocks noGrp="1"/>
          </p:cNvSpPr>
          <p:nvPr>
            <p:ph type="body" sz="quarter" idx="22"/>
          </p:nvPr>
        </p:nvSpPr>
        <p:spPr bwMode="auto">
          <a:xfrm>
            <a:off x="8798313" y="5303847"/>
            <a:ext cx="5301838" cy="1828802"/>
          </a:xfrm>
          <a:prstGeom prst="rect">
            <a:avLst/>
          </a:prstGeom>
        </p:spPr>
        <p:txBody>
          <a:bodyPr/>
          <a:lstStyle/>
          <a:p>
            <a:pPr>
              <a:defRPr sz="3200">
                <a:latin typeface="Montserrat Semi Bold"/>
                <a:ea typeface="Montserrat Semi Bold"/>
                <a:cs typeface="Montserrat Semi Bold"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2685059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337292596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732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/>
          <a:lstStyle>
            <a:lvl1pPr>
              <a:defRPr sz="6300"/>
            </a:lvl1pPr>
            <a:lvl2pPr>
              <a:defRPr sz="6300"/>
            </a:lvl2pPr>
            <a:lvl3pPr>
              <a:defRPr sz="6300"/>
            </a:lvl3pPr>
            <a:lvl4pPr>
              <a:defRPr sz="6300"/>
            </a:lvl4pPr>
            <a:lvl5pPr>
              <a:defRPr sz="6300"/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733" name="Text Placeholder 3"/>
          <p:cNvSpPr>
            <a:spLocks noGrp="1"/>
          </p:cNvSpPr>
          <p:nvPr>
            <p:ph type="body" sz="quarter" idx="2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/>
          <a:p>
            <a:pPr>
              <a:defRPr sz="3100"/>
            </a:pPr>
            <a:endParaRPr/>
          </a:p>
        </p:txBody>
      </p:sp>
      <p:sp>
        <p:nvSpPr>
          <p:cNvPr id="73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34568957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742" name="Picture Placeholder 2"/>
          <p:cNvSpPr>
            <a:spLocks noGrp="1"/>
          </p:cNvSpPr>
          <p:nvPr>
            <p:ph type="pic" sz="half" idx="2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>
            <a:lvl1pPr>
              <a:defRPr sz="3100"/>
            </a:lvl1pPr>
            <a:lvl2pPr>
              <a:defRPr sz="3100"/>
            </a:lvl2pPr>
            <a:lvl3pPr>
              <a:defRPr sz="3100"/>
            </a:lvl3pPr>
            <a:lvl4pPr>
              <a:defRPr sz="3100"/>
            </a:lvl4pPr>
            <a:lvl5pPr indent="3656686">
              <a:defRPr sz="3100"/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74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82529592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1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4939815" y="4114800"/>
            <a:ext cx="8233890" cy="54864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754016330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9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5243970" y="4297681"/>
            <a:ext cx="9146384" cy="54864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6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53379302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474974352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" name="Picture Placeholder 6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8686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10988916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3048801" y="5006974"/>
            <a:ext cx="18292766" cy="2012952"/>
          </a:xfrm>
          <a:prstGeom prst="rect">
            <a:avLst/>
          </a:prstGeom>
        </p:spPr>
        <p:txBody>
          <a:bodyPr anchor="b"/>
          <a:lstStyle>
            <a:lvl1pPr algn="ctr">
              <a:defRPr sz="8800"/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1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3048801" y="7204074"/>
            <a:ext cx="18292766" cy="595220"/>
          </a:xfrm>
          <a:prstGeom prst="rect">
            <a:avLst/>
          </a:prstGeom>
        </p:spPr>
        <p:txBody>
          <a:bodyPr/>
          <a:lstStyle>
            <a:lvl1pPr algn="ctr"/>
            <a:lvl2pPr algn="ctr"/>
            <a:lvl3pPr algn="ctr"/>
            <a:lvl4pPr algn="ctr"/>
            <a:lvl5pPr indent="3656686" algn="ctr"/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83014881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712932" y="3708962"/>
            <a:ext cx="21036680" cy="1405968"/>
          </a:xfrm>
          <a:prstGeom prst="rect">
            <a:avLst/>
          </a:prstGeom>
        </p:spPr>
        <p:txBody>
          <a:bodyPr/>
          <a:lstStyle>
            <a:lvl1pPr algn="ctr"/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2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712932" y="5817091"/>
            <a:ext cx="21036680" cy="755170"/>
          </a:xfrm>
          <a:prstGeom prst="rect">
            <a:avLst/>
          </a:prstGeom>
        </p:spPr>
        <p:txBody>
          <a:bodyPr/>
          <a:lstStyle>
            <a:lvl1pPr algn="ctr">
              <a:defRPr sz="3200"/>
            </a:lvl1pPr>
            <a:lvl2pPr algn="ctr">
              <a:defRPr sz="3200"/>
            </a:lvl2pPr>
            <a:lvl3pPr algn="ctr">
              <a:defRPr sz="3200"/>
            </a:lvl3pPr>
            <a:lvl4pPr algn="ctr">
              <a:defRPr sz="3200"/>
            </a:lvl4pPr>
            <a:lvl5pPr algn="ctr">
              <a:defRPr sz="3200"/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2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4" name="Rectangle 8"/>
          <p:cNvSpPr/>
          <p:nvPr/>
        </p:nvSpPr>
        <p:spPr bwMode="auto">
          <a:xfrm>
            <a:off x="11454348" y="5305993"/>
            <a:ext cx="1553848" cy="91438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B2B2B2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B2B2B2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5" name="Text Placeholder 10"/>
          <p:cNvSpPr>
            <a:spLocks noGrp="1"/>
          </p:cNvSpPr>
          <p:nvPr>
            <p:ph type="body" sz="quarter" idx="21"/>
          </p:nvPr>
        </p:nvSpPr>
        <p:spPr bwMode="auto">
          <a:xfrm>
            <a:off x="3173483" y="7458076"/>
            <a:ext cx="18040222" cy="2400300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1134472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5768166" y="3938096"/>
            <a:ext cx="6926764" cy="429150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8066053" y="3938103"/>
            <a:ext cx="7128082" cy="550330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6" name="Text Placeholder 33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15768173" y="8556338"/>
            <a:ext cx="6981446" cy="1461780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7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8066053" y="4700107"/>
            <a:ext cx="7128082" cy="329105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604021254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" name="Rectangle 6"/>
          <p:cNvSpPr/>
          <p:nvPr/>
        </p:nvSpPr>
        <p:spPr bwMode="auto">
          <a:xfrm>
            <a:off x="-1" y="1457323"/>
            <a:ext cx="22749614" cy="1087233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65" name="Picture Placeholder 13"/>
          <p:cNvSpPr>
            <a:spLocks noGrp="1"/>
          </p:cNvSpPr>
          <p:nvPr>
            <p:ph type="pic" idx="21"/>
          </p:nvPr>
        </p:nvSpPr>
        <p:spPr bwMode="auto">
          <a:xfrm>
            <a:off x="-349805" y="1864518"/>
            <a:ext cx="22553158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6" name="Picture Placeholder 14"/>
          <p:cNvSpPr>
            <a:spLocks noGrp="1"/>
          </p:cNvSpPr>
          <p:nvPr>
            <p:ph type="pic" idx="22"/>
          </p:nvPr>
        </p:nvSpPr>
        <p:spPr bwMode="auto">
          <a:xfrm>
            <a:off x="-349808" y="1864518"/>
            <a:ext cx="22553156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2775886"/>
            <a:ext cx="10518342" cy="144649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6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2260788"/>
            <a:ext cx="10518342" cy="72446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427947231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286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7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6859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9" name="Straight Connector 7"/>
          <p:cNvSpPr/>
          <p:nvPr/>
        </p:nvSpPr>
        <p:spPr bwMode="auto">
          <a:xfrm>
            <a:off x="1676838" y="23717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80" name="Picture Placeholder 11"/>
          <p:cNvSpPr>
            <a:spLocks noGrp="1"/>
          </p:cNvSpPr>
          <p:nvPr>
            <p:ph type="pic" sz="quarter" idx="21"/>
          </p:nvPr>
        </p:nvSpPr>
        <p:spPr bwMode="auto">
          <a:xfrm>
            <a:off x="5239062" y="3918325"/>
            <a:ext cx="2939628" cy="293809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83035702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1" y="0"/>
            <a:ext cx="14807446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8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807451" y="0"/>
            <a:ext cx="958291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11055" y="2931886"/>
            <a:ext cx="6402470" cy="2210028"/>
          </a:xfrm>
          <a:prstGeom prst="rect">
            <a:avLst/>
          </a:prstGeom>
        </p:spPr>
        <p:txBody>
          <a:bodyPr/>
          <a:lstStyle>
            <a:lvl1pPr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9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382015" y="4875221"/>
            <a:ext cx="6331510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9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68434965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" name="Picture Placeholder 57"/>
          <p:cNvSpPr>
            <a:spLocks noGrp="1"/>
          </p:cNvSpPr>
          <p:nvPr>
            <p:ph type="pic" sz="half" idx="21"/>
          </p:nvPr>
        </p:nvSpPr>
        <p:spPr bwMode="auto">
          <a:xfrm>
            <a:off x="-228720" y="-235851"/>
            <a:ext cx="6925512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99" name="Picture Placeholder 60"/>
          <p:cNvSpPr>
            <a:spLocks noGrp="1"/>
          </p:cNvSpPr>
          <p:nvPr>
            <p:ph type="pic" sz="half" idx="22"/>
          </p:nvPr>
        </p:nvSpPr>
        <p:spPr bwMode="auto">
          <a:xfrm>
            <a:off x="4018456" y="-235857"/>
            <a:ext cx="8742460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0" name="Picture Placeholder 63"/>
          <p:cNvSpPr>
            <a:spLocks noGrp="1"/>
          </p:cNvSpPr>
          <p:nvPr>
            <p:ph type="pic" idx="23"/>
          </p:nvPr>
        </p:nvSpPr>
        <p:spPr bwMode="auto">
          <a:xfrm>
            <a:off x="10003309" y="-235853"/>
            <a:ext cx="9858630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1" name="Picture Placeholder 67"/>
          <p:cNvSpPr>
            <a:spLocks noGrp="1"/>
          </p:cNvSpPr>
          <p:nvPr>
            <p:ph type="pic" sz="half" idx="24"/>
          </p:nvPr>
        </p:nvSpPr>
        <p:spPr bwMode="auto">
          <a:xfrm>
            <a:off x="17266401" y="-235855"/>
            <a:ext cx="7238322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2" name="Picture Placeholder 8"/>
          <p:cNvSpPr>
            <a:spLocks noGrp="1"/>
          </p:cNvSpPr>
          <p:nvPr>
            <p:ph type="pic" idx="25"/>
          </p:nvPr>
        </p:nvSpPr>
        <p:spPr bwMode="auto">
          <a:xfrm>
            <a:off x="-831705" y="-651331"/>
            <a:ext cx="25797034" cy="149352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759459"/>
            <a:ext cx="21036680" cy="109855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1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685800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10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36443104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618573"/>
            <a:ext cx="21036680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11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1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1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88629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722743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55918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95641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9" name="Picture Placeholder 17"/>
          <p:cNvSpPr>
            <a:spLocks noGrp="1"/>
          </p:cNvSpPr>
          <p:nvPr>
            <p:ph type="pic" sz="quarter" idx="25"/>
          </p:nvPr>
        </p:nvSpPr>
        <p:spPr bwMode="auto">
          <a:xfrm>
            <a:off x="3468915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0" name="Picture Placeholder 20"/>
          <p:cNvSpPr>
            <a:spLocks noGrp="1"/>
          </p:cNvSpPr>
          <p:nvPr>
            <p:ph type="pic" sz="quarter" idx="26"/>
          </p:nvPr>
        </p:nvSpPr>
        <p:spPr bwMode="auto">
          <a:xfrm>
            <a:off x="9277180" y="7772403"/>
            <a:ext cx="2674904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1" name="Picture Placeholder 23"/>
          <p:cNvSpPr>
            <a:spLocks noGrp="1"/>
          </p:cNvSpPr>
          <p:nvPr>
            <p:ph type="pic" sz="quarter" idx="27"/>
          </p:nvPr>
        </p:nvSpPr>
        <p:spPr bwMode="auto">
          <a:xfrm>
            <a:off x="15099109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2" name="Picture Placeholder 26"/>
          <p:cNvSpPr>
            <a:spLocks noGrp="1"/>
          </p:cNvSpPr>
          <p:nvPr>
            <p:ph type="pic" sz="quarter" idx="28"/>
          </p:nvPr>
        </p:nvSpPr>
        <p:spPr bwMode="auto">
          <a:xfrm>
            <a:off x="20935563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3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3653159" y="7897812"/>
            <a:ext cx="2312982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24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9453096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25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528006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26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2111651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27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886293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28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886293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29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6686239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30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6686239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31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255918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32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255918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33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35913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34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35913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093446189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479052"/>
            <a:ext cx="21036680" cy="152120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14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14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04212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5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215778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6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604212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7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215778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8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2220597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49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2220597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2220597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7677155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677153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7677155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2213213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5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2213213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6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2213213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7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7669775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8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7669775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9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7669775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665094178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9297"/>
            <a:ext cx="21036680" cy="1470962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16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16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69" name="Picture Placeholder 9"/>
          <p:cNvSpPr>
            <a:spLocks noGrp="1"/>
          </p:cNvSpPr>
          <p:nvPr>
            <p:ph type="pic" sz="quarter" idx="21"/>
          </p:nvPr>
        </p:nvSpPr>
        <p:spPr bwMode="auto">
          <a:xfrm>
            <a:off x="121681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0" name="Picture Placeholder 10"/>
          <p:cNvSpPr>
            <a:spLocks noGrp="1"/>
          </p:cNvSpPr>
          <p:nvPr>
            <p:ph type="pic" sz="quarter" idx="22"/>
          </p:nvPr>
        </p:nvSpPr>
        <p:spPr bwMode="auto">
          <a:xfrm>
            <a:off x="586259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1050837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2" name="Picture Placeholder 12"/>
          <p:cNvSpPr>
            <a:spLocks noGrp="1"/>
          </p:cNvSpPr>
          <p:nvPr>
            <p:ph type="pic" sz="quarter" idx="24"/>
          </p:nvPr>
        </p:nvSpPr>
        <p:spPr bwMode="auto">
          <a:xfrm>
            <a:off x="1515415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3" name="Picture Placeholder 13"/>
          <p:cNvSpPr>
            <a:spLocks noGrp="1"/>
          </p:cNvSpPr>
          <p:nvPr>
            <p:ph type="pic" sz="quarter" idx="25"/>
          </p:nvPr>
        </p:nvSpPr>
        <p:spPr bwMode="auto">
          <a:xfrm>
            <a:off x="19799930" y="3936820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966801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7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966801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7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966801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7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561797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7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5617975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7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61797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80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026914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81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0269147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82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026914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83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4920323" y="8044367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84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4920321" y="9387981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85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4920323" y="8635493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86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9571495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87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9571493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88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9571495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5550422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95884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19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753159"/>
            <a:ext cx="10064082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19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7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57959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0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1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457959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2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3929356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3" name="Text Placeholder 28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4048790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04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57952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5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6577384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06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6457952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7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6577384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08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3929356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9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4048790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918548974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1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38744" y="9144000"/>
            <a:ext cx="1225161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3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4814230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4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4933662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rPr/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25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7009408" y="6561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6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128842" y="6660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27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4910412" y="11133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8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029846" y="11232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438245319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36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7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8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9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0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7071342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1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7190774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rPr/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4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4814232" y="6575845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3" name="Text Placeholder 28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4933664" y="6675438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44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5093510" y="1225709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4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8718" y="9466730"/>
            <a:ext cx="21036680" cy="1142536"/>
          </a:xfrm>
          <a:prstGeom prst="rect">
            <a:avLst/>
          </a:prstGeom>
        </p:spPr>
        <p:txBody>
          <a:bodyPr/>
          <a:lstStyle>
            <a:lvl1pPr algn="ctr">
              <a:defRPr sz="7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977797693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2" name="Picture Placeholder 11"/>
          <p:cNvSpPr>
            <a:spLocks noGrp="1"/>
          </p:cNvSpPr>
          <p:nvPr>
            <p:ph type="pic" idx="21"/>
          </p:nvPr>
        </p:nvSpPr>
        <p:spPr bwMode="auto">
          <a:xfrm>
            <a:off x="-3" y="-2"/>
            <a:ext cx="24390358" cy="1365409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54" name="Picture Placeholder 10"/>
          <p:cNvSpPr>
            <a:spLocks noGrp="1"/>
          </p:cNvSpPr>
          <p:nvPr>
            <p:ph type="pic" idx="22"/>
          </p:nvPr>
        </p:nvSpPr>
        <p:spPr bwMode="auto">
          <a:xfrm>
            <a:off x="-39339693" y="-17373600"/>
            <a:ext cx="24390358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6474"/>
            <a:ext cx="21036680" cy="155690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25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83385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257" name="Picture Placeholder 9"/>
          <p:cNvSpPr>
            <a:spLocks noGrp="1"/>
          </p:cNvSpPr>
          <p:nvPr>
            <p:ph type="pic" sz="quarter" idx="23"/>
          </p:nvPr>
        </p:nvSpPr>
        <p:spPr bwMode="auto">
          <a:xfrm>
            <a:off x="20060730" y="7347746"/>
            <a:ext cx="2089444" cy="2088356"/>
          </a:xfrm>
          <a:prstGeom prst="rect">
            <a:avLst/>
          </a:prstGeom>
          <a:ln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6283694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4" name="Rectangle 1"/>
          <p:cNvSpPr/>
          <p:nvPr/>
        </p:nvSpPr>
        <p:spPr bwMode="auto">
          <a:xfrm>
            <a:off x="12195185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65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2" y="0"/>
            <a:ext cx="1223330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6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349303"/>
            <a:ext cx="9124796" cy="3406774"/>
          </a:xfrm>
          <a:prstGeom prst="rect">
            <a:avLst/>
          </a:prstGeom>
          <a:ln w="9525">
            <a:solidFill>
              <a:schemeClr val="accent2"/>
            </a:solidFill>
            <a:round/>
          </a:ln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97284164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75" name="Rectangle 6"/>
          <p:cNvSpPr/>
          <p:nvPr/>
        </p:nvSpPr>
        <p:spPr bwMode="auto">
          <a:xfrm>
            <a:off x="7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444898"/>
            <a:ext cx="9124796" cy="3406776"/>
          </a:xfrm>
          <a:prstGeom prst="rect">
            <a:avLst/>
          </a:prstGeom>
          <a:ln w="9525">
            <a:solidFill>
              <a:srgbClr val="FFFFFF"/>
            </a:solidFill>
            <a:round/>
          </a:ln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2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rPr/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00557422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9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29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2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22920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9880" y="7348957"/>
            <a:ext cx="3295912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00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34740" y="7448548"/>
            <a:ext cx="3014864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74413253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0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30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310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1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2254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2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27767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13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4504261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4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3287843" y="876300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15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3287843" y="944246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16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504259" y="871631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17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504259" y="939577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18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4504252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9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4689765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29487391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2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32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329" name="Text Placeholder 33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5546443" y="4145287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30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5546443" y="4886331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3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2573097" y="4145287"/>
            <a:ext cx="2339242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2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5546443" y="8208871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3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5546443" y="8949917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34" name="Picture Placeholder 11"/>
          <p:cNvSpPr>
            <a:spLocks noGrp="1"/>
          </p:cNvSpPr>
          <p:nvPr>
            <p:ph type="pic" sz="quarter" idx="26"/>
          </p:nvPr>
        </p:nvSpPr>
        <p:spPr bwMode="auto">
          <a:xfrm>
            <a:off x="2573097" y="8208864"/>
            <a:ext cx="2339242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6311048" y="4145287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3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6311048" y="4886331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37" name="Picture Placeholder 11"/>
          <p:cNvSpPr>
            <a:spLocks noGrp="1"/>
          </p:cNvSpPr>
          <p:nvPr>
            <p:ph type="pic" sz="quarter" idx="29"/>
          </p:nvPr>
        </p:nvSpPr>
        <p:spPr bwMode="auto">
          <a:xfrm>
            <a:off x="13337700" y="4145287"/>
            <a:ext cx="2339240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6311048" y="8208871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3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6311048" y="8949917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40" name="Picture Placeholder 11"/>
          <p:cNvSpPr>
            <a:spLocks noGrp="1"/>
          </p:cNvSpPr>
          <p:nvPr>
            <p:ph type="pic" sz="quarter" idx="32"/>
          </p:nvPr>
        </p:nvSpPr>
        <p:spPr bwMode="auto">
          <a:xfrm>
            <a:off x="13337700" y="8208864"/>
            <a:ext cx="2339240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1295546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48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1" y="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4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466491" y="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0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9923875" y="685800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2" name="Picture Placeholder 8"/>
          <p:cNvSpPr>
            <a:spLocks noGrp="1"/>
          </p:cNvSpPr>
          <p:nvPr>
            <p:ph type="pic" sz="half" idx="25"/>
          </p:nvPr>
        </p:nvSpPr>
        <p:spPr bwMode="auto">
          <a:xfrm>
            <a:off x="4508606" y="3390909"/>
            <a:ext cx="15339132" cy="6858002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5183871" y="3950260"/>
            <a:ext cx="13825238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35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5183871" y="5007543"/>
            <a:ext cx="13825238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4034213254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62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2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3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6260920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4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8129436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5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-205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6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6258870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7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812738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8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34983" y="5873750"/>
            <a:ext cx="11512198" cy="19685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7068063" y="6329362"/>
            <a:ext cx="10254242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198294070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rPr/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3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89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7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0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1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2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6359671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3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6359671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4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6359671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5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6819826" y="10414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96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6819826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97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6819826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98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6819826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99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6819826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00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6819826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694567207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08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11149"/>
            <a:ext cx="12195178" cy="1370485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0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-1" y="8040921"/>
            <a:ext cx="12195178" cy="567508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0" name="Picture Placeholder 8"/>
          <p:cNvSpPr>
            <a:spLocks noGrp="1"/>
          </p:cNvSpPr>
          <p:nvPr>
            <p:ph type="pic" idx="23"/>
          </p:nvPr>
        </p:nvSpPr>
        <p:spPr bwMode="auto">
          <a:xfrm>
            <a:off x="12195176" y="2"/>
            <a:ext cx="1219518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76" y="8036300"/>
            <a:ext cx="12195180" cy="56797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2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676845" y="9174297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rPr/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1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676845" y="10014865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1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45" y="8510335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1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126591" y="9144819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1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126591" y="9985387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1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4126591" y="8480857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245691708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5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6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2195185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7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8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85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2636186" y="4572007"/>
            <a:ext cx="9558992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95185" y="4572007"/>
            <a:ext cx="9558990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2636186" y="6829426"/>
            <a:ext cx="9558992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2195185" y="6829426"/>
            <a:ext cx="9558990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41564793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9" name="Picture Placeholder 11"/>
          <p:cNvSpPr>
            <a:spLocks noGrp="1"/>
          </p:cNvSpPr>
          <p:nvPr>
            <p:ph type="pic" sz="half" idx="21"/>
          </p:nvPr>
        </p:nvSpPr>
        <p:spPr bwMode="auto">
          <a:xfrm>
            <a:off x="0" y="-2"/>
            <a:ext cx="13873096" cy="80083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0" name="Picture Placeholder 14"/>
          <p:cNvSpPr>
            <a:spLocks noGrp="1"/>
          </p:cNvSpPr>
          <p:nvPr>
            <p:ph type="pic" sz="half" idx="22"/>
          </p:nvPr>
        </p:nvSpPr>
        <p:spPr bwMode="auto">
          <a:xfrm>
            <a:off x="11655359" y="2"/>
            <a:ext cx="12735002" cy="80083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1" name="Picture Placeholder 17"/>
          <p:cNvSpPr>
            <a:spLocks noGrp="1"/>
          </p:cNvSpPr>
          <p:nvPr>
            <p:ph type="pic" sz="quarter" idx="23"/>
          </p:nvPr>
        </p:nvSpPr>
        <p:spPr bwMode="auto">
          <a:xfrm>
            <a:off x="0" y="8977932"/>
            <a:ext cx="11655352" cy="47378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2" name="Picture Placeholder 20"/>
          <p:cNvSpPr>
            <a:spLocks noGrp="1"/>
          </p:cNvSpPr>
          <p:nvPr>
            <p:ph type="pic" sz="quarter" idx="24"/>
          </p:nvPr>
        </p:nvSpPr>
        <p:spPr bwMode="auto">
          <a:xfrm>
            <a:off x="12598619" y="8978159"/>
            <a:ext cx="11791742" cy="47378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49656" y="7922742"/>
            <a:ext cx="21091040" cy="1231528"/>
          </a:xfrm>
          <a:prstGeom prst="rect">
            <a:avLst/>
          </a:prstGeom>
        </p:spPr>
        <p:txBody>
          <a:bodyPr/>
          <a:lstStyle>
            <a:lvl1pPr algn="ctr">
              <a:defRPr sz="60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44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9154277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44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388323580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5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6" y="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76" y="457200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79" y="9144000"/>
            <a:ext cx="635966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9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rPr/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6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6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6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6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6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65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5835517" y="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6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5835517" y="4572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7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5835517" y="9144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8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-1" y="31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9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-1" y="4603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0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-1" y="9175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1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460169" y="10727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72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460169" y="16823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73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460169" y="5530409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74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460169" y="61400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75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460169" y="101591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76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460169" y="107687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429090094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3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973606"/>
            <a:ext cx="12195178" cy="552002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4" name="Picture Placeholder 13"/>
          <p:cNvSpPr>
            <a:spLocks noGrp="1"/>
          </p:cNvSpPr>
          <p:nvPr>
            <p:ph type="pic" sz="quarter" idx="22"/>
          </p:nvPr>
        </p:nvSpPr>
        <p:spPr bwMode="auto">
          <a:xfrm>
            <a:off x="-792853" y="7220230"/>
            <a:ext cx="7957522" cy="170488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8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48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488" name="Text Placeholder 28"/>
          <p:cNvSpPr>
            <a:spLocks noGrp="1"/>
          </p:cNvSpPr>
          <p:nvPr>
            <p:ph type="body" sz="quarter" idx="23"/>
          </p:nvPr>
        </p:nvSpPr>
        <p:spPr bwMode="auto">
          <a:xfrm>
            <a:off x="779590" y="7543249"/>
            <a:ext cx="5660800" cy="1087906"/>
          </a:xfrm>
          <a:prstGeom prst="rect">
            <a:avLst/>
          </a:prstGeom>
        </p:spPr>
        <p:txBody>
          <a:bodyPr/>
          <a:lstStyle/>
          <a:p>
            <a:pPr>
              <a:defRPr sz="2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89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13566742" y="3973613"/>
            <a:ext cx="7932856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90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3566742" y="4653058"/>
            <a:ext cx="7932856" cy="428074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91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38" y="10220324"/>
            <a:ext cx="10518340" cy="16299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887197622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804511" y="3993785"/>
            <a:ext cx="759538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9533" y="3993778"/>
            <a:ext cx="7576322" cy="385604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01" name="Picture Placeholder 14"/>
          <p:cNvSpPr>
            <a:spLocks noGrp="1"/>
          </p:cNvSpPr>
          <p:nvPr>
            <p:ph type="pic" sz="quarter" idx="23"/>
          </p:nvPr>
        </p:nvSpPr>
        <p:spPr bwMode="auto">
          <a:xfrm>
            <a:off x="6150213" y="3993785"/>
            <a:ext cx="1208994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50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778338570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4000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5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4573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512" name="Straight Connector 7"/>
          <p:cNvSpPr/>
          <p:nvPr/>
        </p:nvSpPr>
        <p:spPr bwMode="auto">
          <a:xfrm>
            <a:off x="1676838" y="21431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1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524603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829682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21347683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219517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524603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9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829682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0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21347683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1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219517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2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1524603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3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829682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4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21347683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5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19517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6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1524603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7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1829682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8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21347683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538122880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6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2" y="4622612"/>
            <a:ext cx="24380824" cy="50327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3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3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53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663612937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2" y="3665156"/>
            <a:ext cx="2438082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7" name="Picture Placeholder 8"/>
          <p:cNvSpPr>
            <a:spLocks noGrp="1"/>
          </p:cNvSpPr>
          <p:nvPr>
            <p:ph type="pic" idx="22"/>
          </p:nvPr>
        </p:nvSpPr>
        <p:spPr bwMode="auto">
          <a:xfrm>
            <a:off x="9" y="3665156"/>
            <a:ext cx="2439035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49" name="CLICK TO EDIT MASTER TITLE STYLE"/>
          <p:cNvSpPr txBox="1">
            <a:spLocks noGrp="1"/>
          </p:cNvSpPr>
          <p:nvPr>
            <p:ph type="title" hasCustomPrompt="1"/>
          </p:nvPr>
        </p:nvSpPr>
        <p:spPr bwMode="auto">
          <a:xfrm>
            <a:off x="1604219" y="5850395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CLICK TO EDIT MASTER TITLE STYLE</a:t>
            </a:r>
          </a:p>
        </p:txBody>
      </p:sp>
      <p:sp>
        <p:nvSpPr>
          <p:cNvPr id="55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7232071"/>
            <a:ext cx="21145402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99489885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7620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5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5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8957480" y="6130927"/>
            <a:ext cx="2534972" cy="42640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982234" y="2514605"/>
            <a:ext cx="10212944" cy="3159126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56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982234" y="5673726"/>
            <a:ext cx="10212944" cy="457200"/>
          </a:xfrm>
          <a:prstGeom prst="rect">
            <a:avLst/>
          </a:prstGeom>
        </p:spPr>
        <p:txBody>
          <a:bodyPr/>
          <a:lstStyle>
            <a:lvl1pPr algn="r">
              <a:defRPr sz="3200">
                <a:solidFill>
                  <a:schemeClr val="accent4"/>
                </a:solidFill>
              </a:defRPr>
            </a:lvl1pPr>
            <a:lvl2pPr algn="r">
              <a:defRPr sz="3200">
                <a:solidFill>
                  <a:schemeClr val="accent4"/>
                </a:solidFill>
              </a:defRPr>
            </a:lvl2pPr>
            <a:lvl3pPr algn="r">
              <a:defRPr sz="3200">
                <a:solidFill>
                  <a:schemeClr val="accent4"/>
                </a:solidFill>
              </a:defRPr>
            </a:lvl3pPr>
            <a:lvl4pPr algn="r">
              <a:defRPr sz="3200">
                <a:solidFill>
                  <a:schemeClr val="accent4"/>
                </a:solidFill>
              </a:defRPr>
            </a:lvl4pPr>
            <a:lvl5pPr algn="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41816210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1029351" y="6261101"/>
            <a:ext cx="2528618" cy="42545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57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211696913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3516609" y="5902878"/>
            <a:ext cx="5563102" cy="28296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8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58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391290640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8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758112" y="7389635"/>
            <a:ext cx="5548180" cy="422031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9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59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345363902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9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043654" y="4658204"/>
            <a:ext cx="6235192" cy="455150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0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60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449028139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0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728123" y="5610227"/>
            <a:ext cx="6373642" cy="35623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6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893599039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19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2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5476321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62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45402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4130146097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4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7" y="6429375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64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7" y="84582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875120234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5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4829183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65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60318691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57246"/>
            <a:ext cx="5991984" cy="680200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66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8237446"/>
            <a:ext cx="5991982" cy="147133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88888"/>
                </a:solidFill>
              </a:defRPr>
            </a:lvl1pPr>
            <a:lvl2pPr>
              <a:defRPr>
                <a:solidFill>
                  <a:srgbClr val="888888"/>
                </a:solidFill>
              </a:defRPr>
            </a:lvl2pPr>
            <a:lvl3pPr>
              <a:defRPr>
                <a:solidFill>
                  <a:srgbClr val="888888"/>
                </a:solidFill>
              </a:defRPr>
            </a:lvl3pPr>
            <a:lvl4pPr>
              <a:defRPr>
                <a:solidFill>
                  <a:srgbClr val="888888"/>
                </a:solidFill>
              </a:defRPr>
            </a:lvl4pPr>
            <a:lvl5pPr indent="3656686">
              <a:defRPr>
                <a:solidFill>
                  <a:srgbClr val="888888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66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449220064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7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10518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21036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1554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610518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221036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831554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3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4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610518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5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221036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6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1831554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7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339537" y="6994526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03270018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4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695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676841" y="3651250"/>
            <a:ext cx="10365902" cy="870267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69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244498737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15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7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12" y="3362333"/>
            <a:ext cx="10318264" cy="1647826"/>
          </a:xfrm>
          <a:prstGeom prst="rect">
            <a:avLst/>
          </a:prstGeom>
        </p:spPr>
        <p:txBody>
          <a:bodyPr anchor="b"/>
          <a:lstStyle>
            <a:lvl1pPr>
              <a:defRPr sz="4700"/>
            </a:lvl1pPr>
            <a:lvl2pPr>
              <a:defRPr sz="4700"/>
            </a:lvl2pPr>
            <a:lvl3pPr>
              <a:defRPr sz="4700"/>
            </a:lvl3pPr>
            <a:lvl4pPr>
              <a:defRPr sz="4700"/>
            </a:lvl4pPr>
            <a:lvl5pPr indent="3656686">
              <a:defRPr sz="4700"/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705" name="Text Placeholder 4"/>
          <p:cNvSpPr>
            <a:spLocks noGrp="1"/>
          </p:cNvSpPr>
          <p:nvPr>
            <p:ph type="body" sz="quarter" idx="21"/>
          </p:nvPr>
        </p:nvSpPr>
        <p:spPr bwMode="auto">
          <a:xfrm>
            <a:off x="12347625" y="3362333"/>
            <a:ext cx="10369078" cy="1647826"/>
          </a:xfrm>
          <a:prstGeom prst="rect">
            <a:avLst/>
          </a:prstGeom>
        </p:spPr>
        <p:txBody>
          <a:bodyPr anchor="b"/>
          <a:lstStyle/>
          <a:p>
            <a:pPr>
              <a:defRPr sz="4700"/>
            </a:pPr>
            <a:endParaRPr/>
          </a:p>
        </p:txBody>
      </p:sp>
      <p:sp>
        <p:nvSpPr>
          <p:cNvPr id="70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984804093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7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15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2555627" y="5297495"/>
            <a:ext cx="5301838" cy="1828802"/>
          </a:xfrm>
          <a:prstGeom prst="rect">
            <a:avLst/>
          </a:prstGeom>
        </p:spPr>
        <p:txBody>
          <a:bodyPr/>
          <a:lstStyle>
            <a:lvl1pPr>
              <a:defRPr sz="8800">
                <a:latin typeface="Montserrat Semi Bold"/>
                <a:ea typeface="Montserrat Semi Bold"/>
                <a:cs typeface="Montserrat Semi Bold"/>
              </a:defRPr>
            </a:lvl1pPr>
            <a:lvl2pPr>
              <a:defRPr sz="8800">
                <a:latin typeface="Montserrat Semi Bold"/>
                <a:ea typeface="Montserrat Semi Bold"/>
                <a:cs typeface="Montserrat Semi Bold"/>
              </a:defRPr>
            </a:lvl2pPr>
            <a:lvl3pPr>
              <a:defRPr sz="8800">
                <a:latin typeface="Montserrat Semi Bold"/>
                <a:ea typeface="Montserrat Semi Bold"/>
                <a:cs typeface="Montserrat Semi Bold"/>
              </a:defRPr>
            </a:lvl3pPr>
            <a:lvl4pPr>
              <a:defRPr sz="8800">
                <a:latin typeface="Montserrat Semi Bold"/>
                <a:ea typeface="Montserrat Semi Bold"/>
                <a:cs typeface="Montserrat Semi Bold"/>
              </a:defRPr>
            </a:lvl4pPr>
            <a:lvl5pPr>
              <a:defRPr sz="8800"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716" name="Text Placeholder 7"/>
          <p:cNvSpPr>
            <a:spLocks noGrp="1"/>
          </p:cNvSpPr>
          <p:nvPr>
            <p:ph type="body" sz="quarter" idx="21"/>
          </p:nvPr>
        </p:nvSpPr>
        <p:spPr bwMode="auto">
          <a:xfrm>
            <a:off x="2582620" y="7423155"/>
            <a:ext cx="5274836" cy="153193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7" name="Text Placeholder 9"/>
          <p:cNvSpPr>
            <a:spLocks noGrp="1"/>
          </p:cNvSpPr>
          <p:nvPr>
            <p:ph type="body" sz="quarter" idx="22"/>
          </p:nvPr>
        </p:nvSpPr>
        <p:spPr bwMode="auto">
          <a:xfrm>
            <a:off x="8798313" y="5303847"/>
            <a:ext cx="5301838" cy="1828802"/>
          </a:xfrm>
          <a:prstGeom prst="rect">
            <a:avLst/>
          </a:prstGeom>
        </p:spPr>
        <p:txBody>
          <a:bodyPr/>
          <a:lstStyle/>
          <a:p>
            <a:pPr>
              <a:defRPr sz="3200">
                <a:latin typeface="Montserrat Semi Bold"/>
                <a:ea typeface="Montserrat Semi Bold"/>
                <a:cs typeface="Montserrat Semi Bold"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14428790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024636956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732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/>
          <a:lstStyle>
            <a:lvl1pPr>
              <a:defRPr sz="6300"/>
            </a:lvl1pPr>
            <a:lvl2pPr>
              <a:defRPr sz="6300"/>
            </a:lvl2pPr>
            <a:lvl3pPr>
              <a:defRPr sz="6300"/>
            </a:lvl3pPr>
            <a:lvl4pPr>
              <a:defRPr sz="6300"/>
            </a:lvl4pPr>
            <a:lvl5pPr>
              <a:defRPr sz="6300"/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733" name="Text Placeholder 3"/>
          <p:cNvSpPr>
            <a:spLocks noGrp="1"/>
          </p:cNvSpPr>
          <p:nvPr>
            <p:ph type="body" sz="quarter" idx="2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/>
          <a:p>
            <a:pPr>
              <a:defRPr sz="3100"/>
            </a:pPr>
            <a:endParaRPr/>
          </a:p>
        </p:txBody>
      </p:sp>
      <p:sp>
        <p:nvSpPr>
          <p:cNvPr id="73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54463377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742" name="Picture Placeholder 2"/>
          <p:cNvSpPr>
            <a:spLocks noGrp="1"/>
          </p:cNvSpPr>
          <p:nvPr>
            <p:ph type="pic" sz="half" idx="2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>
            <a:lvl1pPr>
              <a:defRPr sz="3100"/>
            </a:lvl1pPr>
            <a:lvl2pPr>
              <a:defRPr sz="3100"/>
            </a:lvl2pPr>
            <a:lvl3pPr>
              <a:defRPr sz="3100"/>
            </a:lvl3pPr>
            <a:lvl4pPr>
              <a:defRPr sz="3100"/>
            </a:lvl4pPr>
            <a:lvl5pPr indent="3656686">
              <a:defRPr sz="3100"/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74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124910109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1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4939815" y="4114800"/>
            <a:ext cx="8233890" cy="54864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052155708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9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5243970" y="4297681"/>
            <a:ext cx="9146384" cy="54864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6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978307852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089703317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" name="Picture Placeholder 6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8686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4134003303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3048801" y="5006974"/>
            <a:ext cx="18292766" cy="2012952"/>
          </a:xfrm>
          <a:prstGeom prst="rect">
            <a:avLst/>
          </a:prstGeom>
        </p:spPr>
        <p:txBody>
          <a:bodyPr anchor="b"/>
          <a:lstStyle>
            <a:lvl1pPr algn="ctr">
              <a:defRPr sz="8800"/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1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3048801" y="7204074"/>
            <a:ext cx="18292766" cy="595220"/>
          </a:xfrm>
          <a:prstGeom prst="rect">
            <a:avLst/>
          </a:prstGeom>
        </p:spPr>
        <p:txBody>
          <a:bodyPr/>
          <a:lstStyle>
            <a:lvl1pPr algn="ctr"/>
            <a:lvl2pPr algn="ctr"/>
            <a:lvl3pPr algn="ctr"/>
            <a:lvl4pPr algn="ctr"/>
            <a:lvl5pPr indent="3656686" algn="ctr"/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982772327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712932" y="3708962"/>
            <a:ext cx="21036680" cy="1405968"/>
          </a:xfrm>
          <a:prstGeom prst="rect">
            <a:avLst/>
          </a:prstGeom>
        </p:spPr>
        <p:txBody>
          <a:bodyPr/>
          <a:lstStyle>
            <a:lvl1pPr algn="ctr"/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2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712932" y="5817091"/>
            <a:ext cx="21036680" cy="755170"/>
          </a:xfrm>
          <a:prstGeom prst="rect">
            <a:avLst/>
          </a:prstGeom>
        </p:spPr>
        <p:txBody>
          <a:bodyPr/>
          <a:lstStyle>
            <a:lvl1pPr algn="ctr">
              <a:defRPr sz="3200"/>
            </a:lvl1pPr>
            <a:lvl2pPr algn="ctr">
              <a:defRPr sz="3200"/>
            </a:lvl2pPr>
            <a:lvl3pPr algn="ctr">
              <a:defRPr sz="3200"/>
            </a:lvl3pPr>
            <a:lvl4pPr algn="ctr">
              <a:defRPr sz="3200"/>
            </a:lvl4pPr>
            <a:lvl5pPr algn="ctr">
              <a:defRPr sz="3200"/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2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4" name="Rectangle 8"/>
          <p:cNvSpPr/>
          <p:nvPr/>
        </p:nvSpPr>
        <p:spPr bwMode="auto">
          <a:xfrm>
            <a:off x="11454348" y="5305993"/>
            <a:ext cx="1553848" cy="91438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B2B2B2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B2B2B2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5" name="Text Placeholder 10"/>
          <p:cNvSpPr>
            <a:spLocks noGrp="1"/>
          </p:cNvSpPr>
          <p:nvPr>
            <p:ph type="body" sz="quarter" idx="21"/>
          </p:nvPr>
        </p:nvSpPr>
        <p:spPr bwMode="auto">
          <a:xfrm>
            <a:off x="3173483" y="7458076"/>
            <a:ext cx="18040222" cy="2400300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88919072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5768166" y="3938096"/>
            <a:ext cx="6926764" cy="429150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8066053" y="3938103"/>
            <a:ext cx="7128082" cy="550330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6" name="Text Placeholder 33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15768173" y="8556338"/>
            <a:ext cx="6981446" cy="1461780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7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8066053" y="4700107"/>
            <a:ext cx="7128082" cy="329105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881425889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" name="Rectangle 6"/>
          <p:cNvSpPr/>
          <p:nvPr/>
        </p:nvSpPr>
        <p:spPr bwMode="auto">
          <a:xfrm>
            <a:off x="-1" y="1457323"/>
            <a:ext cx="22749614" cy="1087233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65" name="Picture Placeholder 13"/>
          <p:cNvSpPr>
            <a:spLocks noGrp="1"/>
          </p:cNvSpPr>
          <p:nvPr>
            <p:ph type="pic" idx="21"/>
          </p:nvPr>
        </p:nvSpPr>
        <p:spPr bwMode="auto">
          <a:xfrm>
            <a:off x="-349805" y="1864518"/>
            <a:ext cx="22553158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6" name="Picture Placeholder 14"/>
          <p:cNvSpPr>
            <a:spLocks noGrp="1"/>
          </p:cNvSpPr>
          <p:nvPr>
            <p:ph type="pic" idx="22"/>
          </p:nvPr>
        </p:nvSpPr>
        <p:spPr bwMode="auto">
          <a:xfrm>
            <a:off x="-349808" y="1864518"/>
            <a:ext cx="22553156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2775886"/>
            <a:ext cx="10518342" cy="144649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6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2260788"/>
            <a:ext cx="10518342" cy="72446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971559087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286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7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6859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9" name="Straight Connector 7"/>
          <p:cNvSpPr/>
          <p:nvPr/>
        </p:nvSpPr>
        <p:spPr bwMode="auto">
          <a:xfrm>
            <a:off x="1676838" y="23717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80" name="Picture Placeholder 11"/>
          <p:cNvSpPr>
            <a:spLocks noGrp="1"/>
          </p:cNvSpPr>
          <p:nvPr>
            <p:ph type="pic" sz="quarter" idx="21"/>
          </p:nvPr>
        </p:nvSpPr>
        <p:spPr bwMode="auto">
          <a:xfrm>
            <a:off x="5239062" y="3918325"/>
            <a:ext cx="2939628" cy="293809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0367479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1" y="0"/>
            <a:ext cx="14807446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8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807451" y="0"/>
            <a:ext cx="958291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11055" y="2931886"/>
            <a:ext cx="6402470" cy="2210028"/>
          </a:xfrm>
          <a:prstGeom prst="rect">
            <a:avLst/>
          </a:prstGeom>
        </p:spPr>
        <p:txBody>
          <a:bodyPr/>
          <a:lstStyle>
            <a:lvl1pPr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9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382015" y="4875221"/>
            <a:ext cx="6331510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9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087756397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" name="Picture Placeholder 57"/>
          <p:cNvSpPr>
            <a:spLocks noGrp="1"/>
          </p:cNvSpPr>
          <p:nvPr>
            <p:ph type="pic" sz="half" idx="21"/>
          </p:nvPr>
        </p:nvSpPr>
        <p:spPr bwMode="auto">
          <a:xfrm>
            <a:off x="-228720" y="-235851"/>
            <a:ext cx="6925512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99" name="Picture Placeholder 60"/>
          <p:cNvSpPr>
            <a:spLocks noGrp="1"/>
          </p:cNvSpPr>
          <p:nvPr>
            <p:ph type="pic" sz="half" idx="22"/>
          </p:nvPr>
        </p:nvSpPr>
        <p:spPr bwMode="auto">
          <a:xfrm>
            <a:off x="4018456" y="-235857"/>
            <a:ext cx="8742460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0" name="Picture Placeholder 63"/>
          <p:cNvSpPr>
            <a:spLocks noGrp="1"/>
          </p:cNvSpPr>
          <p:nvPr>
            <p:ph type="pic" idx="23"/>
          </p:nvPr>
        </p:nvSpPr>
        <p:spPr bwMode="auto">
          <a:xfrm>
            <a:off x="10003309" y="-235853"/>
            <a:ext cx="9858630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1" name="Picture Placeholder 67"/>
          <p:cNvSpPr>
            <a:spLocks noGrp="1"/>
          </p:cNvSpPr>
          <p:nvPr>
            <p:ph type="pic" sz="half" idx="24"/>
          </p:nvPr>
        </p:nvSpPr>
        <p:spPr bwMode="auto">
          <a:xfrm>
            <a:off x="17266401" y="-235855"/>
            <a:ext cx="7238322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2" name="Picture Placeholder 8"/>
          <p:cNvSpPr>
            <a:spLocks noGrp="1"/>
          </p:cNvSpPr>
          <p:nvPr>
            <p:ph type="pic" idx="25"/>
          </p:nvPr>
        </p:nvSpPr>
        <p:spPr bwMode="auto">
          <a:xfrm>
            <a:off x="-831705" y="-651331"/>
            <a:ext cx="25797034" cy="149352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759459"/>
            <a:ext cx="21036680" cy="109855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1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685800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10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457643381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618573"/>
            <a:ext cx="21036680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11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1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1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88629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722743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55918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95641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9" name="Picture Placeholder 17"/>
          <p:cNvSpPr>
            <a:spLocks noGrp="1"/>
          </p:cNvSpPr>
          <p:nvPr>
            <p:ph type="pic" sz="quarter" idx="25"/>
          </p:nvPr>
        </p:nvSpPr>
        <p:spPr bwMode="auto">
          <a:xfrm>
            <a:off x="3468915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0" name="Picture Placeholder 20"/>
          <p:cNvSpPr>
            <a:spLocks noGrp="1"/>
          </p:cNvSpPr>
          <p:nvPr>
            <p:ph type="pic" sz="quarter" idx="26"/>
          </p:nvPr>
        </p:nvSpPr>
        <p:spPr bwMode="auto">
          <a:xfrm>
            <a:off x="9277180" y="7772403"/>
            <a:ext cx="2674904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1" name="Picture Placeholder 23"/>
          <p:cNvSpPr>
            <a:spLocks noGrp="1"/>
          </p:cNvSpPr>
          <p:nvPr>
            <p:ph type="pic" sz="quarter" idx="27"/>
          </p:nvPr>
        </p:nvSpPr>
        <p:spPr bwMode="auto">
          <a:xfrm>
            <a:off x="15099109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2" name="Picture Placeholder 26"/>
          <p:cNvSpPr>
            <a:spLocks noGrp="1"/>
          </p:cNvSpPr>
          <p:nvPr>
            <p:ph type="pic" sz="quarter" idx="28"/>
          </p:nvPr>
        </p:nvSpPr>
        <p:spPr bwMode="auto">
          <a:xfrm>
            <a:off x="20935563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3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3653159" y="7897812"/>
            <a:ext cx="2312982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24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9453096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25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528006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26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2111651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27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886293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28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886293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29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6686239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30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6686239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31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255918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32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255918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33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35913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34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35913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755111100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479052"/>
            <a:ext cx="21036680" cy="152120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14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14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04212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5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215778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6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604212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7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215778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8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2220597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49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2220597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2220597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7677155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677153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7677155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2213213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5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2213213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6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2213213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7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7669775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8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7669775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9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7669775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89780516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9297"/>
            <a:ext cx="21036680" cy="1470962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16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16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69" name="Picture Placeholder 9"/>
          <p:cNvSpPr>
            <a:spLocks noGrp="1"/>
          </p:cNvSpPr>
          <p:nvPr>
            <p:ph type="pic" sz="quarter" idx="21"/>
          </p:nvPr>
        </p:nvSpPr>
        <p:spPr bwMode="auto">
          <a:xfrm>
            <a:off x="121681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0" name="Picture Placeholder 10"/>
          <p:cNvSpPr>
            <a:spLocks noGrp="1"/>
          </p:cNvSpPr>
          <p:nvPr>
            <p:ph type="pic" sz="quarter" idx="22"/>
          </p:nvPr>
        </p:nvSpPr>
        <p:spPr bwMode="auto">
          <a:xfrm>
            <a:off x="586259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1050837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2" name="Picture Placeholder 12"/>
          <p:cNvSpPr>
            <a:spLocks noGrp="1"/>
          </p:cNvSpPr>
          <p:nvPr>
            <p:ph type="pic" sz="quarter" idx="24"/>
          </p:nvPr>
        </p:nvSpPr>
        <p:spPr bwMode="auto">
          <a:xfrm>
            <a:off x="1515415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3" name="Picture Placeholder 13"/>
          <p:cNvSpPr>
            <a:spLocks noGrp="1"/>
          </p:cNvSpPr>
          <p:nvPr>
            <p:ph type="pic" sz="quarter" idx="25"/>
          </p:nvPr>
        </p:nvSpPr>
        <p:spPr bwMode="auto">
          <a:xfrm>
            <a:off x="19799930" y="3936820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966801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7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966801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7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966801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7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561797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7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5617975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7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61797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80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026914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81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0269147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82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026914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83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4920323" y="8044367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84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4920321" y="9387981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85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4920323" y="8635493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86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9571495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87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9571493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88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9571495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322410662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95884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19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753159"/>
            <a:ext cx="10064082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19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7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57959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0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1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457959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2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3929356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3" name="Text Placeholder 28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4048790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04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57952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5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6577384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06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6457952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7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6577384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08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3929356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9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4048790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975980336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1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38744" y="9144000"/>
            <a:ext cx="1225161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3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4814230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4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4933662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rPr/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25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7009408" y="6561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6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128842" y="6660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27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4910412" y="11133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8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029846" y="11232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050944558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36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7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8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9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0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7071342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1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7190774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rPr/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4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4814232" y="6575845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3" name="Text Placeholder 28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4933664" y="6675438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44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5093510" y="1225709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4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8718" y="9466730"/>
            <a:ext cx="21036680" cy="1142536"/>
          </a:xfrm>
          <a:prstGeom prst="rect">
            <a:avLst/>
          </a:prstGeom>
        </p:spPr>
        <p:txBody>
          <a:bodyPr/>
          <a:lstStyle>
            <a:lvl1pPr algn="ctr">
              <a:defRPr sz="7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676316199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2" name="Picture Placeholder 11"/>
          <p:cNvSpPr>
            <a:spLocks noGrp="1"/>
          </p:cNvSpPr>
          <p:nvPr>
            <p:ph type="pic" idx="21"/>
          </p:nvPr>
        </p:nvSpPr>
        <p:spPr bwMode="auto">
          <a:xfrm>
            <a:off x="-3" y="-2"/>
            <a:ext cx="24390358" cy="1365409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54" name="Picture Placeholder 10"/>
          <p:cNvSpPr>
            <a:spLocks noGrp="1"/>
          </p:cNvSpPr>
          <p:nvPr>
            <p:ph type="pic" idx="22"/>
          </p:nvPr>
        </p:nvSpPr>
        <p:spPr bwMode="auto">
          <a:xfrm>
            <a:off x="-39339693" y="-17373600"/>
            <a:ext cx="24390358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6474"/>
            <a:ext cx="21036680" cy="155690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25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83385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257" name="Picture Placeholder 9"/>
          <p:cNvSpPr>
            <a:spLocks noGrp="1"/>
          </p:cNvSpPr>
          <p:nvPr>
            <p:ph type="pic" sz="quarter" idx="23"/>
          </p:nvPr>
        </p:nvSpPr>
        <p:spPr bwMode="auto">
          <a:xfrm>
            <a:off x="20060730" y="7347746"/>
            <a:ext cx="2089444" cy="2088356"/>
          </a:xfrm>
          <a:prstGeom prst="rect">
            <a:avLst/>
          </a:prstGeom>
          <a:ln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12429564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4" name="Rectangle 1"/>
          <p:cNvSpPr/>
          <p:nvPr/>
        </p:nvSpPr>
        <p:spPr bwMode="auto">
          <a:xfrm>
            <a:off x="12195185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65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2" y="0"/>
            <a:ext cx="1223330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6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349303"/>
            <a:ext cx="9124796" cy="3406774"/>
          </a:xfrm>
          <a:prstGeom prst="rect">
            <a:avLst/>
          </a:prstGeom>
          <a:ln w="9525">
            <a:solidFill>
              <a:schemeClr val="accent2"/>
            </a:solidFill>
            <a:round/>
          </a:ln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824028733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75" name="Rectangle 6"/>
          <p:cNvSpPr/>
          <p:nvPr/>
        </p:nvSpPr>
        <p:spPr bwMode="auto">
          <a:xfrm>
            <a:off x="7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444898"/>
            <a:ext cx="9124796" cy="3406776"/>
          </a:xfrm>
          <a:prstGeom prst="rect">
            <a:avLst/>
          </a:prstGeom>
          <a:ln w="9525">
            <a:solidFill>
              <a:srgbClr val="FFFFFF"/>
            </a:solidFill>
            <a:round/>
          </a:ln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2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rPr/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069987208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9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29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2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22920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9880" y="7348957"/>
            <a:ext cx="3295912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00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34740" y="7448548"/>
            <a:ext cx="3014864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843217505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0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30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310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1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2254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2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27767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13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4504261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4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3287843" y="876300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15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3287843" y="944246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16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504259" y="871631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17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504259" y="939577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18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4504252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9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4689765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589008697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2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32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329" name="Text Placeholder 33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5546443" y="4145287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30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5546443" y="4886331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3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2573097" y="4145287"/>
            <a:ext cx="2339242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2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5546443" y="8208871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3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5546443" y="8949917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34" name="Picture Placeholder 11"/>
          <p:cNvSpPr>
            <a:spLocks noGrp="1"/>
          </p:cNvSpPr>
          <p:nvPr>
            <p:ph type="pic" sz="quarter" idx="26"/>
          </p:nvPr>
        </p:nvSpPr>
        <p:spPr bwMode="auto">
          <a:xfrm>
            <a:off x="2573097" y="8208864"/>
            <a:ext cx="2339242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6311048" y="4145287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3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6311048" y="4886331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37" name="Picture Placeholder 11"/>
          <p:cNvSpPr>
            <a:spLocks noGrp="1"/>
          </p:cNvSpPr>
          <p:nvPr>
            <p:ph type="pic" sz="quarter" idx="29"/>
          </p:nvPr>
        </p:nvSpPr>
        <p:spPr bwMode="auto">
          <a:xfrm>
            <a:off x="13337700" y="4145287"/>
            <a:ext cx="2339240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6311048" y="8208871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3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6311048" y="8949917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40" name="Picture Placeholder 11"/>
          <p:cNvSpPr>
            <a:spLocks noGrp="1"/>
          </p:cNvSpPr>
          <p:nvPr>
            <p:ph type="pic" sz="quarter" idx="32"/>
          </p:nvPr>
        </p:nvSpPr>
        <p:spPr bwMode="auto">
          <a:xfrm>
            <a:off x="13337700" y="8208864"/>
            <a:ext cx="2339240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8254129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48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1" y="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4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466491" y="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0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9923875" y="685800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2" name="Picture Placeholder 8"/>
          <p:cNvSpPr>
            <a:spLocks noGrp="1"/>
          </p:cNvSpPr>
          <p:nvPr>
            <p:ph type="pic" sz="half" idx="25"/>
          </p:nvPr>
        </p:nvSpPr>
        <p:spPr bwMode="auto">
          <a:xfrm>
            <a:off x="4508606" y="3390909"/>
            <a:ext cx="15339132" cy="6858002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5183871" y="3950260"/>
            <a:ext cx="13825238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35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5183871" y="5007543"/>
            <a:ext cx="13825238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927418278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62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2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3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6260920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4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8129436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5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-205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6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6258870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7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812738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8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34983" y="5873750"/>
            <a:ext cx="11512198" cy="19685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7068063" y="6329362"/>
            <a:ext cx="10254242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568803543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rPr/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3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89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7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0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1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2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6359671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3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6359671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4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6359671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5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6819826" y="10414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96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6819826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97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6819826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98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6819826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99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6819826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00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6819826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42170591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08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11149"/>
            <a:ext cx="12195178" cy="1370485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0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-1" y="8040921"/>
            <a:ext cx="12195178" cy="567508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0" name="Picture Placeholder 8"/>
          <p:cNvSpPr>
            <a:spLocks noGrp="1"/>
          </p:cNvSpPr>
          <p:nvPr>
            <p:ph type="pic" idx="23"/>
          </p:nvPr>
        </p:nvSpPr>
        <p:spPr bwMode="auto">
          <a:xfrm>
            <a:off x="12195176" y="2"/>
            <a:ext cx="1219518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76" y="8036300"/>
            <a:ext cx="12195180" cy="56797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2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676845" y="9174297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rPr/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1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676845" y="10014865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1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45" y="8510335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1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126591" y="9144819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1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126591" y="9985387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1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4126591" y="8480857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540327018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5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6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2195185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7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8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85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2636186" y="4572007"/>
            <a:ext cx="9558992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95185" y="4572007"/>
            <a:ext cx="9558990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2636186" y="6829426"/>
            <a:ext cx="9558992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2195185" y="6829426"/>
            <a:ext cx="9558990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7152186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9" name="Picture Placeholder 11"/>
          <p:cNvSpPr>
            <a:spLocks noGrp="1"/>
          </p:cNvSpPr>
          <p:nvPr>
            <p:ph type="pic" sz="half" idx="21"/>
          </p:nvPr>
        </p:nvSpPr>
        <p:spPr bwMode="auto">
          <a:xfrm>
            <a:off x="0" y="-2"/>
            <a:ext cx="13873096" cy="80083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0" name="Picture Placeholder 14"/>
          <p:cNvSpPr>
            <a:spLocks noGrp="1"/>
          </p:cNvSpPr>
          <p:nvPr>
            <p:ph type="pic" sz="half" idx="22"/>
          </p:nvPr>
        </p:nvSpPr>
        <p:spPr bwMode="auto">
          <a:xfrm>
            <a:off x="11655359" y="2"/>
            <a:ext cx="12735002" cy="80083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1" name="Picture Placeholder 17"/>
          <p:cNvSpPr>
            <a:spLocks noGrp="1"/>
          </p:cNvSpPr>
          <p:nvPr>
            <p:ph type="pic" sz="quarter" idx="23"/>
          </p:nvPr>
        </p:nvSpPr>
        <p:spPr bwMode="auto">
          <a:xfrm>
            <a:off x="0" y="8977932"/>
            <a:ext cx="11655352" cy="47378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2" name="Picture Placeholder 20"/>
          <p:cNvSpPr>
            <a:spLocks noGrp="1"/>
          </p:cNvSpPr>
          <p:nvPr>
            <p:ph type="pic" sz="quarter" idx="24"/>
          </p:nvPr>
        </p:nvSpPr>
        <p:spPr bwMode="auto">
          <a:xfrm>
            <a:off x="12598619" y="8978159"/>
            <a:ext cx="11791742" cy="47378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49656" y="7922742"/>
            <a:ext cx="21091040" cy="1231528"/>
          </a:xfrm>
          <a:prstGeom prst="rect">
            <a:avLst/>
          </a:prstGeom>
        </p:spPr>
        <p:txBody>
          <a:bodyPr/>
          <a:lstStyle>
            <a:lvl1pPr algn="ctr">
              <a:defRPr sz="60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44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9154277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44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505893769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5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6" y="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76" y="457200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79" y="9144000"/>
            <a:ext cx="635966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9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rPr/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6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6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6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6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6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65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5835517" y="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6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5835517" y="4572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7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5835517" y="9144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8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-1" y="31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9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-1" y="4603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0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-1" y="9175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1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460169" y="10727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72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460169" y="16823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73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460169" y="5530409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74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460169" y="61400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75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460169" y="101591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76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460169" y="107687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4002793914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3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973606"/>
            <a:ext cx="12195178" cy="552002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4" name="Picture Placeholder 13"/>
          <p:cNvSpPr>
            <a:spLocks noGrp="1"/>
          </p:cNvSpPr>
          <p:nvPr>
            <p:ph type="pic" sz="quarter" idx="22"/>
          </p:nvPr>
        </p:nvSpPr>
        <p:spPr bwMode="auto">
          <a:xfrm>
            <a:off x="-792853" y="7220230"/>
            <a:ext cx="7957522" cy="170488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8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48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488" name="Text Placeholder 28"/>
          <p:cNvSpPr>
            <a:spLocks noGrp="1"/>
          </p:cNvSpPr>
          <p:nvPr>
            <p:ph type="body" sz="quarter" idx="23"/>
          </p:nvPr>
        </p:nvSpPr>
        <p:spPr bwMode="auto">
          <a:xfrm>
            <a:off x="779590" y="7543249"/>
            <a:ext cx="5660800" cy="1087906"/>
          </a:xfrm>
          <a:prstGeom prst="rect">
            <a:avLst/>
          </a:prstGeom>
        </p:spPr>
        <p:txBody>
          <a:bodyPr/>
          <a:lstStyle/>
          <a:p>
            <a:pPr>
              <a:defRPr sz="2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89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13566742" y="3973613"/>
            <a:ext cx="7932856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90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3566742" y="4653058"/>
            <a:ext cx="7932856" cy="428074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91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38" y="10220324"/>
            <a:ext cx="10518340" cy="16299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938217398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804511" y="3993785"/>
            <a:ext cx="759538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9533" y="3993778"/>
            <a:ext cx="7576322" cy="385604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01" name="Picture Placeholder 14"/>
          <p:cNvSpPr>
            <a:spLocks noGrp="1"/>
          </p:cNvSpPr>
          <p:nvPr>
            <p:ph type="pic" sz="quarter" idx="23"/>
          </p:nvPr>
        </p:nvSpPr>
        <p:spPr bwMode="auto">
          <a:xfrm>
            <a:off x="6150213" y="3993785"/>
            <a:ext cx="1208994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50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900258125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4000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5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4573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512" name="Straight Connector 7"/>
          <p:cNvSpPr/>
          <p:nvPr/>
        </p:nvSpPr>
        <p:spPr bwMode="auto">
          <a:xfrm>
            <a:off x="1676838" y="21431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1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524603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829682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21347683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219517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524603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9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829682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0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21347683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1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219517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2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1524603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3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829682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4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21347683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5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19517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6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1524603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7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1829682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8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21347683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500988701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6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2" y="4622612"/>
            <a:ext cx="24380824" cy="50327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3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3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53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160413439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2" y="3665156"/>
            <a:ext cx="2438082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7" name="Picture Placeholder 8"/>
          <p:cNvSpPr>
            <a:spLocks noGrp="1"/>
          </p:cNvSpPr>
          <p:nvPr>
            <p:ph type="pic" idx="22"/>
          </p:nvPr>
        </p:nvSpPr>
        <p:spPr bwMode="auto">
          <a:xfrm>
            <a:off x="9" y="3665156"/>
            <a:ext cx="2439035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49" name="CLICK TO EDIT MASTER TITLE STYLE"/>
          <p:cNvSpPr txBox="1">
            <a:spLocks noGrp="1"/>
          </p:cNvSpPr>
          <p:nvPr>
            <p:ph type="title" hasCustomPrompt="1"/>
          </p:nvPr>
        </p:nvSpPr>
        <p:spPr bwMode="auto">
          <a:xfrm>
            <a:off x="1604219" y="5850395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CLICK TO EDIT MASTER TITLE STYLE</a:t>
            </a:r>
          </a:p>
        </p:txBody>
      </p:sp>
      <p:sp>
        <p:nvSpPr>
          <p:cNvPr id="55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7232071"/>
            <a:ext cx="21145402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597084572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7620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5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5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8957480" y="6130927"/>
            <a:ext cx="2534972" cy="42640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982234" y="2514605"/>
            <a:ext cx="10212944" cy="3159126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56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982234" y="5673726"/>
            <a:ext cx="10212944" cy="457200"/>
          </a:xfrm>
          <a:prstGeom prst="rect">
            <a:avLst/>
          </a:prstGeom>
        </p:spPr>
        <p:txBody>
          <a:bodyPr/>
          <a:lstStyle>
            <a:lvl1pPr algn="r">
              <a:defRPr sz="3200">
                <a:solidFill>
                  <a:schemeClr val="accent4"/>
                </a:solidFill>
              </a:defRPr>
            </a:lvl1pPr>
            <a:lvl2pPr algn="r">
              <a:defRPr sz="3200">
                <a:solidFill>
                  <a:schemeClr val="accent4"/>
                </a:solidFill>
              </a:defRPr>
            </a:lvl2pPr>
            <a:lvl3pPr algn="r">
              <a:defRPr sz="3200">
                <a:solidFill>
                  <a:schemeClr val="accent4"/>
                </a:solidFill>
              </a:defRPr>
            </a:lvl3pPr>
            <a:lvl4pPr algn="r">
              <a:defRPr sz="3200">
                <a:solidFill>
                  <a:schemeClr val="accent4"/>
                </a:solidFill>
              </a:defRPr>
            </a:lvl4pPr>
            <a:lvl5pPr algn="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126627458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1029351" y="6261101"/>
            <a:ext cx="2528618" cy="42545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57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047595437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3516609" y="5902878"/>
            <a:ext cx="5563102" cy="28296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8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58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977702314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8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758112" y="7389635"/>
            <a:ext cx="5548180" cy="422031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9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59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494216757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9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043654" y="4658204"/>
            <a:ext cx="6235192" cy="455150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0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60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619160161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0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728123" y="5610227"/>
            <a:ext cx="6373642" cy="35623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6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770847899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19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2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5476321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62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45402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916330209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4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7" y="6429375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64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7" y="84582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860773819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5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4829183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65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667420367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57246"/>
            <a:ext cx="5991984" cy="680200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66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8237446"/>
            <a:ext cx="5991982" cy="147133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88888"/>
                </a:solidFill>
              </a:defRPr>
            </a:lvl1pPr>
            <a:lvl2pPr>
              <a:defRPr>
                <a:solidFill>
                  <a:srgbClr val="888888"/>
                </a:solidFill>
              </a:defRPr>
            </a:lvl2pPr>
            <a:lvl3pPr>
              <a:defRPr>
                <a:solidFill>
                  <a:srgbClr val="888888"/>
                </a:solidFill>
              </a:defRPr>
            </a:lvl3pPr>
            <a:lvl4pPr>
              <a:defRPr>
                <a:solidFill>
                  <a:srgbClr val="888888"/>
                </a:solidFill>
              </a:defRPr>
            </a:lvl4pPr>
            <a:lvl5pPr indent="3656686">
              <a:defRPr>
                <a:solidFill>
                  <a:srgbClr val="888888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66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289267583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7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10518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21036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1554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610518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221036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831554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3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4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610518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5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221036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6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1831554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7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339537" y="6994526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4834035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4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695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676841" y="3651250"/>
            <a:ext cx="10365902" cy="870267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69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929880428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15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7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12" y="3362333"/>
            <a:ext cx="10318264" cy="1647826"/>
          </a:xfrm>
          <a:prstGeom prst="rect">
            <a:avLst/>
          </a:prstGeom>
        </p:spPr>
        <p:txBody>
          <a:bodyPr anchor="b"/>
          <a:lstStyle>
            <a:lvl1pPr>
              <a:defRPr sz="4700"/>
            </a:lvl1pPr>
            <a:lvl2pPr>
              <a:defRPr sz="4700"/>
            </a:lvl2pPr>
            <a:lvl3pPr>
              <a:defRPr sz="4700"/>
            </a:lvl3pPr>
            <a:lvl4pPr>
              <a:defRPr sz="4700"/>
            </a:lvl4pPr>
            <a:lvl5pPr indent="3656686">
              <a:defRPr sz="4700"/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705" name="Text Placeholder 4"/>
          <p:cNvSpPr>
            <a:spLocks noGrp="1"/>
          </p:cNvSpPr>
          <p:nvPr>
            <p:ph type="body" sz="quarter" idx="21"/>
          </p:nvPr>
        </p:nvSpPr>
        <p:spPr bwMode="auto">
          <a:xfrm>
            <a:off x="12347625" y="3362333"/>
            <a:ext cx="10369078" cy="1647826"/>
          </a:xfrm>
          <a:prstGeom prst="rect">
            <a:avLst/>
          </a:prstGeom>
        </p:spPr>
        <p:txBody>
          <a:bodyPr anchor="b"/>
          <a:lstStyle/>
          <a:p>
            <a:pPr>
              <a:defRPr sz="4700"/>
            </a:pPr>
            <a:endParaRPr/>
          </a:p>
        </p:txBody>
      </p:sp>
      <p:sp>
        <p:nvSpPr>
          <p:cNvPr id="70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187689888"/>
      </p:ext>
    </p:extLst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7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15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2555627" y="5297495"/>
            <a:ext cx="5301838" cy="1828802"/>
          </a:xfrm>
          <a:prstGeom prst="rect">
            <a:avLst/>
          </a:prstGeom>
        </p:spPr>
        <p:txBody>
          <a:bodyPr/>
          <a:lstStyle>
            <a:lvl1pPr>
              <a:defRPr sz="8800">
                <a:latin typeface="Montserrat Semi Bold"/>
                <a:ea typeface="Montserrat Semi Bold"/>
                <a:cs typeface="Montserrat Semi Bold"/>
              </a:defRPr>
            </a:lvl1pPr>
            <a:lvl2pPr>
              <a:defRPr sz="8800">
                <a:latin typeface="Montserrat Semi Bold"/>
                <a:ea typeface="Montserrat Semi Bold"/>
                <a:cs typeface="Montserrat Semi Bold"/>
              </a:defRPr>
            </a:lvl2pPr>
            <a:lvl3pPr>
              <a:defRPr sz="8800">
                <a:latin typeface="Montserrat Semi Bold"/>
                <a:ea typeface="Montserrat Semi Bold"/>
                <a:cs typeface="Montserrat Semi Bold"/>
              </a:defRPr>
            </a:lvl3pPr>
            <a:lvl4pPr>
              <a:defRPr sz="8800">
                <a:latin typeface="Montserrat Semi Bold"/>
                <a:ea typeface="Montserrat Semi Bold"/>
                <a:cs typeface="Montserrat Semi Bold"/>
              </a:defRPr>
            </a:lvl4pPr>
            <a:lvl5pPr>
              <a:defRPr sz="8800"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716" name="Text Placeholder 7"/>
          <p:cNvSpPr>
            <a:spLocks noGrp="1"/>
          </p:cNvSpPr>
          <p:nvPr>
            <p:ph type="body" sz="quarter" idx="21"/>
          </p:nvPr>
        </p:nvSpPr>
        <p:spPr bwMode="auto">
          <a:xfrm>
            <a:off x="2582620" y="7423155"/>
            <a:ext cx="5274836" cy="153193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7" name="Text Placeholder 9"/>
          <p:cNvSpPr>
            <a:spLocks noGrp="1"/>
          </p:cNvSpPr>
          <p:nvPr>
            <p:ph type="body" sz="quarter" idx="22"/>
          </p:nvPr>
        </p:nvSpPr>
        <p:spPr bwMode="auto">
          <a:xfrm>
            <a:off x="8798313" y="5303847"/>
            <a:ext cx="5301838" cy="1828802"/>
          </a:xfrm>
          <a:prstGeom prst="rect">
            <a:avLst/>
          </a:prstGeom>
        </p:spPr>
        <p:txBody>
          <a:bodyPr/>
          <a:lstStyle/>
          <a:p>
            <a:pPr>
              <a:defRPr sz="3200">
                <a:latin typeface="Montserrat Semi Bold"/>
                <a:ea typeface="Montserrat Semi Bold"/>
                <a:cs typeface="Montserrat Semi Bold"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10005434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439144991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732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/>
          <a:lstStyle>
            <a:lvl1pPr>
              <a:defRPr sz="6300"/>
            </a:lvl1pPr>
            <a:lvl2pPr>
              <a:defRPr sz="6300"/>
            </a:lvl2pPr>
            <a:lvl3pPr>
              <a:defRPr sz="6300"/>
            </a:lvl3pPr>
            <a:lvl4pPr>
              <a:defRPr sz="6300"/>
            </a:lvl4pPr>
            <a:lvl5pPr>
              <a:defRPr sz="6300"/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733" name="Text Placeholder 3"/>
          <p:cNvSpPr>
            <a:spLocks noGrp="1"/>
          </p:cNvSpPr>
          <p:nvPr>
            <p:ph type="body" sz="quarter" idx="2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/>
          <a:p>
            <a:pPr>
              <a:defRPr sz="3100"/>
            </a:pPr>
            <a:endParaRPr/>
          </a:p>
        </p:txBody>
      </p:sp>
      <p:sp>
        <p:nvSpPr>
          <p:cNvPr id="73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364765210"/>
      </p:ext>
    </p:extLst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742" name="Picture Placeholder 2"/>
          <p:cNvSpPr>
            <a:spLocks noGrp="1"/>
          </p:cNvSpPr>
          <p:nvPr>
            <p:ph type="pic" sz="half" idx="2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>
            <a:lvl1pPr>
              <a:defRPr sz="3100"/>
            </a:lvl1pPr>
            <a:lvl2pPr>
              <a:defRPr sz="3100"/>
            </a:lvl2pPr>
            <a:lvl3pPr>
              <a:defRPr sz="3100"/>
            </a:lvl3pPr>
            <a:lvl4pPr>
              <a:defRPr sz="3100"/>
            </a:lvl4pPr>
            <a:lvl5pPr indent="3656686">
              <a:defRPr sz="3100"/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74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830793649"/>
      </p:ext>
    </p:extLst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1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4939815" y="4114800"/>
            <a:ext cx="8233890" cy="54864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823393662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9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5243970" y="4297681"/>
            <a:ext cx="9146384" cy="54864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6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417370678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970685810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" name="Picture Placeholder 6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8686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228340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9" Type="http://schemas.openxmlformats.org/officeDocument/2006/relationships/slideLayout" Target="../slideLayouts/slideLayout61.xml"/><Relationship Id="rId10" Type="http://schemas.openxmlformats.org/officeDocument/2006/relationships/slideLayout" Target="../slideLayouts/slideLayout62.xml"/><Relationship Id="rId11" Type="http://schemas.openxmlformats.org/officeDocument/2006/relationships/slideLayout" Target="../slideLayouts/slideLayout63.xml"/><Relationship Id="rId12" Type="http://schemas.openxmlformats.org/officeDocument/2006/relationships/slideLayout" Target="../slideLayouts/slideLayout64.xml"/><Relationship Id="rId13" Type="http://schemas.openxmlformats.org/officeDocument/2006/relationships/slideLayout" Target="../slideLayouts/slideLayout65.xml"/><Relationship Id="rId14" Type="http://schemas.openxmlformats.org/officeDocument/2006/relationships/slideLayout" Target="../slideLayouts/slideLayout66.xml"/><Relationship Id="rId15" Type="http://schemas.openxmlformats.org/officeDocument/2006/relationships/slideLayout" Target="../slideLayouts/slideLayout67.xml"/><Relationship Id="rId16" Type="http://schemas.openxmlformats.org/officeDocument/2006/relationships/slideLayout" Target="../slideLayouts/slideLayout68.xml"/><Relationship Id="rId17" Type="http://schemas.openxmlformats.org/officeDocument/2006/relationships/slideLayout" Target="../slideLayouts/slideLayout69.xml"/><Relationship Id="rId18" Type="http://schemas.openxmlformats.org/officeDocument/2006/relationships/slideLayout" Target="../slideLayouts/slideLayout70.xml"/><Relationship Id="rId19" Type="http://schemas.openxmlformats.org/officeDocument/2006/relationships/slideLayout" Target="../slideLayouts/slideLayout71.xml"/><Relationship Id="rId20" Type="http://schemas.openxmlformats.org/officeDocument/2006/relationships/slideLayout" Target="../slideLayouts/slideLayout72.xml"/><Relationship Id="rId21" Type="http://schemas.openxmlformats.org/officeDocument/2006/relationships/slideLayout" Target="../slideLayouts/slideLayout73.xml"/><Relationship Id="rId22" Type="http://schemas.openxmlformats.org/officeDocument/2006/relationships/slideLayout" Target="../slideLayouts/slideLayout74.xml"/><Relationship Id="rId23" Type="http://schemas.openxmlformats.org/officeDocument/2006/relationships/slideLayout" Target="../slideLayouts/slideLayout75.xml"/><Relationship Id="rId24" Type="http://schemas.openxmlformats.org/officeDocument/2006/relationships/slideLayout" Target="../slideLayouts/slideLayout76.xml"/><Relationship Id="rId25" Type="http://schemas.openxmlformats.org/officeDocument/2006/relationships/slideLayout" Target="../slideLayouts/slideLayout77.xml"/><Relationship Id="rId26" Type="http://schemas.openxmlformats.org/officeDocument/2006/relationships/slideLayout" Target="../slideLayouts/slideLayout78.xml"/><Relationship Id="rId27" Type="http://schemas.openxmlformats.org/officeDocument/2006/relationships/slideLayout" Target="../slideLayouts/slideLayout79.xml"/><Relationship Id="rId28" Type="http://schemas.openxmlformats.org/officeDocument/2006/relationships/slideLayout" Target="../slideLayouts/slideLayout80.xml"/><Relationship Id="rId29" Type="http://schemas.openxmlformats.org/officeDocument/2006/relationships/slideLayout" Target="../slideLayouts/slideLayout81.xml"/><Relationship Id="rId30" Type="http://schemas.openxmlformats.org/officeDocument/2006/relationships/slideLayout" Target="../slideLayouts/slideLayout82.xml"/><Relationship Id="rId31" Type="http://schemas.openxmlformats.org/officeDocument/2006/relationships/slideLayout" Target="../slideLayouts/slideLayout83.xml"/><Relationship Id="rId32" Type="http://schemas.openxmlformats.org/officeDocument/2006/relationships/slideLayout" Target="../slideLayouts/slideLayout84.xml"/><Relationship Id="rId33" Type="http://schemas.openxmlformats.org/officeDocument/2006/relationships/slideLayout" Target="../slideLayouts/slideLayout85.xml"/><Relationship Id="rId34" Type="http://schemas.openxmlformats.org/officeDocument/2006/relationships/slideLayout" Target="../slideLayouts/slideLayout86.xml"/><Relationship Id="rId35" Type="http://schemas.openxmlformats.org/officeDocument/2006/relationships/slideLayout" Target="../slideLayouts/slideLayout87.xml"/><Relationship Id="rId36" Type="http://schemas.openxmlformats.org/officeDocument/2006/relationships/slideLayout" Target="../slideLayouts/slideLayout88.xml"/><Relationship Id="rId37" Type="http://schemas.openxmlformats.org/officeDocument/2006/relationships/slideLayout" Target="../slideLayouts/slideLayout89.xml"/><Relationship Id="rId38" Type="http://schemas.openxmlformats.org/officeDocument/2006/relationships/slideLayout" Target="../slideLayouts/slideLayout90.xml"/><Relationship Id="rId39" Type="http://schemas.openxmlformats.org/officeDocument/2006/relationships/slideLayout" Target="../slideLayouts/slideLayout91.xml"/><Relationship Id="rId40" Type="http://schemas.openxmlformats.org/officeDocument/2006/relationships/slideLayout" Target="../slideLayouts/slideLayout92.xml"/><Relationship Id="rId41" Type="http://schemas.openxmlformats.org/officeDocument/2006/relationships/slideLayout" Target="../slideLayouts/slideLayout93.xml"/><Relationship Id="rId42" Type="http://schemas.openxmlformats.org/officeDocument/2006/relationships/slideLayout" Target="../slideLayouts/slideLayout94.xml"/><Relationship Id="rId43" Type="http://schemas.openxmlformats.org/officeDocument/2006/relationships/slideLayout" Target="../slideLayouts/slideLayout95.xml"/><Relationship Id="rId44" Type="http://schemas.openxmlformats.org/officeDocument/2006/relationships/slideLayout" Target="../slideLayouts/slideLayout96.xml"/><Relationship Id="rId45" Type="http://schemas.openxmlformats.org/officeDocument/2006/relationships/slideLayout" Target="../slideLayouts/slideLayout97.xml"/><Relationship Id="rId46" Type="http://schemas.openxmlformats.org/officeDocument/2006/relationships/slideLayout" Target="../slideLayouts/slideLayout98.xml"/><Relationship Id="rId47" Type="http://schemas.openxmlformats.org/officeDocument/2006/relationships/slideLayout" Target="../slideLayouts/slideLayout99.xml"/><Relationship Id="rId48" Type="http://schemas.openxmlformats.org/officeDocument/2006/relationships/slideLayout" Target="../slideLayouts/slideLayout100.xml"/><Relationship Id="rId49" Type="http://schemas.openxmlformats.org/officeDocument/2006/relationships/slideLayout" Target="../slideLayouts/slideLayout101.xml"/><Relationship Id="rId50" Type="http://schemas.openxmlformats.org/officeDocument/2006/relationships/slideLayout" Target="../slideLayouts/slideLayout102.xml"/><Relationship Id="rId51" Type="http://schemas.openxmlformats.org/officeDocument/2006/relationships/slideLayout" Target="../slideLayouts/slideLayout103.xml"/><Relationship Id="rId52" Type="http://schemas.openxmlformats.org/officeDocument/2006/relationships/slideLayout" Target="../slideLayouts/slideLayout104.xml"/><Relationship Id="rId53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5.xml"/><Relationship Id="rId2" Type="http://schemas.openxmlformats.org/officeDocument/2006/relationships/slideLayout" Target="../slideLayouts/slideLayout106.xml"/><Relationship Id="rId3" Type="http://schemas.openxmlformats.org/officeDocument/2006/relationships/slideLayout" Target="../slideLayouts/slideLayout107.xml"/><Relationship Id="rId4" Type="http://schemas.openxmlformats.org/officeDocument/2006/relationships/slideLayout" Target="../slideLayouts/slideLayout108.xml"/><Relationship Id="rId5" Type="http://schemas.openxmlformats.org/officeDocument/2006/relationships/slideLayout" Target="../slideLayouts/slideLayout109.xml"/><Relationship Id="rId6" Type="http://schemas.openxmlformats.org/officeDocument/2006/relationships/slideLayout" Target="../slideLayouts/slideLayout110.xml"/><Relationship Id="rId7" Type="http://schemas.openxmlformats.org/officeDocument/2006/relationships/slideLayout" Target="../slideLayouts/slideLayout111.xml"/><Relationship Id="rId8" Type="http://schemas.openxmlformats.org/officeDocument/2006/relationships/slideLayout" Target="../slideLayouts/slideLayout112.xml"/><Relationship Id="rId9" Type="http://schemas.openxmlformats.org/officeDocument/2006/relationships/slideLayout" Target="../slideLayouts/slideLayout113.xml"/><Relationship Id="rId10" Type="http://schemas.openxmlformats.org/officeDocument/2006/relationships/slideLayout" Target="../slideLayouts/slideLayout114.xml"/><Relationship Id="rId11" Type="http://schemas.openxmlformats.org/officeDocument/2006/relationships/slideLayout" Target="../slideLayouts/slideLayout115.xml"/><Relationship Id="rId12" Type="http://schemas.openxmlformats.org/officeDocument/2006/relationships/slideLayout" Target="../slideLayouts/slideLayout116.xml"/><Relationship Id="rId13" Type="http://schemas.openxmlformats.org/officeDocument/2006/relationships/slideLayout" Target="../slideLayouts/slideLayout117.xml"/><Relationship Id="rId14" Type="http://schemas.openxmlformats.org/officeDocument/2006/relationships/slideLayout" Target="../slideLayouts/slideLayout118.xml"/><Relationship Id="rId15" Type="http://schemas.openxmlformats.org/officeDocument/2006/relationships/slideLayout" Target="../slideLayouts/slideLayout119.xml"/><Relationship Id="rId16" Type="http://schemas.openxmlformats.org/officeDocument/2006/relationships/slideLayout" Target="../slideLayouts/slideLayout120.xml"/><Relationship Id="rId17" Type="http://schemas.openxmlformats.org/officeDocument/2006/relationships/slideLayout" Target="../slideLayouts/slideLayout121.xml"/><Relationship Id="rId18" Type="http://schemas.openxmlformats.org/officeDocument/2006/relationships/slideLayout" Target="../slideLayouts/slideLayout122.xml"/><Relationship Id="rId19" Type="http://schemas.openxmlformats.org/officeDocument/2006/relationships/slideLayout" Target="../slideLayouts/slideLayout123.xml"/><Relationship Id="rId20" Type="http://schemas.openxmlformats.org/officeDocument/2006/relationships/slideLayout" Target="../slideLayouts/slideLayout124.xml"/><Relationship Id="rId21" Type="http://schemas.openxmlformats.org/officeDocument/2006/relationships/slideLayout" Target="../slideLayouts/slideLayout125.xml"/><Relationship Id="rId22" Type="http://schemas.openxmlformats.org/officeDocument/2006/relationships/slideLayout" Target="../slideLayouts/slideLayout126.xml"/><Relationship Id="rId23" Type="http://schemas.openxmlformats.org/officeDocument/2006/relationships/slideLayout" Target="../slideLayouts/slideLayout127.xml"/><Relationship Id="rId24" Type="http://schemas.openxmlformats.org/officeDocument/2006/relationships/slideLayout" Target="../slideLayouts/slideLayout128.xml"/><Relationship Id="rId25" Type="http://schemas.openxmlformats.org/officeDocument/2006/relationships/slideLayout" Target="../slideLayouts/slideLayout129.xml"/><Relationship Id="rId26" Type="http://schemas.openxmlformats.org/officeDocument/2006/relationships/slideLayout" Target="../slideLayouts/slideLayout130.xml"/><Relationship Id="rId27" Type="http://schemas.openxmlformats.org/officeDocument/2006/relationships/slideLayout" Target="../slideLayouts/slideLayout131.xml"/><Relationship Id="rId28" Type="http://schemas.openxmlformats.org/officeDocument/2006/relationships/slideLayout" Target="../slideLayouts/slideLayout132.xml"/><Relationship Id="rId29" Type="http://schemas.openxmlformats.org/officeDocument/2006/relationships/slideLayout" Target="../slideLayouts/slideLayout133.xml"/><Relationship Id="rId30" Type="http://schemas.openxmlformats.org/officeDocument/2006/relationships/slideLayout" Target="../slideLayouts/slideLayout134.xml"/><Relationship Id="rId31" Type="http://schemas.openxmlformats.org/officeDocument/2006/relationships/slideLayout" Target="../slideLayouts/slideLayout135.xml"/><Relationship Id="rId32" Type="http://schemas.openxmlformats.org/officeDocument/2006/relationships/slideLayout" Target="../slideLayouts/slideLayout136.xml"/><Relationship Id="rId33" Type="http://schemas.openxmlformats.org/officeDocument/2006/relationships/slideLayout" Target="../slideLayouts/slideLayout137.xml"/><Relationship Id="rId34" Type="http://schemas.openxmlformats.org/officeDocument/2006/relationships/slideLayout" Target="../slideLayouts/slideLayout138.xml"/><Relationship Id="rId35" Type="http://schemas.openxmlformats.org/officeDocument/2006/relationships/slideLayout" Target="../slideLayouts/slideLayout139.xml"/><Relationship Id="rId36" Type="http://schemas.openxmlformats.org/officeDocument/2006/relationships/slideLayout" Target="../slideLayouts/slideLayout140.xml"/><Relationship Id="rId37" Type="http://schemas.openxmlformats.org/officeDocument/2006/relationships/slideLayout" Target="../slideLayouts/slideLayout141.xml"/><Relationship Id="rId38" Type="http://schemas.openxmlformats.org/officeDocument/2006/relationships/slideLayout" Target="../slideLayouts/slideLayout142.xml"/><Relationship Id="rId39" Type="http://schemas.openxmlformats.org/officeDocument/2006/relationships/slideLayout" Target="../slideLayouts/slideLayout143.xml"/><Relationship Id="rId40" Type="http://schemas.openxmlformats.org/officeDocument/2006/relationships/slideLayout" Target="../slideLayouts/slideLayout144.xml"/><Relationship Id="rId41" Type="http://schemas.openxmlformats.org/officeDocument/2006/relationships/slideLayout" Target="../slideLayouts/slideLayout145.xml"/><Relationship Id="rId42" Type="http://schemas.openxmlformats.org/officeDocument/2006/relationships/slideLayout" Target="../slideLayouts/slideLayout146.xml"/><Relationship Id="rId43" Type="http://schemas.openxmlformats.org/officeDocument/2006/relationships/slideLayout" Target="../slideLayouts/slideLayout147.xml"/><Relationship Id="rId44" Type="http://schemas.openxmlformats.org/officeDocument/2006/relationships/slideLayout" Target="../slideLayouts/slideLayout148.xml"/><Relationship Id="rId45" Type="http://schemas.openxmlformats.org/officeDocument/2006/relationships/slideLayout" Target="../slideLayouts/slideLayout149.xml"/><Relationship Id="rId46" Type="http://schemas.openxmlformats.org/officeDocument/2006/relationships/slideLayout" Target="../slideLayouts/slideLayout150.xml"/><Relationship Id="rId47" Type="http://schemas.openxmlformats.org/officeDocument/2006/relationships/slideLayout" Target="../slideLayouts/slideLayout151.xml"/><Relationship Id="rId48" Type="http://schemas.openxmlformats.org/officeDocument/2006/relationships/slideLayout" Target="../slideLayouts/slideLayout152.xml"/><Relationship Id="rId49" Type="http://schemas.openxmlformats.org/officeDocument/2006/relationships/slideLayout" Target="../slideLayouts/slideLayout153.xml"/><Relationship Id="rId50" Type="http://schemas.openxmlformats.org/officeDocument/2006/relationships/slideLayout" Target="../slideLayouts/slideLayout154.xml"/><Relationship Id="rId51" Type="http://schemas.openxmlformats.org/officeDocument/2006/relationships/slideLayout" Target="../slideLayouts/slideLayout155.xml"/><Relationship Id="rId52" Type="http://schemas.openxmlformats.org/officeDocument/2006/relationships/slideLayout" Target="../slideLayouts/slideLayout156.xml"/><Relationship Id="rId5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22279749" y="12854688"/>
            <a:ext cx="433770" cy="446276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2300">
                <a:solidFill>
                  <a:srgbClr val="888888"/>
                </a:solidFill>
              </a:defRPr>
            </a:lvl1pPr>
          </a:lstStyle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219200" y="184150"/>
            <a:ext cx="21945600" cy="3016252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>
            <a:normAutofit/>
          </a:bodyPr>
          <a:lstStyle/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4" name="Уровень текста 1…"/>
          <p:cNvSpPr txBox="1">
            <a:spLocks noGrp="1"/>
          </p:cNvSpPr>
          <p:nvPr>
            <p:ph type="body" idx="1"/>
          </p:nvPr>
        </p:nvSpPr>
        <p:spPr bwMode="auto">
          <a:xfrm>
            <a:off x="1219200" y="3200400"/>
            <a:ext cx="21945600" cy="1051560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normAutofit/>
          </a:bodyPr>
          <a:lstStyle/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451781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61" r:id="rId10"/>
    <p:sldLayoutId id="2147483662" r:id="rId11"/>
    <p:sldLayoutId id="2147483663" r:id="rId12"/>
    <p:sldLayoutId id="2147483664" r:id="rId13"/>
    <p:sldLayoutId id="2147483665" r:id="rId14"/>
    <p:sldLayoutId id="2147483666" r:id="rId15"/>
    <p:sldLayoutId id="2147483667" r:id="rId16"/>
    <p:sldLayoutId id="2147483668" r:id="rId17"/>
    <p:sldLayoutId id="2147483669" r:id="rId18"/>
    <p:sldLayoutId id="2147483670" r:id="rId19"/>
    <p:sldLayoutId id="2147483671" r:id="rId20"/>
    <p:sldLayoutId id="2147483672" r:id="rId21"/>
    <p:sldLayoutId id="2147483673" r:id="rId22"/>
    <p:sldLayoutId id="2147483674" r:id="rId23"/>
    <p:sldLayoutId id="2147483675" r:id="rId24"/>
    <p:sldLayoutId id="2147483676" r:id="rId25"/>
    <p:sldLayoutId id="2147483677" r:id="rId26"/>
    <p:sldLayoutId id="2147483678" r:id="rId27"/>
    <p:sldLayoutId id="2147483679" r:id="rId28"/>
    <p:sldLayoutId id="2147483680" r:id="rId29"/>
    <p:sldLayoutId id="2147483681" r:id="rId30"/>
    <p:sldLayoutId id="2147483682" r:id="rId31"/>
    <p:sldLayoutId id="2147483683" r:id="rId32"/>
    <p:sldLayoutId id="2147483684" r:id="rId33"/>
    <p:sldLayoutId id="2147483685" r:id="rId34"/>
    <p:sldLayoutId id="2147483686" r:id="rId35"/>
    <p:sldLayoutId id="2147483687" r:id="rId36"/>
    <p:sldLayoutId id="2147483688" r:id="rId37"/>
    <p:sldLayoutId id="2147483689" r:id="rId38"/>
    <p:sldLayoutId id="2147483690" r:id="rId39"/>
    <p:sldLayoutId id="2147483691" r:id="rId40"/>
    <p:sldLayoutId id="2147483692" r:id="rId41"/>
    <p:sldLayoutId id="2147483693" r:id="rId42"/>
    <p:sldLayoutId id="2147483694" r:id="rId43"/>
    <p:sldLayoutId id="2147483695" r:id="rId44"/>
    <p:sldLayoutId id="2147483696" r:id="rId45"/>
    <p:sldLayoutId id="2147483697" r:id="rId46"/>
    <p:sldLayoutId id="2147483698" r:id="rId47"/>
    <p:sldLayoutId id="2147483699" r:id="rId48"/>
    <p:sldLayoutId id="2147483700" r:id="rId49"/>
    <p:sldLayoutId id="2147483701" r:id="rId50"/>
    <p:sldLayoutId id="2147483702" r:id="rId51"/>
    <p:sldLayoutId id="2147483703" r:id="rId52"/>
  </p:sldLayoutIdLst>
  <p:txStyles>
    <p:titleStyle>
      <a:lvl1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1pPr>
      <a:lvl2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2pPr>
      <a:lvl3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3pPr>
      <a:lvl4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4pPr>
      <a:lvl5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5pPr>
      <a:lvl6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6pPr>
      <a:lvl7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7pPr>
      <a:lvl8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8pPr>
      <a:lvl9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9pPr>
    </p:titleStyle>
    <p:bodyStyle>
      <a:lvl1pPr marL="0" marR="0" indent="0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1pPr>
      <a:lvl2pPr marL="0" marR="0" indent="914172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2pPr>
      <a:lvl3pPr marL="0" marR="0" indent="182834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3pPr>
      <a:lvl4pPr marL="0" marR="0" indent="274251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4pPr>
      <a:lvl5pPr marL="0" marR="0" indent="365668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5pPr>
      <a:lvl6pPr marL="493652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6pPr>
      <a:lvl7pPr marL="585069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7pPr>
      <a:lvl8pPr marL="676487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8pPr>
      <a:lvl9pPr marL="767904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9pPr>
    </p:bodyStyle>
    <p:otherStyle>
      <a:lvl1pPr marL="0" marR="0" indent="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1pPr>
      <a:lvl2pPr marL="0" marR="0" indent="91421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182843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3pPr>
      <a:lvl4pPr marL="0" marR="0" indent="2742652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365686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5pPr>
      <a:lvl6pPr marL="0" marR="0" indent="457108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6pPr>
      <a:lvl7pPr marL="0" marR="0" indent="548530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7pPr>
      <a:lvl8pPr marL="0" marR="0" indent="639952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8pPr>
      <a:lvl9pPr marL="0" marR="0" indent="731373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22279749" y="12854688"/>
            <a:ext cx="433770" cy="446276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2300">
                <a:solidFill>
                  <a:srgbClr val="888888"/>
                </a:solidFill>
              </a:defRPr>
            </a:lvl1pPr>
          </a:lstStyle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219200" y="184150"/>
            <a:ext cx="21945600" cy="3016252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>
            <a:normAutofit/>
          </a:bodyPr>
          <a:lstStyle/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4" name="Уровень текста 1…"/>
          <p:cNvSpPr txBox="1">
            <a:spLocks noGrp="1"/>
          </p:cNvSpPr>
          <p:nvPr>
            <p:ph type="body" idx="1"/>
          </p:nvPr>
        </p:nvSpPr>
        <p:spPr bwMode="auto">
          <a:xfrm>
            <a:off x="1219200" y="3200400"/>
            <a:ext cx="21945600" cy="1051560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normAutofit/>
          </a:bodyPr>
          <a:lstStyle/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3055005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  <p:sldLayoutId id="2147483718" r:id="rId14"/>
    <p:sldLayoutId id="2147483719" r:id="rId15"/>
    <p:sldLayoutId id="2147483720" r:id="rId16"/>
    <p:sldLayoutId id="2147483721" r:id="rId17"/>
    <p:sldLayoutId id="2147483722" r:id="rId18"/>
    <p:sldLayoutId id="2147483723" r:id="rId19"/>
    <p:sldLayoutId id="2147483724" r:id="rId20"/>
    <p:sldLayoutId id="2147483725" r:id="rId21"/>
    <p:sldLayoutId id="2147483726" r:id="rId22"/>
    <p:sldLayoutId id="2147483727" r:id="rId23"/>
    <p:sldLayoutId id="2147483728" r:id="rId24"/>
    <p:sldLayoutId id="2147483729" r:id="rId25"/>
    <p:sldLayoutId id="2147483730" r:id="rId26"/>
    <p:sldLayoutId id="2147483731" r:id="rId27"/>
    <p:sldLayoutId id="2147483732" r:id="rId28"/>
    <p:sldLayoutId id="2147483733" r:id="rId29"/>
    <p:sldLayoutId id="2147483734" r:id="rId30"/>
    <p:sldLayoutId id="2147483735" r:id="rId31"/>
    <p:sldLayoutId id="2147483736" r:id="rId32"/>
    <p:sldLayoutId id="2147483737" r:id="rId33"/>
    <p:sldLayoutId id="2147483738" r:id="rId34"/>
    <p:sldLayoutId id="2147483739" r:id="rId35"/>
    <p:sldLayoutId id="2147483740" r:id="rId36"/>
    <p:sldLayoutId id="2147483741" r:id="rId37"/>
    <p:sldLayoutId id="2147483742" r:id="rId38"/>
    <p:sldLayoutId id="2147483743" r:id="rId39"/>
    <p:sldLayoutId id="2147483744" r:id="rId40"/>
    <p:sldLayoutId id="2147483745" r:id="rId41"/>
    <p:sldLayoutId id="2147483746" r:id="rId42"/>
    <p:sldLayoutId id="2147483747" r:id="rId43"/>
    <p:sldLayoutId id="2147483748" r:id="rId44"/>
    <p:sldLayoutId id="2147483749" r:id="rId45"/>
    <p:sldLayoutId id="2147483750" r:id="rId46"/>
    <p:sldLayoutId id="2147483751" r:id="rId47"/>
    <p:sldLayoutId id="2147483752" r:id="rId48"/>
    <p:sldLayoutId id="2147483753" r:id="rId49"/>
    <p:sldLayoutId id="2147483754" r:id="rId50"/>
    <p:sldLayoutId id="2147483755" r:id="rId51"/>
    <p:sldLayoutId id="2147483756" r:id="rId52"/>
  </p:sldLayoutIdLst>
  <p:txStyles>
    <p:titleStyle>
      <a:lvl1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1pPr>
      <a:lvl2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2pPr>
      <a:lvl3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3pPr>
      <a:lvl4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4pPr>
      <a:lvl5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5pPr>
      <a:lvl6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6pPr>
      <a:lvl7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7pPr>
      <a:lvl8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8pPr>
      <a:lvl9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9pPr>
    </p:titleStyle>
    <p:bodyStyle>
      <a:lvl1pPr marL="0" marR="0" indent="0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1pPr>
      <a:lvl2pPr marL="0" marR="0" indent="914172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2pPr>
      <a:lvl3pPr marL="0" marR="0" indent="182834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3pPr>
      <a:lvl4pPr marL="0" marR="0" indent="274251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4pPr>
      <a:lvl5pPr marL="0" marR="0" indent="365668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5pPr>
      <a:lvl6pPr marL="493652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6pPr>
      <a:lvl7pPr marL="585069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7pPr>
      <a:lvl8pPr marL="676487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8pPr>
      <a:lvl9pPr marL="767904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9pPr>
    </p:bodyStyle>
    <p:otherStyle>
      <a:lvl1pPr marL="0" marR="0" indent="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1pPr>
      <a:lvl2pPr marL="0" marR="0" indent="91421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182843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3pPr>
      <a:lvl4pPr marL="0" marR="0" indent="2742652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365686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5pPr>
      <a:lvl6pPr marL="0" marR="0" indent="457108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6pPr>
      <a:lvl7pPr marL="0" marR="0" indent="548530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7pPr>
      <a:lvl8pPr marL="0" marR="0" indent="639952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8pPr>
      <a:lvl9pPr marL="0" marR="0" indent="731373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22279749" y="12854688"/>
            <a:ext cx="433770" cy="446276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2300">
                <a:solidFill>
                  <a:srgbClr val="888888"/>
                </a:solidFill>
              </a:defRPr>
            </a:lvl1pPr>
          </a:lstStyle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219200" y="184150"/>
            <a:ext cx="21945600" cy="3016252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>
            <a:normAutofit/>
          </a:bodyPr>
          <a:lstStyle/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4" name="Уровень текста 1…"/>
          <p:cNvSpPr txBox="1">
            <a:spLocks noGrp="1"/>
          </p:cNvSpPr>
          <p:nvPr>
            <p:ph type="body" idx="1"/>
          </p:nvPr>
        </p:nvSpPr>
        <p:spPr bwMode="auto">
          <a:xfrm>
            <a:off x="1219200" y="3200400"/>
            <a:ext cx="21945600" cy="1051560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normAutofit/>
          </a:bodyPr>
          <a:lstStyle/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486468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759" r:id="rId2"/>
    <p:sldLayoutId id="2147483760" r:id="rId3"/>
    <p:sldLayoutId id="2147483761" r:id="rId4"/>
    <p:sldLayoutId id="2147483762" r:id="rId5"/>
    <p:sldLayoutId id="2147483763" r:id="rId6"/>
    <p:sldLayoutId id="2147483764" r:id="rId7"/>
    <p:sldLayoutId id="2147483765" r:id="rId8"/>
    <p:sldLayoutId id="2147483766" r:id="rId9"/>
    <p:sldLayoutId id="2147483767" r:id="rId10"/>
    <p:sldLayoutId id="2147483768" r:id="rId11"/>
    <p:sldLayoutId id="2147483769" r:id="rId12"/>
    <p:sldLayoutId id="2147483770" r:id="rId13"/>
    <p:sldLayoutId id="2147483771" r:id="rId14"/>
    <p:sldLayoutId id="2147483772" r:id="rId15"/>
    <p:sldLayoutId id="2147483773" r:id="rId16"/>
    <p:sldLayoutId id="2147483774" r:id="rId17"/>
    <p:sldLayoutId id="2147483775" r:id="rId18"/>
    <p:sldLayoutId id="2147483776" r:id="rId19"/>
    <p:sldLayoutId id="2147483777" r:id="rId20"/>
    <p:sldLayoutId id="2147483778" r:id="rId21"/>
    <p:sldLayoutId id="2147483779" r:id="rId22"/>
    <p:sldLayoutId id="2147483780" r:id="rId23"/>
    <p:sldLayoutId id="2147483781" r:id="rId24"/>
    <p:sldLayoutId id="2147483782" r:id="rId25"/>
    <p:sldLayoutId id="2147483783" r:id="rId26"/>
    <p:sldLayoutId id="2147483784" r:id="rId27"/>
    <p:sldLayoutId id="2147483785" r:id="rId28"/>
    <p:sldLayoutId id="2147483786" r:id="rId29"/>
    <p:sldLayoutId id="2147483787" r:id="rId30"/>
    <p:sldLayoutId id="2147483788" r:id="rId31"/>
    <p:sldLayoutId id="2147483789" r:id="rId32"/>
    <p:sldLayoutId id="2147483790" r:id="rId33"/>
    <p:sldLayoutId id="2147483791" r:id="rId34"/>
    <p:sldLayoutId id="2147483792" r:id="rId35"/>
    <p:sldLayoutId id="2147483793" r:id="rId36"/>
    <p:sldLayoutId id="2147483794" r:id="rId37"/>
    <p:sldLayoutId id="2147483795" r:id="rId38"/>
    <p:sldLayoutId id="2147483796" r:id="rId39"/>
    <p:sldLayoutId id="2147483797" r:id="rId40"/>
    <p:sldLayoutId id="2147483798" r:id="rId41"/>
    <p:sldLayoutId id="2147483799" r:id="rId42"/>
    <p:sldLayoutId id="2147483800" r:id="rId43"/>
    <p:sldLayoutId id="2147483801" r:id="rId44"/>
    <p:sldLayoutId id="2147483802" r:id="rId45"/>
    <p:sldLayoutId id="2147483803" r:id="rId46"/>
    <p:sldLayoutId id="2147483804" r:id="rId47"/>
    <p:sldLayoutId id="2147483805" r:id="rId48"/>
    <p:sldLayoutId id="2147483806" r:id="rId49"/>
    <p:sldLayoutId id="2147483807" r:id="rId50"/>
    <p:sldLayoutId id="2147483808" r:id="rId51"/>
    <p:sldLayoutId id="2147483809" r:id="rId52"/>
  </p:sldLayoutIdLst>
  <p:txStyles>
    <p:titleStyle>
      <a:lvl1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1pPr>
      <a:lvl2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2pPr>
      <a:lvl3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3pPr>
      <a:lvl4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4pPr>
      <a:lvl5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5pPr>
      <a:lvl6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6pPr>
      <a:lvl7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7pPr>
      <a:lvl8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8pPr>
      <a:lvl9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9pPr>
    </p:titleStyle>
    <p:bodyStyle>
      <a:lvl1pPr marL="0" marR="0" indent="0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1pPr>
      <a:lvl2pPr marL="0" marR="0" indent="914172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2pPr>
      <a:lvl3pPr marL="0" marR="0" indent="182834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3pPr>
      <a:lvl4pPr marL="0" marR="0" indent="274251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4pPr>
      <a:lvl5pPr marL="0" marR="0" indent="365668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5pPr>
      <a:lvl6pPr marL="493652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6pPr>
      <a:lvl7pPr marL="585069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7pPr>
      <a:lvl8pPr marL="676487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8pPr>
      <a:lvl9pPr marL="767904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9pPr>
    </p:bodyStyle>
    <p:otherStyle>
      <a:lvl1pPr marL="0" marR="0" indent="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1pPr>
      <a:lvl2pPr marL="0" marR="0" indent="91421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182843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3pPr>
      <a:lvl4pPr marL="0" marR="0" indent="2742652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365686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5pPr>
      <a:lvl6pPr marL="0" marR="0" indent="457108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6pPr>
      <a:lvl7pPr marL="0" marR="0" indent="548530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7pPr>
      <a:lvl8pPr marL="0" marR="0" indent="639952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8pPr>
      <a:lvl9pPr marL="0" marR="0" indent="731373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image" Target="../media/image3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image" Target="../media/image3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image" Target="../media/image3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image" Target="../media/image3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image" Target="../media/image35.jpg"/><Relationship Id="rId3" Type="http://schemas.openxmlformats.org/officeDocument/2006/relationships/image" Target="../media/image36.jpg"/><Relationship Id="rId4" Type="http://schemas.openxmlformats.org/officeDocument/2006/relationships/image" Target="../media/image3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image" Target="../media/image38.jpg"/><Relationship Id="rId3" Type="http://schemas.openxmlformats.org/officeDocument/2006/relationships/image" Target="../media/image39.jpg"/><Relationship Id="rId4" Type="http://schemas.openxmlformats.org/officeDocument/2006/relationships/image" Target="../media/image40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image" Target="../media/image41.jpg"/><Relationship Id="rId3" Type="http://schemas.openxmlformats.org/officeDocument/2006/relationships/image" Target="../media/image42.jpg"/><Relationship Id="rId4" Type="http://schemas.openxmlformats.org/officeDocument/2006/relationships/image" Target="../media/image43.jpg"/><Relationship Id="rId5" Type="http://schemas.openxmlformats.org/officeDocument/2006/relationships/image" Target="../media/image44.jpg"/><Relationship Id="rId6" Type="http://schemas.openxmlformats.org/officeDocument/2006/relationships/image" Target="../media/image4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image" Target="../media/image46.jpg"/><Relationship Id="rId3" Type="http://schemas.openxmlformats.org/officeDocument/2006/relationships/image" Target="../media/image47.jpg"/><Relationship Id="rId4" Type="http://schemas.openxmlformats.org/officeDocument/2006/relationships/image" Target="../media/image4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5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4" name="Rectangle 32"/>
          <p:cNvSpPr/>
          <p:nvPr/>
        </p:nvSpPr>
        <p:spPr bwMode="auto">
          <a:xfrm>
            <a:off x="955385" y="5685905"/>
            <a:ext cx="4621490" cy="2427318"/>
          </a:xfrm>
          <a:prstGeom prst="rect">
            <a:avLst/>
          </a:prstGeom>
          <a:solidFill>
            <a:srgbClr val="E6E6E6"/>
          </a:solidFill>
          <a:ln w="12700">
            <a:miter lim="400000"/>
          </a:ln>
        </p:spPr>
        <p:txBody>
          <a:bodyPr lIns="45720" rIns="45720" anchor="ctr"/>
          <a:lstStyle/>
          <a:p>
            <a:pPr algn="ctr" defTabSz="1828434" rtl="0">
              <a:lnSpc>
                <a:spcPct val="100000"/>
              </a:lnSpc>
              <a:defRPr>
                <a:solidFill>
                  <a:srgbClr val="FFFFFF"/>
                </a:solidFill>
              </a:defRPr>
            </a:pPr>
            <a:endParaRPr sz="35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  <p:sp>
        <p:nvSpPr>
          <p:cNvPr id="855" name="Text Placeholder 1"/>
          <p:cNvSpPr txBox="1"/>
          <p:nvPr/>
        </p:nvSpPr>
        <p:spPr bwMode="auto">
          <a:xfrm>
            <a:off x="1780895" y="6070784"/>
            <a:ext cx="13219417" cy="1574432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noAutofit/>
          </a:bodyPr>
          <a:lstStyle/>
          <a:p>
            <a:pPr defTabSz="914400" rtl="0">
              <a:lnSpc>
                <a:spcPct val="100000"/>
              </a:lnSpc>
              <a:defRPr sz="7200" spc="30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</a:defRPr>
            </a:pPr>
            <a:r>
              <a:rPr lang="ru-RU" sz="4400" b="1" spc="300" dirty="0" smtClean="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  <a:sym typeface="Stem"/>
              </a:rPr>
              <a:t>ОБЩАЯ ПОСЛЕДОВАТЕЛЬНОСТЬ ДЕЙСТВИЙ НА МЕСТЕ ПРОИСШЕСТВИЯ С НАЛИЧИЕМ ПОСТРАДАВШИХ</a:t>
            </a:r>
            <a:endParaRPr lang="ru-RU" sz="4400" b="1" spc="300" dirty="0">
              <a:solidFill>
                <a:srgbClr val="4D4D4D"/>
              </a:solidFill>
              <a:latin typeface="Montserrat Semi Bold"/>
              <a:ea typeface="Montserrat Semi Bold"/>
              <a:cs typeface="Montserrat Semi Bold"/>
              <a:sym typeface="Stem"/>
            </a:endParaRPr>
          </a:p>
        </p:txBody>
      </p:sp>
      <p:sp>
        <p:nvSpPr>
          <p:cNvPr id="845" name="Rectangle 13"/>
          <p:cNvSpPr/>
          <p:nvPr/>
        </p:nvSpPr>
        <p:spPr bwMode="auto">
          <a:xfrm>
            <a:off x="15825822" y="0"/>
            <a:ext cx="8688311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algn="ctr" defTabSz="1828434" rtl="0">
              <a:lnSpc>
                <a:spcPct val="100000"/>
              </a:lnSpc>
              <a:defRPr>
                <a:solidFill>
                  <a:srgbClr val="FFFFFF"/>
                </a:solidFill>
              </a:defRPr>
            </a:pPr>
            <a:endParaRPr sz="35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  <p:sp>
        <p:nvSpPr>
          <p:cNvPr id="846" name="Rectangle 5"/>
          <p:cNvSpPr/>
          <p:nvPr/>
        </p:nvSpPr>
        <p:spPr bwMode="auto">
          <a:xfrm>
            <a:off x="1780895" y="7573216"/>
            <a:ext cx="12803868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defTabSz="1828434" rtl="0">
              <a:lnSpc>
                <a:spcPct val="100000"/>
              </a:lnSpc>
              <a:defRPr>
                <a:solidFill>
                  <a:srgbClr val="FFFFFF"/>
                </a:solidFill>
              </a:defRPr>
            </a:pPr>
            <a:endParaRPr sz="35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5070170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w="http://schemas.openxmlformats.org/wordprocessingml/2006/main" xmlns:m="http://schemas.openxmlformats.org/officeDocument/2006/math" xmlns="">
      <p:transition advClick="1"/>
    </mc:Fallback>
  </mc:AlternateContent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85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5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8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1371600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0000" y="6540000"/>
            <a:ext cx="9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6B7280"/>
                </a:solidFill>
                <a:latin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0000" y="1600000"/>
            <a:ext cx="21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Arial"/>
              </a:rPr>
              <a:t>ПРИОРИТЕТНОСТЬ ОКАЗАНИЯ ПЕРВОЙ ПОМОЩИ</a:t>
            </a:r>
          </a:p>
        </p:txBody>
      </p:sp>
      <p:sp>
        <p:nvSpPr>
          <p:cNvPr id="6" name="Rectangle 5"/>
          <p:cNvSpPr/>
          <p:nvPr/>
        </p:nvSpPr>
        <p:spPr>
          <a:xfrm>
            <a:off x="2060000" y="2550000"/>
            <a:ext cx="12000000" cy="7000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50000" y="2700000"/>
            <a:ext cx="160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Arial"/>
              </a:rPr>
              <a:t>Тема 1 · п. 1.3  Порядок и приоритетность оказания первой помощи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50000" y="3600000"/>
            <a:ext cx="20000000" cy="8500000"/>
          </a:xfrm>
          <a:prstGeom prst="roundRect">
            <a:avLst/>
          </a:prstGeom>
          <a:solidFill>
            <a:srgbClr val="F7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00000" y="3900000"/>
            <a:ext cx="19000000" cy="7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Arial"/>
              </a:rPr>
              <a:t>Приоритет — состояния, непосредственно угрожающие жизни пострадавшего.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Arial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Arial"/>
              </a:rPr>
              <a:t>1. Оценить обстановку и обеспечить безопасность себе и пострадавшему.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Arial"/>
              </a:rPr>
              <a:t>2. Определить признаки жизни; при их отсутствии — начать СЛР, параллельно вызвать СМП.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Arial"/>
              </a:rPr>
              <a:t>3. Восстановить проходимость дыхательных путей при их нарушении.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Arial"/>
              </a:rPr>
              <a:t>4. Остановить угрожающее жизни наружное кровотечение.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Arial"/>
              </a:rPr>
              <a:t>5. Затем выполнить остальные мероприятия первой помощи по состоянию пострадавшего.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Arial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Arial"/>
              </a:rPr>
              <a:t>При нескольких пострадавших в первую очередь помогают тем, у кого есть угроза жизни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Arial"/>
              </a:rPr>
              <a:t>(отсутствие сознания/дыхания, массивное кровотечение). Не перемещать пострадавшего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Arial"/>
              </a:rPr>
              <a:t>без необходимости, кроме угрозы на месте происшествия.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0000" y="12400000"/>
            <a:ext cx="20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Arial"/>
              </a:rPr>
              <a:t>Дополнено по алгоритмам первой помощи (приказ Минздрава РФ № 220н).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42537"/>
            <a:ext cx="684000" cy="630942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35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Light"/>
                <a:ea typeface="Open Sans"/>
                <a:cs typeface="Calibri"/>
                <a:sym typeface="Open Sans"/>
              </a:rPr>
              <a:pPr marL="0" marR="0" lvl="0" indent="0" algn="ctr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/>
            </a:fld>
            <a:r>
              <a:t>3</a:t>
            </a: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2055993" y="1096565"/>
            <a:ext cx="24280504" cy="1508105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lvl="0" defTabSz="914400" rtl="0">
              <a:lnSpc>
                <a:spcPct val="100000"/>
              </a:lnSpc>
              <a:defRPr/>
            </a:pPr>
            <a:r>
              <a:rPr lang="ru-RU" sz="4600" dirty="0" smtClean="0">
                <a:solidFill>
                  <a:srgbClr val="404040"/>
                </a:solidFill>
                <a:latin typeface="PFDinDisplayPro-Regular"/>
                <a:ea typeface="PFDinDisplayPro-Regular"/>
                <a:cs typeface="PFDinDisplayPro-Regular"/>
                <a:sym typeface="Stem"/>
              </a:rPr>
              <a:t>ОБЩАЯ ПОСЛЕДОВАТЕЛЬНОСТЬ ДЕЙСТВИЙ НА МЕСТЕ ПРОИСШЕСТВИЯ С НАЛИЧИЕМ ПОСТРАДАВШИХ</a:t>
            </a:r>
          </a:p>
          <a:p>
            <a:pPr lvl="0" defTabSz="914400" rtl="0">
              <a:lnSpc>
                <a:spcPct val="100000"/>
              </a:lnSpc>
              <a:defRPr/>
            </a:pPr>
            <a:r>
              <a:rPr lang="ru-RU" sz="4600" dirty="0" smtClean="0">
                <a:solidFill>
                  <a:srgbClr val="404040"/>
                </a:solidFill>
                <a:latin typeface="PFDinDisplayPro-Regular"/>
                <a:ea typeface="PFDinDisplayPro-Regular"/>
                <a:cs typeface="PFDinDisplayPro-Regular"/>
                <a:sym typeface="Stem"/>
              </a:rPr>
              <a:t/>
            </a:r>
            <a:endParaRPr kumimoji="0" lang="ru-RU" sz="4600" b="0" i="0" u="none" strike="noStrike" kern="0" cap="none" spc="0" normalizeH="0" baseline="0" noProof="0" dirty="0">
              <a:ln>
                <a:noFill/>
              </a:ln>
              <a:solidFill>
                <a:srgbClr val="404040"/>
              </a:solidFill>
              <a:effectLst/>
              <a:uLnTx/>
              <a:uFillTx/>
              <a:latin typeface="PFDinDisplayPro-Regular"/>
              <a:ea typeface="PFDinDisplayPro-Regular"/>
              <a:cs typeface="PFDinDisplayPro-Regular"/>
              <a:sym typeface="Stem"/>
            </a:endParaRPr>
          </a:p>
        </p:txBody>
      </p:sp>
      <p:sp>
        <p:nvSpPr>
          <p:cNvPr id="22" name="Rectangle 29"/>
          <p:cNvSpPr/>
          <p:nvPr/>
        </p:nvSpPr>
        <p:spPr bwMode="auto">
          <a:xfrm>
            <a:off x="2061228" y="2604670"/>
            <a:ext cx="17630090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3" y="2753858"/>
            <a:ext cx="6408712" cy="681807"/>
          </a:xfrm>
          <a:prstGeom prst="rect">
            <a:avLst/>
          </a:prstGeom>
          <a:ln w="25400">
            <a:miter lim="400000"/>
          </a:ln>
        </p:spPr>
        <p:txBody>
          <a:bodyPr tIns="91439" bIns="91439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marR="0" lvl="0" indent="0" algn="r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0" cap="none" spc="0" normalizeH="0" baseline="0" noProof="0" smtClean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Open Sans"/>
                <a:ea typeface="Open Sans"/>
                <a:cs typeface="Open Sans"/>
              </a:rPr>
              <a:t>Тема 1 · п. 1.3  Порядок и приоритетность оказания первой помощи</a:t>
            </a:r>
            <a:endParaRPr kumimoji="0" lang="ru-RU" sz="2800" b="0" i="0" u="none" strike="noStrike" kern="0" cap="none" spc="0" normalizeH="0" baseline="0" noProof="0" dirty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sp>
        <p:nvSpPr>
          <p:cNvPr id="7" name="Прямоугольник 6"/>
          <p:cNvSpPr/>
          <p:nvPr/>
        </p:nvSpPr>
        <p:spPr bwMode="auto">
          <a:xfrm>
            <a:off x="10916237" y="5096980"/>
            <a:ext cx="12192000" cy="7250959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defRPr/>
            </a:pPr>
            <a:r>
              <a:rPr lang="ru-RU" sz="2800" b="1"/>
              <a:t>Оценка обстановки и обеспечение безопасных условий для оказания первой помощи:</a:t>
            </a:r>
            <a:endParaRPr/>
          </a:p>
          <a:p>
            <a:pPr>
              <a:defRPr/>
            </a:pPr>
            <a:endParaRPr lang="ru-RU" sz="2800"/>
          </a:p>
          <a:p>
            <a:pPr marL="342900" indent="-342900">
              <a:lnSpc>
                <a:spcPct val="150000"/>
              </a:lnSpc>
              <a:buFont typeface="Wingdings"/>
              <a:buChar char="q"/>
              <a:defRPr/>
            </a:pPr>
            <a:r>
              <a:rPr lang="ru-RU" sz="2800"/>
              <a:t>определить угрожающие факторы для собственной жизни и здоровья;</a:t>
            </a:r>
            <a:endParaRPr/>
          </a:p>
          <a:p>
            <a:pPr marL="342900" indent="-342900">
              <a:lnSpc>
                <a:spcPct val="150000"/>
              </a:lnSpc>
              <a:buFont typeface="Wingdings"/>
              <a:buChar char="q"/>
              <a:defRPr/>
            </a:pPr>
            <a:r>
              <a:rPr lang="ru-RU" sz="2800"/>
              <a:t>определить угрожающие факторы для жизни и здоровья пострадавшего;</a:t>
            </a:r>
            <a:endParaRPr/>
          </a:p>
          <a:p>
            <a:pPr marL="342900" indent="-342900">
              <a:lnSpc>
                <a:spcPct val="150000"/>
              </a:lnSpc>
              <a:buFont typeface="Wingdings"/>
              <a:buChar char="q"/>
              <a:defRPr/>
            </a:pPr>
            <a:r>
              <a:rPr lang="ru-RU" sz="2800"/>
              <a:t>устранить угрожающие факторы для жизни и здоровья;</a:t>
            </a:r>
            <a:endParaRPr/>
          </a:p>
          <a:p>
            <a:pPr marL="342900" indent="-342900">
              <a:lnSpc>
                <a:spcPct val="150000"/>
              </a:lnSpc>
              <a:buFont typeface="Wingdings"/>
              <a:buChar char="q"/>
              <a:defRPr/>
            </a:pPr>
            <a:r>
              <a:rPr lang="ru-RU" sz="2800"/>
              <a:t>прекратить действие повреждающих факторов на пострадавшего;</a:t>
            </a:r>
            <a:endParaRPr/>
          </a:p>
          <a:p>
            <a:pPr marL="342900" indent="-342900">
              <a:lnSpc>
                <a:spcPct val="150000"/>
              </a:lnSpc>
              <a:buFont typeface="Wingdings"/>
              <a:buChar char="q"/>
              <a:defRPr/>
            </a:pPr>
            <a:r>
              <a:rPr lang="ru-RU" sz="2800"/>
              <a:t>при необходимости, оценить количество пострадавших;</a:t>
            </a:r>
            <a:endParaRPr/>
          </a:p>
          <a:p>
            <a:pPr marL="342900" indent="-342900">
              <a:lnSpc>
                <a:spcPct val="150000"/>
              </a:lnSpc>
              <a:buFont typeface="Wingdings"/>
              <a:buChar char="q"/>
              <a:defRPr/>
            </a:pPr>
            <a:r>
              <a:rPr lang="ru-RU" sz="2800"/>
              <a:t>извлечь пострадавшего из транспортного средства или других труднодоступных мест (при необходимости);</a:t>
            </a:r>
            <a:endParaRPr/>
          </a:p>
          <a:p>
            <a:pPr marL="342900" indent="-342900">
              <a:lnSpc>
                <a:spcPct val="150000"/>
              </a:lnSpc>
              <a:buFont typeface="Wingdings"/>
              <a:buChar char="q"/>
              <a:defRPr/>
            </a:pPr>
            <a:r>
              <a:rPr lang="ru-RU" sz="2800"/>
              <a:t>переместить пострадавшего (при необходимости).</a:t>
            </a:r>
          </a:p>
        </p:txBody>
      </p:sp>
      <p:pic>
        <p:nvPicPr>
          <p:cNvPr id="8" name="Picture 2" descr="Алгоритм 2018 НОВЫЙ"/>
          <p:cNvPicPr>
            <a:picLocks noChangeAspect="1" noChangeArrowheads="1"/>
          </p:cNvPicPr>
          <p:nvPr/>
        </p:nvPicPr>
        <p:blipFill>
          <a:blip r:embed="rId2"/>
          <a:srcRect l="3879" t="2743" r="6219" b="5061"/>
          <a:stretch/>
        </p:blipFill>
        <p:spPr bwMode="auto">
          <a:xfrm>
            <a:off x="2044161" y="3469895"/>
            <a:ext cx="6998266" cy="1018682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938008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w="http://schemas.openxmlformats.org/wordprocessingml/2006/main" xmlns:m="http://schemas.openxmlformats.org/officeDocument/2006/math" xmlns=""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42537"/>
            <a:ext cx="684000" cy="630942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35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Light"/>
                <a:ea typeface="Open Sans"/>
                <a:cs typeface="Calibri"/>
                <a:sym typeface="Open Sans"/>
              </a:rPr>
              <a:pPr marL="0" marR="0" lvl="0" indent="0" algn="ctr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/>
            </a:fld>
            <a:r>
              <a:t>4</a:t>
            </a: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2055993" y="1096565"/>
            <a:ext cx="24280504" cy="1508105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600" b="0" i="0" u="none" strike="noStrike" kern="0" cap="none" spc="0" normalizeH="0" baseline="0" noProof="0" dirty="0" smtClean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FDinDisplayPro-Regular"/>
                <a:ea typeface="PFDinDisplayPro-Regular"/>
                <a:cs typeface="PFDinDisplayPro-Regular"/>
                <a:sym typeface="Stem"/>
              </a:rPr>
              <a:t>ОБЩАЯ ПОСЛЕДОВАТЕЛЬНОСТЬ ДЕЙСТВИЙ НА МЕСТЕ ПРОИСШЕСТВИЯ С НАЛИЧИЕМ ПОСТРАДАВШИХ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600" b="0" i="0" u="none" strike="noStrike" kern="0" cap="none" spc="0" normalizeH="0" baseline="0" noProof="0" dirty="0" smtClean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FDinDisplayPro-Regular"/>
                <a:ea typeface="PFDinDisplayPro-Regular"/>
                <a:cs typeface="PFDinDisplayPro-Regular"/>
                <a:sym typeface="Stem"/>
              </a:rPr>
              <a:t/>
            </a:r>
            <a:endParaRPr kumimoji="0" lang="ru-RU" sz="4600" b="0" i="0" u="none" strike="noStrike" kern="0" cap="none" spc="0" normalizeH="0" baseline="0" noProof="0" dirty="0">
              <a:ln>
                <a:noFill/>
              </a:ln>
              <a:solidFill>
                <a:srgbClr val="404040"/>
              </a:solidFill>
              <a:effectLst/>
              <a:uLnTx/>
              <a:uFillTx/>
              <a:latin typeface="PFDinDisplayPro-Regular"/>
              <a:ea typeface="PFDinDisplayPro-Regular"/>
              <a:cs typeface="PFDinDisplayPro-Regular"/>
              <a:sym typeface="Stem"/>
            </a:endParaRPr>
          </a:p>
        </p:txBody>
      </p:sp>
      <p:sp>
        <p:nvSpPr>
          <p:cNvPr id="22" name="Rectangle 29"/>
          <p:cNvSpPr/>
          <p:nvPr/>
        </p:nvSpPr>
        <p:spPr bwMode="auto">
          <a:xfrm>
            <a:off x="2061228" y="2604670"/>
            <a:ext cx="17630090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3" y="2753858"/>
            <a:ext cx="6408712" cy="681807"/>
          </a:xfrm>
          <a:prstGeom prst="rect">
            <a:avLst/>
          </a:prstGeom>
          <a:ln w="25400">
            <a:miter lim="400000"/>
          </a:ln>
        </p:spPr>
        <p:txBody>
          <a:bodyPr tIns="91439" bIns="91439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marR="0" lvl="0" indent="0" algn="r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0" cap="none" spc="0" normalizeH="0" baseline="0" noProof="0" smtClean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Open Sans"/>
                <a:ea typeface="Open Sans"/>
                <a:cs typeface="Open Sans"/>
              </a:rPr>
              <a:t>Тема 1 · п. 1.3  Порядок и приоритетность оказания первой помощи</a:t>
            </a:r>
            <a:endParaRPr kumimoji="0" lang="ru-RU" sz="2800" b="0" i="0" u="none" strike="noStrike" kern="0" cap="none" spc="0" normalizeH="0" baseline="0" noProof="0" dirty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sp>
        <p:nvSpPr>
          <p:cNvPr id="9" name="Прямоугольник 8"/>
          <p:cNvSpPr/>
          <p:nvPr/>
        </p:nvSpPr>
        <p:spPr bwMode="auto">
          <a:xfrm>
            <a:off x="10962721" y="5135324"/>
            <a:ext cx="12192000" cy="5958298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defRPr/>
            </a:pPr>
            <a:r>
              <a:rPr lang="ru-RU" sz="2800" b="1"/>
              <a:t>Восстановление проходимости дыхательных путей и определение признаков жизни:</a:t>
            </a:r>
            <a:endParaRPr/>
          </a:p>
          <a:p>
            <a:pPr>
              <a:defRPr/>
            </a:pPr>
            <a:endParaRPr lang="ru-RU" sz="2800"/>
          </a:p>
          <a:p>
            <a:pPr marL="457200" indent="-457200">
              <a:lnSpc>
                <a:spcPct val="150000"/>
              </a:lnSpc>
              <a:buFont typeface="Wingdings"/>
              <a:buChar char="q"/>
              <a:defRPr/>
            </a:pPr>
            <a:r>
              <a:rPr lang="ru-RU" sz="2800"/>
              <a:t>запрокинуть голову с подъемом подбородка;</a:t>
            </a:r>
            <a:endParaRPr/>
          </a:p>
          <a:p>
            <a:pPr marL="457200" indent="-457200">
              <a:lnSpc>
                <a:spcPct val="150000"/>
              </a:lnSpc>
              <a:buFont typeface="Wingdings"/>
              <a:buChar char="q"/>
              <a:defRPr/>
            </a:pPr>
            <a:r>
              <a:rPr lang="ru-RU" sz="2800"/>
              <a:t>выдвинуть нижнюю челюсть (при необходимости);</a:t>
            </a:r>
            <a:endParaRPr/>
          </a:p>
          <a:p>
            <a:pPr marL="457200" indent="-457200">
              <a:lnSpc>
                <a:spcPct val="150000"/>
              </a:lnSpc>
              <a:buFont typeface="Wingdings"/>
              <a:buChar char="q"/>
              <a:defRPr/>
            </a:pPr>
            <a:r>
              <a:rPr lang="ru-RU" sz="2800"/>
              <a:t>определить наличие нормального дыхания с помощью слуха, зрения и осязания;</a:t>
            </a:r>
            <a:endParaRPr/>
          </a:p>
          <a:p>
            <a:pPr marL="457200" indent="-457200">
              <a:lnSpc>
                <a:spcPct val="150000"/>
              </a:lnSpc>
              <a:buFont typeface="Wingdings"/>
              <a:buChar char="q"/>
              <a:defRPr/>
            </a:pPr>
            <a:r>
              <a:rPr lang="ru-RU" sz="2800"/>
              <a:t>определить наличие кровообращения путем проверки пульса на магистральных артериях (одновременно с определением дыхания и при наличии соответствующей подготовки). </a:t>
            </a:r>
            <a:endParaRPr/>
          </a:p>
        </p:txBody>
      </p:sp>
      <p:pic>
        <p:nvPicPr>
          <p:cNvPr id="10" name="Picture 2" descr="Алгоритм 2018 НОВЫЙ"/>
          <p:cNvPicPr>
            <a:picLocks noChangeAspect="1" noChangeArrowheads="1"/>
          </p:cNvPicPr>
          <p:nvPr/>
        </p:nvPicPr>
        <p:blipFill>
          <a:blip r:embed="rId2"/>
          <a:srcRect l="3879" t="2743" r="6219" b="5061"/>
          <a:stretch/>
        </p:blipFill>
        <p:spPr bwMode="auto">
          <a:xfrm>
            <a:off x="2090645" y="3508239"/>
            <a:ext cx="6998266" cy="1018682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249312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w="http://schemas.openxmlformats.org/wordprocessingml/2006/main" xmlns:m="http://schemas.openxmlformats.org/officeDocument/2006/math" xmlns=""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42537"/>
            <a:ext cx="684000" cy="630942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35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Light"/>
                <a:ea typeface="Open Sans"/>
                <a:cs typeface="Calibri"/>
                <a:sym typeface="Open Sans"/>
              </a:rPr>
              <a:pPr marL="0" marR="0" lvl="0" indent="0" algn="ctr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/>
            </a:fld>
            <a:r>
              <a:t>5</a:t>
            </a: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2055993" y="1096565"/>
            <a:ext cx="24280504" cy="1508105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600" b="0" i="0" u="none" strike="noStrike" kern="0" cap="none" spc="0" normalizeH="0" baseline="0" noProof="0" dirty="0" smtClean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FDinDisplayPro-Regular"/>
                <a:ea typeface="PFDinDisplayPro-Regular"/>
                <a:cs typeface="PFDinDisplayPro-Regular"/>
                <a:sym typeface="Stem"/>
              </a:rPr>
              <a:t>ОБЩАЯ ПОСЛЕДОВАТЕЛЬНОСТЬ ДЕЙСТВИЙ НА МЕСТЕ ПРОИСШЕСТВИЯ С НАЛИЧИЕМ ПОСТРАДАВШИХ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600" b="0" i="0" u="none" strike="noStrike" kern="0" cap="none" spc="0" normalizeH="0" baseline="0" noProof="0" dirty="0" smtClean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FDinDisplayPro-Regular"/>
                <a:ea typeface="PFDinDisplayPro-Regular"/>
                <a:cs typeface="PFDinDisplayPro-Regular"/>
                <a:sym typeface="Stem"/>
              </a:rPr>
              <a:t/>
            </a:r>
            <a:endParaRPr kumimoji="0" lang="ru-RU" sz="4600" b="0" i="0" u="none" strike="noStrike" kern="0" cap="none" spc="0" normalizeH="0" baseline="0" noProof="0" dirty="0">
              <a:ln>
                <a:noFill/>
              </a:ln>
              <a:solidFill>
                <a:srgbClr val="404040"/>
              </a:solidFill>
              <a:effectLst/>
              <a:uLnTx/>
              <a:uFillTx/>
              <a:latin typeface="PFDinDisplayPro-Regular"/>
              <a:ea typeface="PFDinDisplayPro-Regular"/>
              <a:cs typeface="PFDinDisplayPro-Regular"/>
              <a:sym typeface="Stem"/>
            </a:endParaRPr>
          </a:p>
        </p:txBody>
      </p:sp>
      <p:sp>
        <p:nvSpPr>
          <p:cNvPr id="22" name="Rectangle 29"/>
          <p:cNvSpPr/>
          <p:nvPr/>
        </p:nvSpPr>
        <p:spPr bwMode="auto">
          <a:xfrm>
            <a:off x="2061228" y="2604670"/>
            <a:ext cx="17630090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3" y="2753858"/>
            <a:ext cx="6408712" cy="681807"/>
          </a:xfrm>
          <a:prstGeom prst="rect">
            <a:avLst/>
          </a:prstGeom>
          <a:ln w="25400">
            <a:miter lim="400000"/>
          </a:ln>
        </p:spPr>
        <p:txBody>
          <a:bodyPr tIns="91439" bIns="91439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marR="0" lvl="0" indent="0" algn="r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0" cap="none" spc="0" normalizeH="0" baseline="0" noProof="0" smtClean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Open Sans"/>
                <a:ea typeface="Open Sans"/>
                <a:cs typeface="Open Sans"/>
              </a:rPr>
              <a:t>Тема 1 · п. 1.3  Порядок и приоритетность оказания первой помощи</a:t>
            </a:r>
            <a:endParaRPr kumimoji="0" lang="ru-RU" sz="2800" b="0" i="0" u="none" strike="noStrike" kern="0" cap="none" spc="0" normalizeH="0" baseline="0" noProof="0" dirty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sp>
        <p:nvSpPr>
          <p:cNvPr id="8" name="Прямоугольник 7"/>
          <p:cNvSpPr/>
          <p:nvPr/>
        </p:nvSpPr>
        <p:spPr bwMode="auto">
          <a:xfrm>
            <a:off x="11543928" y="3435665"/>
            <a:ext cx="12192000" cy="953466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ru-RU" sz="2800" b="1" dirty="0"/>
              <a:t>Проведение сердечно-легочной реанимации путем чередования:</a:t>
            </a:r>
            <a:endParaRPr dirty="0"/>
          </a:p>
          <a:p>
            <a:pPr>
              <a:defRPr/>
            </a:pPr>
            <a:endParaRPr lang="ru-RU" sz="2800" dirty="0"/>
          </a:p>
          <a:p>
            <a:pPr marL="457200" indent="-457200">
              <a:buFont typeface="Wingdings"/>
              <a:buChar char="q"/>
              <a:defRPr/>
            </a:pPr>
            <a:r>
              <a:rPr lang="ru-RU" sz="2800" dirty="0"/>
              <a:t>давления руками на грудину пострадавшего;</a:t>
            </a:r>
            <a:endParaRPr dirty="0"/>
          </a:p>
          <a:p>
            <a:pPr marL="457200" indent="-457200">
              <a:buFont typeface="Wingdings"/>
              <a:buChar char="q"/>
              <a:defRPr/>
            </a:pPr>
            <a:r>
              <a:rPr lang="ru-RU" sz="2800" dirty="0"/>
              <a:t>искусственного дыхания «Рот ко рту», «Рот к носу», с использованием устройств для искусственного дыхания. </a:t>
            </a:r>
            <a:endParaRPr dirty="0"/>
          </a:p>
          <a:p>
            <a:pPr>
              <a:defRPr/>
            </a:pPr>
            <a:endParaRPr lang="ru-RU" sz="2800" b="1" dirty="0"/>
          </a:p>
          <a:p>
            <a:pPr>
              <a:defRPr/>
            </a:pPr>
            <a:r>
              <a:rPr lang="ru-RU" sz="2800" b="1" dirty="0"/>
              <a:t>Поддержание проходимости дыхательных путей:</a:t>
            </a:r>
            <a:endParaRPr dirty="0"/>
          </a:p>
          <a:p>
            <a:pPr>
              <a:defRPr/>
            </a:pPr>
            <a:endParaRPr lang="ru-RU" sz="2800" dirty="0"/>
          </a:p>
          <a:p>
            <a:pPr marL="457200" indent="-457200">
              <a:buFont typeface="Wingdings"/>
              <a:buChar char="q"/>
              <a:defRPr/>
            </a:pPr>
            <a:r>
              <a:rPr lang="ru-RU" sz="2800" dirty="0"/>
              <a:t>придать устойчивое боковое положение;</a:t>
            </a:r>
            <a:endParaRPr dirty="0"/>
          </a:p>
          <a:p>
            <a:pPr marL="457200" indent="-457200">
              <a:buFont typeface="Wingdings"/>
              <a:buChar char="q"/>
              <a:defRPr/>
            </a:pPr>
            <a:r>
              <a:rPr lang="ru-RU" sz="2800" dirty="0"/>
              <a:t>запрокинуть голову с подъемом подбородка;</a:t>
            </a:r>
            <a:endParaRPr dirty="0"/>
          </a:p>
          <a:p>
            <a:pPr marL="457200" indent="-457200">
              <a:buFont typeface="Wingdings"/>
              <a:buChar char="q"/>
              <a:defRPr/>
            </a:pPr>
            <a:r>
              <a:rPr lang="ru-RU" sz="2800" dirty="0"/>
              <a:t>выдвинуть нижнюю челюсть.</a:t>
            </a:r>
            <a:endParaRPr dirty="0"/>
          </a:p>
          <a:p>
            <a:pPr>
              <a:defRPr/>
            </a:pPr>
            <a:endParaRPr lang="ru-RU" sz="2800" dirty="0"/>
          </a:p>
          <a:p>
            <a:pPr>
              <a:defRPr/>
            </a:pPr>
            <a:r>
              <a:rPr lang="ru-RU" sz="2800" b="1" dirty="0"/>
              <a:t>Остановка наружного кровотечения:</a:t>
            </a:r>
            <a:endParaRPr dirty="0"/>
          </a:p>
          <a:p>
            <a:pPr>
              <a:defRPr/>
            </a:pPr>
            <a:endParaRPr lang="ru-RU" sz="2800" b="1" dirty="0"/>
          </a:p>
          <a:p>
            <a:pPr marL="457200" indent="-457200">
              <a:buFont typeface="Wingdings"/>
              <a:buChar char="q"/>
              <a:defRPr/>
            </a:pPr>
            <a:r>
              <a:rPr lang="ru-RU" sz="2800" dirty="0"/>
              <a:t>наложением давящей повязки;</a:t>
            </a:r>
            <a:endParaRPr dirty="0"/>
          </a:p>
          <a:p>
            <a:pPr marL="457200" indent="-457200">
              <a:buFont typeface="Wingdings"/>
              <a:buChar char="q"/>
              <a:defRPr/>
            </a:pPr>
            <a:r>
              <a:rPr lang="ru-RU" sz="2800" dirty="0"/>
              <a:t>пальцевым прижатием артерии;</a:t>
            </a:r>
            <a:endParaRPr dirty="0"/>
          </a:p>
          <a:p>
            <a:pPr marL="457200" indent="-457200">
              <a:buFont typeface="Wingdings"/>
              <a:buChar char="q"/>
              <a:defRPr/>
            </a:pPr>
            <a:r>
              <a:rPr lang="ru-RU" sz="2800" dirty="0"/>
              <a:t>прямым давлением на рану;</a:t>
            </a:r>
            <a:endParaRPr dirty="0"/>
          </a:p>
          <a:p>
            <a:pPr marL="457200" indent="-457200">
              <a:buFont typeface="Wingdings"/>
              <a:buChar char="q"/>
              <a:defRPr/>
            </a:pPr>
            <a:r>
              <a:rPr lang="ru-RU" sz="2800" dirty="0"/>
              <a:t>максимальным сгибанием конечности в суставе;</a:t>
            </a:r>
            <a:endParaRPr dirty="0"/>
          </a:p>
          <a:p>
            <a:pPr marL="457200" indent="-457200">
              <a:buFont typeface="Wingdings"/>
              <a:buChar char="q"/>
              <a:defRPr/>
            </a:pPr>
            <a:r>
              <a:rPr lang="ru-RU" sz="2800" dirty="0"/>
              <a:t>наложением жгута.</a:t>
            </a:r>
            <a:endParaRPr dirty="0"/>
          </a:p>
          <a:p>
            <a:pPr>
              <a:defRPr/>
            </a:pPr>
            <a:endParaRPr lang="ru-RU" sz="2800" dirty="0"/>
          </a:p>
        </p:txBody>
      </p:sp>
      <p:pic>
        <p:nvPicPr>
          <p:cNvPr id="11" name="Picture 2" descr="Алгоритм 2018 НОВЫЙ"/>
          <p:cNvPicPr>
            <a:picLocks noChangeAspect="1" noChangeArrowheads="1"/>
          </p:cNvPicPr>
          <p:nvPr/>
        </p:nvPicPr>
        <p:blipFill>
          <a:blip r:embed="rId2"/>
          <a:srcRect l="3879" t="2743" r="6219" b="5061"/>
          <a:stretch/>
        </p:blipFill>
        <p:spPr bwMode="auto">
          <a:xfrm>
            <a:off x="2852173" y="3411579"/>
            <a:ext cx="6998266" cy="1018682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267119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w="http://schemas.openxmlformats.org/wordprocessingml/2006/main" xmlns:m="http://schemas.openxmlformats.org/officeDocument/2006/math" xmlns=""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42537"/>
            <a:ext cx="684000" cy="630942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35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Light"/>
                <a:ea typeface="Open Sans"/>
                <a:cs typeface="Calibri"/>
                <a:sym typeface="Open Sans"/>
              </a:rPr>
              <a:pPr marL="0" marR="0" lvl="0" indent="0" algn="ctr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/>
            </a:fld>
            <a:r>
              <a:t>6</a:t>
            </a: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2055993" y="1096565"/>
            <a:ext cx="24280504" cy="1508105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600" b="0" i="0" u="none" strike="noStrike" kern="0" cap="none" spc="0" normalizeH="0" baseline="0" noProof="0" dirty="0" smtClean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FDinDisplayPro-Regular"/>
                <a:ea typeface="PFDinDisplayPro-Regular"/>
                <a:cs typeface="PFDinDisplayPro-Regular"/>
                <a:sym typeface="Stem"/>
              </a:rPr>
              <a:t>ОБЩАЯ ПОСЛЕДОВАТЕЛЬНОСТЬ ДЕЙСТВИЙ НА МЕСТЕ ПРОИСШЕСТВИЯ С НАЛИЧИЕМ ПОСТРАДАВШИХ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600" b="0" i="0" u="none" strike="noStrike" kern="0" cap="none" spc="0" normalizeH="0" baseline="0" noProof="0" dirty="0" smtClean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FDinDisplayPro-Regular"/>
                <a:ea typeface="PFDinDisplayPro-Regular"/>
                <a:cs typeface="PFDinDisplayPro-Regular"/>
                <a:sym typeface="Stem"/>
              </a:rPr>
              <a:t/>
            </a:r>
            <a:endParaRPr kumimoji="0" lang="ru-RU" sz="4600" b="0" i="0" u="none" strike="noStrike" kern="0" cap="none" spc="0" normalizeH="0" baseline="0" noProof="0" dirty="0">
              <a:ln>
                <a:noFill/>
              </a:ln>
              <a:solidFill>
                <a:srgbClr val="404040"/>
              </a:solidFill>
              <a:effectLst/>
              <a:uLnTx/>
              <a:uFillTx/>
              <a:latin typeface="PFDinDisplayPro-Regular"/>
              <a:ea typeface="PFDinDisplayPro-Regular"/>
              <a:cs typeface="PFDinDisplayPro-Regular"/>
              <a:sym typeface="Stem"/>
            </a:endParaRPr>
          </a:p>
        </p:txBody>
      </p:sp>
      <p:sp>
        <p:nvSpPr>
          <p:cNvPr id="22" name="Rectangle 29"/>
          <p:cNvSpPr/>
          <p:nvPr/>
        </p:nvSpPr>
        <p:spPr bwMode="auto">
          <a:xfrm>
            <a:off x="2061228" y="2604670"/>
            <a:ext cx="17630090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3" y="2753858"/>
            <a:ext cx="6408712" cy="681807"/>
          </a:xfrm>
          <a:prstGeom prst="rect">
            <a:avLst/>
          </a:prstGeom>
          <a:ln w="25400">
            <a:miter lim="400000"/>
          </a:ln>
        </p:spPr>
        <p:txBody>
          <a:bodyPr tIns="91439" bIns="91439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marR="0" lvl="0" indent="0" algn="r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0" cap="none" spc="0" normalizeH="0" baseline="0" noProof="0" smtClean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Open Sans"/>
                <a:ea typeface="Open Sans"/>
                <a:cs typeface="Open Sans"/>
              </a:rPr>
              <a:t>Тема 1 · п. 1.3  Порядок и приоритетность оказания первой помощи</a:t>
            </a:r>
            <a:endParaRPr kumimoji="0" lang="ru-RU" sz="2800" b="0" i="0" u="none" strike="noStrike" kern="0" cap="none" spc="0" normalizeH="0" baseline="0" noProof="0" dirty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sp>
        <p:nvSpPr>
          <p:cNvPr id="12" name="Прямоугольник 11"/>
          <p:cNvSpPr/>
          <p:nvPr/>
        </p:nvSpPr>
        <p:spPr bwMode="auto">
          <a:xfrm>
            <a:off x="10716136" y="4457055"/>
            <a:ext cx="12192000" cy="8586710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defRPr/>
            </a:pPr>
            <a:r>
              <a:rPr lang="ru-RU" sz="2800" b="1"/>
              <a:t>Провести подробный осмотр пострадавшего и выполнить мероприятия по оказанию первой помощи:</a:t>
            </a:r>
            <a:endParaRPr/>
          </a:p>
          <a:p>
            <a:pPr>
              <a:defRPr/>
            </a:pPr>
            <a:endParaRPr lang="ru-RU" sz="2800"/>
          </a:p>
          <a:p>
            <a:pPr marL="457200" indent="-457200">
              <a:buFont typeface="Wingdings"/>
              <a:buChar char="q"/>
              <a:defRPr/>
            </a:pPr>
            <a:r>
              <a:rPr lang="ru-RU" sz="2800"/>
              <a:t>провести осмотр головы;</a:t>
            </a:r>
            <a:endParaRPr/>
          </a:p>
          <a:p>
            <a:pPr marL="457200" indent="-457200">
              <a:buFont typeface="Wingdings"/>
              <a:buChar char="q"/>
              <a:defRPr/>
            </a:pPr>
            <a:r>
              <a:rPr lang="ru-RU" sz="2800"/>
              <a:t>провести осмотр шеи;</a:t>
            </a:r>
            <a:endParaRPr/>
          </a:p>
          <a:p>
            <a:pPr marL="457200" indent="-457200">
              <a:buFont typeface="Wingdings"/>
              <a:buChar char="q"/>
              <a:defRPr/>
            </a:pPr>
            <a:r>
              <a:rPr lang="ru-RU" sz="2800"/>
              <a:t>провести осмотр груди;</a:t>
            </a:r>
            <a:endParaRPr/>
          </a:p>
          <a:p>
            <a:pPr marL="457200" indent="-457200">
              <a:buFont typeface="Wingdings"/>
              <a:buChar char="q"/>
              <a:defRPr/>
            </a:pPr>
            <a:r>
              <a:rPr lang="ru-RU" sz="2800"/>
              <a:t>провести осмотр спины;</a:t>
            </a:r>
            <a:endParaRPr/>
          </a:p>
          <a:p>
            <a:pPr marL="457200" indent="-457200">
              <a:buFont typeface="Wingdings"/>
              <a:buChar char="q"/>
              <a:defRPr/>
            </a:pPr>
            <a:r>
              <a:rPr lang="ru-RU" sz="2800"/>
              <a:t>провести осмотр живота и таза;</a:t>
            </a:r>
            <a:endParaRPr/>
          </a:p>
          <a:p>
            <a:pPr marL="457200" indent="-457200">
              <a:buFont typeface="Wingdings"/>
              <a:buChar char="q"/>
              <a:defRPr/>
            </a:pPr>
            <a:r>
              <a:rPr lang="ru-RU" sz="2800"/>
              <a:t>осмотр конечностей;</a:t>
            </a:r>
            <a:endParaRPr/>
          </a:p>
          <a:p>
            <a:pPr marL="457200" indent="-457200">
              <a:buFont typeface="Wingdings"/>
              <a:buChar char="q"/>
              <a:defRPr/>
            </a:pPr>
            <a:r>
              <a:rPr lang="ru-RU" sz="2800"/>
              <a:t>наложить повязки при травмах различных областей тела;</a:t>
            </a:r>
            <a:endParaRPr/>
          </a:p>
          <a:p>
            <a:pPr marL="457200" indent="-457200">
              <a:buFont typeface="Wingdings"/>
              <a:buChar char="q"/>
              <a:defRPr/>
            </a:pPr>
            <a:r>
              <a:rPr lang="ru-RU" sz="2800"/>
              <a:t>провести иммобилизацию;</a:t>
            </a:r>
            <a:endParaRPr/>
          </a:p>
          <a:p>
            <a:pPr marL="457200" indent="-457200">
              <a:buFont typeface="Wingdings"/>
              <a:buChar char="q"/>
              <a:defRPr/>
            </a:pPr>
            <a:r>
              <a:rPr lang="ru-RU" sz="2800"/>
              <a:t>зафиксировать шейный отдел позвоночника;</a:t>
            </a:r>
            <a:endParaRPr/>
          </a:p>
          <a:p>
            <a:pPr marL="457200" indent="-457200">
              <a:buFont typeface="Wingdings"/>
              <a:buChar char="q"/>
              <a:defRPr/>
            </a:pPr>
            <a:r>
              <a:rPr lang="ru-RU" sz="2800"/>
              <a:t>прекратить воздействие опасных химических веществ на пострадавшего;</a:t>
            </a:r>
            <a:endParaRPr/>
          </a:p>
          <a:p>
            <a:pPr marL="457200" indent="-457200">
              <a:buFont typeface="Wingdings"/>
              <a:buChar char="q"/>
              <a:defRPr/>
            </a:pPr>
            <a:r>
              <a:rPr lang="ru-RU" sz="2800"/>
              <a:t>провести местное охлаждение при травмах, термических ожогах и иных воздействиях высоких температур или теплового излучения;</a:t>
            </a:r>
            <a:endParaRPr/>
          </a:p>
          <a:p>
            <a:pPr marL="457200" indent="-457200">
              <a:buFont typeface="Wingdings"/>
              <a:buChar char="q"/>
              <a:defRPr/>
            </a:pPr>
            <a:r>
              <a:rPr lang="ru-RU" sz="2800"/>
              <a:t>провести термоизоляцию при отморожениях и других эффектах воздействия низких температур.</a:t>
            </a:r>
            <a:endParaRPr/>
          </a:p>
        </p:txBody>
      </p:sp>
      <p:pic>
        <p:nvPicPr>
          <p:cNvPr id="13" name="Picture 2" descr="Алгоритм 2018 НОВЫЙ"/>
          <p:cNvPicPr>
            <a:picLocks noChangeAspect="1" noChangeArrowheads="1"/>
          </p:cNvPicPr>
          <p:nvPr/>
        </p:nvPicPr>
        <p:blipFill>
          <a:blip r:embed="rId2"/>
          <a:srcRect l="3879" t="2743" r="6219" b="5061"/>
          <a:stretch/>
        </p:blipFill>
        <p:spPr bwMode="auto">
          <a:xfrm>
            <a:off x="2040713" y="3466075"/>
            <a:ext cx="6998266" cy="1018682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570348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w="http://schemas.openxmlformats.org/wordprocessingml/2006/main" xmlns:m="http://schemas.openxmlformats.org/officeDocument/2006/math" xmlns=""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42537"/>
            <a:ext cx="684000" cy="630942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35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Light"/>
                <a:ea typeface="Open Sans"/>
                <a:cs typeface="Calibri"/>
                <a:sym typeface="Open Sans"/>
              </a:rPr>
              <a:pPr marL="0" marR="0" lvl="0" indent="0" algn="ctr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/>
            </a:fld>
            <a:r>
              <a:t>7</a:t>
            </a: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2055993" y="1804451"/>
            <a:ext cx="24280504" cy="800219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lvl="0" defTabSz="914400" rtl="0">
              <a:lnSpc>
                <a:spcPct val="100000"/>
              </a:lnSpc>
              <a:defRPr/>
            </a:pPr>
            <a:r>
              <a:rPr lang="ru-RU" sz="4600" dirty="0" smtClean="0">
                <a:solidFill>
                  <a:srgbClr val="404040"/>
                </a:solidFill>
                <a:latin typeface="PFDinDisplayPro-Regular"/>
                <a:ea typeface="PFDinDisplayPro-Regular"/>
                <a:cs typeface="PFDinDisplayPro-Regular"/>
                <a:sym typeface="Stem"/>
              </a:rPr>
              <a:t>СПОСОБЫ ИЗВЛЕЧЕНИЯ И ПЕРЕМЕЩЕНИЯ ПОСТРАДАВШЕГО</a:t>
            </a:r>
            <a:endParaRPr kumimoji="0" lang="ru-RU" sz="4600" b="0" i="0" u="none" strike="noStrike" kern="0" cap="none" spc="0" normalizeH="0" baseline="0" noProof="0" dirty="0">
              <a:ln>
                <a:noFill/>
              </a:ln>
              <a:solidFill>
                <a:srgbClr val="404040"/>
              </a:solidFill>
              <a:effectLst/>
              <a:uLnTx/>
              <a:uFillTx/>
              <a:latin typeface="PFDinDisplayPro-Regular"/>
              <a:ea typeface="PFDinDisplayPro-Regular"/>
              <a:cs typeface="PFDinDisplayPro-Regular"/>
              <a:sym typeface="Stem"/>
            </a:endParaRPr>
          </a:p>
        </p:txBody>
      </p:sp>
      <p:sp>
        <p:nvSpPr>
          <p:cNvPr id="22" name="Rectangle 29"/>
          <p:cNvSpPr/>
          <p:nvPr/>
        </p:nvSpPr>
        <p:spPr bwMode="auto">
          <a:xfrm>
            <a:off x="2061200" y="2604670"/>
            <a:ext cx="18265474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3" y="2753858"/>
            <a:ext cx="6408712" cy="681807"/>
          </a:xfrm>
          <a:prstGeom prst="rect">
            <a:avLst/>
          </a:prstGeom>
          <a:ln w="25400">
            <a:miter lim="400000"/>
          </a:ln>
        </p:spPr>
        <p:txBody>
          <a:bodyPr tIns="91439" bIns="91439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marR="0" lvl="0" indent="0" algn="r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0" cap="none" spc="0" normalizeH="0" baseline="0" noProof="0" smtClean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Open Sans"/>
                <a:ea typeface="Open Sans"/>
                <a:cs typeface="Open Sans"/>
              </a:rPr>
              <a:t>Тема 1 · п. 1.6  Извлечение и перемещение пострадавших</a:t>
            </a:r>
            <a:endParaRPr kumimoji="0" lang="ru-RU" sz="2800" b="0" i="0" u="none" strike="noStrike" kern="0" cap="none" spc="0" normalizeH="0" baseline="0" noProof="0" dirty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pic>
        <p:nvPicPr>
          <p:cNvPr id="10" name="Рисунок 1"/>
          <p:cNvPicPr>
            <a:picLocks noChangeAspect="1" noChangeArrowheads="1"/>
          </p:cNvPicPr>
          <p:nvPr/>
        </p:nvPicPr>
        <p:blipFill>
          <a:blip r:embed="rId2"/>
          <a:stretch/>
        </p:blipFill>
        <p:spPr bwMode="auto">
          <a:xfrm>
            <a:off x="1562282" y="4890177"/>
            <a:ext cx="7085602" cy="8243226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Прямоугольник 10"/>
          <p:cNvSpPr/>
          <p:nvPr/>
        </p:nvSpPr>
        <p:spPr bwMode="auto">
          <a:xfrm>
            <a:off x="1878928" y="3861695"/>
            <a:ext cx="5915402" cy="113319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ru-RU" sz="3200" b="1"/>
              <a:t>Извлечение пострадавшего </a:t>
            </a:r>
            <a:endParaRPr/>
          </a:p>
          <a:p>
            <a:pPr algn="ctr">
              <a:defRPr/>
            </a:pPr>
            <a:r>
              <a:rPr lang="ru-RU" sz="3200" b="1"/>
              <a:t>(пострадавший в сознании)</a:t>
            </a:r>
            <a:endParaRPr/>
          </a:p>
        </p:txBody>
      </p:sp>
      <p:sp>
        <p:nvSpPr>
          <p:cNvPr id="12" name="Прямоугольник 11"/>
          <p:cNvSpPr/>
          <p:nvPr/>
        </p:nvSpPr>
        <p:spPr bwMode="auto">
          <a:xfrm>
            <a:off x="8984951" y="3861696"/>
            <a:ext cx="6195928" cy="113319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ru-RU" sz="3200" b="1"/>
              <a:t>Извлечение пострадавшего </a:t>
            </a:r>
            <a:endParaRPr/>
          </a:p>
          <a:p>
            <a:pPr algn="ctr">
              <a:defRPr/>
            </a:pPr>
            <a:r>
              <a:rPr lang="ru-RU" sz="3200" b="1"/>
              <a:t>(пострадавший без сознания)</a:t>
            </a:r>
            <a:endParaRPr/>
          </a:p>
        </p:txBody>
      </p:sp>
      <p:pic>
        <p:nvPicPr>
          <p:cNvPr id="13" name="Рисунок 3"/>
          <p:cNvPicPr>
            <a:picLocks noChangeAspect="1" noChangeArrowheads="1"/>
          </p:cNvPicPr>
          <p:nvPr/>
        </p:nvPicPr>
        <p:blipFill>
          <a:blip r:embed="rId3"/>
          <a:stretch/>
        </p:blipFill>
        <p:spPr bwMode="auto">
          <a:xfrm>
            <a:off x="8592296" y="5677536"/>
            <a:ext cx="7478451" cy="7096508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Рисунок 65"/>
          <p:cNvPicPr>
            <a:picLocks noChangeAspect="1" noChangeArrowheads="1"/>
          </p:cNvPicPr>
          <p:nvPr/>
        </p:nvPicPr>
        <p:blipFill>
          <a:blip r:embed="rId4"/>
          <a:stretch/>
        </p:blipFill>
        <p:spPr bwMode="auto">
          <a:xfrm>
            <a:off x="16944528" y="4625752"/>
            <a:ext cx="5899061" cy="8507651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Прямоугольник 14"/>
          <p:cNvSpPr/>
          <p:nvPr/>
        </p:nvSpPr>
        <p:spPr bwMode="auto">
          <a:xfrm>
            <a:off x="16350677" y="3756982"/>
            <a:ext cx="6492912" cy="11331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ru-RU" sz="3200" b="1"/>
              <a:t>Перемещение пострадавшего в одиночку с поддержкой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9373839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w="http://schemas.openxmlformats.org/wordprocessingml/2006/main" xmlns:m="http://schemas.openxmlformats.org/officeDocument/2006/math" xmlns=""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42537"/>
            <a:ext cx="684000" cy="630942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35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Light"/>
                <a:ea typeface="Open Sans"/>
                <a:cs typeface="Calibri"/>
                <a:sym typeface="Open Sans"/>
              </a:rPr>
              <a:pPr marL="0" marR="0" lvl="0" indent="0" algn="ctr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/>
            </a:fld>
            <a:r>
              <a:t>8</a:t>
            </a: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2055993" y="1804451"/>
            <a:ext cx="24280504" cy="800219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600" b="0" i="0" u="none" strike="noStrike" kern="0" cap="none" spc="0" normalizeH="0" baseline="0" noProof="0" dirty="0" smtClean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FDinDisplayPro-Regular"/>
                <a:ea typeface="PFDinDisplayPro-Regular"/>
                <a:cs typeface="PFDinDisplayPro-Regular"/>
                <a:sym typeface="Stem"/>
              </a:rPr>
              <a:t>СПОСОБЫ ИЗВЛЕЧЕНИЯ И ПЕРЕМЕЩЕНИЯ ПОСТРАДАВШЕГО</a:t>
            </a:r>
            <a:endParaRPr kumimoji="0" lang="ru-RU" sz="4600" b="0" i="0" u="none" strike="noStrike" kern="0" cap="none" spc="0" normalizeH="0" baseline="0" noProof="0" dirty="0">
              <a:ln>
                <a:noFill/>
              </a:ln>
              <a:solidFill>
                <a:srgbClr val="404040"/>
              </a:solidFill>
              <a:effectLst/>
              <a:uLnTx/>
              <a:uFillTx/>
              <a:latin typeface="PFDinDisplayPro-Regular"/>
              <a:ea typeface="PFDinDisplayPro-Regular"/>
              <a:cs typeface="PFDinDisplayPro-Regular"/>
              <a:sym typeface="Stem"/>
            </a:endParaRPr>
          </a:p>
        </p:txBody>
      </p:sp>
      <p:sp>
        <p:nvSpPr>
          <p:cNvPr id="22" name="Rectangle 29"/>
          <p:cNvSpPr/>
          <p:nvPr/>
        </p:nvSpPr>
        <p:spPr bwMode="auto">
          <a:xfrm>
            <a:off x="2061200" y="2604670"/>
            <a:ext cx="18265474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3" y="2753858"/>
            <a:ext cx="6408712" cy="681807"/>
          </a:xfrm>
          <a:prstGeom prst="rect">
            <a:avLst/>
          </a:prstGeom>
          <a:ln w="25400">
            <a:miter lim="400000"/>
          </a:ln>
        </p:spPr>
        <p:txBody>
          <a:bodyPr tIns="91439" bIns="91439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marR="0" lvl="0" indent="0" algn="r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0" cap="none" spc="0" normalizeH="0" baseline="0" noProof="0" smtClean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Open Sans"/>
                <a:ea typeface="Open Sans"/>
                <a:cs typeface="Open Sans"/>
              </a:rPr>
              <a:t>Тема 1 · п. 1.6  Извлечение и перемещение пострадавших</a:t>
            </a:r>
            <a:endParaRPr kumimoji="0" lang="ru-RU" sz="2800" b="0" i="0" u="none" strike="noStrike" kern="0" cap="none" spc="0" normalizeH="0" baseline="0" noProof="0" dirty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pic>
        <p:nvPicPr>
          <p:cNvPr id="16" name="Рисунок 66"/>
          <p:cNvPicPr>
            <a:picLocks noChangeAspect="1" noChangeArrowheads="1"/>
          </p:cNvPicPr>
          <p:nvPr/>
        </p:nvPicPr>
        <p:blipFill>
          <a:blip r:embed="rId2"/>
          <a:stretch/>
        </p:blipFill>
        <p:spPr bwMode="auto">
          <a:xfrm>
            <a:off x="2366357" y="4690191"/>
            <a:ext cx="6062306" cy="86208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Рисунок 69"/>
          <p:cNvPicPr>
            <a:picLocks noChangeAspect="1" noChangeArrowheads="1"/>
          </p:cNvPicPr>
          <p:nvPr/>
        </p:nvPicPr>
        <p:blipFill>
          <a:blip r:embed="rId3"/>
          <a:stretch/>
        </p:blipFill>
        <p:spPr bwMode="auto">
          <a:xfrm>
            <a:off x="9509197" y="4749193"/>
            <a:ext cx="5277914" cy="745576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Рисунок 68"/>
          <p:cNvPicPr>
            <a:picLocks noChangeAspect="1" noChangeArrowheads="1"/>
          </p:cNvPicPr>
          <p:nvPr/>
        </p:nvPicPr>
        <p:blipFill>
          <a:blip r:embed="rId4"/>
          <a:stretch/>
        </p:blipFill>
        <p:spPr bwMode="auto">
          <a:xfrm>
            <a:off x="16591581" y="4769848"/>
            <a:ext cx="5356241" cy="7974141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Прямоугольник 18"/>
          <p:cNvSpPr/>
          <p:nvPr/>
        </p:nvSpPr>
        <p:spPr bwMode="auto">
          <a:xfrm>
            <a:off x="2020175" y="3556997"/>
            <a:ext cx="6408488" cy="11331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ru-RU" sz="3200" b="1"/>
              <a:t>Перемещение пострадавшего в одиночку волоком </a:t>
            </a:r>
          </a:p>
        </p:txBody>
      </p:sp>
      <p:sp>
        <p:nvSpPr>
          <p:cNvPr id="20" name="Прямоугольник 19"/>
          <p:cNvSpPr/>
          <p:nvPr/>
        </p:nvSpPr>
        <p:spPr bwMode="auto">
          <a:xfrm>
            <a:off x="9509197" y="3615998"/>
            <a:ext cx="5746583" cy="11331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ru-RU" sz="3200" b="1"/>
              <a:t>Переноска пострадавшего в одиночку на спине </a:t>
            </a:r>
          </a:p>
        </p:txBody>
      </p:sp>
      <p:sp>
        <p:nvSpPr>
          <p:cNvPr id="21" name="Прямоугольник 20"/>
          <p:cNvSpPr/>
          <p:nvPr/>
        </p:nvSpPr>
        <p:spPr bwMode="auto">
          <a:xfrm>
            <a:off x="16336314" y="3615998"/>
            <a:ext cx="5746583" cy="11331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ru-RU" sz="3200" b="1"/>
              <a:t>Переноска пострадавшего на руках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8538120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w="http://schemas.openxmlformats.org/wordprocessingml/2006/main" xmlns:m="http://schemas.openxmlformats.org/officeDocument/2006/math" xmlns=""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42537"/>
            <a:ext cx="684000" cy="630942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35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Light"/>
                <a:ea typeface="Open Sans"/>
                <a:cs typeface="Calibri"/>
                <a:sym typeface="Open Sans"/>
              </a:rPr>
              <a:pPr marL="0" marR="0" lvl="0" indent="0" algn="ctr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/>
            </a:fld>
            <a:r>
              <a:t>9</a:t>
            </a: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2055993" y="1804451"/>
            <a:ext cx="24280504" cy="800219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600" b="0" i="0" u="none" strike="noStrike" kern="0" cap="none" spc="0" normalizeH="0" baseline="0" noProof="0" dirty="0" smtClean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FDinDisplayPro-Regular"/>
                <a:ea typeface="PFDinDisplayPro-Regular"/>
                <a:cs typeface="PFDinDisplayPro-Regular"/>
                <a:sym typeface="Stem"/>
              </a:rPr>
              <a:t>СПОСОБЫ ИЗВЛЕЧЕНИЯ И ПЕРЕМЕЩЕНИЯ ПОСТРАДАВШЕГО</a:t>
            </a:r>
            <a:endParaRPr kumimoji="0" lang="ru-RU" sz="4600" b="0" i="0" u="none" strike="noStrike" kern="0" cap="none" spc="0" normalizeH="0" baseline="0" noProof="0" dirty="0">
              <a:ln>
                <a:noFill/>
              </a:ln>
              <a:solidFill>
                <a:srgbClr val="404040"/>
              </a:solidFill>
              <a:effectLst/>
              <a:uLnTx/>
              <a:uFillTx/>
              <a:latin typeface="PFDinDisplayPro-Regular"/>
              <a:ea typeface="PFDinDisplayPro-Regular"/>
              <a:cs typeface="PFDinDisplayPro-Regular"/>
              <a:sym typeface="Stem"/>
            </a:endParaRPr>
          </a:p>
        </p:txBody>
      </p:sp>
      <p:sp>
        <p:nvSpPr>
          <p:cNvPr id="22" name="Rectangle 29"/>
          <p:cNvSpPr/>
          <p:nvPr/>
        </p:nvSpPr>
        <p:spPr bwMode="auto">
          <a:xfrm>
            <a:off x="2061200" y="2604670"/>
            <a:ext cx="18265474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3" y="2753858"/>
            <a:ext cx="6408712" cy="681807"/>
          </a:xfrm>
          <a:prstGeom prst="rect">
            <a:avLst/>
          </a:prstGeom>
          <a:ln w="25400">
            <a:miter lim="400000"/>
          </a:ln>
        </p:spPr>
        <p:txBody>
          <a:bodyPr tIns="91439" bIns="91439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marR="0" lvl="0" indent="0" algn="r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0" cap="none" spc="0" normalizeH="0" baseline="0" noProof="0" smtClean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Open Sans"/>
                <a:ea typeface="Open Sans"/>
                <a:cs typeface="Open Sans"/>
              </a:rPr>
              <a:t>Тема 1 · п. 1.6  Извлечение и перемещение пострадавших</a:t>
            </a:r>
            <a:endParaRPr kumimoji="0" lang="ru-RU" sz="2800" b="0" i="0" u="none" strike="noStrike" kern="0" cap="none" spc="0" normalizeH="0" baseline="0" noProof="0" dirty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pic>
        <p:nvPicPr>
          <p:cNvPr id="12" name="Рисунок 73"/>
          <p:cNvPicPr>
            <a:picLocks noChangeAspect="1" noChangeArrowheads="1"/>
          </p:cNvPicPr>
          <p:nvPr/>
        </p:nvPicPr>
        <p:blipFill>
          <a:blip r:embed="rId2"/>
          <a:stretch/>
        </p:blipFill>
        <p:spPr bwMode="auto">
          <a:xfrm>
            <a:off x="18074931" y="4732576"/>
            <a:ext cx="6289969" cy="872479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Рисунок 67"/>
          <p:cNvPicPr>
            <a:picLocks noChangeAspect="1" noChangeArrowheads="1"/>
          </p:cNvPicPr>
          <p:nvPr/>
        </p:nvPicPr>
        <p:blipFill>
          <a:blip r:embed="rId3"/>
          <a:stretch/>
        </p:blipFill>
        <p:spPr bwMode="auto">
          <a:xfrm>
            <a:off x="904649" y="4523499"/>
            <a:ext cx="5850179" cy="8114764"/>
          </a:xfrm>
          <a:prstGeom prst="rect">
            <a:avLst/>
          </a:prstGeom>
          <a:noFill/>
        </p:spPr>
      </p:pic>
      <p:pic>
        <p:nvPicPr>
          <p:cNvPr id="14" name="Рисунок 71"/>
          <p:cNvPicPr>
            <a:picLocks noChangeAspect="1" noChangeArrowheads="1"/>
          </p:cNvPicPr>
          <p:nvPr/>
        </p:nvPicPr>
        <p:blipFill>
          <a:blip r:embed="rId4"/>
          <a:stretch/>
        </p:blipFill>
        <p:spPr bwMode="auto">
          <a:xfrm>
            <a:off x="7335351" y="4571040"/>
            <a:ext cx="5137895" cy="84800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Рисунок 72"/>
          <p:cNvPicPr>
            <a:picLocks noChangeAspect="1" noChangeArrowheads="1"/>
          </p:cNvPicPr>
          <p:nvPr/>
        </p:nvPicPr>
        <p:blipFill>
          <a:blip r:embed="rId5"/>
          <a:srcRect l="14296" r="12385"/>
          <a:stretch/>
        </p:blipFill>
        <p:spPr bwMode="auto">
          <a:xfrm>
            <a:off x="14794913" y="7894084"/>
            <a:ext cx="4316032" cy="5018838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Прямоугольник 22"/>
          <p:cNvSpPr/>
          <p:nvPr/>
        </p:nvSpPr>
        <p:spPr bwMode="auto">
          <a:xfrm>
            <a:off x="1373521" y="3599381"/>
            <a:ext cx="5618822" cy="11331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ru-RU" sz="3200" b="1"/>
              <a:t>Переноска пострадавшего в одиночку на плече </a:t>
            </a:r>
          </a:p>
        </p:txBody>
      </p:sp>
      <p:sp>
        <p:nvSpPr>
          <p:cNvPr id="24" name="Прямоугольник 23"/>
          <p:cNvSpPr/>
          <p:nvPr/>
        </p:nvSpPr>
        <p:spPr bwMode="auto">
          <a:xfrm>
            <a:off x="7942121" y="3588251"/>
            <a:ext cx="6766239" cy="11331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ru-RU" sz="3200" b="1"/>
              <a:t>Переноска пострадавшего вдвоем на замке из четырех рук </a:t>
            </a:r>
          </a:p>
        </p:txBody>
      </p:sp>
      <p:sp>
        <p:nvSpPr>
          <p:cNvPr id="25" name="Прямоугольник 24"/>
          <p:cNvSpPr/>
          <p:nvPr/>
        </p:nvSpPr>
        <p:spPr bwMode="auto">
          <a:xfrm>
            <a:off x="15377860" y="3626514"/>
            <a:ext cx="8856710" cy="11331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ru-RU" sz="3200" b="1"/>
              <a:t>Переноска пострадавшего вдвоем на замке из трех рук с поддержкой под спину</a:t>
            </a:r>
          </a:p>
        </p:txBody>
      </p:sp>
      <p:pic>
        <p:nvPicPr>
          <p:cNvPr id="26" name="Рисунок 70"/>
          <p:cNvPicPr>
            <a:picLocks noChangeAspect="1" noChangeArrowheads="1"/>
          </p:cNvPicPr>
          <p:nvPr/>
        </p:nvPicPr>
        <p:blipFill>
          <a:blip r:embed="rId6"/>
          <a:stretch/>
        </p:blipFill>
        <p:spPr bwMode="auto">
          <a:xfrm>
            <a:off x="11975540" y="4821865"/>
            <a:ext cx="3078163" cy="29718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8940337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w="http://schemas.openxmlformats.org/wordprocessingml/2006/main" xmlns:m="http://schemas.openxmlformats.org/officeDocument/2006/math" xmlns=""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42537"/>
            <a:ext cx="684000" cy="630942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35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Light"/>
                <a:ea typeface="Open Sans"/>
                <a:cs typeface="Calibri"/>
                <a:sym typeface="Open Sans"/>
              </a:rPr>
              <a:pPr marL="0" marR="0" lvl="0" indent="0" algn="ctr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/>
            </a:fld>
            <a:r>
              <a:t>10</a:t>
            </a: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2055993" y="1804451"/>
            <a:ext cx="24280504" cy="800219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600" b="0" i="0" u="none" strike="noStrike" kern="0" cap="none" spc="0" normalizeH="0" baseline="0" noProof="0" dirty="0" smtClean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FDinDisplayPro-Regular"/>
                <a:ea typeface="PFDinDisplayPro-Regular"/>
                <a:cs typeface="PFDinDisplayPro-Regular"/>
                <a:sym typeface="Stem"/>
              </a:rPr>
              <a:t>СПОСОБЫ ИЗВЛЕЧЕНИЯ И ПЕРЕМЕЩЕНИЯ ПОСТРАДАВШЕГО</a:t>
            </a:r>
            <a:endParaRPr kumimoji="0" lang="ru-RU" sz="4600" b="0" i="0" u="none" strike="noStrike" kern="0" cap="none" spc="0" normalizeH="0" baseline="0" noProof="0" dirty="0">
              <a:ln>
                <a:noFill/>
              </a:ln>
              <a:solidFill>
                <a:srgbClr val="404040"/>
              </a:solidFill>
              <a:effectLst/>
              <a:uLnTx/>
              <a:uFillTx/>
              <a:latin typeface="PFDinDisplayPro-Regular"/>
              <a:ea typeface="PFDinDisplayPro-Regular"/>
              <a:cs typeface="PFDinDisplayPro-Regular"/>
              <a:sym typeface="Stem"/>
            </a:endParaRPr>
          </a:p>
        </p:txBody>
      </p:sp>
      <p:sp>
        <p:nvSpPr>
          <p:cNvPr id="22" name="Rectangle 29"/>
          <p:cNvSpPr/>
          <p:nvPr/>
        </p:nvSpPr>
        <p:spPr bwMode="auto">
          <a:xfrm>
            <a:off x="2061200" y="2604670"/>
            <a:ext cx="18265474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3" y="2753858"/>
            <a:ext cx="6408712" cy="681807"/>
          </a:xfrm>
          <a:prstGeom prst="rect">
            <a:avLst/>
          </a:prstGeom>
          <a:ln w="25400">
            <a:miter lim="400000"/>
          </a:ln>
        </p:spPr>
        <p:txBody>
          <a:bodyPr tIns="91439" bIns="91439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marR="0" lvl="0" indent="0" algn="r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0" cap="none" spc="0" normalizeH="0" baseline="0" noProof="0" smtClean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Open Sans"/>
                <a:ea typeface="Open Sans"/>
                <a:cs typeface="Open Sans"/>
              </a:rPr>
              <a:t>Тема 1 · п. 1.6  Извлечение и перемещение пострадавших</a:t>
            </a:r>
            <a:endParaRPr kumimoji="0" lang="ru-RU" sz="2800" b="0" i="0" u="none" strike="noStrike" kern="0" cap="none" spc="0" normalizeH="0" baseline="0" noProof="0" dirty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pic>
        <p:nvPicPr>
          <p:cNvPr id="16" name="Рисунок 75"/>
          <p:cNvPicPr>
            <a:picLocks noChangeAspect="1" noChangeArrowheads="1"/>
          </p:cNvPicPr>
          <p:nvPr/>
        </p:nvPicPr>
        <p:blipFill>
          <a:blip r:embed="rId2"/>
          <a:stretch/>
        </p:blipFill>
        <p:spPr bwMode="auto">
          <a:xfrm>
            <a:off x="8303568" y="4258395"/>
            <a:ext cx="10234224" cy="8472931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Рисунок 74"/>
          <p:cNvPicPr>
            <a:picLocks noChangeAspect="1" noChangeArrowheads="1"/>
          </p:cNvPicPr>
          <p:nvPr/>
        </p:nvPicPr>
        <p:blipFill>
          <a:blip r:embed="rId3"/>
          <a:stretch/>
        </p:blipFill>
        <p:spPr bwMode="auto">
          <a:xfrm>
            <a:off x="1008099" y="5058726"/>
            <a:ext cx="7499619" cy="7289032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Прямоугольник 17"/>
          <p:cNvSpPr/>
          <p:nvPr/>
        </p:nvSpPr>
        <p:spPr bwMode="auto">
          <a:xfrm>
            <a:off x="1852626" y="3433811"/>
            <a:ext cx="5622768" cy="11331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ru-RU" sz="3200" b="1"/>
              <a:t>Переноска пострадавшего вдвоем за руки и ноги </a:t>
            </a:r>
          </a:p>
        </p:txBody>
      </p:sp>
      <p:sp>
        <p:nvSpPr>
          <p:cNvPr id="19" name="Прямоугольник 18"/>
          <p:cNvSpPr/>
          <p:nvPr/>
        </p:nvSpPr>
        <p:spPr bwMode="auto">
          <a:xfrm>
            <a:off x="9387659" y="3576588"/>
            <a:ext cx="13851869" cy="59150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ru-RU" sz="3200" b="1"/>
              <a:t>Переноска пострадавшего с подозрением на травму позвоночника</a:t>
            </a:r>
          </a:p>
        </p:txBody>
      </p:sp>
      <p:pic>
        <p:nvPicPr>
          <p:cNvPr id="20" name="Рисунок 76"/>
          <p:cNvPicPr>
            <a:picLocks noChangeAspect="1" noChangeArrowheads="1"/>
          </p:cNvPicPr>
          <p:nvPr/>
        </p:nvPicPr>
        <p:blipFill>
          <a:blip r:embed="rId4"/>
          <a:stretch/>
        </p:blipFill>
        <p:spPr bwMode="auto">
          <a:xfrm>
            <a:off x="17028172" y="7601336"/>
            <a:ext cx="8065534" cy="682669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39265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w="http://schemas.openxmlformats.org/wordprocessingml/2006/main" xmlns:m="http://schemas.openxmlformats.org/officeDocument/2006/math" xmlns=""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" name="Rectangle 13"/>
          <p:cNvSpPr/>
          <p:nvPr/>
        </p:nvSpPr>
        <p:spPr bwMode="auto">
          <a:xfrm>
            <a:off x="6350" y="0"/>
            <a:ext cx="24371300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algn="ctr" defTabSz="1828434" rtl="0">
              <a:lnSpc>
                <a:spcPct val="100000"/>
              </a:lnSpc>
              <a:defRPr>
                <a:solidFill>
                  <a:srgbClr val="FFFFFF"/>
                </a:solidFill>
              </a:defRPr>
            </a:pPr>
            <a:endParaRPr sz="35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  <p:sp>
        <p:nvSpPr>
          <p:cNvPr id="937" name="Rectangle 10"/>
          <p:cNvSpPr/>
          <p:nvPr/>
        </p:nvSpPr>
        <p:spPr bwMode="auto">
          <a:xfrm>
            <a:off x="6352" y="0"/>
            <a:ext cx="7435516" cy="13716000"/>
          </a:xfrm>
          <a:prstGeom prst="rect">
            <a:avLst/>
          </a:prstGeom>
          <a:solidFill>
            <a:srgbClr val="6F6F6F">
              <a:alpha val="50195"/>
            </a:srgbClr>
          </a:solidFill>
          <a:ln w="12700">
            <a:miter lim="400000"/>
          </a:ln>
        </p:spPr>
        <p:txBody>
          <a:bodyPr lIns="45720" rIns="45720" anchor="ctr"/>
          <a:lstStyle/>
          <a:p>
            <a:pPr algn="ctr" defTabSz="1828434" rtl="0">
              <a:lnSpc>
                <a:spcPct val="100000"/>
              </a:lnSpc>
              <a:defRPr sz="8600">
                <a:solidFill>
                  <a:srgbClr val="FFFFFF"/>
                </a:solidFill>
              </a:defRPr>
            </a:pPr>
            <a:endParaRPr sz="86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  <p:sp>
        <p:nvSpPr>
          <p:cNvPr id="10" name="Text Placeholder 1"/>
          <p:cNvSpPr txBox="1"/>
          <p:nvPr/>
        </p:nvSpPr>
        <p:spPr bwMode="auto">
          <a:xfrm>
            <a:off x="9221446" y="5351780"/>
            <a:ext cx="14011088" cy="301244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normAutofit/>
          </a:bodyPr>
          <a:lstStyle/>
          <a:p>
            <a:pPr defTabSz="914400" rtl="0">
              <a:lnSpc>
                <a:spcPct val="90000"/>
              </a:lnSpc>
              <a:spcBef>
                <a:spcPts val="1000"/>
              </a:spcBef>
              <a:defRPr sz="7200" spc="30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</a:defRPr>
            </a:pPr>
            <a:r>
              <a:rPr lang="ru-RU" sz="6600" b="1" spc="300" dirty="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  <a:sym typeface="Open Sans"/>
              </a:rPr>
              <a:t>БЛАГОДАРИМ ЗА ВНИМАНИЕ</a:t>
            </a:r>
            <a:endParaRPr sz="7200" spc="300" dirty="0">
              <a:solidFill>
                <a:srgbClr val="4D4D4D"/>
              </a:solidFill>
              <a:latin typeface="Montserrat Semi Bold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5693621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w="http://schemas.openxmlformats.org/wordprocessingml/2006/main" xmlns:m="http://schemas.openxmlformats.org/officeDocument/2006/math" xmlns=""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11_Office Theme">
  <a:themeElements>
    <a:clrScheme name="Office Theme">
      <a:dk1>
        <a:srgbClr val="000000"/>
      </a:dk1>
      <a:lt1>
        <a:srgbClr val="F8F8F8"/>
      </a:lt1>
      <a:dk2>
        <a:srgbClr val="A7A7A7"/>
      </a:dk2>
      <a:lt2>
        <a:srgbClr val="535353"/>
      </a:lt2>
      <a:accent1>
        <a:srgbClr val="7C7C7C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rgbClr val="FFFFFF"/>
        </a:solidFill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spDef>
    <a:lnDef>
      <a:spPr bwMode="auto">
        <a:prstGeom prst="rect">
          <a:avLst/>
        </a:prstGeom>
        <a:noFill/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lnDef>
    <a:txDef>
      <a:spPr bwMode="auto">
        <a:prstGeom prst="rect">
          <a:avLst/>
        </a:prstGeom>
        <a:noFill/>
        <a:ln w="12700" cap="flat">
          <a:noFill/>
          <a:miter lim="4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13_Office Theme">
  <a:themeElements>
    <a:clrScheme name="Office Theme">
      <a:dk1>
        <a:srgbClr val="000000"/>
      </a:dk1>
      <a:lt1>
        <a:srgbClr val="F8F8F8"/>
      </a:lt1>
      <a:dk2>
        <a:srgbClr val="A7A7A7"/>
      </a:dk2>
      <a:lt2>
        <a:srgbClr val="535353"/>
      </a:lt2>
      <a:accent1>
        <a:srgbClr val="7C7C7C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rgbClr val="FFFFFF"/>
        </a:solidFill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spDef>
    <a:lnDef>
      <a:spPr bwMode="auto">
        <a:prstGeom prst="rect">
          <a:avLst/>
        </a:prstGeom>
        <a:noFill/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lnDef>
    <a:txDef>
      <a:spPr bwMode="auto">
        <a:prstGeom prst="rect">
          <a:avLst/>
        </a:prstGeom>
        <a:noFill/>
        <a:ln w="12700" cap="flat">
          <a:noFill/>
          <a:miter lim="4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txDef>
  </a:objectDefaults>
  <a:extraClrSchemeLst/>
</a:theme>
</file>

<file path=ppt/theme/theme3.xml><?xml version="1.0" encoding="utf-8"?>
<a:theme xmlns:a="http://schemas.openxmlformats.org/drawingml/2006/main" name="14_Office Theme">
  <a:themeElements>
    <a:clrScheme name="Office Theme">
      <a:dk1>
        <a:srgbClr val="000000"/>
      </a:dk1>
      <a:lt1>
        <a:srgbClr val="F8F8F8"/>
      </a:lt1>
      <a:dk2>
        <a:srgbClr val="A7A7A7"/>
      </a:dk2>
      <a:lt2>
        <a:srgbClr val="535353"/>
      </a:lt2>
      <a:accent1>
        <a:srgbClr val="7C7C7C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rgbClr val="FFFFFF"/>
        </a:solidFill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spDef>
    <a:lnDef>
      <a:spPr bwMode="auto">
        <a:prstGeom prst="rect">
          <a:avLst/>
        </a:prstGeom>
        <a:noFill/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lnDef>
    <a:txDef>
      <a:spPr bwMode="auto">
        <a:prstGeom prst="rect">
          <a:avLst/>
        </a:prstGeom>
        <a:noFill/>
        <a:ln w="12700" cap="flat">
          <a:noFill/>
          <a:miter lim="4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txDef>
  </a:objectDefaults>
  <a:extraClrSchemeLst/>
</a:theme>
</file>

<file path=ppt/theme/theme4.xml><?xml version="1.0" encoding="utf-8"?>
<a:theme xmlns:a="http://schemas.openxmlformats.org/drawingml/2006/main" name="Тема Office">
  <a:themeElements>
    <a:clrScheme name="Тема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000FF"/>
      </a:hlink>
      <a:folHlink>
        <a:srgbClr val="FF00FF"/>
      </a:folHlink>
    </a:clrScheme>
    <a:fontScheme name="Тема Offic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Тема 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rgbClr val="FFFFFF"/>
        </a:solidFill>
        <a:ln w="25400" cap="flat">
          <a:solidFill>
            <a:schemeClr val="accent1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spDef>
    <a:lnDef>
      <a:spPr bwMode="auto">
        <a:prstGeom prst="rect">
          <a:avLst/>
        </a:prstGeom>
        <a:noFill/>
        <a:ln w="25400" cap="flat">
          <a:solidFill>
            <a:schemeClr val="accent1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lnDef>
    <a:txDef>
      <a:spPr bwMode="auto">
        <a:prstGeom prst="rect">
          <a:avLst/>
        </a:prstGeom>
        <a:noFill/>
        <a:ln w="25400" cap="flat">
          <a:noFill/>
          <a:miter lim="4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1181</TotalTime>
  <Words>1563</Words>
  <Application>Microsoft Office PowerPoint</Application>
  <DocSecurity>0</DocSecurity>
  <PresentationFormat>Произвольный</PresentationFormat>
  <Paragraphs>219</Paragraphs>
  <Slides>24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24</vt:i4>
      </vt:variant>
    </vt:vector>
  </HeadingPairs>
  <TitlesOfParts>
    <vt:vector size="34" baseType="lpstr">
      <vt:lpstr>Calibri</vt:lpstr>
      <vt:lpstr>Montserrat Semi Bold</vt:lpstr>
      <vt:lpstr>Open Sans</vt:lpstr>
      <vt:lpstr>Open Sans Light</vt:lpstr>
      <vt:lpstr>PFDinDisplayPro-Regular</vt:lpstr>
      <vt:lpstr>Stem</vt:lpstr>
      <vt:lpstr>Wingdings</vt:lpstr>
      <vt:lpstr>11_Office Theme</vt:lpstr>
      <vt:lpstr>13_Office Theme</vt:lpstr>
      <vt:lpstr>14_Office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ИНТЕЛЛЕКТУАЛЬНОЕ ОБУЧЕНИЕ ЗАГОЛОВОК</dc:title>
  <dc:subject/>
  <dc:creator>ASUS</dc:creator>
  <cp:keywords/>
  <dc:description/>
  <cp:lastModifiedBy>Учетная запись Майкрософт</cp:lastModifiedBy>
  <cp:revision>128</cp:revision>
  <dcterms:modified xsi:type="dcterms:W3CDTF">2024-07-02T03:54:12Z</dcterms:modified>
  <cp:category/>
  <dc:identifier/>
  <cp:contentStatus/>
  <dc:language/>
  <cp:version/>
</cp:coreProperties>
</file>