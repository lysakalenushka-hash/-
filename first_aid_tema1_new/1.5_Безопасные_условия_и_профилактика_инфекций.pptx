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28"/>
  </p:notesMasterIdLst>
  <p:sldIdLst>
    <p:sldId id="280" r:id="rId4"/>
    <p:sldId id="297" r:id="rId20"/>
    <p:sldId id="302" r:id="rId25"/>
    <p:sldId id="282" r:id="rId2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>
        <p:scale>
          <a:sx n="33" d="100"/>
          <a:sy n="33" d="100"/>
        </p:scale>
        <p:origin x="1056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20" Type="http://schemas.openxmlformats.org/officeDocument/2006/relationships/slide" Target="slides/slide2.xml"/><Relationship Id="rId25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4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49.png"/><Relationship Id="rId6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1.5. БЕЗОПАСНЫЕ УСЛОВИЯ И ПРОФИЛАКТИКА ИНФЕКЦИЙ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ОБЕСПЕЧЕНИЕ БЕЗОПАСНЫХ УСЛОВИЙ ДЛЯ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0" y="2604670"/>
            <a:ext cx="1190031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1.5  Безопасные условия и профилактика инфекций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079929" y="4074218"/>
            <a:ext cx="12090975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/>
              <a:t>Перед началом действий на месте происшествия следует обеспечить </a:t>
            </a:r>
            <a:r>
              <a:rPr lang="ru-RU" sz="2800" b="1"/>
              <a:t>безопасные условия </a:t>
            </a:r>
            <a:r>
              <a:rPr lang="ru-RU" sz="2800"/>
              <a:t>для оказания первой помощи. </a:t>
            </a:r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Для снижения риска поражения необходимо, например: 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выключить электричество,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перекрыть бытовой газ,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установить знаки аварийной остановки,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перегородить проезжую часть автомобилем,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попытаться потушить пожар,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сообщить собравшимся людям, что сейчас будет оказываться первая помощь. 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Не следует пытаться оказывать первую помощь в </a:t>
            </a:r>
            <a:r>
              <a:rPr lang="ru-RU" sz="2800" b="1"/>
              <a:t>неблагоприятных условиях</a:t>
            </a:r>
            <a:r>
              <a:rPr lang="ru-RU" sz="2800"/>
              <a:t>. 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967612" y="3584853"/>
            <a:ext cx="6851342" cy="89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9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34838" y="1842729"/>
            <a:ext cx="21204690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ПРОФИЛАКТИКА ИНФЕКЦИОННЫХ ЗАБОЛЕВАНИЙ ПРИ ОКАЗАНИИ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198" y="2604670"/>
            <a:ext cx="21038297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1.5  Безопасные условия и профилактика инфекций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628941" y="3965739"/>
            <a:ext cx="8395569" cy="5597046"/>
          </a:xfrm>
          <a:prstGeom prst="rect">
            <a:avLst/>
          </a:prstGeom>
          <a:noFill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5265661" y="6675490"/>
            <a:ext cx="5500656" cy="5500656"/>
          </a:xfrm>
          <a:prstGeom prst="rect">
            <a:avLst/>
          </a:prstGeom>
          <a:noFill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565046" y="4191681"/>
            <a:ext cx="4752815" cy="4752815"/>
          </a:xfrm>
          <a:prstGeom prst="rect">
            <a:avLst/>
          </a:prstGeom>
          <a:noFill/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6583422" y="6072431"/>
            <a:ext cx="6033370" cy="6033370"/>
          </a:xfrm>
          <a:prstGeom prst="rect">
            <a:avLst/>
          </a:prstGeom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11039872" y="8730208"/>
            <a:ext cx="5543550" cy="5543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349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1181</TotalTime>
  <Words>1563</Words>
  <Application>Microsoft Office PowerPoint</Application>
  <DocSecurity>0</DocSecurity>
  <PresentationFormat>Произвольный</PresentationFormat>
  <Paragraphs>219</Paragraphs>
  <Slides>24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Calibri</vt:lpstr>
      <vt:lpstr>Montserrat Semi Bold</vt:lpstr>
      <vt:lpstr>Open Sans</vt:lpstr>
      <vt:lpstr>Open Sans Light</vt:lpstr>
      <vt:lpstr>PFDinDisplayPro-Regular</vt:lpstr>
      <vt:lpstr>Stem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Учетная запись Майкрософт</cp:lastModifiedBy>
  <cp:revision>128</cp:revision>
  <dcterms:modified xsi:type="dcterms:W3CDTF">2024-07-02T03:54:12Z</dcterms:modified>
  <cp:category/>
  <dc:identifier/>
  <cp:contentStatus/>
  <dc:language/>
  <cp:version/>
</cp:coreProperties>
</file>