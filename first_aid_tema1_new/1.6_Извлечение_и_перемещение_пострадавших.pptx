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28"/>
  </p:notesMasterIdLst>
  <p:sldIdLst>
    <p:sldId id="280" r:id="rId4"/>
    <p:sldId id="298" r:id="rId21"/>
    <p:sldId id="299" r:id="rId22"/>
    <p:sldId id="300" r:id="rId23"/>
    <p:sldId id="301" r:id="rId24"/>
    <p:sldId id="282" r:id="rId2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>
        <p:scale>
          <a:sx n="33" d="100"/>
          <a:sy n="33" d="100"/>
        </p:scale>
        <p:origin x="1056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Relationship Id="rId4" Type="http://schemas.openxmlformats.org/officeDocument/2006/relationships/image" Target="../media/image4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Relationship Id="rId4" Type="http://schemas.openxmlformats.org/officeDocument/2006/relationships/image" Target="../media/image4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1.6. ИЗВЛЕЧЕНИЕ И ПЕРЕМЕЩЕНИЕ ПОСТРАДАВШИХ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1.6  Извлечение и перемещение пострадавших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0" name="Рисунок 1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562282" y="4890177"/>
            <a:ext cx="7085602" cy="82432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Прямоугольник 10"/>
          <p:cNvSpPr/>
          <p:nvPr/>
        </p:nvSpPr>
        <p:spPr bwMode="auto">
          <a:xfrm>
            <a:off x="1878928" y="3861695"/>
            <a:ext cx="5915402" cy="1133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3200" b="1"/>
              <a:t>Извлечение пострадавшего </a:t>
            </a:r>
            <a:endParaRPr/>
          </a:p>
          <a:p>
            <a:pPr algn="ctr">
              <a:defRPr/>
            </a:pPr>
            <a:r>
              <a:rPr lang="ru-RU" sz="3200" b="1"/>
              <a:t>(пострадавший в сознании)</a:t>
            </a:r>
            <a:endParaRPr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984951" y="3861696"/>
            <a:ext cx="6195928" cy="1133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3200" b="1"/>
              <a:t>Извлечение пострадавшего </a:t>
            </a:r>
            <a:endParaRPr/>
          </a:p>
          <a:p>
            <a:pPr algn="ctr">
              <a:defRPr/>
            </a:pPr>
            <a:r>
              <a:rPr lang="ru-RU" sz="3200" b="1"/>
              <a:t>(пострадавший без сознания)</a:t>
            </a:r>
            <a:endParaRPr/>
          </a:p>
        </p:txBody>
      </p:sp>
      <p:pic>
        <p:nvPicPr>
          <p:cNvPr id="13" name="Рисунок 3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8592296" y="5677536"/>
            <a:ext cx="7478451" cy="7096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65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6944528" y="4625752"/>
            <a:ext cx="5899061" cy="850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Прямоугольник 14"/>
          <p:cNvSpPr/>
          <p:nvPr/>
        </p:nvSpPr>
        <p:spPr bwMode="auto">
          <a:xfrm>
            <a:off x="16350677" y="3756982"/>
            <a:ext cx="6492912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Перемещение пострадавшего в одиночку с поддержкой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738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1.6  Извлечение и перемещение пострадавших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66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366357" y="4690191"/>
            <a:ext cx="6062306" cy="8620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69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509197" y="4749193"/>
            <a:ext cx="5277914" cy="7455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Рисунок 68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6591581" y="4769848"/>
            <a:ext cx="5356241" cy="79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Прямоугольник 18"/>
          <p:cNvSpPr/>
          <p:nvPr/>
        </p:nvSpPr>
        <p:spPr bwMode="auto">
          <a:xfrm>
            <a:off x="2020175" y="3556997"/>
            <a:ext cx="6408488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Перемещение пострадавшего в одиночку волоком </a:t>
            </a:r>
          </a:p>
        </p:txBody>
      </p:sp>
      <p:sp>
        <p:nvSpPr>
          <p:cNvPr id="20" name="Прямоугольник 19"/>
          <p:cNvSpPr/>
          <p:nvPr/>
        </p:nvSpPr>
        <p:spPr bwMode="auto">
          <a:xfrm>
            <a:off x="9509197" y="3615998"/>
            <a:ext cx="5746583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 одиночку на спине </a:t>
            </a:r>
          </a:p>
        </p:txBody>
      </p:sp>
      <p:sp>
        <p:nvSpPr>
          <p:cNvPr id="21" name="Прямоугольник 20"/>
          <p:cNvSpPr/>
          <p:nvPr/>
        </p:nvSpPr>
        <p:spPr bwMode="auto">
          <a:xfrm>
            <a:off x="16336314" y="3615998"/>
            <a:ext cx="5746583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на руках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5381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4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1.6  Извлечение и перемещение пострадавших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2" name="Рисунок 7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8074931" y="4732576"/>
            <a:ext cx="6289969" cy="8724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67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04649" y="4523499"/>
            <a:ext cx="5850179" cy="8114764"/>
          </a:xfrm>
          <a:prstGeom prst="rect">
            <a:avLst/>
          </a:prstGeom>
          <a:noFill/>
        </p:spPr>
      </p:pic>
      <p:pic>
        <p:nvPicPr>
          <p:cNvPr id="14" name="Рисунок 71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7335351" y="4571040"/>
            <a:ext cx="5137895" cy="8480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72"/>
          <p:cNvPicPr>
            <a:picLocks noChangeAspect="1" noChangeArrowheads="1"/>
          </p:cNvPicPr>
          <p:nvPr/>
        </p:nvPicPr>
        <p:blipFill>
          <a:blip r:embed="rId5"/>
          <a:srcRect l="14296" r="12385"/>
          <a:stretch/>
        </p:blipFill>
        <p:spPr bwMode="auto">
          <a:xfrm>
            <a:off x="14794913" y="7894084"/>
            <a:ext cx="4316032" cy="501883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Прямоугольник 22"/>
          <p:cNvSpPr/>
          <p:nvPr/>
        </p:nvSpPr>
        <p:spPr bwMode="auto">
          <a:xfrm>
            <a:off x="1373521" y="3599381"/>
            <a:ext cx="5618822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 одиночку на плече </a:t>
            </a:r>
          </a:p>
        </p:txBody>
      </p:sp>
      <p:sp>
        <p:nvSpPr>
          <p:cNvPr id="24" name="Прямоугольник 23"/>
          <p:cNvSpPr/>
          <p:nvPr/>
        </p:nvSpPr>
        <p:spPr bwMode="auto">
          <a:xfrm>
            <a:off x="7942121" y="3588251"/>
            <a:ext cx="6766239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на замке из четырех рук </a:t>
            </a:r>
          </a:p>
        </p:txBody>
      </p:sp>
      <p:sp>
        <p:nvSpPr>
          <p:cNvPr id="25" name="Прямоугольник 24"/>
          <p:cNvSpPr/>
          <p:nvPr/>
        </p:nvSpPr>
        <p:spPr bwMode="auto">
          <a:xfrm>
            <a:off x="15377860" y="3626514"/>
            <a:ext cx="8856710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на замке из трех рук с поддержкой под спину</a:t>
            </a:r>
          </a:p>
        </p:txBody>
      </p:sp>
      <p:pic>
        <p:nvPicPr>
          <p:cNvPr id="26" name="Рисунок 70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11975540" y="4821865"/>
            <a:ext cx="3078163" cy="297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403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5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1.6  Извлечение и перемещение пострадавших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75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303568" y="4258395"/>
            <a:ext cx="10234224" cy="8472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74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008099" y="5058726"/>
            <a:ext cx="7499619" cy="728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Прямоугольник 17"/>
          <p:cNvSpPr/>
          <p:nvPr/>
        </p:nvSpPr>
        <p:spPr bwMode="auto">
          <a:xfrm>
            <a:off x="1852626" y="3433811"/>
            <a:ext cx="5622768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за руки и ноги </a:t>
            </a:r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9387659" y="3576588"/>
            <a:ext cx="13851869" cy="5915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200" b="1"/>
              <a:t>Переноска пострадавшего с подозрением на травму позвоночника</a:t>
            </a:r>
          </a:p>
        </p:txBody>
      </p:sp>
      <p:pic>
        <p:nvPicPr>
          <p:cNvPr id="20" name="Рисунок 76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7028172" y="7601336"/>
            <a:ext cx="8065534" cy="6826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926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1181</TotalTime>
  <Words>1563</Words>
  <Application>Microsoft Office PowerPoint</Application>
  <DocSecurity>0</DocSecurity>
  <PresentationFormat>Произвольный</PresentationFormat>
  <Paragraphs>219</Paragraphs>
  <Slides>24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Calibri</vt:lpstr>
      <vt:lpstr>Montserrat Semi Bold</vt:lpstr>
      <vt:lpstr>Open Sans</vt:lpstr>
      <vt:lpstr>Open Sans Light</vt:lpstr>
      <vt:lpstr>PFDinDisplayPro-Regular</vt:lpstr>
      <vt:lpstr>Stem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Учетная запись Майкрософт</cp:lastModifiedBy>
  <cp:revision>128</cp:revision>
  <dcterms:modified xsi:type="dcterms:W3CDTF">2024-07-02T03:54:12Z</dcterms:modified>
  <cp:category/>
  <dc:identifier/>
  <cp:contentStatus/>
  <dc:language/>
  <cp:version/>
</cp:coreProperties>
</file>