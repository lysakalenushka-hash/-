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1" r:id="rId1"/>
    <p:sldMasterId id="2147483704" r:id="rId2"/>
    <p:sldMasterId id="2147483757" r:id="rId3"/>
  </p:sldMasterIdLst>
  <p:notesMasterIdLst>
    <p:notesMasterId r:id="rId28"/>
  </p:notesMasterIdLst>
  <p:sldIdLst>
    <p:sldId id="280" r:id="rId4"/>
    <p:sldId id="291" r:id="rId14"/>
    <p:sldId id="292" r:id="rId15"/>
    <p:sldId id="282" r:id="rId27"/>
  </p:sldIdLst>
  <p:sldSz cx="24384000" cy="13716000"/>
  <p:notesSz cx="243840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1pPr>
    <a:lvl2pPr marL="0" marR="0" indent="457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2pPr>
    <a:lvl3pPr marL="0" marR="0" indent="914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3pPr>
    <a:lvl4pPr marL="0" marR="0" indent="1371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4pPr>
    <a:lvl5pPr marL="0" marR="0" indent="18288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5pPr>
    <a:lvl6pPr marL="0" marR="0" indent="22860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6pPr>
    <a:lvl7pPr marL="0" marR="0" indent="2743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7pPr>
    <a:lvl8pPr marL="0" marR="0" indent="3200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8pPr>
    <a:lvl9pPr marL="0" marR="0" indent="3657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3" autoAdjust="0"/>
    <p:restoredTop sz="92577" autoAdjust="0"/>
  </p:normalViewPr>
  <p:slideViewPr>
    <p:cSldViewPr>
      <p:cViewPr>
        <p:scale>
          <a:sx n="33" d="100"/>
          <a:sy n="33" d="100"/>
        </p:scale>
        <p:origin x="1056" y="3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27" Type="http://schemas.openxmlformats.org/officeDocument/2006/relationships/slide" Target="slides/slide4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39485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828800">
      <a:defRPr sz="2400">
        <a:latin typeface="+mn-lt"/>
        <a:ea typeface="+mn-ea"/>
        <a:cs typeface="+mn-cs"/>
      </a:defRPr>
    </a:lvl1pPr>
    <a:lvl2pPr indent="228600" defTabSz="1828800">
      <a:defRPr sz="2400">
        <a:latin typeface="+mn-lt"/>
        <a:ea typeface="+mn-ea"/>
        <a:cs typeface="+mn-cs"/>
      </a:defRPr>
    </a:lvl2pPr>
    <a:lvl3pPr indent="457200" defTabSz="1828800">
      <a:defRPr sz="2400">
        <a:latin typeface="+mn-lt"/>
        <a:ea typeface="+mn-ea"/>
        <a:cs typeface="+mn-cs"/>
      </a:defRPr>
    </a:lvl3pPr>
    <a:lvl4pPr indent="685800" defTabSz="1828800">
      <a:defRPr sz="2400">
        <a:latin typeface="+mn-lt"/>
        <a:ea typeface="+mn-ea"/>
        <a:cs typeface="+mn-cs"/>
      </a:defRPr>
    </a:lvl4pPr>
    <a:lvl5pPr indent="914400" defTabSz="1828800">
      <a:defRPr sz="2400">
        <a:latin typeface="+mn-lt"/>
        <a:ea typeface="+mn-ea"/>
        <a:cs typeface="+mn-cs"/>
      </a:defRPr>
    </a:lvl5pPr>
    <a:lvl6pPr indent="1143000" defTabSz="1828800">
      <a:defRPr sz="2400">
        <a:latin typeface="+mn-lt"/>
        <a:ea typeface="+mn-ea"/>
        <a:cs typeface="+mn-cs"/>
      </a:defRPr>
    </a:lvl6pPr>
    <a:lvl7pPr indent="1371600" defTabSz="1828800">
      <a:defRPr sz="2400">
        <a:latin typeface="+mn-lt"/>
        <a:ea typeface="+mn-ea"/>
        <a:cs typeface="+mn-cs"/>
      </a:defRPr>
    </a:lvl7pPr>
    <a:lvl8pPr indent="1600200" defTabSz="1828800">
      <a:defRPr sz="2400">
        <a:latin typeface="+mn-lt"/>
        <a:ea typeface="+mn-ea"/>
        <a:cs typeface="+mn-cs"/>
      </a:defRPr>
    </a:lvl8pPr>
    <a:lvl9pPr indent="1828800" defTabSz="1828800">
      <a:defRPr sz="24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Благодарим за внимание</a:t>
            </a:r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842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2427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66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0498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95662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01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770496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55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149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31122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44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3980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4211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19124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28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216740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21140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52688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621856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122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3981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5881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278141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001426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6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0104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960727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1919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229406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48576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20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137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2682180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606176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3948812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434427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820019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718811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40056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245179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2062199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13974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69042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32107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334296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8505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72925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45689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2959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540163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37930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49743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0988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30148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3447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04021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27947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303570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843496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644310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9344618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6650941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5504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1854897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3824531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7779769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8369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728416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055742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441325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948739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295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0342132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19829407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945672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45691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5647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8832358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909009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8719762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833857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81228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636129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948988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1816210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21169691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39129064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4536390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490281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935990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13014609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7512023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031869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492200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2700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444987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84804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42879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246369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4463377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2491010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21557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830785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970331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3400330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8277232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8919072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8142588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7155908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036747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8775639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5764338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55111100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8978051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2241066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598033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5094455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7631619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2429564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2402873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06998720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84321750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89008697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25412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92741827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568803543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421705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40327018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152186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5893769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0279391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rPr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38217398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0025812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098870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160413439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597084572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12662745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047595437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77702314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94216757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19160161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0847899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916330209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860773819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67420367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89267583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83403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880428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87689888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005434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3914499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36476521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30793649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23393662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17370678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068581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28340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0.xml"/><Relationship Id="rId29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85.xml"/><Relationship Id="rId34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87.xml"/><Relationship Id="rId36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0.xml"/><Relationship Id="rId39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2.xml"/><Relationship Id="rId41" Type="http://schemas.openxmlformats.org/officeDocument/2006/relationships/slideLayout" Target="../slideLayouts/slideLayout93.xml"/><Relationship Id="rId42" Type="http://schemas.openxmlformats.org/officeDocument/2006/relationships/slideLayout" Target="../slideLayouts/slideLayout94.xml"/><Relationship Id="rId43" Type="http://schemas.openxmlformats.org/officeDocument/2006/relationships/slideLayout" Target="../slideLayouts/slideLayout95.xml"/><Relationship Id="rId44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97.xml"/><Relationship Id="rId46" Type="http://schemas.openxmlformats.org/officeDocument/2006/relationships/slideLayout" Target="../slideLayouts/slideLayout98.xml"/><Relationship Id="rId47" Type="http://schemas.openxmlformats.org/officeDocument/2006/relationships/slideLayout" Target="../slideLayouts/slideLayout99.xml"/><Relationship Id="rId48" Type="http://schemas.openxmlformats.org/officeDocument/2006/relationships/slideLayout" Target="../slideLayouts/slideLayout100.xml"/><Relationship Id="rId49" Type="http://schemas.openxmlformats.org/officeDocument/2006/relationships/slideLayout" Target="../slideLayouts/slideLayout101.xml"/><Relationship Id="rId50" Type="http://schemas.openxmlformats.org/officeDocument/2006/relationships/slideLayout" Target="../slideLayouts/slideLayout102.xml"/><Relationship Id="rId51" Type="http://schemas.openxmlformats.org/officeDocument/2006/relationships/slideLayout" Target="../slideLayouts/slideLayout103.xml"/><Relationship Id="rId52" Type="http://schemas.openxmlformats.org/officeDocument/2006/relationships/slideLayout" Target="../slideLayouts/slideLayout104.xml"/><Relationship Id="rId5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9.xml"/><Relationship Id="rId6" Type="http://schemas.openxmlformats.org/officeDocument/2006/relationships/slideLayout" Target="../slideLayouts/slideLayout110.xml"/><Relationship Id="rId7" Type="http://schemas.openxmlformats.org/officeDocument/2006/relationships/slideLayout" Target="../slideLayouts/slideLayout111.xml"/><Relationship Id="rId8" Type="http://schemas.openxmlformats.org/officeDocument/2006/relationships/slideLayout" Target="../slideLayouts/slideLayout112.xml"/><Relationship Id="rId9" Type="http://schemas.openxmlformats.org/officeDocument/2006/relationships/slideLayout" Target="../slideLayouts/slideLayout113.xml"/><Relationship Id="rId10" Type="http://schemas.openxmlformats.org/officeDocument/2006/relationships/slideLayout" Target="../slideLayouts/slideLayout114.xml"/><Relationship Id="rId11" Type="http://schemas.openxmlformats.org/officeDocument/2006/relationships/slideLayout" Target="../slideLayouts/slideLayout115.xml"/><Relationship Id="rId12" Type="http://schemas.openxmlformats.org/officeDocument/2006/relationships/slideLayout" Target="../slideLayouts/slideLayout116.xml"/><Relationship Id="rId13" Type="http://schemas.openxmlformats.org/officeDocument/2006/relationships/slideLayout" Target="../slideLayouts/slideLayout117.xml"/><Relationship Id="rId14" Type="http://schemas.openxmlformats.org/officeDocument/2006/relationships/slideLayout" Target="../slideLayouts/slideLayout118.xml"/><Relationship Id="rId15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20.xml"/><Relationship Id="rId17" Type="http://schemas.openxmlformats.org/officeDocument/2006/relationships/slideLayout" Target="../slideLayouts/slideLayout121.xml"/><Relationship Id="rId18" Type="http://schemas.openxmlformats.org/officeDocument/2006/relationships/slideLayout" Target="../slideLayouts/slideLayout122.xml"/><Relationship Id="rId19" Type="http://schemas.openxmlformats.org/officeDocument/2006/relationships/slideLayout" Target="../slideLayouts/slideLayout123.xml"/><Relationship Id="rId20" Type="http://schemas.openxmlformats.org/officeDocument/2006/relationships/slideLayout" Target="../slideLayouts/slideLayout124.xml"/><Relationship Id="rId21" Type="http://schemas.openxmlformats.org/officeDocument/2006/relationships/slideLayout" Target="../slideLayouts/slideLayout125.xml"/><Relationship Id="rId22" Type="http://schemas.openxmlformats.org/officeDocument/2006/relationships/slideLayout" Target="../slideLayouts/slideLayout126.xml"/><Relationship Id="rId23" Type="http://schemas.openxmlformats.org/officeDocument/2006/relationships/slideLayout" Target="../slideLayouts/slideLayout127.xml"/><Relationship Id="rId24" Type="http://schemas.openxmlformats.org/officeDocument/2006/relationships/slideLayout" Target="../slideLayouts/slideLayout128.xml"/><Relationship Id="rId25" Type="http://schemas.openxmlformats.org/officeDocument/2006/relationships/slideLayout" Target="../slideLayouts/slideLayout129.xml"/><Relationship Id="rId26" Type="http://schemas.openxmlformats.org/officeDocument/2006/relationships/slideLayout" Target="../slideLayouts/slideLayout130.xml"/><Relationship Id="rId27" Type="http://schemas.openxmlformats.org/officeDocument/2006/relationships/slideLayout" Target="../slideLayouts/slideLayout131.xml"/><Relationship Id="rId28" Type="http://schemas.openxmlformats.org/officeDocument/2006/relationships/slideLayout" Target="../slideLayouts/slideLayout132.xml"/><Relationship Id="rId29" Type="http://schemas.openxmlformats.org/officeDocument/2006/relationships/slideLayout" Target="../slideLayouts/slideLayout133.xml"/><Relationship Id="rId30" Type="http://schemas.openxmlformats.org/officeDocument/2006/relationships/slideLayout" Target="../slideLayouts/slideLayout134.xml"/><Relationship Id="rId31" Type="http://schemas.openxmlformats.org/officeDocument/2006/relationships/slideLayout" Target="../slideLayouts/slideLayout135.xml"/><Relationship Id="rId32" Type="http://schemas.openxmlformats.org/officeDocument/2006/relationships/slideLayout" Target="../slideLayouts/slideLayout136.xml"/><Relationship Id="rId33" Type="http://schemas.openxmlformats.org/officeDocument/2006/relationships/slideLayout" Target="../slideLayouts/slideLayout137.xml"/><Relationship Id="rId34" Type="http://schemas.openxmlformats.org/officeDocument/2006/relationships/slideLayout" Target="../slideLayouts/slideLayout138.xml"/><Relationship Id="rId35" Type="http://schemas.openxmlformats.org/officeDocument/2006/relationships/slideLayout" Target="../slideLayouts/slideLayout139.xml"/><Relationship Id="rId36" Type="http://schemas.openxmlformats.org/officeDocument/2006/relationships/slideLayout" Target="../slideLayouts/slideLayout140.xml"/><Relationship Id="rId37" Type="http://schemas.openxmlformats.org/officeDocument/2006/relationships/slideLayout" Target="../slideLayouts/slideLayout141.xml"/><Relationship Id="rId38" Type="http://schemas.openxmlformats.org/officeDocument/2006/relationships/slideLayout" Target="../slideLayouts/slideLayout142.xml"/><Relationship Id="rId39" Type="http://schemas.openxmlformats.org/officeDocument/2006/relationships/slideLayout" Target="../slideLayouts/slideLayout143.xml"/><Relationship Id="rId40" Type="http://schemas.openxmlformats.org/officeDocument/2006/relationships/slideLayout" Target="../slideLayouts/slideLayout144.xml"/><Relationship Id="rId41" Type="http://schemas.openxmlformats.org/officeDocument/2006/relationships/slideLayout" Target="../slideLayouts/slideLayout145.xml"/><Relationship Id="rId42" Type="http://schemas.openxmlformats.org/officeDocument/2006/relationships/slideLayout" Target="../slideLayouts/slideLayout146.xml"/><Relationship Id="rId43" Type="http://schemas.openxmlformats.org/officeDocument/2006/relationships/slideLayout" Target="../slideLayouts/slideLayout147.xml"/><Relationship Id="rId44" Type="http://schemas.openxmlformats.org/officeDocument/2006/relationships/slideLayout" Target="../slideLayouts/slideLayout148.xml"/><Relationship Id="rId45" Type="http://schemas.openxmlformats.org/officeDocument/2006/relationships/slideLayout" Target="../slideLayouts/slideLayout149.xml"/><Relationship Id="rId46" Type="http://schemas.openxmlformats.org/officeDocument/2006/relationships/slideLayout" Target="../slideLayouts/slideLayout150.xml"/><Relationship Id="rId47" Type="http://schemas.openxmlformats.org/officeDocument/2006/relationships/slideLayout" Target="../slideLayouts/slideLayout151.xml"/><Relationship Id="rId48" Type="http://schemas.openxmlformats.org/officeDocument/2006/relationships/slideLayout" Target="../slideLayouts/slideLayout152.xml"/><Relationship Id="rId49" Type="http://schemas.openxmlformats.org/officeDocument/2006/relationships/slideLayout" Target="../slideLayouts/slideLayout153.xml"/><Relationship Id="rId50" Type="http://schemas.openxmlformats.org/officeDocument/2006/relationships/slideLayout" Target="../slideLayouts/slideLayout154.xml"/><Relationship Id="rId51" Type="http://schemas.openxmlformats.org/officeDocument/2006/relationships/slideLayout" Target="../slideLayouts/slideLayout155.xml"/><Relationship Id="rId52" Type="http://schemas.openxmlformats.org/officeDocument/2006/relationships/slideLayout" Target="../slideLayouts/slideLayout156.xml"/><Relationship Id="rId5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5178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2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699" r:id="rId48"/>
    <p:sldLayoutId id="2147483700" r:id="rId49"/>
    <p:sldLayoutId id="2147483701" r:id="rId50"/>
    <p:sldLayoutId id="2147483702" r:id="rId51"/>
    <p:sldLayoutId id="2147483703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0550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rPr/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rPr/>
              <a:t>Уровень текста 1</a:t>
            </a:r>
          </a:p>
          <a:p>
            <a:pPr lvl="1">
              <a:defRPr/>
            </a:pPr>
            <a:r>
              <a:rPr/>
              <a:t>Уровень текста 2</a:t>
            </a:r>
          </a:p>
          <a:p>
            <a:pPr lvl="2">
              <a:defRPr/>
            </a:pPr>
            <a:r>
              <a:rPr/>
              <a:t>Уровень текста 3</a:t>
            </a:r>
          </a:p>
          <a:p>
            <a:pPr lvl="3">
              <a:defRPr/>
            </a:pPr>
            <a:r>
              <a:rPr/>
              <a:t>Уровень текста 4</a:t>
            </a:r>
          </a:p>
          <a:p>
            <a:pPr lvl="4">
              <a:defRPr/>
            </a:pPr>
            <a:r>
              <a:rPr/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8646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  <p:sldLayoutId id="2147483774" r:id="rId17"/>
    <p:sldLayoutId id="2147483775" r:id="rId18"/>
    <p:sldLayoutId id="2147483776" r:id="rId19"/>
    <p:sldLayoutId id="2147483777" r:id="rId20"/>
    <p:sldLayoutId id="2147483778" r:id="rId21"/>
    <p:sldLayoutId id="2147483779" r:id="rId22"/>
    <p:sldLayoutId id="2147483780" r:id="rId23"/>
    <p:sldLayoutId id="2147483781" r:id="rId24"/>
    <p:sldLayoutId id="2147483782" r:id="rId25"/>
    <p:sldLayoutId id="2147483783" r:id="rId26"/>
    <p:sldLayoutId id="2147483784" r:id="rId27"/>
    <p:sldLayoutId id="2147483785" r:id="rId28"/>
    <p:sldLayoutId id="2147483786" r:id="rId29"/>
    <p:sldLayoutId id="2147483787" r:id="rId30"/>
    <p:sldLayoutId id="2147483788" r:id="rId31"/>
    <p:sldLayoutId id="2147483789" r:id="rId32"/>
    <p:sldLayoutId id="2147483790" r:id="rId33"/>
    <p:sldLayoutId id="2147483791" r:id="rId34"/>
    <p:sldLayoutId id="2147483792" r:id="rId35"/>
    <p:sldLayoutId id="2147483793" r:id="rId36"/>
    <p:sldLayoutId id="2147483794" r:id="rId37"/>
    <p:sldLayoutId id="2147483795" r:id="rId38"/>
    <p:sldLayoutId id="2147483796" r:id="rId39"/>
    <p:sldLayoutId id="2147483797" r:id="rId40"/>
    <p:sldLayoutId id="2147483798" r:id="rId41"/>
    <p:sldLayoutId id="2147483799" r:id="rId42"/>
    <p:sldLayoutId id="2147483800" r:id="rId43"/>
    <p:sldLayoutId id="2147483801" r:id="rId44"/>
    <p:sldLayoutId id="2147483802" r:id="rId45"/>
    <p:sldLayoutId id="2147483803" r:id="rId46"/>
    <p:sldLayoutId id="2147483804" r:id="rId47"/>
    <p:sldLayoutId id="2147483805" r:id="rId48"/>
    <p:sldLayoutId id="2147483806" r:id="rId49"/>
    <p:sldLayoutId id="2147483807" r:id="rId50"/>
    <p:sldLayoutId id="2147483808" r:id="rId51"/>
    <p:sldLayoutId id="2147483809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emf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27.png"/><Relationship Id="rId11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29.png"/><Relationship Id="rId3" Type="http://schemas.openxmlformats.org/officeDocument/2006/relationships/image" Target="../media/image30.jp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31.png"/><Relationship Id="rId13" Type="http://schemas.openxmlformats.org/officeDocument/2006/relationships/image" Target="../media/image32.png"/><Relationship Id="rId14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685905"/>
            <a:ext cx="4621490" cy="2427318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6070784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 smtClean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СОВРЕМЕННЫЕ НАБОРЫ СРЕДСТВ И УСТРОЙСТВ, ИСПОЛЬЗУЮЩИЕСЯ ДЛЯ ОКАЗАНИЯ ПЕРВОЙ ПОМОЩИ. ОСНОВНЫЕ КОМПОНЕНТЫ, ИХ НАЗНАЧЕНИЕ.</a:t>
            </a:r>
            <a:endParaRPr lang="ru-RU" sz="4400" b="1" spc="300" dirty="0">
              <a:solidFill>
                <a:srgbClr val="4D4D4D"/>
              </a:solidFill>
              <a:latin typeface="Montserrat Semi Bold"/>
              <a:ea typeface="Montserrat Semi Bold"/>
              <a:cs typeface="Montserrat Semi Bold"/>
              <a:sym typeface="Stem"/>
            </a:endParaRP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7573216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07017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2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102242"/>
            <a:ext cx="24280504" cy="1508105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 smtClean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НАБОРЫ СРЕДСТВ И УСТРОЙСТВ, ИСПОЛЬЗУЮЩИЕСЯ ДЛЯ ОКАЗАНИЯ ПЕРВОЙ ПОМОЩИ</a:t>
            </a:r>
            <a:br>
              <a:rPr lang="ru-RU" sz="4600" dirty="0" smtClean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</a:br>
            <a:r>
              <a:rPr lang="ru-RU" sz="4600" dirty="0" smtClean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/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34" y="2604670"/>
            <a:ext cx="16384213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 smtClean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1.2  Укладки, наборы, комплекты и аптечки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7" name="Picture 10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1330040" y="9326559"/>
            <a:ext cx="4762500" cy="4762500"/>
          </a:xfrm>
          <a:prstGeom prst="rect">
            <a:avLst/>
          </a:prstGeom>
          <a:noFill/>
        </p:spPr>
      </p:pic>
      <p:pic>
        <p:nvPicPr>
          <p:cNvPr id="8" name="Picture 8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3751476" y="5788474"/>
            <a:ext cx="4762500" cy="4762500"/>
          </a:xfrm>
          <a:prstGeom prst="rect">
            <a:avLst/>
          </a:prstGeom>
          <a:noFill/>
        </p:spPr>
      </p:pic>
      <p:sp>
        <p:nvSpPr>
          <p:cNvPr id="9" name="TextBox 8"/>
          <p:cNvSpPr txBox="1"/>
          <p:nvPr/>
        </p:nvSpPr>
        <p:spPr bwMode="auto">
          <a:xfrm>
            <a:off x="8595538" y="3611405"/>
            <a:ext cx="7512908" cy="1268037"/>
          </a:xfrm>
          <a:prstGeom prst="rect">
            <a:avLst/>
          </a:prstGeom>
          <a:noFill/>
          <a:ln w="25400" cap="flat">
            <a:noFill/>
            <a:miter lim="400000"/>
          </a:ln>
          <a:effectLst/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rot="0" spcFirstLastPara="1" vertOverflow="overflow" horzOverflow="overflow" vert="horz" wrap="square" lIns="91439" tIns="91439" rIns="91439" bIns="91439" numCol="1" spcCol="38100" rtlCol="0" anchor="t">
            <a:spAutoFit/>
          </a:bodyPr>
          <a:lstStyle/>
          <a:p>
            <a:pPr marL="0" marR="0" indent="0" algn="ct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200" b="1" i="0" u="none" strike="noStrike" cap="none" spc="0">
                <a:ln>
                  <a:noFill/>
                </a:ln>
                <a:solidFill>
                  <a:schemeClr val="accent1"/>
                </a:solidFill>
                <a:latin typeface="Open Sans"/>
                <a:ea typeface="Open Sans"/>
                <a:cs typeface="Open Sans"/>
              </a:rPr>
              <a:t>Аптечка первой помощи (автомобильная) </a:t>
            </a:r>
            <a:endParaRPr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758375" y="5575795"/>
            <a:ext cx="6772790" cy="6776571"/>
          </a:xfrm>
          <a:prstGeom prst="rect">
            <a:avLst/>
          </a:prstGeom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5"/>
          <a:stretch/>
        </p:blipFill>
        <p:spPr bwMode="auto">
          <a:xfrm>
            <a:off x="4127672" y="3746180"/>
            <a:ext cx="3165981" cy="3165981"/>
          </a:xfrm>
          <a:prstGeom prst="rect">
            <a:avLst/>
          </a:prstGeom>
          <a:noFill/>
        </p:spPr>
      </p:pic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6"/>
          <a:stretch/>
        </p:blipFill>
        <p:spPr bwMode="auto">
          <a:xfrm>
            <a:off x="-10790" y="3202995"/>
            <a:ext cx="3609865" cy="3609865"/>
          </a:xfrm>
          <a:prstGeom prst="rect">
            <a:avLst/>
          </a:prstGeom>
          <a:noFill/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7"/>
          <a:stretch/>
        </p:blipFill>
        <p:spPr bwMode="auto">
          <a:xfrm>
            <a:off x="14520841" y="5165182"/>
            <a:ext cx="5698347" cy="3798898"/>
          </a:xfrm>
          <a:prstGeom prst="rect">
            <a:avLst/>
          </a:prstGeom>
          <a:noFill/>
        </p:spPr>
      </p:pic>
      <p:pic>
        <p:nvPicPr>
          <p:cNvPr id="14" name="Picture 6"/>
          <p:cNvPicPr>
            <a:picLocks noChangeAspect="1" noChangeArrowheads="1"/>
          </p:cNvPicPr>
          <p:nvPr/>
        </p:nvPicPr>
        <p:blipFill>
          <a:blip r:embed="rId8"/>
          <a:stretch/>
        </p:blipFill>
        <p:spPr bwMode="auto">
          <a:xfrm>
            <a:off x="356514" y="7152318"/>
            <a:ext cx="3122407" cy="3122407"/>
          </a:xfrm>
          <a:prstGeom prst="rect">
            <a:avLst/>
          </a:prstGeom>
          <a:noFill/>
        </p:spPr>
      </p:pic>
      <p:sp>
        <p:nvSpPr>
          <p:cNvPr id="15" name="AutoShape 12"/>
          <p:cNvSpPr>
            <a:spLocks noChangeAspect="1" noChangeArrowheads="1"/>
          </p:cNvSpPr>
          <p:nvPr/>
        </p:nvSpPr>
        <p:spPr bwMode="auto">
          <a:xfrm>
            <a:off x="12104812" y="75395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defRPr/>
            </a:pPr>
            <a:endParaRPr lang="ru-RU"/>
          </a:p>
        </p:txBody>
      </p:sp>
      <p:sp>
        <p:nvSpPr>
          <p:cNvPr id="16" name="AutoShape 14"/>
          <p:cNvSpPr>
            <a:spLocks noChangeAspect="1" noChangeArrowheads="1"/>
          </p:cNvSpPr>
          <p:nvPr/>
        </p:nvSpPr>
        <p:spPr bwMode="auto">
          <a:xfrm>
            <a:off x="12257212" y="76919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>
              <a:defRPr/>
            </a:pPr>
            <a:endParaRPr lang="ru-RU"/>
          </a:p>
        </p:txBody>
      </p:sp>
      <p:pic>
        <p:nvPicPr>
          <p:cNvPr id="17" name="Picture 16"/>
          <p:cNvPicPr>
            <a:picLocks noChangeAspect="1" noChangeArrowheads="1"/>
          </p:cNvPicPr>
          <p:nvPr/>
        </p:nvPicPr>
        <p:blipFill>
          <a:blip r:embed="rId9"/>
          <a:stretch/>
        </p:blipFill>
        <p:spPr bwMode="auto">
          <a:xfrm>
            <a:off x="18958345" y="2586736"/>
            <a:ext cx="5543550" cy="5543550"/>
          </a:xfrm>
          <a:prstGeom prst="rect">
            <a:avLst/>
          </a:prstGeom>
          <a:noFill/>
        </p:spPr>
      </p:pic>
      <p:pic>
        <p:nvPicPr>
          <p:cNvPr id="18" name="Picture 18"/>
          <p:cNvPicPr>
            <a:picLocks noChangeAspect="1" noChangeArrowheads="1"/>
          </p:cNvPicPr>
          <p:nvPr/>
        </p:nvPicPr>
        <p:blipFill>
          <a:blip r:embed="rId10"/>
          <a:stretch/>
        </p:blipFill>
        <p:spPr bwMode="auto">
          <a:xfrm>
            <a:off x="15894951" y="9945950"/>
            <a:ext cx="6181725" cy="3409950"/>
          </a:xfrm>
          <a:prstGeom prst="rect">
            <a:avLst/>
          </a:prstGeom>
          <a:noFill/>
        </p:spPr>
      </p:pic>
      <p:pic>
        <p:nvPicPr>
          <p:cNvPr id="19" name="Picture 22"/>
          <p:cNvPicPr>
            <a:picLocks noChangeAspect="1" noChangeArrowheads="1"/>
          </p:cNvPicPr>
          <p:nvPr/>
        </p:nvPicPr>
        <p:blipFill>
          <a:blip r:embed="rId11"/>
          <a:stretch/>
        </p:blipFill>
        <p:spPr bwMode="auto">
          <a:xfrm>
            <a:off x="19680143" y="7135801"/>
            <a:ext cx="4024889" cy="402488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550031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3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5993" y="1102242"/>
            <a:ext cx="24280504" cy="1508105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600" b="0" i="0" u="none" strike="noStrike" kern="0" cap="none" spc="0" normalizeH="0" baseline="0" noProof="0" dirty="0" smtClean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>НАБОРЫ СРЕДСТВ И УСТРОЙСТВ, ИСПОЛЬЗУЮЩИЕСЯ ДЛЯ ОКАЗАНИЯ ПЕРВОЙ ПОМОЩИ</a:t>
            </a:r>
            <a:br>
              <a:rPr kumimoji="0" lang="ru-RU" sz="4600" b="0" i="0" u="none" strike="noStrike" kern="0" cap="none" spc="0" normalizeH="0" baseline="0" noProof="0" dirty="0" smtClean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</a:br>
            <a:r>
              <a:rPr kumimoji="0" lang="ru-RU" sz="4600" b="0" i="0" u="none" strike="noStrike" kern="0" cap="none" spc="0" normalizeH="0" baseline="0" noProof="0" dirty="0" smtClean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FDinDisplayPro-Regular"/>
                <a:ea typeface="PFDinDisplayPro-Regular"/>
                <a:cs typeface="PFDinDisplayPro-Regular"/>
                <a:sym typeface="Stem"/>
              </a:rPr>
              <a:t/>
            </a:r>
            <a:endParaRPr kumimoji="0" lang="ru-RU" sz="4600" b="0" i="0" u="none" strike="noStrike" kern="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FDinDisplayPro-Regular"/>
              <a:ea typeface="PFDinDisplayPro-Regular"/>
              <a:cs typeface="PFDinDisplayPro-Regular"/>
              <a:sym typeface="Stem"/>
            </a:endParaRPr>
          </a:p>
        </p:txBody>
      </p:sp>
      <p:sp>
        <p:nvSpPr>
          <p:cNvPr id="22" name="Rectangle 29"/>
          <p:cNvSpPr/>
          <p:nvPr/>
        </p:nvSpPr>
        <p:spPr bwMode="auto">
          <a:xfrm>
            <a:off x="2061234" y="2604670"/>
            <a:ext cx="16384213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 smtClean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1.2  Укладки, наборы, комплекты и аптечки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5" name="AutoShape 12"/>
          <p:cNvSpPr>
            <a:spLocks noChangeAspect="1" noChangeArrowheads="1"/>
          </p:cNvSpPr>
          <p:nvPr/>
        </p:nvSpPr>
        <p:spPr bwMode="auto">
          <a:xfrm>
            <a:off x="12104812" y="75395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0" cap="none" spc="0" normalizeH="0" baseline="0" noProof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6" name="AutoShape 14"/>
          <p:cNvSpPr>
            <a:spLocks noChangeAspect="1" noChangeArrowheads="1"/>
          </p:cNvSpPr>
          <p:nvPr/>
        </p:nvSpPr>
        <p:spPr bwMode="auto">
          <a:xfrm>
            <a:off x="12257212" y="7691943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0" cap="none" spc="0" normalizeH="0" baseline="0" noProof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20" name="Picture 4"/>
          <p:cNvPicPr>
            <a:picLocks noChangeAspect="1" noChangeArrowheads="1"/>
          </p:cNvPicPr>
          <p:nvPr/>
        </p:nvPicPr>
        <p:blipFill>
          <a:blip r:embed="rId2"/>
          <a:stretch/>
        </p:blipFill>
        <p:spPr bwMode="auto">
          <a:xfrm>
            <a:off x="-1847408" y="8524569"/>
            <a:ext cx="10011312" cy="6257070"/>
          </a:xfrm>
          <a:prstGeom prst="rect">
            <a:avLst/>
          </a:prstGeom>
          <a:noFill/>
        </p:spPr>
      </p:pic>
      <p:pic>
        <p:nvPicPr>
          <p:cNvPr id="21" name="Picture 2"/>
          <p:cNvPicPr>
            <a:picLocks noChangeAspect="1" noChangeArrowheads="1"/>
          </p:cNvPicPr>
          <p:nvPr/>
        </p:nvPicPr>
        <p:blipFill>
          <a:blip r:embed="rId3"/>
          <a:stretch/>
        </p:blipFill>
        <p:spPr bwMode="auto">
          <a:xfrm>
            <a:off x="8464705" y="5308721"/>
            <a:ext cx="7620000" cy="7620000"/>
          </a:xfrm>
          <a:prstGeom prst="rect">
            <a:avLst/>
          </a:prstGeom>
          <a:noFill/>
        </p:spPr>
      </p:pic>
      <p:sp>
        <p:nvSpPr>
          <p:cNvPr id="23" name="TextBox 22"/>
          <p:cNvSpPr txBox="1"/>
          <p:nvPr/>
        </p:nvSpPr>
        <p:spPr bwMode="auto">
          <a:xfrm>
            <a:off x="8797696" y="4076364"/>
            <a:ext cx="7512908" cy="1268037"/>
          </a:xfrm>
          <a:prstGeom prst="rect">
            <a:avLst/>
          </a:prstGeom>
          <a:noFill/>
          <a:ln w="25400" cap="flat">
            <a:noFill/>
            <a:miter lim="400000"/>
          </a:ln>
          <a:effectLst/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rot="0" spcFirstLastPara="1" vertOverflow="overflow" horzOverflow="overflow" vert="horz" wrap="square" lIns="91439" tIns="91439" rIns="91439" bIns="91439" numCol="1" spcCol="38100" rtlCol="0" anchor="t">
            <a:spAutoFit/>
          </a:bodyPr>
          <a:lstStyle/>
          <a:p>
            <a:pPr marL="0" marR="0" indent="0" algn="ct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sz="3200" b="1" i="0" u="none" strike="noStrike" cap="none" spc="0">
                <a:ln>
                  <a:noFill/>
                </a:ln>
                <a:solidFill>
                  <a:schemeClr val="accent1"/>
                </a:solidFill>
                <a:latin typeface="Open Sans"/>
                <a:ea typeface="Open Sans"/>
                <a:cs typeface="Open Sans"/>
              </a:rPr>
              <a:t>Аптечка первой помощи работникам</a:t>
            </a:r>
            <a:endParaRPr/>
          </a:p>
        </p:txBody>
      </p:sp>
      <p:pic>
        <p:nvPicPr>
          <p:cNvPr id="24" name="Picture 10"/>
          <p:cNvPicPr>
            <a:picLocks noChangeAspect="1" noChangeArrowheads="1"/>
          </p:cNvPicPr>
          <p:nvPr/>
        </p:nvPicPr>
        <p:blipFill>
          <a:blip r:embed="rId4"/>
          <a:stretch/>
        </p:blipFill>
        <p:spPr bwMode="auto">
          <a:xfrm>
            <a:off x="4605832" y="5863443"/>
            <a:ext cx="4762500" cy="4762500"/>
          </a:xfrm>
          <a:prstGeom prst="rect">
            <a:avLst/>
          </a:prstGeom>
          <a:noFill/>
        </p:spPr>
      </p:pic>
      <p:pic>
        <p:nvPicPr>
          <p:cNvPr id="25" name="Picture 8"/>
          <p:cNvPicPr>
            <a:picLocks noChangeAspect="1" noChangeArrowheads="1"/>
          </p:cNvPicPr>
          <p:nvPr/>
        </p:nvPicPr>
        <p:blipFill>
          <a:blip r:embed="rId5"/>
          <a:stretch/>
        </p:blipFill>
        <p:spPr bwMode="auto">
          <a:xfrm>
            <a:off x="63848" y="5450051"/>
            <a:ext cx="4762500" cy="4762500"/>
          </a:xfrm>
          <a:prstGeom prst="rect">
            <a:avLst/>
          </a:prstGeom>
          <a:noFill/>
        </p:spPr>
      </p:pic>
      <p:pic>
        <p:nvPicPr>
          <p:cNvPr id="26" name="Picture 2"/>
          <p:cNvPicPr>
            <a:picLocks noChangeAspect="1" noChangeArrowheads="1"/>
          </p:cNvPicPr>
          <p:nvPr/>
        </p:nvPicPr>
        <p:blipFill>
          <a:blip r:embed="rId6"/>
          <a:stretch/>
        </p:blipFill>
        <p:spPr bwMode="auto">
          <a:xfrm>
            <a:off x="3362076" y="3054111"/>
            <a:ext cx="3165981" cy="3165981"/>
          </a:xfrm>
          <a:prstGeom prst="rect">
            <a:avLst/>
          </a:prstGeom>
          <a:noFill/>
        </p:spPr>
      </p:pic>
      <p:pic>
        <p:nvPicPr>
          <p:cNvPr id="27" name="Picture 2"/>
          <p:cNvPicPr>
            <a:picLocks noChangeAspect="1" noChangeArrowheads="1"/>
          </p:cNvPicPr>
          <p:nvPr/>
        </p:nvPicPr>
        <p:blipFill>
          <a:blip r:embed="rId7"/>
          <a:stretch/>
        </p:blipFill>
        <p:spPr bwMode="auto">
          <a:xfrm>
            <a:off x="-439165" y="2708246"/>
            <a:ext cx="3609865" cy="3609865"/>
          </a:xfrm>
          <a:prstGeom prst="rect">
            <a:avLst/>
          </a:prstGeom>
          <a:noFill/>
        </p:spPr>
      </p:pic>
      <p:pic>
        <p:nvPicPr>
          <p:cNvPr id="28" name="Picture 4"/>
          <p:cNvPicPr>
            <a:picLocks noChangeAspect="1" noChangeArrowheads="1"/>
          </p:cNvPicPr>
          <p:nvPr/>
        </p:nvPicPr>
        <p:blipFill>
          <a:blip r:embed="rId8"/>
          <a:stretch/>
        </p:blipFill>
        <p:spPr bwMode="auto">
          <a:xfrm>
            <a:off x="14622918" y="2947093"/>
            <a:ext cx="5698347" cy="3798898"/>
          </a:xfrm>
          <a:prstGeom prst="rect">
            <a:avLst/>
          </a:prstGeom>
          <a:noFill/>
        </p:spPr>
      </p:pic>
      <p:pic>
        <p:nvPicPr>
          <p:cNvPr id="30" name="Picture 6"/>
          <p:cNvPicPr>
            <a:picLocks noChangeAspect="1" noChangeArrowheads="1"/>
          </p:cNvPicPr>
          <p:nvPr/>
        </p:nvPicPr>
        <p:blipFill>
          <a:blip r:embed="rId9"/>
          <a:stretch/>
        </p:blipFill>
        <p:spPr bwMode="auto">
          <a:xfrm>
            <a:off x="6527943" y="3208438"/>
            <a:ext cx="3122407" cy="3122407"/>
          </a:xfrm>
          <a:prstGeom prst="rect">
            <a:avLst/>
          </a:prstGeom>
          <a:noFill/>
        </p:spPr>
      </p:pic>
      <p:pic>
        <p:nvPicPr>
          <p:cNvPr id="31" name="Picture 16"/>
          <p:cNvPicPr>
            <a:picLocks noChangeAspect="1" noChangeArrowheads="1"/>
          </p:cNvPicPr>
          <p:nvPr/>
        </p:nvPicPr>
        <p:blipFill>
          <a:blip r:embed="rId10"/>
          <a:stretch/>
        </p:blipFill>
        <p:spPr bwMode="auto">
          <a:xfrm>
            <a:off x="14700316" y="4629355"/>
            <a:ext cx="5543550" cy="5543550"/>
          </a:xfrm>
          <a:prstGeom prst="rect">
            <a:avLst/>
          </a:prstGeom>
          <a:noFill/>
        </p:spPr>
      </p:pic>
      <p:pic>
        <p:nvPicPr>
          <p:cNvPr id="32" name="Picture 18"/>
          <p:cNvPicPr>
            <a:picLocks noChangeAspect="1" noChangeArrowheads="1"/>
          </p:cNvPicPr>
          <p:nvPr/>
        </p:nvPicPr>
        <p:blipFill>
          <a:blip r:embed="rId11"/>
          <a:stretch/>
        </p:blipFill>
        <p:spPr bwMode="auto">
          <a:xfrm>
            <a:off x="14954319" y="9718454"/>
            <a:ext cx="6181725" cy="3409950"/>
          </a:xfrm>
          <a:prstGeom prst="rect">
            <a:avLst/>
          </a:prstGeom>
          <a:noFill/>
        </p:spPr>
      </p:pic>
      <p:pic>
        <p:nvPicPr>
          <p:cNvPr id="33" name="Picture 6"/>
          <p:cNvPicPr>
            <a:picLocks noChangeAspect="1" noChangeArrowheads="1"/>
          </p:cNvPicPr>
          <p:nvPr/>
        </p:nvPicPr>
        <p:blipFill>
          <a:blip r:embed="rId12"/>
          <a:stretch/>
        </p:blipFill>
        <p:spPr bwMode="auto">
          <a:xfrm>
            <a:off x="5859215" y="9172943"/>
            <a:ext cx="4215945" cy="4215945"/>
          </a:xfrm>
          <a:prstGeom prst="rect">
            <a:avLst/>
          </a:prstGeom>
          <a:noFill/>
        </p:spPr>
      </p:pic>
      <p:pic>
        <p:nvPicPr>
          <p:cNvPr id="34" name="Picture 8"/>
          <p:cNvPicPr>
            <a:picLocks noChangeAspect="1" noChangeArrowheads="1"/>
          </p:cNvPicPr>
          <p:nvPr/>
        </p:nvPicPr>
        <p:blipFill>
          <a:blip r:embed="rId13"/>
          <a:srcRect b="11260"/>
          <a:stretch/>
        </p:blipFill>
        <p:spPr bwMode="auto">
          <a:xfrm>
            <a:off x="20005658" y="3461332"/>
            <a:ext cx="3871062" cy="6115387"/>
          </a:xfrm>
          <a:prstGeom prst="rect">
            <a:avLst/>
          </a:prstGeom>
          <a:noFill/>
        </p:spPr>
      </p:pic>
      <p:pic>
        <p:nvPicPr>
          <p:cNvPr id="35" name="Picture 22"/>
          <p:cNvPicPr>
            <a:picLocks noChangeAspect="1" noChangeArrowheads="1"/>
          </p:cNvPicPr>
          <p:nvPr/>
        </p:nvPicPr>
        <p:blipFill>
          <a:blip r:embed="rId14"/>
          <a:stretch/>
        </p:blipFill>
        <p:spPr bwMode="auto">
          <a:xfrm>
            <a:off x="20213459" y="9540360"/>
            <a:ext cx="4024889" cy="402488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93729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6350" y="0"/>
            <a:ext cx="2437130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937" name="Rectangle 10"/>
          <p:cNvSpPr/>
          <p:nvPr/>
        </p:nvSpPr>
        <p:spPr bwMode="auto">
          <a:xfrm>
            <a:off x="6352" y="0"/>
            <a:ext cx="7435516" cy="13716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 sz="8600">
                <a:solidFill>
                  <a:srgbClr val="FFFFFF"/>
                </a:solidFill>
              </a:defRPr>
            </a:pPr>
            <a:endParaRPr sz="86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9221446" y="5351780"/>
            <a:ext cx="14011088" cy="301244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rmAutofit/>
          </a:bodyPr>
          <a:lstStyle/>
          <a:p>
            <a:pPr defTabSz="914400" rtl="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66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Open Sans"/>
              </a:rPr>
              <a:t>БЛАГОДАРИМ ЗА ВНИМАНИЕ</a:t>
            </a:r>
            <a:endParaRPr sz="7200" spc="300" dirty="0">
              <a:solidFill>
                <a:srgbClr val="4D4D4D"/>
              </a:solidFill>
              <a:latin typeface="Montserrat Semi Bold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69362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3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14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4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254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1181</TotalTime>
  <Words>1563</Words>
  <Application>Microsoft Office PowerPoint</Application>
  <DocSecurity>0</DocSecurity>
  <PresentationFormat>Произвольный</PresentationFormat>
  <Paragraphs>219</Paragraphs>
  <Slides>24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24</vt:i4>
      </vt:variant>
    </vt:vector>
  </HeadingPairs>
  <TitlesOfParts>
    <vt:vector size="34" baseType="lpstr">
      <vt:lpstr>Calibri</vt:lpstr>
      <vt:lpstr>Montserrat Semi Bold</vt:lpstr>
      <vt:lpstr>Open Sans</vt:lpstr>
      <vt:lpstr>Open Sans Light</vt:lpstr>
      <vt:lpstr>PFDinDisplayPro-Regular</vt:lpstr>
      <vt:lpstr>Stem</vt:lpstr>
      <vt:lpstr>Wingdings</vt:lpstr>
      <vt:lpstr>11_Office Theme</vt:lpstr>
      <vt:lpstr>13_Office Theme</vt:lpstr>
      <vt:lpstr>14_Office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ИНТЕЛЛЕКТУАЛЬНОЕ ОБУЧЕНИЕ ЗАГОЛОВОК</dc:title>
  <dc:subject/>
  <dc:creator>ASUS</dc:creator>
  <cp:keywords/>
  <dc:description/>
  <cp:lastModifiedBy>Учетная запись Майкрософт</cp:lastModifiedBy>
  <cp:revision>128</cp:revision>
  <dcterms:modified xsi:type="dcterms:W3CDTF">2024-07-02T03:54:12Z</dcterms:modified>
  <cp:category/>
  <dc:identifier/>
  <cp:contentStatus/>
  <dc:language/>
  <cp:version/>
</cp:coreProperties>
</file>