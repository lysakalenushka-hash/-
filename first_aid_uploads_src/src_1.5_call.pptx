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7"/>
  </p:notesMasterIdLst>
  <p:sldIdLst>
    <p:sldId id="280" r:id="rId4"/>
    <p:sldId id="303" r:id="rId5"/>
    <p:sldId id="282" r:id="rId6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0.xml"/><Relationship Id="rId39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46.xml"/><Relationship Id="rId47" Type="http://schemas.openxmlformats.org/officeDocument/2006/relationships/slideLayout" Target="../slideLayouts/slideLayout151.xml"/><Relationship Id="rId50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9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36.xml"/><Relationship Id="rId37" Type="http://schemas.openxmlformats.org/officeDocument/2006/relationships/slideLayout" Target="../slideLayouts/slideLayout141.xml"/><Relationship Id="rId40" Type="http://schemas.openxmlformats.org/officeDocument/2006/relationships/slideLayout" Target="../slideLayouts/slideLayout144.xml"/><Relationship Id="rId45" Type="http://schemas.openxmlformats.org/officeDocument/2006/relationships/slideLayout" Target="../slideLayouts/slideLayout149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35.xml"/><Relationship Id="rId44" Type="http://schemas.openxmlformats.org/officeDocument/2006/relationships/slideLayout" Target="../slideLayouts/slideLayout148.xml"/><Relationship Id="rId52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31.xml"/><Relationship Id="rId30" Type="http://schemas.openxmlformats.org/officeDocument/2006/relationships/slideLayout" Target="../slideLayouts/slideLayout134.xml"/><Relationship Id="rId35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47.xml"/><Relationship Id="rId48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12.xml"/><Relationship Id="rId51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37.xml"/><Relationship Id="rId38" Type="http://schemas.openxmlformats.org/officeDocument/2006/relationships/slideLayout" Target="../slideLayouts/slideLayout142.xml"/><Relationship Id="rId46" Type="http://schemas.openxmlformats.org/officeDocument/2006/relationships/slideLayout" Target="../slideLayouts/slideLayout150.xml"/><Relationship Id="rId20" Type="http://schemas.openxmlformats.org/officeDocument/2006/relationships/slideLayout" Target="../slideLayouts/slideLayout124.xml"/><Relationship Id="rId41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40.xml"/><Relationship Id="rId49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0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ОСНОВНЫЕ ПРАВИЛА ВЫЗОВА СКОРОЙ МЕДИЦИНСКОЙ ПОМОЩИ И ДРУГИХ СПЕЦИАЛЬНЫХ СЛУЖБ, СОТРУДНИКИ КОТОРЫХ ОБЯЗАНЫ ОКАЗЫВАТЬ ПЕРВУЮ ПОМОЩЬ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815415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7046" y="1804451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ПРАВИЛА ВЫЗОВА СКОРОЙ МЕДИЦИНСКОЙ ПОМОЩ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При вызове скорой медицинской помощи необходимо обязательно сообщить диспетчеру следующую информацию: 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место происшествия, что произошло;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число пострадавших и тяжесть их состояния;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какая помощь оказывается.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1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1182</TotalTime>
  <Words>65</Words>
  <Application>Microsoft Office PowerPoint</Application>
  <DocSecurity>0</DocSecurity>
  <PresentationFormat>Произвольный</PresentationFormat>
  <Paragraphs>14</Paragraphs>
  <Slides>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</vt:i4>
      </vt:variant>
    </vt:vector>
  </HeadingPairs>
  <TitlesOfParts>
    <vt:vector size="12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2026-08-07T11:57:57Z</dcterms:modified>
  <cp:category/>
  <dc:identifier/>
  <cp:contentStatus/>
  <dc:language/>
  <cp:version/>
</cp:coreProperties>
</file>