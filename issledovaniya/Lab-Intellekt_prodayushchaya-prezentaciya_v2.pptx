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00" b="1" i="0" dirty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LAB-</a:t>
            </a:r>
            <a:r>
              <a:rPr lang="ru-RU" sz="1400" b="1" i="0" dirty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  ·  СМАРТА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1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1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1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1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10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1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6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6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600" b="0" i="1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600" b="0" i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140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Потеря рабочего времени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Оплата времени, затраченного работниками на обучение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__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16 млн. 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Потеря смены / 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Больничный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простой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расследование</a:t>
            </a:r>
            <a:endParaRPr lang="ru-RU"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 цифра: ________ 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Стоимость организации </a:t>
            </a:r>
            <a:r>
              <a:rPr lang="ru-RU"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обучени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галочки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договорных отношений и администрирования процесса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2104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3 млн ₽</a:t>
            </a:r>
            <a:endParaRPr sz="1500" b="1" i="0" dirty="0">
              <a:solidFill>
                <a:srgbClr val="C0453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800" b="1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9075" y="38100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114800" y="3890772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288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03420" y="4457223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4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8862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8147" y="3723132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8660" y="409575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21040" y="46177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28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473440" y="4200144"/>
            <a:ext cx="3154680" cy="5242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473440" y="271272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40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4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4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28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28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3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3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+mn-lt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6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28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Lab-Интеллект  ·  СМАРТА  ·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/>
                <a:gridCol w="2837500"/>
                <a:gridCol w="2837500"/>
                <a:gridCol w="2837500"/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1345</Words>
  <Application>Microsoft Office PowerPoint</Application>
  <PresentationFormat>Широкоэкранный</PresentationFormat>
  <Paragraphs>207</Paragraphs>
  <Slides>15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2</cp:revision>
  <dcterms:created xsi:type="dcterms:W3CDTF">2013-01-27T09:14:16Z</dcterms:created>
  <dcterms:modified xsi:type="dcterms:W3CDTF">2026-09-15T10:43:04Z</dcterms:modified>
  <cp:category/>
</cp:coreProperties>
</file>