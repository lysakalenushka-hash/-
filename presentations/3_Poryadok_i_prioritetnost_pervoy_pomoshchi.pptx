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colors3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drawing3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diagrams/quickStyle3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1" r:id="rId1"/>
    <p:sldMasterId id="2147483757" r:id="rId2"/>
    <p:sldMasterId id="2147483810" r:id="rId3"/>
  </p:sldMasterIdLst>
  <p:notesMasterIdLst>
    <p:notesMasterId r:id="rId12"/>
  </p:notesMasterIdLst>
  <p:sldIdLst>
    <p:sldId id="280" r:id="rId4"/>
    <p:sldId id="303" r:id="rId5"/>
    <p:sldId id="304" r:id="rId6"/>
    <p:sldId id="305" r:id="rId7"/>
    <p:sldId id="306" r:id="rId8"/>
    <p:sldId id="302" r:id="rId9"/>
    <p:sldId id="307" r:id="rId10"/>
    <p:sldId id="282" r:id="rId11"/>
  </p:sldIdLst>
  <p:sldSz cx="24384000" cy="13716000"/>
  <p:notesSz cx="24384000" cy="13716000"/>
  <p:defaultTextStyle>
    <a:defPPr marL="0" marR="0" indent="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>
        <a:ln>
          <a:noFill/>
        </a:ln>
        <a:solidFill>
          <a:srgbClr val="000000"/>
        </a:solidFill>
      </a:defRPr>
    </a:defPPr>
    <a:lvl1pPr marL="0" marR="0" indent="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1pPr>
    <a:lvl2pPr marL="0" marR="0" indent="4572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2pPr>
    <a:lvl3pPr marL="0" marR="0" indent="9144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3pPr>
    <a:lvl4pPr marL="0" marR="0" indent="13716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4pPr>
    <a:lvl5pPr marL="0" marR="0" indent="18288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5pPr>
    <a:lvl6pPr marL="0" marR="0" indent="22860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6pPr>
    <a:lvl7pPr marL="0" marR="0" indent="27432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7pPr>
    <a:lvl8pPr marL="0" marR="0" indent="32004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8pPr>
    <a:lvl9pPr marL="0" marR="0" indent="36576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B8AA8F"/>
    <a:srgbClr val="FCE1AA"/>
    <a:srgbClr val="FF6699"/>
    <a:srgbClr val="F5F0E1"/>
    <a:srgbClr val="435562"/>
    <a:srgbClr val="EBECEE"/>
    <a:srgbClr val="FEFEFD"/>
    <a:srgbClr val="055399"/>
    <a:srgbClr val="FDFD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38" autoAdjust="0"/>
    <p:restoredTop sz="92577" autoAdjust="0"/>
  </p:normalViewPr>
  <p:slideViewPr>
    <p:cSldViewPr>
      <p:cViewPr varScale="1">
        <p:scale>
          <a:sx n="50" d="100"/>
          <a:sy n="50" d="100"/>
        </p:scale>
        <p:origin x="72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A1B3895-1813-4835-BBCC-C2291D07C023}" type="doc">
      <dgm:prSet loTypeId="urn:microsoft.com/office/officeart/2005/8/layout/hierarchy5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ru-RU"/>
        </a:p>
      </dgm:t>
    </dgm:pt>
    <dgm:pt modelId="{ADCFC10A-4257-4926-88C2-867A615D0E35}">
      <dgm:prSet custT="1"/>
      <dgm:spPr>
        <a:solidFill>
          <a:srgbClr val="F5F0E1"/>
        </a:solidFill>
      </dgm:spPr>
      <dgm:t>
        <a:bodyPr/>
        <a:lstStyle/>
        <a:p>
          <a:r>
            <a:rPr lang="ru-RU" sz="2400" b="0" i="0" dirty="0">
              <a:latin typeface="Open Sans" pitchFamily="2" charset="0"/>
              <a:ea typeface="Open Sans" pitchFamily="2" charset="0"/>
              <a:cs typeface="Open Sans" pitchFamily="2" charset="0"/>
            </a:rPr>
            <a:t>Структура документа (3 главных блока):</a:t>
          </a:r>
          <a:endParaRPr lang="ru-RU" sz="2400" dirty="0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CF6CB2BA-8BEE-4CAB-9092-EBB1BC6157D9}" type="parTrans" cxnId="{9F743FD3-C89E-4786-B2C4-953CEC9071BD}">
      <dgm:prSet/>
      <dgm:spPr/>
      <dgm:t>
        <a:bodyPr/>
        <a:lstStyle/>
        <a:p>
          <a:endParaRPr lang="ru-RU" sz="2400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432247DE-3971-4BA2-8815-0521CD379230}" type="sibTrans" cxnId="{9F743FD3-C89E-4786-B2C4-953CEC9071BD}">
      <dgm:prSet/>
      <dgm:spPr/>
      <dgm:t>
        <a:bodyPr/>
        <a:lstStyle/>
        <a:p>
          <a:endParaRPr lang="ru-RU" sz="2400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27F8D69D-0F04-4078-8F5C-236CB882C0D2}">
      <dgm:prSet custT="1"/>
      <dgm:spPr>
        <a:solidFill>
          <a:srgbClr val="F5F0E1"/>
        </a:solidFill>
      </dgm:spPr>
      <dgm:t>
        <a:bodyPr/>
        <a:lstStyle/>
        <a:p>
          <a:r>
            <a:rPr lang="ru-RU" sz="2400" b="0" i="0" dirty="0">
              <a:latin typeface="Open Sans" pitchFamily="2" charset="0"/>
              <a:ea typeface="Open Sans" pitchFamily="2" charset="0"/>
              <a:cs typeface="Open Sans" pitchFamily="2" charset="0"/>
            </a:rPr>
            <a:t>Общие организационные положения.</a:t>
          </a:r>
          <a:endParaRPr lang="ru-RU" sz="2400" dirty="0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168A1F1B-BE8B-4368-A09D-7E774CC1B1FA}" type="parTrans" cxnId="{3E7586FA-DC35-4DFF-86B7-831960E5F919}">
      <dgm:prSet custT="1"/>
      <dgm:spPr/>
      <dgm:t>
        <a:bodyPr/>
        <a:lstStyle/>
        <a:p>
          <a:endParaRPr lang="ru-RU" sz="2400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DC913D0D-3DCE-4E30-8BFD-65C371A4A8A6}" type="sibTrans" cxnId="{3E7586FA-DC35-4DFF-86B7-831960E5F919}">
      <dgm:prSet/>
      <dgm:spPr/>
      <dgm:t>
        <a:bodyPr/>
        <a:lstStyle/>
        <a:p>
          <a:endParaRPr lang="ru-RU" sz="2400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EBE9F2B6-1D8B-4130-BCF6-3B2F71FD49D7}">
      <dgm:prSet custT="1"/>
      <dgm:spPr>
        <a:solidFill>
          <a:srgbClr val="F5F0E1"/>
        </a:solidFill>
      </dgm:spPr>
      <dgm:t>
        <a:bodyPr/>
        <a:lstStyle/>
        <a:p>
          <a:r>
            <a:rPr lang="ru-RU" sz="2400" b="0" i="0" dirty="0">
              <a:latin typeface="Open Sans" pitchFamily="2" charset="0"/>
              <a:ea typeface="Open Sans" pitchFamily="2" charset="0"/>
              <a:cs typeface="Open Sans" pitchFamily="2" charset="0"/>
            </a:rPr>
            <a:t>Приложение № 1 — Перечень из 9 состояний.</a:t>
          </a:r>
          <a:endParaRPr lang="ru-RU" sz="2400" dirty="0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FD6DA4D5-7A08-469B-A413-5B45C6F3F1D7}" type="parTrans" cxnId="{78839AF6-ED07-4854-881E-3E0CDC443949}">
      <dgm:prSet custT="1"/>
      <dgm:spPr/>
      <dgm:t>
        <a:bodyPr/>
        <a:lstStyle/>
        <a:p>
          <a:endParaRPr lang="ru-RU" sz="2400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0ED33A08-0322-4652-8D74-4D9C9F0A9980}" type="sibTrans" cxnId="{78839AF6-ED07-4854-881E-3E0CDC443949}">
      <dgm:prSet/>
      <dgm:spPr/>
      <dgm:t>
        <a:bodyPr/>
        <a:lstStyle/>
        <a:p>
          <a:endParaRPr lang="ru-RU" sz="2400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5C5D2F41-5616-4FBF-8D91-0E9D814EB5D0}">
      <dgm:prSet custT="1"/>
      <dgm:spPr>
        <a:solidFill>
          <a:srgbClr val="F5F0E1"/>
        </a:solidFill>
      </dgm:spPr>
      <dgm:t>
        <a:bodyPr/>
        <a:lstStyle/>
        <a:p>
          <a:r>
            <a:rPr lang="ru-RU" sz="2400" b="0" i="0" dirty="0">
              <a:latin typeface="Open Sans" pitchFamily="2" charset="0"/>
              <a:ea typeface="Open Sans" pitchFamily="2" charset="0"/>
              <a:cs typeface="Open Sans" pitchFamily="2" charset="0"/>
            </a:rPr>
            <a:t>Приложение № 2 — Перечень из 9 мероприятий и последовательность их проведения.</a:t>
          </a:r>
          <a:endParaRPr lang="ru-RU" sz="2400" dirty="0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73156D81-23E9-4E44-BC60-0F0BB3E5F28A}" type="parTrans" cxnId="{36DF59A4-5D59-409E-918A-00E9B413C305}">
      <dgm:prSet custT="1"/>
      <dgm:spPr/>
      <dgm:t>
        <a:bodyPr/>
        <a:lstStyle/>
        <a:p>
          <a:endParaRPr lang="ru-RU" sz="2400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7684C686-8C74-4934-85E2-0ED3A5B9A80C}" type="sibTrans" cxnId="{36DF59A4-5D59-409E-918A-00E9B413C305}">
      <dgm:prSet/>
      <dgm:spPr/>
      <dgm:t>
        <a:bodyPr/>
        <a:lstStyle/>
        <a:p>
          <a:endParaRPr lang="ru-RU" sz="2400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9CC00975-D4F3-4371-BA69-ADFDD4D50EB8}" type="pres">
      <dgm:prSet presAssocID="{2A1B3895-1813-4835-BBCC-C2291D07C023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EADD0068-4C09-4DAF-A4D1-974BD5C77FB2}" type="pres">
      <dgm:prSet presAssocID="{2A1B3895-1813-4835-BBCC-C2291D07C023}" presName="hierFlow" presStyleCnt="0"/>
      <dgm:spPr/>
    </dgm:pt>
    <dgm:pt modelId="{ACBE1F32-729D-486F-8ACA-2FDEBB7CDE7C}" type="pres">
      <dgm:prSet presAssocID="{2A1B3895-1813-4835-BBCC-C2291D07C023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D5748B9C-1036-44D6-ADA6-64D736DA6273}" type="pres">
      <dgm:prSet presAssocID="{ADCFC10A-4257-4926-88C2-867A615D0E35}" presName="Name17" presStyleCnt="0"/>
      <dgm:spPr/>
    </dgm:pt>
    <dgm:pt modelId="{CE72157B-730C-44BD-AEDE-9F98743AB6C5}" type="pres">
      <dgm:prSet presAssocID="{ADCFC10A-4257-4926-88C2-867A615D0E35}" presName="level1Shape" presStyleLbl="node0" presStyleIdx="0" presStyleCnt="1">
        <dgm:presLayoutVars>
          <dgm:chPref val="3"/>
        </dgm:presLayoutVars>
      </dgm:prSet>
      <dgm:spPr/>
    </dgm:pt>
    <dgm:pt modelId="{732437F7-CB42-467E-A8A2-B75E9DDA7668}" type="pres">
      <dgm:prSet presAssocID="{ADCFC10A-4257-4926-88C2-867A615D0E35}" presName="hierChild2" presStyleCnt="0"/>
      <dgm:spPr/>
    </dgm:pt>
    <dgm:pt modelId="{DDC0102F-BA01-4908-AB0C-C44A23CC4807}" type="pres">
      <dgm:prSet presAssocID="{168A1F1B-BE8B-4368-A09D-7E774CC1B1FA}" presName="Name25" presStyleLbl="parChTrans1D2" presStyleIdx="0" presStyleCnt="3"/>
      <dgm:spPr/>
    </dgm:pt>
    <dgm:pt modelId="{5A7C02DB-A9BA-4833-8BFD-F34B88F35C59}" type="pres">
      <dgm:prSet presAssocID="{168A1F1B-BE8B-4368-A09D-7E774CC1B1FA}" presName="connTx" presStyleLbl="parChTrans1D2" presStyleIdx="0" presStyleCnt="3"/>
      <dgm:spPr/>
    </dgm:pt>
    <dgm:pt modelId="{116097E8-5988-45E5-9F19-73A1CC4815EE}" type="pres">
      <dgm:prSet presAssocID="{27F8D69D-0F04-4078-8F5C-236CB882C0D2}" presName="Name30" presStyleCnt="0"/>
      <dgm:spPr/>
    </dgm:pt>
    <dgm:pt modelId="{18ADE2F0-31B9-41F2-9C5D-A56CABE9F293}" type="pres">
      <dgm:prSet presAssocID="{27F8D69D-0F04-4078-8F5C-236CB882C0D2}" presName="level2Shape" presStyleLbl="node2" presStyleIdx="0" presStyleCnt="3"/>
      <dgm:spPr/>
    </dgm:pt>
    <dgm:pt modelId="{E3EAE7EB-9FF3-4D35-9622-15C4AB1E54CD}" type="pres">
      <dgm:prSet presAssocID="{27F8D69D-0F04-4078-8F5C-236CB882C0D2}" presName="hierChild3" presStyleCnt="0"/>
      <dgm:spPr/>
    </dgm:pt>
    <dgm:pt modelId="{DC43B825-DC64-48F4-B7FD-04658D4B5C7D}" type="pres">
      <dgm:prSet presAssocID="{FD6DA4D5-7A08-469B-A413-5B45C6F3F1D7}" presName="Name25" presStyleLbl="parChTrans1D2" presStyleIdx="1" presStyleCnt="3"/>
      <dgm:spPr/>
    </dgm:pt>
    <dgm:pt modelId="{56B4B9CE-7A8E-448B-8362-A78497177281}" type="pres">
      <dgm:prSet presAssocID="{FD6DA4D5-7A08-469B-A413-5B45C6F3F1D7}" presName="connTx" presStyleLbl="parChTrans1D2" presStyleIdx="1" presStyleCnt="3"/>
      <dgm:spPr/>
    </dgm:pt>
    <dgm:pt modelId="{D13AD2F9-2FA7-4E86-B4D6-1424B2E512BE}" type="pres">
      <dgm:prSet presAssocID="{EBE9F2B6-1D8B-4130-BCF6-3B2F71FD49D7}" presName="Name30" presStyleCnt="0"/>
      <dgm:spPr/>
    </dgm:pt>
    <dgm:pt modelId="{102416F5-3BAC-4BC7-95D7-E66D968CAA5F}" type="pres">
      <dgm:prSet presAssocID="{EBE9F2B6-1D8B-4130-BCF6-3B2F71FD49D7}" presName="level2Shape" presStyleLbl="node2" presStyleIdx="1" presStyleCnt="3"/>
      <dgm:spPr/>
    </dgm:pt>
    <dgm:pt modelId="{5CCE7119-0602-4D0D-8940-58509259B050}" type="pres">
      <dgm:prSet presAssocID="{EBE9F2B6-1D8B-4130-BCF6-3B2F71FD49D7}" presName="hierChild3" presStyleCnt="0"/>
      <dgm:spPr/>
    </dgm:pt>
    <dgm:pt modelId="{69028B1A-0CDE-48E3-ACD8-8484A0079987}" type="pres">
      <dgm:prSet presAssocID="{73156D81-23E9-4E44-BC60-0F0BB3E5F28A}" presName="Name25" presStyleLbl="parChTrans1D2" presStyleIdx="2" presStyleCnt="3"/>
      <dgm:spPr/>
    </dgm:pt>
    <dgm:pt modelId="{7C1FB7FE-0F62-41AB-9338-DA2FB0FFEE6E}" type="pres">
      <dgm:prSet presAssocID="{73156D81-23E9-4E44-BC60-0F0BB3E5F28A}" presName="connTx" presStyleLbl="parChTrans1D2" presStyleIdx="2" presStyleCnt="3"/>
      <dgm:spPr/>
    </dgm:pt>
    <dgm:pt modelId="{10FCF2ED-E9B6-4599-8EEC-C4007EEF4D12}" type="pres">
      <dgm:prSet presAssocID="{5C5D2F41-5616-4FBF-8D91-0E9D814EB5D0}" presName="Name30" presStyleCnt="0"/>
      <dgm:spPr/>
    </dgm:pt>
    <dgm:pt modelId="{A0FC143F-1AD6-4D34-B304-77569132E0D7}" type="pres">
      <dgm:prSet presAssocID="{5C5D2F41-5616-4FBF-8D91-0E9D814EB5D0}" presName="level2Shape" presStyleLbl="node2" presStyleIdx="2" presStyleCnt="3"/>
      <dgm:spPr/>
    </dgm:pt>
    <dgm:pt modelId="{6A429BD6-BDC6-41DB-BF72-E29C375EB712}" type="pres">
      <dgm:prSet presAssocID="{5C5D2F41-5616-4FBF-8D91-0E9D814EB5D0}" presName="hierChild3" presStyleCnt="0"/>
      <dgm:spPr/>
    </dgm:pt>
    <dgm:pt modelId="{3B7E38D9-592A-4F47-8488-FC09925C1741}" type="pres">
      <dgm:prSet presAssocID="{2A1B3895-1813-4835-BBCC-C2291D07C023}" presName="bgShapesFlow" presStyleCnt="0"/>
      <dgm:spPr/>
    </dgm:pt>
  </dgm:ptLst>
  <dgm:cxnLst>
    <dgm:cxn modelId="{DC83591E-F3DC-4654-A484-763913826787}" type="presOf" srcId="{73156D81-23E9-4E44-BC60-0F0BB3E5F28A}" destId="{69028B1A-0CDE-48E3-ACD8-8484A0079987}" srcOrd="0" destOrd="0" presId="urn:microsoft.com/office/officeart/2005/8/layout/hierarchy5"/>
    <dgm:cxn modelId="{DB903035-3CF6-45E0-80E3-ACDC40C7CB7C}" type="presOf" srcId="{168A1F1B-BE8B-4368-A09D-7E774CC1B1FA}" destId="{DDC0102F-BA01-4908-AB0C-C44A23CC4807}" srcOrd="0" destOrd="0" presId="urn:microsoft.com/office/officeart/2005/8/layout/hierarchy5"/>
    <dgm:cxn modelId="{9CE17440-68A5-453C-9DE0-5B3EDE6B26F5}" type="presOf" srcId="{EBE9F2B6-1D8B-4130-BCF6-3B2F71FD49D7}" destId="{102416F5-3BAC-4BC7-95D7-E66D968CAA5F}" srcOrd="0" destOrd="0" presId="urn:microsoft.com/office/officeart/2005/8/layout/hierarchy5"/>
    <dgm:cxn modelId="{2561E547-DF6D-4145-876A-9769AD68217A}" type="presOf" srcId="{168A1F1B-BE8B-4368-A09D-7E774CC1B1FA}" destId="{5A7C02DB-A9BA-4833-8BFD-F34B88F35C59}" srcOrd="1" destOrd="0" presId="urn:microsoft.com/office/officeart/2005/8/layout/hierarchy5"/>
    <dgm:cxn modelId="{6C0BC048-0E8B-4717-8E19-4058EC436FDA}" type="presOf" srcId="{73156D81-23E9-4E44-BC60-0F0BB3E5F28A}" destId="{7C1FB7FE-0F62-41AB-9338-DA2FB0FFEE6E}" srcOrd="1" destOrd="0" presId="urn:microsoft.com/office/officeart/2005/8/layout/hierarchy5"/>
    <dgm:cxn modelId="{25364349-4CAD-402F-8E2F-10D66C5A61B9}" type="presOf" srcId="{27F8D69D-0F04-4078-8F5C-236CB882C0D2}" destId="{18ADE2F0-31B9-41F2-9C5D-A56CABE9F293}" srcOrd="0" destOrd="0" presId="urn:microsoft.com/office/officeart/2005/8/layout/hierarchy5"/>
    <dgm:cxn modelId="{051F9F98-6F6F-4DFE-BEE4-17E77B95CE41}" type="presOf" srcId="{FD6DA4D5-7A08-469B-A413-5B45C6F3F1D7}" destId="{56B4B9CE-7A8E-448B-8362-A78497177281}" srcOrd="1" destOrd="0" presId="urn:microsoft.com/office/officeart/2005/8/layout/hierarchy5"/>
    <dgm:cxn modelId="{8331629F-34AF-4750-945D-EA5B99FEC63F}" type="presOf" srcId="{FD6DA4D5-7A08-469B-A413-5B45C6F3F1D7}" destId="{DC43B825-DC64-48F4-B7FD-04658D4B5C7D}" srcOrd="0" destOrd="0" presId="urn:microsoft.com/office/officeart/2005/8/layout/hierarchy5"/>
    <dgm:cxn modelId="{95CFDDA3-2EBF-465B-B488-9714DC6B669C}" type="presOf" srcId="{5C5D2F41-5616-4FBF-8D91-0E9D814EB5D0}" destId="{A0FC143F-1AD6-4D34-B304-77569132E0D7}" srcOrd="0" destOrd="0" presId="urn:microsoft.com/office/officeart/2005/8/layout/hierarchy5"/>
    <dgm:cxn modelId="{36DF59A4-5D59-409E-918A-00E9B413C305}" srcId="{ADCFC10A-4257-4926-88C2-867A615D0E35}" destId="{5C5D2F41-5616-4FBF-8D91-0E9D814EB5D0}" srcOrd="2" destOrd="0" parTransId="{73156D81-23E9-4E44-BC60-0F0BB3E5F28A}" sibTransId="{7684C686-8C74-4934-85E2-0ED3A5B9A80C}"/>
    <dgm:cxn modelId="{0BF61FCF-4C4B-48D9-8C39-D5C8119E756A}" type="presOf" srcId="{ADCFC10A-4257-4926-88C2-867A615D0E35}" destId="{CE72157B-730C-44BD-AEDE-9F98743AB6C5}" srcOrd="0" destOrd="0" presId="urn:microsoft.com/office/officeart/2005/8/layout/hierarchy5"/>
    <dgm:cxn modelId="{9F743FD3-C89E-4786-B2C4-953CEC9071BD}" srcId="{2A1B3895-1813-4835-BBCC-C2291D07C023}" destId="{ADCFC10A-4257-4926-88C2-867A615D0E35}" srcOrd="0" destOrd="0" parTransId="{CF6CB2BA-8BEE-4CAB-9092-EBB1BC6157D9}" sibTransId="{432247DE-3971-4BA2-8815-0521CD379230}"/>
    <dgm:cxn modelId="{1E9DD7E2-8839-4D16-B87B-7A06D17EB4F5}" type="presOf" srcId="{2A1B3895-1813-4835-BBCC-C2291D07C023}" destId="{9CC00975-D4F3-4371-BA69-ADFDD4D50EB8}" srcOrd="0" destOrd="0" presId="urn:microsoft.com/office/officeart/2005/8/layout/hierarchy5"/>
    <dgm:cxn modelId="{78839AF6-ED07-4854-881E-3E0CDC443949}" srcId="{ADCFC10A-4257-4926-88C2-867A615D0E35}" destId="{EBE9F2B6-1D8B-4130-BCF6-3B2F71FD49D7}" srcOrd="1" destOrd="0" parTransId="{FD6DA4D5-7A08-469B-A413-5B45C6F3F1D7}" sibTransId="{0ED33A08-0322-4652-8D74-4D9C9F0A9980}"/>
    <dgm:cxn modelId="{3E7586FA-DC35-4DFF-86B7-831960E5F919}" srcId="{ADCFC10A-4257-4926-88C2-867A615D0E35}" destId="{27F8D69D-0F04-4078-8F5C-236CB882C0D2}" srcOrd="0" destOrd="0" parTransId="{168A1F1B-BE8B-4368-A09D-7E774CC1B1FA}" sibTransId="{DC913D0D-3DCE-4E30-8BFD-65C371A4A8A6}"/>
    <dgm:cxn modelId="{3A131734-EC65-4D35-A570-C90326155CF7}" type="presParOf" srcId="{9CC00975-D4F3-4371-BA69-ADFDD4D50EB8}" destId="{EADD0068-4C09-4DAF-A4D1-974BD5C77FB2}" srcOrd="0" destOrd="0" presId="urn:microsoft.com/office/officeart/2005/8/layout/hierarchy5"/>
    <dgm:cxn modelId="{04EC7741-8615-4D15-899F-042F94C2A45B}" type="presParOf" srcId="{EADD0068-4C09-4DAF-A4D1-974BD5C77FB2}" destId="{ACBE1F32-729D-486F-8ACA-2FDEBB7CDE7C}" srcOrd="0" destOrd="0" presId="urn:microsoft.com/office/officeart/2005/8/layout/hierarchy5"/>
    <dgm:cxn modelId="{5C9457B6-9982-43A5-840A-C8181296AF9E}" type="presParOf" srcId="{ACBE1F32-729D-486F-8ACA-2FDEBB7CDE7C}" destId="{D5748B9C-1036-44D6-ADA6-64D736DA6273}" srcOrd="0" destOrd="0" presId="urn:microsoft.com/office/officeart/2005/8/layout/hierarchy5"/>
    <dgm:cxn modelId="{265FDD8E-43BD-42AE-8B00-1C6588A75462}" type="presParOf" srcId="{D5748B9C-1036-44D6-ADA6-64D736DA6273}" destId="{CE72157B-730C-44BD-AEDE-9F98743AB6C5}" srcOrd="0" destOrd="0" presId="urn:microsoft.com/office/officeart/2005/8/layout/hierarchy5"/>
    <dgm:cxn modelId="{AA2D0936-7010-4B30-BC33-1628F4AE29AB}" type="presParOf" srcId="{D5748B9C-1036-44D6-ADA6-64D736DA6273}" destId="{732437F7-CB42-467E-A8A2-B75E9DDA7668}" srcOrd="1" destOrd="0" presId="urn:microsoft.com/office/officeart/2005/8/layout/hierarchy5"/>
    <dgm:cxn modelId="{0367565B-E94E-4C96-9B10-6E9A2EB83E4B}" type="presParOf" srcId="{732437F7-CB42-467E-A8A2-B75E9DDA7668}" destId="{DDC0102F-BA01-4908-AB0C-C44A23CC4807}" srcOrd="0" destOrd="0" presId="urn:microsoft.com/office/officeart/2005/8/layout/hierarchy5"/>
    <dgm:cxn modelId="{6507E6A0-2A15-41CA-AFA7-D61361254CDE}" type="presParOf" srcId="{DDC0102F-BA01-4908-AB0C-C44A23CC4807}" destId="{5A7C02DB-A9BA-4833-8BFD-F34B88F35C59}" srcOrd="0" destOrd="0" presId="urn:microsoft.com/office/officeart/2005/8/layout/hierarchy5"/>
    <dgm:cxn modelId="{A87CC9C0-9A20-406B-A6DA-7CAC70680C2D}" type="presParOf" srcId="{732437F7-CB42-467E-A8A2-B75E9DDA7668}" destId="{116097E8-5988-45E5-9F19-73A1CC4815EE}" srcOrd="1" destOrd="0" presId="urn:microsoft.com/office/officeart/2005/8/layout/hierarchy5"/>
    <dgm:cxn modelId="{95AD3668-1C4A-496A-9480-3A9CA6207285}" type="presParOf" srcId="{116097E8-5988-45E5-9F19-73A1CC4815EE}" destId="{18ADE2F0-31B9-41F2-9C5D-A56CABE9F293}" srcOrd="0" destOrd="0" presId="urn:microsoft.com/office/officeart/2005/8/layout/hierarchy5"/>
    <dgm:cxn modelId="{BCE2837D-3FD5-4121-9E1D-AAC7103EE19C}" type="presParOf" srcId="{116097E8-5988-45E5-9F19-73A1CC4815EE}" destId="{E3EAE7EB-9FF3-4D35-9622-15C4AB1E54CD}" srcOrd="1" destOrd="0" presId="urn:microsoft.com/office/officeart/2005/8/layout/hierarchy5"/>
    <dgm:cxn modelId="{1A5517E8-304F-41A3-BFF7-4DDD3D903CE1}" type="presParOf" srcId="{732437F7-CB42-467E-A8A2-B75E9DDA7668}" destId="{DC43B825-DC64-48F4-B7FD-04658D4B5C7D}" srcOrd="2" destOrd="0" presId="urn:microsoft.com/office/officeart/2005/8/layout/hierarchy5"/>
    <dgm:cxn modelId="{4FAE0CFB-7842-4980-B8B3-FEA97EB49F7A}" type="presParOf" srcId="{DC43B825-DC64-48F4-B7FD-04658D4B5C7D}" destId="{56B4B9CE-7A8E-448B-8362-A78497177281}" srcOrd="0" destOrd="0" presId="urn:microsoft.com/office/officeart/2005/8/layout/hierarchy5"/>
    <dgm:cxn modelId="{7C3E16F9-ADB3-4A4F-A741-0A3999636043}" type="presParOf" srcId="{732437F7-CB42-467E-A8A2-B75E9DDA7668}" destId="{D13AD2F9-2FA7-4E86-B4D6-1424B2E512BE}" srcOrd="3" destOrd="0" presId="urn:microsoft.com/office/officeart/2005/8/layout/hierarchy5"/>
    <dgm:cxn modelId="{0CBE8294-0306-4173-9024-291F4244B41B}" type="presParOf" srcId="{D13AD2F9-2FA7-4E86-B4D6-1424B2E512BE}" destId="{102416F5-3BAC-4BC7-95D7-E66D968CAA5F}" srcOrd="0" destOrd="0" presId="urn:microsoft.com/office/officeart/2005/8/layout/hierarchy5"/>
    <dgm:cxn modelId="{07447ACE-F15B-4874-9E50-3649ACEC0C02}" type="presParOf" srcId="{D13AD2F9-2FA7-4E86-B4D6-1424B2E512BE}" destId="{5CCE7119-0602-4D0D-8940-58509259B050}" srcOrd="1" destOrd="0" presId="urn:microsoft.com/office/officeart/2005/8/layout/hierarchy5"/>
    <dgm:cxn modelId="{4AE08838-77AC-4F63-AFCB-0851BE2CD206}" type="presParOf" srcId="{732437F7-CB42-467E-A8A2-B75E9DDA7668}" destId="{69028B1A-0CDE-48E3-ACD8-8484A0079987}" srcOrd="4" destOrd="0" presId="urn:microsoft.com/office/officeart/2005/8/layout/hierarchy5"/>
    <dgm:cxn modelId="{6289C284-B54B-4C12-B7E3-4C9203A6C6D2}" type="presParOf" srcId="{69028B1A-0CDE-48E3-ACD8-8484A0079987}" destId="{7C1FB7FE-0F62-41AB-9338-DA2FB0FFEE6E}" srcOrd="0" destOrd="0" presId="urn:microsoft.com/office/officeart/2005/8/layout/hierarchy5"/>
    <dgm:cxn modelId="{BE9285E9-88CC-4D13-8917-0EF4C44E0641}" type="presParOf" srcId="{732437F7-CB42-467E-A8A2-B75E9DDA7668}" destId="{10FCF2ED-E9B6-4599-8EEC-C4007EEF4D12}" srcOrd="5" destOrd="0" presId="urn:microsoft.com/office/officeart/2005/8/layout/hierarchy5"/>
    <dgm:cxn modelId="{E616C28A-358D-468E-846D-23B12D0E678A}" type="presParOf" srcId="{10FCF2ED-E9B6-4599-8EEC-C4007EEF4D12}" destId="{A0FC143F-1AD6-4D34-B304-77569132E0D7}" srcOrd="0" destOrd="0" presId="urn:microsoft.com/office/officeart/2005/8/layout/hierarchy5"/>
    <dgm:cxn modelId="{87C30D08-F1BE-4794-A756-1634F70BDCF4}" type="presParOf" srcId="{10FCF2ED-E9B6-4599-8EEC-C4007EEF4D12}" destId="{6A429BD6-BDC6-41DB-BF72-E29C375EB712}" srcOrd="1" destOrd="0" presId="urn:microsoft.com/office/officeart/2005/8/layout/hierarchy5"/>
    <dgm:cxn modelId="{CA36A5C2-906A-44C9-948F-BEFA19AE2F39}" type="presParOf" srcId="{9CC00975-D4F3-4371-BA69-ADFDD4D50EB8}" destId="{3B7E38D9-592A-4F47-8488-FC09925C1741}" srcOrd="1" destOrd="0" presId="urn:microsoft.com/office/officeart/2005/8/layout/hierarchy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DC253AE-C517-4C65-B768-4FD9406E2721}" type="doc">
      <dgm:prSet loTypeId="urn:microsoft.com/office/officeart/2005/8/layout/default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ru-RU"/>
        </a:p>
      </dgm:t>
    </dgm:pt>
    <dgm:pt modelId="{2E173A2A-BD4D-42F0-9E5F-6CBE9CDEF251}">
      <dgm:prSet/>
      <dgm:spPr/>
      <dgm:t>
        <a:bodyPr/>
        <a:lstStyle/>
        <a:p>
          <a:r>
            <a:rPr lang="ru-RU" b="1" i="0" dirty="0">
              <a:solidFill>
                <a:srgbClr val="C00000"/>
              </a:solidFill>
              <a:latin typeface="Open Sans" pitchFamily="2" charset="0"/>
              <a:ea typeface="Open Sans" pitchFamily="2" charset="0"/>
              <a:cs typeface="Open Sans" pitchFamily="2" charset="0"/>
            </a:rPr>
            <a:t>🚨</a:t>
          </a:r>
          <a:r>
            <a:rPr lang="ru-RU" b="1" i="0" dirty="0">
              <a:latin typeface="Open Sans" pitchFamily="2" charset="0"/>
              <a:ea typeface="Open Sans" pitchFamily="2" charset="0"/>
              <a:cs typeface="Open Sans" pitchFamily="2" charset="0"/>
            </a:rPr>
            <a:t> Разрешены АНД:</a:t>
          </a:r>
          <a:endParaRPr lang="ru-RU" b="1" dirty="0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B0F07C2B-C4F1-4B39-BF7E-23DB1A31100E}" type="parTrans" cxnId="{4FD2B3F5-63FC-4921-95E1-AD832E1B2D8D}">
      <dgm:prSet/>
      <dgm:spPr/>
      <dgm:t>
        <a:bodyPr/>
        <a:lstStyle/>
        <a:p>
          <a:endParaRPr lang="ru-RU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4056CEA1-C91A-4874-9E6E-150FFDB6C7D2}" type="sibTrans" cxnId="{4FD2B3F5-63FC-4921-95E1-AD832E1B2D8D}">
      <dgm:prSet/>
      <dgm:spPr/>
      <dgm:t>
        <a:bodyPr/>
        <a:lstStyle/>
        <a:p>
          <a:endParaRPr lang="ru-RU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4A65E47F-452A-416B-8858-275E3CA58B47}">
      <dgm:prSet/>
      <dgm:spPr/>
      <dgm:t>
        <a:bodyPr/>
        <a:lstStyle/>
        <a:p>
          <a:r>
            <a:rPr lang="ru-RU" b="1" i="0" dirty="0">
              <a:solidFill>
                <a:srgbClr val="FFC000"/>
              </a:solidFill>
              <a:latin typeface="Open Sans" pitchFamily="2" charset="0"/>
              <a:ea typeface="Open Sans" pitchFamily="2" charset="0"/>
              <a:cs typeface="Open Sans" pitchFamily="2" charset="0"/>
            </a:rPr>
            <a:t>🤝</a:t>
          </a:r>
          <a:r>
            <a:rPr lang="ru-RU" b="1" i="0" dirty="0">
              <a:latin typeface="Open Sans" pitchFamily="2" charset="0"/>
              <a:ea typeface="Open Sans" pitchFamily="2" charset="0"/>
              <a:cs typeface="Open Sans" pitchFamily="2" charset="0"/>
            </a:rPr>
            <a:t> Согласие по-новому:</a:t>
          </a:r>
          <a:endParaRPr lang="ru-RU" b="1" dirty="0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9C73F6B6-B6E4-4DA0-9EB7-0E67F5E8AA7A}" type="parTrans" cxnId="{B485442A-648A-4B6C-8F76-8A6E5D19BA5C}">
      <dgm:prSet/>
      <dgm:spPr/>
      <dgm:t>
        <a:bodyPr/>
        <a:lstStyle/>
        <a:p>
          <a:endParaRPr lang="ru-RU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5E0CFF13-46D0-430A-BDE8-F5357AF36783}" type="sibTrans" cxnId="{B485442A-648A-4B6C-8F76-8A6E5D19BA5C}">
      <dgm:prSet/>
      <dgm:spPr/>
      <dgm:t>
        <a:bodyPr/>
        <a:lstStyle/>
        <a:p>
          <a:endParaRPr lang="ru-RU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E1AAE4E3-FC2F-4EDD-81B1-E221E844B22E}">
      <dgm:prSet/>
      <dgm:spPr/>
      <dgm:t>
        <a:bodyPr/>
        <a:lstStyle/>
        <a:p>
          <a:r>
            <a:rPr lang="ru-RU" b="1" i="0" dirty="0">
              <a:solidFill>
                <a:srgbClr val="FF6699"/>
              </a:solidFill>
              <a:latin typeface="Open Sans" pitchFamily="2" charset="0"/>
              <a:ea typeface="Open Sans" pitchFamily="2" charset="0"/>
              <a:cs typeface="Open Sans" pitchFamily="2" charset="0"/>
            </a:rPr>
            <a:t>🧠</a:t>
          </a:r>
          <a:r>
            <a:rPr lang="ru-RU" b="1" i="0" dirty="0">
              <a:latin typeface="Open Sans" pitchFamily="2" charset="0"/>
              <a:ea typeface="Open Sans" pitchFamily="2" charset="0"/>
              <a:cs typeface="Open Sans" pitchFamily="2" charset="0"/>
            </a:rPr>
            <a:t> Расширение состояний:</a:t>
          </a:r>
          <a:endParaRPr lang="ru-RU" b="1" dirty="0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B57AD761-186E-4EA6-AC2C-63D03F3B7D6E}" type="parTrans" cxnId="{DEE73EDB-4762-4941-A75E-4DCF799C80E4}">
      <dgm:prSet/>
      <dgm:spPr/>
      <dgm:t>
        <a:bodyPr/>
        <a:lstStyle/>
        <a:p>
          <a:endParaRPr lang="ru-RU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C10D4A15-009D-4B9E-9CA5-52BC8B0267E5}" type="sibTrans" cxnId="{DEE73EDB-4762-4941-A75E-4DCF799C80E4}">
      <dgm:prSet/>
      <dgm:spPr/>
      <dgm:t>
        <a:bodyPr/>
        <a:lstStyle/>
        <a:p>
          <a:endParaRPr lang="ru-RU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28466B04-B31C-4C32-AD05-2971FE59F138}">
      <dgm:prSet/>
      <dgm:spPr/>
      <dgm:t>
        <a:bodyPr/>
        <a:lstStyle/>
        <a:p>
          <a:r>
            <a:rPr lang="ru-RU" b="1" i="0" dirty="0">
              <a:solidFill>
                <a:srgbClr val="92D050"/>
              </a:solidFill>
              <a:latin typeface="Open Sans" pitchFamily="2" charset="0"/>
              <a:ea typeface="Open Sans" pitchFamily="2" charset="0"/>
              <a:cs typeface="Open Sans" pitchFamily="2" charset="0"/>
            </a:rPr>
            <a:t>🐍</a:t>
          </a:r>
          <a:r>
            <a:rPr lang="ru-RU" b="1" i="0" dirty="0">
              <a:latin typeface="Open Sans" pitchFamily="2" charset="0"/>
              <a:ea typeface="Open Sans" pitchFamily="2" charset="0"/>
              <a:cs typeface="Open Sans" pitchFamily="2" charset="0"/>
            </a:rPr>
            <a:t> Специфические случаи:</a:t>
          </a:r>
          <a:endParaRPr lang="ru-RU" b="1" dirty="0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4C8C9751-2049-48E5-BC48-8BA9D095676E}" type="parTrans" cxnId="{1296FE8E-F413-4E47-BD50-B09E976D5560}">
      <dgm:prSet/>
      <dgm:spPr/>
      <dgm:t>
        <a:bodyPr/>
        <a:lstStyle/>
        <a:p>
          <a:endParaRPr lang="ru-RU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C6908D5A-6740-4C40-9EF5-5B2B8B8D5C55}" type="sibTrans" cxnId="{1296FE8E-F413-4E47-BD50-B09E976D5560}">
      <dgm:prSet/>
      <dgm:spPr/>
      <dgm:t>
        <a:bodyPr/>
        <a:lstStyle/>
        <a:p>
          <a:endParaRPr lang="ru-RU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C9E16E3A-D037-4ECA-90E4-8191113A1170}">
      <dgm:prSet/>
      <dgm:spPr/>
      <dgm:t>
        <a:bodyPr/>
        <a:lstStyle/>
        <a:p>
          <a:r>
            <a:rPr lang="ru-RU" b="1" i="0" dirty="0">
              <a:solidFill>
                <a:srgbClr val="FF0000"/>
              </a:solidFill>
              <a:latin typeface="Open Sans" pitchFamily="2" charset="0"/>
              <a:ea typeface="Open Sans" pitchFamily="2" charset="0"/>
              <a:cs typeface="Open Sans" pitchFamily="2" charset="0"/>
            </a:rPr>
            <a:t>💊</a:t>
          </a:r>
          <a:r>
            <a:rPr lang="ru-RU" b="1" i="0" dirty="0">
              <a:latin typeface="Open Sans" pitchFamily="2" charset="0"/>
              <a:ea typeface="Open Sans" pitchFamily="2" charset="0"/>
              <a:cs typeface="Open Sans" pitchFamily="2" charset="0"/>
            </a:rPr>
            <a:t> Лекарства:</a:t>
          </a:r>
          <a:endParaRPr lang="ru-RU" b="1" dirty="0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42F720AB-D1CF-4430-912F-F2E48300053C}" type="parTrans" cxnId="{A1EA9E2B-AC34-4F2E-AA88-DE183890486D}">
      <dgm:prSet/>
      <dgm:spPr/>
      <dgm:t>
        <a:bodyPr/>
        <a:lstStyle/>
        <a:p>
          <a:endParaRPr lang="ru-RU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66E408B4-D815-4330-A2C0-9DDA1F39756D}" type="sibTrans" cxnId="{A1EA9E2B-AC34-4F2E-AA88-DE183890486D}">
      <dgm:prSet/>
      <dgm:spPr/>
      <dgm:t>
        <a:bodyPr/>
        <a:lstStyle/>
        <a:p>
          <a:endParaRPr lang="ru-RU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3F7CD33A-A8B3-409A-8F91-22AA0093F8B3}">
      <dgm:prSet/>
      <dgm:spPr/>
      <dgm:t>
        <a:bodyPr/>
        <a:lstStyle/>
        <a:p>
          <a:r>
            <a:rPr lang="ru-RU" b="0" i="0" dirty="0">
              <a:latin typeface="Open Sans" pitchFamily="2" charset="0"/>
              <a:ea typeface="Open Sans" pitchFamily="2" charset="0"/>
              <a:cs typeface="Open Sans" pitchFamily="2" charset="0"/>
            </a:rPr>
            <a:t>Впервые официально регламентировано применение автоматических наружных дефибрилляторов.</a:t>
          </a:r>
          <a:endParaRPr lang="ru-RU" dirty="0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2ADC4554-400F-4673-9428-4F75F11B70BF}" type="parTrans" cxnId="{26690170-3146-44A2-A751-96B345A15EF4}">
      <dgm:prSet/>
      <dgm:spPr/>
      <dgm:t>
        <a:bodyPr/>
        <a:lstStyle/>
        <a:p>
          <a:endParaRPr lang="ru-RU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170C9295-27A1-4937-95BB-4ABFDB3A29A0}" type="sibTrans" cxnId="{26690170-3146-44A2-A751-96B345A15EF4}">
      <dgm:prSet/>
      <dgm:spPr/>
      <dgm:t>
        <a:bodyPr/>
        <a:lstStyle/>
        <a:p>
          <a:endParaRPr lang="ru-RU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D2F99CAA-735A-4B02-B7C8-FECA96D9BF9C}">
      <dgm:prSet/>
      <dgm:spPr/>
      <dgm:t>
        <a:bodyPr/>
        <a:lstStyle/>
        <a:p>
          <a:r>
            <a:rPr lang="ru-RU" b="0" i="0" dirty="0">
              <a:latin typeface="Open Sans" pitchFamily="2" charset="0"/>
              <a:ea typeface="Open Sans" pitchFamily="2" charset="0"/>
              <a:cs typeface="Open Sans" pitchFamily="2" charset="0"/>
            </a:rPr>
            <a:t> Оказание помощи допускается, если нет выраженного отказа пострадавшего (или его законного представителя) до начала действий.</a:t>
          </a:r>
          <a:endParaRPr lang="ru-RU" dirty="0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8AF2F589-6F52-46C3-A57B-D82FFE4F1D0E}" type="parTrans" cxnId="{88291031-B4AD-4DBA-AF6B-6F61E2F7F34C}">
      <dgm:prSet/>
      <dgm:spPr/>
      <dgm:t>
        <a:bodyPr/>
        <a:lstStyle/>
        <a:p>
          <a:endParaRPr lang="ru-RU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C541761C-1B04-4DD3-A777-F3EB66FB3FC6}" type="sibTrans" cxnId="{88291031-B4AD-4DBA-AF6B-6F61E2F7F34C}">
      <dgm:prSet/>
      <dgm:spPr/>
      <dgm:t>
        <a:bodyPr/>
        <a:lstStyle/>
        <a:p>
          <a:endParaRPr lang="ru-RU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62DC052B-5A66-4BD1-9EA7-2E02A98A96C4}">
      <dgm:prSet/>
      <dgm:spPr/>
      <dgm:t>
        <a:bodyPr/>
        <a:lstStyle/>
        <a:p>
          <a:r>
            <a:rPr lang="ru-RU" b="0" i="0" dirty="0">
              <a:latin typeface="Open Sans" pitchFamily="2" charset="0"/>
              <a:ea typeface="Open Sans" pitchFamily="2" charset="0"/>
              <a:cs typeface="Open Sans" pitchFamily="2" charset="0"/>
            </a:rPr>
            <a:t>В перечень добавлены «острые психологические реакции на стресс» (шок, паника).</a:t>
          </a:r>
          <a:endParaRPr lang="ru-RU" dirty="0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06CE6A65-0EE5-492D-B060-F9BCB9BBA0B6}" type="parTrans" cxnId="{5C8B7F01-2168-467C-8E1B-38CEF2F84DEB}">
      <dgm:prSet/>
      <dgm:spPr/>
      <dgm:t>
        <a:bodyPr/>
        <a:lstStyle/>
        <a:p>
          <a:endParaRPr lang="ru-RU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04253787-F87C-41F2-948F-D47B0F656F8F}" type="sibTrans" cxnId="{5C8B7F01-2168-467C-8E1B-38CEF2F84DEB}">
      <dgm:prSet/>
      <dgm:spPr/>
      <dgm:t>
        <a:bodyPr/>
        <a:lstStyle/>
        <a:p>
          <a:endParaRPr lang="ru-RU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6E9F4253-5A43-4E37-A1B4-95A264B054B2}">
      <dgm:prSet/>
      <dgm:spPr/>
      <dgm:t>
        <a:bodyPr/>
        <a:lstStyle/>
        <a:p>
          <a:r>
            <a:rPr lang="ru-RU" b="0" i="0" dirty="0">
              <a:latin typeface="Open Sans" pitchFamily="2" charset="0"/>
              <a:ea typeface="Open Sans" pitchFamily="2" charset="0"/>
              <a:cs typeface="Open Sans" pitchFamily="2" charset="0"/>
            </a:rPr>
            <a:t> Официально прописана помощь при судорожных приступах (с потерей сознания) и укусах ядовитых животных.</a:t>
          </a:r>
          <a:endParaRPr lang="ru-RU" dirty="0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1E7CB7EA-035D-4557-8F8E-6895E757BFC3}" type="parTrans" cxnId="{15B2FA09-C39E-4642-A8C8-BA1BCE219739}">
      <dgm:prSet/>
      <dgm:spPr/>
      <dgm:t>
        <a:bodyPr/>
        <a:lstStyle/>
        <a:p>
          <a:endParaRPr lang="ru-RU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D6A814AE-9546-4B3C-B442-419F54BD5F1F}" type="sibTrans" cxnId="{15B2FA09-C39E-4642-A8C8-BA1BCE219739}">
      <dgm:prSet/>
      <dgm:spPr/>
      <dgm:t>
        <a:bodyPr/>
        <a:lstStyle/>
        <a:p>
          <a:endParaRPr lang="ru-RU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CF97B816-56F7-42C0-930D-51C5F02713BD}">
      <dgm:prSet/>
      <dgm:spPr/>
      <dgm:t>
        <a:bodyPr/>
        <a:lstStyle/>
        <a:p>
          <a:r>
            <a:rPr lang="ru-RU" b="0" i="0" dirty="0">
              <a:latin typeface="Open Sans" pitchFamily="2" charset="0"/>
              <a:ea typeface="Open Sans" pitchFamily="2" charset="0"/>
              <a:cs typeface="Open Sans" pitchFamily="2" charset="0"/>
            </a:rPr>
            <a:t>Добавлено мероприятие по оказанию помощи в приеме лекарств, ранее назначенных врачом.</a:t>
          </a:r>
          <a:endParaRPr lang="ru-RU" dirty="0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DC79403F-A29D-4F01-82AB-C6A19A00CC3C}" type="parTrans" cxnId="{17D8AA73-F11B-4973-B85E-7736A65C8D6E}">
      <dgm:prSet/>
      <dgm:spPr/>
      <dgm:t>
        <a:bodyPr/>
        <a:lstStyle/>
        <a:p>
          <a:endParaRPr lang="ru-RU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03B45104-88A5-434E-A7E3-5821EA72ABE1}" type="sibTrans" cxnId="{17D8AA73-F11B-4973-B85E-7736A65C8D6E}">
      <dgm:prSet/>
      <dgm:spPr/>
      <dgm:t>
        <a:bodyPr/>
        <a:lstStyle/>
        <a:p>
          <a:endParaRPr lang="ru-RU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D3238120-EF11-490C-9269-BA28FE75B886}" type="pres">
      <dgm:prSet presAssocID="{CDC253AE-C517-4C65-B768-4FD9406E2721}" presName="diagram" presStyleCnt="0">
        <dgm:presLayoutVars>
          <dgm:dir/>
          <dgm:resizeHandles val="exact"/>
        </dgm:presLayoutVars>
      </dgm:prSet>
      <dgm:spPr/>
    </dgm:pt>
    <dgm:pt modelId="{6807EC86-F7CC-466F-B666-C8A2485BF59B}" type="pres">
      <dgm:prSet presAssocID="{2E173A2A-BD4D-42F0-9E5F-6CBE9CDEF251}" presName="node" presStyleLbl="node1" presStyleIdx="0" presStyleCnt="5">
        <dgm:presLayoutVars>
          <dgm:bulletEnabled val="1"/>
        </dgm:presLayoutVars>
      </dgm:prSet>
      <dgm:spPr/>
    </dgm:pt>
    <dgm:pt modelId="{2CBA5127-20BD-4F19-8081-80F41A76CB40}" type="pres">
      <dgm:prSet presAssocID="{4056CEA1-C91A-4874-9E6E-150FFDB6C7D2}" presName="sibTrans" presStyleCnt="0"/>
      <dgm:spPr/>
    </dgm:pt>
    <dgm:pt modelId="{2E6376B2-271A-4EDE-A8D1-9EEB3ED26651}" type="pres">
      <dgm:prSet presAssocID="{4A65E47F-452A-416B-8858-275E3CA58B47}" presName="node" presStyleLbl="node1" presStyleIdx="1" presStyleCnt="5">
        <dgm:presLayoutVars>
          <dgm:bulletEnabled val="1"/>
        </dgm:presLayoutVars>
      </dgm:prSet>
      <dgm:spPr/>
    </dgm:pt>
    <dgm:pt modelId="{2142857A-BC20-4C2A-BD77-B3E671570C06}" type="pres">
      <dgm:prSet presAssocID="{5E0CFF13-46D0-430A-BDE8-F5357AF36783}" presName="sibTrans" presStyleCnt="0"/>
      <dgm:spPr/>
    </dgm:pt>
    <dgm:pt modelId="{4CA5ABA4-19BC-4C62-B643-6FC0B86D16EB}" type="pres">
      <dgm:prSet presAssocID="{E1AAE4E3-FC2F-4EDD-81B1-E221E844B22E}" presName="node" presStyleLbl="node1" presStyleIdx="2" presStyleCnt="5">
        <dgm:presLayoutVars>
          <dgm:bulletEnabled val="1"/>
        </dgm:presLayoutVars>
      </dgm:prSet>
      <dgm:spPr/>
    </dgm:pt>
    <dgm:pt modelId="{E6E1510B-F912-4052-8017-D7C5B5F64C7A}" type="pres">
      <dgm:prSet presAssocID="{C10D4A15-009D-4B9E-9CA5-52BC8B0267E5}" presName="sibTrans" presStyleCnt="0"/>
      <dgm:spPr/>
    </dgm:pt>
    <dgm:pt modelId="{47A2D3BD-7F2B-47DA-864A-1151C7551B43}" type="pres">
      <dgm:prSet presAssocID="{28466B04-B31C-4C32-AD05-2971FE59F138}" presName="node" presStyleLbl="node1" presStyleIdx="3" presStyleCnt="5">
        <dgm:presLayoutVars>
          <dgm:bulletEnabled val="1"/>
        </dgm:presLayoutVars>
      </dgm:prSet>
      <dgm:spPr/>
    </dgm:pt>
    <dgm:pt modelId="{F6740B45-A8D1-4358-948F-D1E6E97C03BF}" type="pres">
      <dgm:prSet presAssocID="{C6908D5A-6740-4C40-9EF5-5B2B8B8D5C55}" presName="sibTrans" presStyleCnt="0"/>
      <dgm:spPr/>
    </dgm:pt>
    <dgm:pt modelId="{B764AED7-84AE-4AB0-8236-7B0511B9347F}" type="pres">
      <dgm:prSet presAssocID="{C9E16E3A-D037-4ECA-90E4-8191113A1170}" presName="node" presStyleLbl="node1" presStyleIdx="4" presStyleCnt="5">
        <dgm:presLayoutVars>
          <dgm:bulletEnabled val="1"/>
        </dgm:presLayoutVars>
      </dgm:prSet>
      <dgm:spPr/>
    </dgm:pt>
  </dgm:ptLst>
  <dgm:cxnLst>
    <dgm:cxn modelId="{5C8B7F01-2168-467C-8E1B-38CEF2F84DEB}" srcId="{E1AAE4E3-FC2F-4EDD-81B1-E221E844B22E}" destId="{62DC052B-5A66-4BD1-9EA7-2E02A98A96C4}" srcOrd="0" destOrd="0" parTransId="{06CE6A65-0EE5-492D-B060-F9BCB9BBA0B6}" sibTransId="{04253787-F87C-41F2-948F-D47B0F656F8F}"/>
    <dgm:cxn modelId="{15B2FA09-C39E-4642-A8C8-BA1BCE219739}" srcId="{28466B04-B31C-4C32-AD05-2971FE59F138}" destId="{6E9F4253-5A43-4E37-A1B4-95A264B054B2}" srcOrd="0" destOrd="0" parTransId="{1E7CB7EA-035D-4557-8F8E-6895E757BFC3}" sibTransId="{D6A814AE-9546-4B3C-B442-419F54BD5F1F}"/>
    <dgm:cxn modelId="{42FAAE0C-E48C-46B7-8DF3-CF6B9B8DAD98}" type="presOf" srcId="{C9E16E3A-D037-4ECA-90E4-8191113A1170}" destId="{B764AED7-84AE-4AB0-8236-7B0511B9347F}" srcOrd="0" destOrd="0" presId="urn:microsoft.com/office/officeart/2005/8/layout/default"/>
    <dgm:cxn modelId="{B485442A-648A-4B6C-8F76-8A6E5D19BA5C}" srcId="{CDC253AE-C517-4C65-B768-4FD9406E2721}" destId="{4A65E47F-452A-416B-8858-275E3CA58B47}" srcOrd="1" destOrd="0" parTransId="{9C73F6B6-B6E4-4DA0-9EB7-0E67F5E8AA7A}" sibTransId="{5E0CFF13-46D0-430A-BDE8-F5357AF36783}"/>
    <dgm:cxn modelId="{A1EA9E2B-AC34-4F2E-AA88-DE183890486D}" srcId="{CDC253AE-C517-4C65-B768-4FD9406E2721}" destId="{C9E16E3A-D037-4ECA-90E4-8191113A1170}" srcOrd="4" destOrd="0" parTransId="{42F720AB-D1CF-4430-912F-F2E48300053C}" sibTransId="{66E408B4-D815-4330-A2C0-9DDA1F39756D}"/>
    <dgm:cxn modelId="{88291031-B4AD-4DBA-AF6B-6F61E2F7F34C}" srcId="{4A65E47F-452A-416B-8858-275E3CA58B47}" destId="{D2F99CAA-735A-4B02-B7C8-FECA96D9BF9C}" srcOrd="0" destOrd="0" parTransId="{8AF2F589-6F52-46C3-A57B-D82FFE4F1D0E}" sibTransId="{C541761C-1B04-4DD3-A777-F3EB66FB3FC6}"/>
    <dgm:cxn modelId="{F1867A33-A4D3-4394-B5F5-52AA5FE051F3}" type="presOf" srcId="{E1AAE4E3-FC2F-4EDD-81B1-E221E844B22E}" destId="{4CA5ABA4-19BC-4C62-B643-6FC0B86D16EB}" srcOrd="0" destOrd="0" presId="urn:microsoft.com/office/officeart/2005/8/layout/default"/>
    <dgm:cxn modelId="{8C381637-F8E8-4C85-AD20-6EE961A117A8}" type="presOf" srcId="{4A65E47F-452A-416B-8858-275E3CA58B47}" destId="{2E6376B2-271A-4EDE-A8D1-9EEB3ED26651}" srcOrd="0" destOrd="0" presId="urn:microsoft.com/office/officeart/2005/8/layout/default"/>
    <dgm:cxn modelId="{28304A4A-F401-4CD9-966E-061BA1375172}" type="presOf" srcId="{3F7CD33A-A8B3-409A-8F91-22AA0093F8B3}" destId="{6807EC86-F7CC-466F-B666-C8A2485BF59B}" srcOrd="0" destOrd="1" presId="urn:microsoft.com/office/officeart/2005/8/layout/default"/>
    <dgm:cxn modelId="{00E1486F-1598-4BE0-8B60-D0939FAE75A9}" type="presOf" srcId="{28466B04-B31C-4C32-AD05-2971FE59F138}" destId="{47A2D3BD-7F2B-47DA-864A-1151C7551B43}" srcOrd="0" destOrd="0" presId="urn:microsoft.com/office/officeart/2005/8/layout/default"/>
    <dgm:cxn modelId="{26690170-3146-44A2-A751-96B345A15EF4}" srcId="{2E173A2A-BD4D-42F0-9E5F-6CBE9CDEF251}" destId="{3F7CD33A-A8B3-409A-8F91-22AA0093F8B3}" srcOrd="0" destOrd="0" parTransId="{2ADC4554-400F-4673-9428-4F75F11B70BF}" sibTransId="{170C9295-27A1-4937-95BB-4ABFDB3A29A0}"/>
    <dgm:cxn modelId="{17D8AA73-F11B-4973-B85E-7736A65C8D6E}" srcId="{C9E16E3A-D037-4ECA-90E4-8191113A1170}" destId="{CF97B816-56F7-42C0-930D-51C5F02713BD}" srcOrd="0" destOrd="0" parTransId="{DC79403F-A29D-4F01-82AB-C6A19A00CC3C}" sibTransId="{03B45104-88A5-434E-A7E3-5821EA72ABE1}"/>
    <dgm:cxn modelId="{47E9F481-AC86-4DC8-AF4F-1C7840038154}" type="presOf" srcId="{CDC253AE-C517-4C65-B768-4FD9406E2721}" destId="{D3238120-EF11-490C-9269-BA28FE75B886}" srcOrd="0" destOrd="0" presId="urn:microsoft.com/office/officeart/2005/8/layout/default"/>
    <dgm:cxn modelId="{4783F787-71A8-44E1-931E-34B914BEA9D6}" type="presOf" srcId="{62DC052B-5A66-4BD1-9EA7-2E02A98A96C4}" destId="{4CA5ABA4-19BC-4C62-B643-6FC0B86D16EB}" srcOrd="0" destOrd="1" presId="urn:microsoft.com/office/officeart/2005/8/layout/default"/>
    <dgm:cxn modelId="{1296FE8E-F413-4E47-BD50-B09E976D5560}" srcId="{CDC253AE-C517-4C65-B768-4FD9406E2721}" destId="{28466B04-B31C-4C32-AD05-2971FE59F138}" srcOrd="3" destOrd="0" parTransId="{4C8C9751-2049-48E5-BC48-8BA9D095676E}" sibTransId="{C6908D5A-6740-4C40-9EF5-5B2B8B8D5C55}"/>
    <dgm:cxn modelId="{F9224996-A241-4268-BC33-A47038CB42C0}" type="presOf" srcId="{CF97B816-56F7-42C0-930D-51C5F02713BD}" destId="{B764AED7-84AE-4AB0-8236-7B0511B9347F}" srcOrd="0" destOrd="1" presId="urn:microsoft.com/office/officeart/2005/8/layout/default"/>
    <dgm:cxn modelId="{67748EA3-9C15-4E24-86AF-50705630B6E7}" type="presOf" srcId="{D2F99CAA-735A-4B02-B7C8-FECA96D9BF9C}" destId="{2E6376B2-271A-4EDE-A8D1-9EEB3ED26651}" srcOrd="0" destOrd="1" presId="urn:microsoft.com/office/officeart/2005/8/layout/default"/>
    <dgm:cxn modelId="{C0FF21C2-DB1B-48D4-97F9-0FA34097855D}" type="presOf" srcId="{6E9F4253-5A43-4E37-A1B4-95A264B054B2}" destId="{47A2D3BD-7F2B-47DA-864A-1151C7551B43}" srcOrd="0" destOrd="1" presId="urn:microsoft.com/office/officeart/2005/8/layout/default"/>
    <dgm:cxn modelId="{DEE73EDB-4762-4941-A75E-4DCF799C80E4}" srcId="{CDC253AE-C517-4C65-B768-4FD9406E2721}" destId="{E1AAE4E3-FC2F-4EDD-81B1-E221E844B22E}" srcOrd="2" destOrd="0" parTransId="{B57AD761-186E-4EA6-AC2C-63D03F3B7D6E}" sibTransId="{C10D4A15-009D-4B9E-9CA5-52BC8B0267E5}"/>
    <dgm:cxn modelId="{ED4057EC-272C-4F29-9D3F-E860FD44DF21}" type="presOf" srcId="{2E173A2A-BD4D-42F0-9E5F-6CBE9CDEF251}" destId="{6807EC86-F7CC-466F-B666-C8A2485BF59B}" srcOrd="0" destOrd="0" presId="urn:microsoft.com/office/officeart/2005/8/layout/default"/>
    <dgm:cxn modelId="{4FD2B3F5-63FC-4921-95E1-AD832E1B2D8D}" srcId="{CDC253AE-C517-4C65-B768-4FD9406E2721}" destId="{2E173A2A-BD4D-42F0-9E5F-6CBE9CDEF251}" srcOrd="0" destOrd="0" parTransId="{B0F07C2B-C4F1-4B39-BF7E-23DB1A31100E}" sibTransId="{4056CEA1-C91A-4874-9E6E-150FFDB6C7D2}"/>
    <dgm:cxn modelId="{B2E963F9-F15E-48C0-9AE1-92375A6E87D2}" type="presParOf" srcId="{D3238120-EF11-490C-9269-BA28FE75B886}" destId="{6807EC86-F7CC-466F-B666-C8A2485BF59B}" srcOrd="0" destOrd="0" presId="urn:microsoft.com/office/officeart/2005/8/layout/default"/>
    <dgm:cxn modelId="{372F4A59-FC4A-42D3-AC17-86BB80F40491}" type="presParOf" srcId="{D3238120-EF11-490C-9269-BA28FE75B886}" destId="{2CBA5127-20BD-4F19-8081-80F41A76CB40}" srcOrd="1" destOrd="0" presId="urn:microsoft.com/office/officeart/2005/8/layout/default"/>
    <dgm:cxn modelId="{FE70603B-D850-4BB6-A81D-13D75EE0E936}" type="presParOf" srcId="{D3238120-EF11-490C-9269-BA28FE75B886}" destId="{2E6376B2-271A-4EDE-A8D1-9EEB3ED26651}" srcOrd="2" destOrd="0" presId="urn:microsoft.com/office/officeart/2005/8/layout/default"/>
    <dgm:cxn modelId="{D9E5B409-4FE4-4FC3-A10B-54F6AC6AD01E}" type="presParOf" srcId="{D3238120-EF11-490C-9269-BA28FE75B886}" destId="{2142857A-BC20-4C2A-BD77-B3E671570C06}" srcOrd="3" destOrd="0" presId="urn:microsoft.com/office/officeart/2005/8/layout/default"/>
    <dgm:cxn modelId="{A6C371E1-7295-439A-82C3-3F09CB48D3A4}" type="presParOf" srcId="{D3238120-EF11-490C-9269-BA28FE75B886}" destId="{4CA5ABA4-19BC-4C62-B643-6FC0B86D16EB}" srcOrd="4" destOrd="0" presId="urn:microsoft.com/office/officeart/2005/8/layout/default"/>
    <dgm:cxn modelId="{45FA1ADB-A9BA-4F24-83D2-5B85591A538C}" type="presParOf" srcId="{D3238120-EF11-490C-9269-BA28FE75B886}" destId="{E6E1510B-F912-4052-8017-D7C5B5F64C7A}" srcOrd="5" destOrd="0" presId="urn:microsoft.com/office/officeart/2005/8/layout/default"/>
    <dgm:cxn modelId="{8EB63D17-8F9F-480E-A008-95F06D35AE8C}" type="presParOf" srcId="{D3238120-EF11-490C-9269-BA28FE75B886}" destId="{47A2D3BD-7F2B-47DA-864A-1151C7551B43}" srcOrd="6" destOrd="0" presId="urn:microsoft.com/office/officeart/2005/8/layout/default"/>
    <dgm:cxn modelId="{3C301E86-D879-44D1-B96B-EB082054BFAA}" type="presParOf" srcId="{D3238120-EF11-490C-9269-BA28FE75B886}" destId="{F6740B45-A8D1-4358-948F-D1E6E97C03BF}" srcOrd="7" destOrd="0" presId="urn:microsoft.com/office/officeart/2005/8/layout/default"/>
    <dgm:cxn modelId="{85A29A56-032C-4E2D-9AA3-559F86880245}" type="presParOf" srcId="{D3238120-EF11-490C-9269-BA28FE75B886}" destId="{B764AED7-84AE-4AB0-8236-7B0511B9347F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D125148-E878-4F9D-994E-CA689E1DF904}" type="doc">
      <dgm:prSet loTypeId="urn:microsoft.com/office/officeart/2005/8/layout/default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ru-RU"/>
        </a:p>
      </dgm:t>
    </dgm:pt>
    <dgm:pt modelId="{31844D7B-1AC0-470E-8C17-547DC8779458}">
      <dgm:prSet custT="1"/>
      <dgm:spPr/>
      <dgm:t>
        <a:bodyPr/>
        <a:lstStyle/>
        <a:p>
          <a:r>
            <a:rPr lang="ru-RU" sz="2400" b="0" i="0" dirty="0">
              <a:latin typeface="Open Sans" pitchFamily="2" charset="0"/>
              <a:ea typeface="Open Sans" pitchFamily="2" charset="0"/>
              <a:cs typeface="Open Sans" pitchFamily="2" charset="0"/>
            </a:rPr>
            <a:t>В первую очередь — наиболее тяжело пострадавшим и несовершеннолетним детям;</a:t>
          </a:r>
          <a:endParaRPr lang="ru-RU" sz="2400" dirty="0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3DFA7E69-34A6-464A-93BF-F62124715A04}" type="parTrans" cxnId="{A2E1CE16-4A7A-46EA-806B-5B08268D5432}">
      <dgm:prSet/>
      <dgm:spPr/>
      <dgm:t>
        <a:bodyPr/>
        <a:lstStyle/>
        <a:p>
          <a:endParaRPr lang="ru-RU" sz="2400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47F4006D-26D5-4E3D-B2FF-0B5488FEA6FD}" type="sibTrans" cxnId="{A2E1CE16-4A7A-46EA-806B-5B08268D5432}">
      <dgm:prSet custT="1"/>
      <dgm:spPr/>
      <dgm:t>
        <a:bodyPr/>
        <a:lstStyle/>
        <a:p>
          <a:endParaRPr lang="ru-RU" sz="2400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67FE5C81-8AD3-41F3-80FB-EC683D7159A0}">
      <dgm:prSet custT="1"/>
      <dgm:spPr/>
      <dgm:t>
        <a:bodyPr/>
        <a:lstStyle/>
        <a:p>
          <a:r>
            <a:rPr lang="ru-RU" sz="2400" b="0" i="0" dirty="0">
              <a:latin typeface="Open Sans" pitchFamily="2" charset="0"/>
              <a:ea typeface="Open Sans" pitchFamily="2" charset="0"/>
              <a:cs typeface="Open Sans" pitchFamily="2" charset="0"/>
            </a:rPr>
            <a:t>Для взрослых приоритетность определяется последовательностью мероприятий Порядка оказания первой помощи (приказ № 220н);</a:t>
          </a:r>
          <a:endParaRPr lang="ru-RU" sz="2400" dirty="0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FD0315FE-0BC0-4C22-AF8C-1CF4E063FD36}" type="parTrans" cxnId="{3C305E5A-E2F1-45AE-AF45-E4D1E0078C06}">
      <dgm:prSet/>
      <dgm:spPr/>
      <dgm:t>
        <a:bodyPr/>
        <a:lstStyle/>
        <a:p>
          <a:endParaRPr lang="ru-RU" sz="2400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F5B8A5D0-5D1F-449C-955F-3A108E8C742C}" type="sibTrans" cxnId="{3C305E5A-E2F1-45AE-AF45-E4D1E0078C06}">
      <dgm:prSet custT="1"/>
      <dgm:spPr/>
      <dgm:t>
        <a:bodyPr/>
        <a:lstStyle/>
        <a:p>
          <a:endParaRPr lang="ru-RU" sz="2400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66E30D52-D4C4-4DDC-91C1-B193A1A889FD}">
      <dgm:prSet custT="1"/>
      <dgm:spPr/>
      <dgm:t>
        <a:bodyPr/>
        <a:lstStyle/>
        <a:p>
          <a:r>
            <a:rPr lang="ru-RU" sz="2400" b="0" i="0" dirty="0">
              <a:latin typeface="Open Sans" pitchFamily="2" charset="0"/>
              <a:ea typeface="Open Sans" pitchFamily="2" charset="0"/>
              <a:cs typeface="Open Sans" pitchFamily="2" charset="0"/>
            </a:rPr>
            <a:t>В ряде случаев допустима самопомощь (например, прямое давление на рану), пока оказывается помощь другому пострадавшему;</a:t>
          </a:r>
          <a:endParaRPr lang="ru-RU" sz="2400" dirty="0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4161F51D-707E-4C13-9A05-B7275BBA741E}" type="parTrans" cxnId="{296A75AC-8C4F-4C96-9A1C-B2920078BF70}">
      <dgm:prSet/>
      <dgm:spPr/>
      <dgm:t>
        <a:bodyPr/>
        <a:lstStyle/>
        <a:p>
          <a:endParaRPr lang="ru-RU" sz="2400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EDDF670B-FC30-4046-9855-F4CA230E793E}" type="sibTrans" cxnId="{296A75AC-8C4F-4C96-9A1C-B2920078BF70}">
      <dgm:prSet custT="1"/>
      <dgm:spPr/>
      <dgm:t>
        <a:bodyPr/>
        <a:lstStyle/>
        <a:p>
          <a:endParaRPr lang="ru-RU" sz="2400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026166E3-57F5-4287-94B8-98E05519088E}">
      <dgm:prSet custT="1"/>
      <dgm:spPr/>
      <dgm:t>
        <a:bodyPr/>
        <a:lstStyle/>
        <a:p>
          <a:r>
            <a:rPr lang="ru-RU" sz="2400" b="0" i="0" dirty="0">
              <a:latin typeface="Open Sans" pitchFamily="2" charset="0"/>
              <a:ea typeface="Open Sans" pitchFamily="2" charset="0"/>
              <a:cs typeface="Open Sans" pitchFamily="2" charset="0"/>
            </a:rPr>
            <a:t>Более опытный участник может координировать действия остальных, направляя их к наиболее тяжелым пострадавшим.</a:t>
          </a:r>
          <a:endParaRPr lang="ru-RU" sz="2400" dirty="0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A3E3C24A-F927-4419-9D20-45987C57B515}" type="parTrans" cxnId="{E1E2D368-4DA0-4D86-8485-8472F61D356E}">
      <dgm:prSet/>
      <dgm:spPr/>
      <dgm:t>
        <a:bodyPr/>
        <a:lstStyle/>
        <a:p>
          <a:endParaRPr lang="ru-RU" sz="2400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EB4EEF70-F152-47EF-A190-41622C265814}" type="sibTrans" cxnId="{E1E2D368-4DA0-4D86-8485-8472F61D356E}">
      <dgm:prSet/>
      <dgm:spPr/>
      <dgm:t>
        <a:bodyPr/>
        <a:lstStyle/>
        <a:p>
          <a:endParaRPr lang="ru-RU" sz="2400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FE2D3477-CE48-49DF-AB04-C0D8F8758E16}" type="pres">
      <dgm:prSet presAssocID="{6D125148-E878-4F9D-994E-CA689E1DF904}" presName="diagram" presStyleCnt="0">
        <dgm:presLayoutVars>
          <dgm:dir/>
          <dgm:resizeHandles val="exact"/>
        </dgm:presLayoutVars>
      </dgm:prSet>
      <dgm:spPr/>
    </dgm:pt>
    <dgm:pt modelId="{5F1D12CD-0746-41F0-AFB4-5CF9F4386BE0}" type="pres">
      <dgm:prSet presAssocID="{31844D7B-1AC0-470E-8C17-547DC8779458}" presName="node" presStyleLbl="node1" presStyleIdx="0" presStyleCnt="4">
        <dgm:presLayoutVars>
          <dgm:bulletEnabled val="1"/>
        </dgm:presLayoutVars>
      </dgm:prSet>
      <dgm:spPr/>
    </dgm:pt>
    <dgm:pt modelId="{8648886D-4C06-4AFC-B340-3D5E5CA7B7F9}" type="pres">
      <dgm:prSet presAssocID="{47F4006D-26D5-4E3D-B2FF-0B5488FEA6FD}" presName="sibTrans" presStyleCnt="0"/>
      <dgm:spPr/>
    </dgm:pt>
    <dgm:pt modelId="{FD698643-A92C-4BDA-ABB3-D33E71FE0A69}" type="pres">
      <dgm:prSet presAssocID="{67FE5C81-8AD3-41F3-80FB-EC683D7159A0}" presName="node" presStyleLbl="node1" presStyleIdx="1" presStyleCnt="4">
        <dgm:presLayoutVars>
          <dgm:bulletEnabled val="1"/>
        </dgm:presLayoutVars>
      </dgm:prSet>
      <dgm:spPr/>
    </dgm:pt>
    <dgm:pt modelId="{BF58C098-DB27-4392-94E7-28601B1CCD0F}" type="pres">
      <dgm:prSet presAssocID="{F5B8A5D0-5D1F-449C-955F-3A108E8C742C}" presName="sibTrans" presStyleCnt="0"/>
      <dgm:spPr/>
    </dgm:pt>
    <dgm:pt modelId="{BCA4366E-5D93-418D-95D2-97C68A0CB16F}" type="pres">
      <dgm:prSet presAssocID="{66E30D52-D4C4-4DDC-91C1-B193A1A889FD}" presName="node" presStyleLbl="node1" presStyleIdx="2" presStyleCnt="4">
        <dgm:presLayoutVars>
          <dgm:bulletEnabled val="1"/>
        </dgm:presLayoutVars>
      </dgm:prSet>
      <dgm:spPr/>
    </dgm:pt>
    <dgm:pt modelId="{C8F63AB3-4535-4D75-9EFF-933F772704B6}" type="pres">
      <dgm:prSet presAssocID="{EDDF670B-FC30-4046-9855-F4CA230E793E}" presName="sibTrans" presStyleCnt="0"/>
      <dgm:spPr/>
    </dgm:pt>
    <dgm:pt modelId="{4018C77F-F439-4749-8257-890490CE9434}" type="pres">
      <dgm:prSet presAssocID="{026166E3-57F5-4287-94B8-98E05519088E}" presName="node" presStyleLbl="node1" presStyleIdx="3" presStyleCnt="4">
        <dgm:presLayoutVars>
          <dgm:bulletEnabled val="1"/>
        </dgm:presLayoutVars>
      </dgm:prSet>
      <dgm:spPr/>
    </dgm:pt>
  </dgm:ptLst>
  <dgm:cxnLst>
    <dgm:cxn modelId="{A2E1CE16-4A7A-46EA-806B-5B08268D5432}" srcId="{6D125148-E878-4F9D-994E-CA689E1DF904}" destId="{31844D7B-1AC0-470E-8C17-547DC8779458}" srcOrd="0" destOrd="0" parTransId="{3DFA7E69-34A6-464A-93BF-F62124715A04}" sibTransId="{47F4006D-26D5-4E3D-B2FF-0B5488FEA6FD}"/>
    <dgm:cxn modelId="{D8F4802C-F63C-4128-B4E0-2332EA8BEF80}" type="presOf" srcId="{67FE5C81-8AD3-41F3-80FB-EC683D7159A0}" destId="{FD698643-A92C-4BDA-ABB3-D33E71FE0A69}" srcOrd="0" destOrd="0" presId="urn:microsoft.com/office/officeart/2005/8/layout/default"/>
    <dgm:cxn modelId="{CA38D545-0931-458E-8173-6AA5850B374A}" type="presOf" srcId="{026166E3-57F5-4287-94B8-98E05519088E}" destId="{4018C77F-F439-4749-8257-890490CE9434}" srcOrd="0" destOrd="0" presId="urn:microsoft.com/office/officeart/2005/8/layout/default"/>
    <dgm:cxn modelId="{E1E2D368-4DA0-4D86-8485-8472F61D356E}" srcId="{6D125148-E878-4F9D-994E-CA689E1DF904}" destId="{026166E3-57F5-4287-94B8-98E05519088E}" srcOrd="3" destOrd="0" parTransId="{A3E3C24A-F927-4419-9D20-45987C57B515}" sibTransId="{EB4EEF70-F152-47EF-A190-41622C265814}"/>
    <dgm:cxn modelId="{3C305E5A-E2F1-45AE-AF45-E4D1E0078C06}" srcId="{6D125148-E878-4F9D-994E-CA689E1DF904}" destId="{67FE5C81-8AD3-41F3-80FB-EC683D7159A0}" srcOrd="1" destOrd="0" parTransId="{FD0315FE-0BC0-4C22-AF8C-1CF4E063FD36}" sibTransId="{F5B8A5D0-5D1F-449C-955F-3A108E8C742C}"/>
    <dgm:cxn modelId="{296A75AC-8C4F-4C96-9A1C-B2920078BF70}" srcId="{6D125148-E878-4F9D-994E-CA689E1DF904}" destId="{66E30D52-D4C4-4DDC-91C1-B193A1A889FD}" srcOrd="2" destOrd="0" parTransId="{4161F51D-707E-4C13-9A05-B7275BBA741E}" sibTransId="{EDDF670B-FC30-4046-9855-F4CA230E793E}"/>
    <dgm:cxn modelId="{6C65D0C7-4578-4D6E-AFE7-3EF9CEA23236}" type="presOf" srcId="{31844D7B-1AC0-470E-8C17-547DC8779458}" destId="{5F1D12CD-0746-41F0-AFB4-5CF9F4386BE0}" srcOrd="0" destOrd="0" presId="urn:microsoft.com/office/officeart/2005/8/layout/default"/>
    <dgm:cxn modelId="{0F38C6E3-599E-409C-98D8-E6E14DD2F73F}" type="presOf" srcId="{6D125148-E878-4F9D-994E-CA689E1DF904}" destId="{FE2D3477-CE48-49DF-AB04-C0D8F8758E16}" srcOrd="0" destOrd="0" presId="urn:microsoft.com/office/officeart/2005/8/layout/default"/>
    <dgm:cxn modelId="{3F3C54F4-4F4B-46D3-950C-29A524ED3F68}" type="presOf" srcId="{66E30D52-D4C4-4DDC-91C1-B193A1A889FD}" destId="{BCA4366E-5D93-418D-95D2-97C68A0CB16F}" srcOrd="0" destOrd="0" presId="urn:microsoft.com/office/officeart/2005/8/layout/default"/>
    <dgm:cxn modelId="{5143FD41-DE3F-4280-A6C3-EAF0F94F4E9F}" type="presParOf" srcId="{FE2D3477-CE48-49DF-AB04-C0D8F8758E16}" destId="{5F1D12CD-0746-41F0-AFB4-5CF9F4386BE0}" srcOrd="0" destOrd="0" presId="urn:microsoft.com/office/officeart/2005/8/layout/default"/>
    <dgm:cxn modelId="{C5B5F6C5-67A7-442D-BDFD-7F5269814F48}" type="presParOf" srcId="{FE2D3477-CE48-49DF-AB04-C0D8F8758E16}" destId="{8648886D-4C06-4AFC-B340-3D5E5CA7B7F9}" srcOrd="1" destOrd="0" presId="urn:microsoft.com/office/officeart/2005/8/layout/default"/>
    <dgm:cxn modelId="{B3F84966-318F-4A56-A478-7FC1AD72076D}" type="presParOf" srcId="{FE2D3477-CE48-49DF-AB04-C0D8F8758E16}" destId="{FD698643-A92C-4BDA-ABB3-D33E71FE0A69}" srcOrd="2" destOrd="0" presId="urn:microsoft.com/office/officeart/2005/8/layout/default"/>
    <dgm:cxn modelId="{03D17F67-183E-496E-B93C-95A7F9A9EF58}" type="presParOf" srcId="{FE2D3477-CE48-49DF-AB04-C0D8F8758E16}" destId="{BF58C098-DB27-4392-94E7-28601B1CCD0F}" srcOrd="3" destOrd="0" presId="urn:microsoft.com/office/officeart/2005/8/layout/default"/>
    <dgm:cxn modelId="{2DF8D6DB-9DEC-4D43-B781-A677207954E4}" type="presParOf" srcId="{FE2D3477-CE48-49DF-AB04-C0D8F8758E16}" destId="{BCA4366E-5D93-418D-95D2-97C68A0CB16F}" srcOrd="4" destOrd="0" presId="urn:microsoft.com/office/officeart/2005/8/layout/default"/>
    <dgm:cxn modelId="{70F0843D-70AE-44D3-B7D7-D146B249F337}" type="presParOf" srcId="{FE2D3477-CE48-49DF-AB04-C0D8F8758E16}" destId="{C8F63AB3-4535-4D75-9EFF-933F772704B6}" srcOrd="5" destOrd="0" presId="urn:microsoft.com/office/officeart/2005/8/layout/default"/>
    <dgm:cxn modelId="{A6E615BD-7663-4AD9-91E9-4F4A0169FFBF}" type="presParOf" srcId="{FE2D3477-CE48-49DF-AB04-C0D8F8758E16}" destId="{4018C77F-F439-4749-8257-890490CE9434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72157B-730C-44BD-AEDE-9F98743AB6C5}">
      <dsp:nvSpPr>
        <dsp:cNvPr id="0" name=""/>
        <dsp:cNvSpPr/>
      </dsp:nvSpPr>
      <dsp:spPr>
        <a:xfrm>
          <a:off x="0" y="3372338"/>
          <a:ext cx="3929433" cy="1964716"/>
        </a:xfrm>
        <a:prstGeom prst="roundRect">
          <a:avLst>
            <a:gd name="adj" fmla="val 10000"/>
          </a:avLst>
        </a:prstGeom>
        <a:solidFill>
          <a:srgbClr val="F5F0E1"/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 dirty="0">
              <a:latin typeface="Open Sans" pitchFamily="2" charset="0"/>
              <a:ea typeface="Open Sans" pitchFamily="2" charset="0"/>
              <a:cs typeface="Open Sans" pitchFamily="2" charset="0"/>
            </a:rPr>
            <a:t>Структура документа (3 главных блока):</a:t>
          </a:r>
          <a:endParaRPr lang="ru-RU" sz="2400" kern="1200" dirty="0">
            <a:latin typeface="Open Sans" pitchFamily="2" charset="0"/>
            <a:ea typeface="Open Sans" pitchFamily="2" charset="0"/>
            <a:cs typeface="Open Sans" pitchFamily="2" charset="0"/>
          </a:endParaRPr>
        </a:p>
      </dsp:txBody>
      <dsp:txXfrm>
        <a:off x="57545" y="3429883"/>
        <a:ext cx="3814343" cy="1849626"/>
      </dsp:txXfrm>
    </dsp:sp>
    <dsp:sp modelId="{DDC0102F-BA01-4908-AB0C-C44A23CC4807}">
      <dsp:nvSpPr>
        <dsp:cNvPr id="0" name=""/>
        <dsp:cNvSpPr/>
      </dsp:nvSpPr>
      <dsp:spPr>
        <a:xfrm rot="18289469">
          <a:off x="3339141" y="3204681"/>
          <a:ext cx="2752356" cy="40605"/>
        </a:xfrm>
        <a:custGeom>
          <a:avLst/>
          <a:gdLst/>
          <a:ahLst/>
          <a:cxnLst/>
          <a:rect l="0" t="0" r="0" b="0"/>
          <a:pathLst>
            <a:path>
              <a:moveTo>
                <a:pt x="0" y="20302"/>
              </a:moveTo>
              <a:lnTo>
                <a:pt x="2752356" y="20302"/>
              </a:lnTo>
            </a:path>
          </a:pathLst>
        </a:custGeom>
        <a:noFill/>
        <a:ln w="254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400" kern="1200">
            <a:latin typeface="Open Sans" pitchFamily="2" charset="0"/>
            <a:ea typeface="Open Sans" pitchFamily="2" charset="0"/>
            <a:cs typeface="Open Sans" pitchFamily="2" charset="0"/>
          </a:endParaRPr>
        </a:p>
      </dsp:txBody>
      <dsp:txXfrm>
        <a:off x="4646510" y="3156175"/>
        <a:ext cx="137617" cy="137617"/>
      </dsp:txXfrm>
    </dsp:sp>
    <dsp:sp modelId="{18ADE2F0-31B9-41F2-9C5D-A56CABE9F293}">
      <dsp:nvSpPr>
        <dsp:cNvPr id="0" name=""/>
        <dsp:cNvSpPr/>
      </dsp:nvSpPr>
      <dsp:spPr>
        <a:xfrm>
          <a:off x="5501206" y="1112914"/>
          <a:ext cx="3929433" cy="1964716"/>
        </a:xfrm>
        <a:prstGeom prst="roundRect">
          <a:avLst>
            <a:gd name="adj" fmla="val 10000"/>
          </a:avLst>
        </a:prstGeom>
        <a:solidFill>
          <a:srgbClr val="F5F0E1"/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 dirty="0">
              <a:latin typeface="Open Sans" pitchFamily="2" charset="0"/>
              <a:ea typeface="Open Sans" pitchFamily="2" charset="0"/>
              <a:cs typeface="Open Sans" pitchFamily="2" charset="0"/>
            </a:rPr>
            <a:t>Общие организационные положения.</a:t>
          </a:r>
          <a:endParaRPr lang="ru-RU" sz="2400" kern="1200" dirty="0">
            <a:latin typeface="Open Sans" pitchFamily="2" charset="0"/>
            <a:ea typeface="Open Sans" pitchFamily="2" charset="0"/>
            <a:cs typeface="Open Sans" pitchFamily="2" charset="0"/>
          </a:endParaRPr>
        </a:p>
      </dsp:txBody>
      <dsp:txXfrm>
        <a:off x="5558751" y="1170459"/>
        <a:ext cx="3814343" cy="1849626"/>
      </dsp:txXfrm>
    </dsp:sp>
    <dsp:sp modelId="{DC43B825-DC64-48F4-B7FD-04658D4B5C7D}">
      <dsp:nvSpPr>
        <dsp:cNvPr id="0" name=""/>
        <dsp:cNvSpPr/>
      </dsp:nvSpPr>
      <dsp:spPr>
        <a:xfrm>
          <a:off x="3929433" y="4334393"/>
          <a:ext cx="1571773" cy="40605"/>
        </a:xfrm>
        <a:custGeom>
          <a:avLst/>
          <a:gdLst/>
          <a:ahLst/>
          <a:cxnLst/>
          <a:rect l="0" t="0" r="0" b="0"/>
          <a:pathLst>
            <a:path>
              <a:moveTo>
                <a:pt x="0" y="20302"/>
              </a:moveTo>
              <a:lnTo>
                <a:pt x="1571773" y="20302"/>
              </a:lnTo>
            </a:path>
          </a:pathLst>
        </a:custGeom>
        <a:noFill/>
        <a:ln w="254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400" kern="1200">
            <a:latin typeface="Open Sans" pitchFamily="2" charset="0"/>
            <a:ea typeface="Open Sans" pitchFamily="2" charset="0"/>
            <a:cs typeface="Open Sans" pitchFamily="2" charset="0"/>
          </a:endParaRPr>
        </a:p>
      </dsp:txBody>
      <dsp:txXfrm>
        <a:off x="4676025" y="4315402"/>
        <a:ext cx="78588" cy="78588"/>
      </dsp:txXfrm>
    </dsp:sp>
    <dsp:sp modelId="{102416F5-3BAC-4BC7-95D7-E66D968CAA5F}">
      <dsp:nvSpPr>
        <dsp:cNvPr id="0" name=""/>
        <dsp:cNvSpPr/>
      </dsp:nvSpPr>
      <dsp:spPr>
        <a:xfrm>
          <a:off x="5501206" y="3372338"/>
          <a:ext cx="3929433" cy="1964716"/>
        </a:xfrm>
        <a:prstGeom prst="roundRect">
          <a:avLst>
            <a:gd name="adj" fmla="val 10000"/>
          </a:avLst>
        </a:prstGeom>
        <a:solidFill>
          <a:srgbClr val="F5F0E1"/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 dirty="0">
              <a:latin typeface="Open Sans" pitchFamily="2" charset="0"/>
              <a:ea typeface="Open Sans" pitchFamily="2" charset="0"/>
              <a:cs typeface="Open Sans" pitchFamily="2" charset="0"/>
            </a:rPr>
            <a:t>Приложение № 1 — Перечень из 9 состояний.</a:t>
          </a:r>
          <a:endParaRPr lang="ru-RU" sz="2400" kern="1200" dirty="0">
            <a:latin typeface="Open Sans" pitchFamily="2" charset="0"/>
            <a:ea typeface="Open Sans" pitchFamily="2" charset="0"/>
            <a:cs typeface="Open Sans" pitchFamily="2" charset="0"/>
          </a:endParaRPr>
        </a:p>
      </dsp:txBody>
      <dsp:txXfrm>
        <a:off x="5558751" y="3429883"/>
        <a:ext cx="3814343" cy="1849626"/>
      </dsp:txXfrm>
    </dsp:sp>
    <dsp:sp modelId="{69028B1A-0CDE-48E3-ACD8-8484A0079987}">
      <dsp:nvSpPr>
        <dsp:cNvPr id="0" name=""/>
        <dsp:cNvSpPr/>
      </dsp:nvSpPr>
      <dsp:spPr>
        <a:xfrm rot="3310531">
          <a:off x="3339141" y="5464105"/>
          <a:ext cx="2752356" cy="40605"/>
        </a:xfrm>
        <a:custGeom>
          <a:avLst/>
          <a:gdLst/>
          <a:ahLst/>
          <a:cxnLst/>
          <a:rect l="0" t="0" r="0" b="0"/>
          <a:pathLst>
            <a:path>
              <a:moveTo>
                <a:pt x="0" y="20302"/>
              </a:moveTo>
              <a:lnTo>
                <a:pt x="2752356" y="20302"/>
              </a:lnTo>
            </a:path>
          </a:pathLst>
        </a:custGeom>
        <a:noFill/>
        <a:ln w="254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400" kern="1200">
            <a:latin typeface="Open Sans" pitchFamily="2" charset="0"/>
            <a:ea typeface="Open Sans" pitchFamily="2" charset="0"/>
            <a:cs typeface="Open Sans" pitchFamily="2" charset="0"/>
          </a:endParaRPr>
        </a:p>
      </dsp:txBody>
      <dsp:txXfrm>
        <a:off x="4646510" y="5415599"/>
        <a:ext cx="137617" cy="137617"/>
      </dsp:txXfrm>
    </dsp:sp>
    <dsp:sp modelId="{A0FC143F-1AD6-4D34-B304-77569132E0D7}">
      <dsp:nvSpPr>
        <dsp:cNvPr id="0" name=""/>
        <dsp:cNvSpPr/>
      </dsp:nvSpPr>
      <dsp:spPr>
        <a:xfrm>
          <a:off x="5501206" y="5631762"/>
          <a:ext cx="3929433" cy="1964716"/>
        </a:xfrm>
        <a:prstGeom prst="roundRect">
          <a:avLst>
            <a:gd name="adj" fmla="val 10000"/>
          </a:avLst>
        </a:prstGeom>
        <a:solidFill>
          <a:srgbClr val="F5F0E1"/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 dirty="0">
              <a:latin typeface="Open Sans" pitchFamily="2" charset="0"/>
              <a:ea typeface="Open Sans" pitchFamily="2" charset="0"/>
              <a:cs typeface="Open Sans" pitchFamily="2" charset="0"/>
            </a:rPr>
            <a:t>Приложение № 2 — Перечень из 9 мероприятий и последовательность их проведения.</a:t>
          </a:r>
          <a:endParaRPr lang="ru-RU" sz="2400" kern="1200" dirty="0">
            <a:latin typeface="Open Sans" pitchFamily="2" charset="0"/>
            <a:ea typeface="Open Sans" pitchFamily="2" charset="0"/>
            <a:cs typeface="Open Sans" pitchFamily="2" charset="0"/>
          </a:endParaRPr>
        </a:p>
      </dsp:txBody>
      <dsp:txXfrm>
        <a:off x="5558751" y="5689307"/>
        <a:ext cx="3814343" cy="184962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07EC86-F7CC-466F-B666-C8A2485BF59B}">
      <dsp:nvSpPr>
        <dsp:cNvPr id="0" name=""/>
        <dsp:cNvSpPr/>
      </dsp:nvSpPr>
      <dsp:spPr>
        <a:xfrm>
          <a:off x="0" y="164272"/>
          <a:ext cx="5895654" cy="353739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400" b="1" i="0" kern="1200" dirty="0">
              <a:solidFill>
                <a:srgbClr val="C00000"/>
              </a:solidFill>
              <a:latin typeface="Open Sans" pitchFamily="2" charset="0"/>
              <a:ea typeface="Open Sans" pitchFamily="2" charset="0"/>
              <a:cs typeface="Open Sans" pitchFamily="2" charset="0"/>
            </a:rPr>
            <a:t>🚨</a:t>
          </a:r>
          <a:r>
            <a:rPr lang="ru-RU" sz="3400" b="1" i="0" kern="1200" dirty="0">
              <a:latin typeface="Open Sans" pitchFamily="2" charset="0"/>
              <a:ea typeface="Open Sans" pitchFamily="2" charset="0"/>
              <a:cs typeface="Open Sans" pitchFamily="2" charset="0"/>
            </a:rPr>
            <a:t> Разрешены АНД:</a:t>
          </a:r>
          <a:endParaRPr lang="ru-RU" sz="3400" b="1" kern="1200" dirty="0">
            <a:latin typeface="Open Sans" pitchFamily="2" charset="0"/>
            <a:ea typeface="Open Sans" pitchFamily="2" charset="0"/>
            <a:cs typeface="Open Sans" pitchFamily="2" charset="0"/>
          </a:endParaRP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700" b="0" i="0" kern="1200" dirty="0">
              <a:latin typeface="Open Sans" pitchFamily="2" charset="0"/>
              <a:ea typeface="Open Sans" pitchFamily="2" charset="0"/>
              <a:cs typeface="Open Sans" pitchFamily="2" charset="0"/>
            </a:rPr>
            <a:t>Впервые официально регламентировано применение автоматических наружных дефибрилляторов.</a:t>
          </a:r>
          <a:endParaRPr lang="ru-RU" sz="2700" kern="1200" dirty="0">
            <a:latin typeface="Open Sans" pitchFamily="2" charset="0"/>
            <a:ea typeface="Open Sans" pitchFamily="2" charset="0"/>
            <a:cs typeface="Open Sans" pitchFamily="2" charset="0"/>
          </a:endParaRPr>
        </a:p>
      </dsp:txBody>
      <dsp:txXfrm>
        <a:off x="0" y="164272"/>
        <a:ext cx="5895654" cy="3537393"/>
      </dsp:txXfrm>
    </dsp:sp>
    <dsp:sp modelId="{2E6376B2-271A-4EDE-A8D1-9EEB3ED26651}">
      <dsp:nvSpPr>
        <dsp:cNvPr id="0" name=""/>
        <dsp:cNvSpPr/>
      </dsp:nvSpPr>
      <dsp:spPr>
        <a:xfrm>
          <a:off x="6485220" y="164272"/>
          <a:ext cx="5895654" cy="353739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400" b="1" i="0" kern="1200" dirty="0">
              <a:solidFill>
                <a:srgbClr val="FFC000"/>
              </a:solidFill>
              <a:latin typeface="Open Sans" pitchFamily="2" charset="0"/>
              <a:ea typeface="Open Sans" pitchFamily="2" charset="0"/>
              <a:cs typeface="Open Sans" pitchFamily="2" charset="0"/>
            </a:rPr>
            <a:t>🤝</a:t>
          </a:r>
          <a:r>
            <a:rPr lang="ru-RU" sz="3400" b="1" i="0" kern="1200" dirty="0">
              <a:latin typeface="Open Sans" pitchFamily="2" charset="0"/>
              <a:ea typeface="Open Sans" pitchFamily="2" charset="0"/>
              <a:cs typeface="Open Sans" pitchFamily="2" charset="0"/>
            </a:rPr>
            <a:t> Согласие по-новому:</a:t>
          </a:r>
          <a:endParaRPr lang="ru-RU" sz="3400" b="1" kern="1200" dirty="0">
            <a:latin typeface="Open Sans" pitchFamily="2" charset="0"/>
            <a:ea typeface="Open Sans" pitchFamily="2" charset="0"/>
            <a:cs typeface="Open Sans" pitchFamily="2" charset="0"/>
          </a:endParaRP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700" b="0" i="0" kern="1200" dirty="0">
              <a:latin typeface="Open Sans" pitchFamily="2" charset="0"/>
              <a:ea typeface="Open Sans" pitchFamily="2" charset="0"/>
              <a:cs typeface="Open Sans" pitchFamily="2" charset="0"/>
            </a:rPr>
            <a:t> Оказание помощи допускается, если нет выраженного отказа пострадавшего (или его законного представителя) до начала действий.</a:t>
          </a:r>
          <a:endParaRPr lang="ru-RU" sz="2700" kern="1200" dirty="0">
            <a:latin typeface="Open Sans" pitchFamily="2" charset="0"/>
            <a:ea typeface="Open Sans" pitchFamily="2" charset="0"/>
            <a:cs typeface="Open Sans" pitchFamily="2" charset="0"/>
          </a:endParaRPr>
        </a:p>
      </dsp:txBody>
      <dsp:txXfrm>
        <a:off x="6485220" y="164272"/>
        <a:ext cx="5895654" cy="3537393"/>
      </dsp:txXfrm>
    </dsp:sp>
    <dsp:sp modelId="{4CA5ABA4-19BC-4C62-B643-6FC0B86D16EB}">
      <dsp:nvSpPr>
        <dsp:cNvPr id="0" name=""/>
        <dsp:cNvSpPr/>
      </dsp:nvSpPr>
      <dsp:spPr>
        <a:xfrm>
          <a:off x="12970440" y="164272"/>
          <a:ext cx="5895654" cy="353739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400" b="1" i="0" kern="1200" dirty="0">
              <a:solidFill>
                <a:srgbClr val="FF6699"/>
              </a:solidFill>
              <a:latin typeface="Open Sans" pitchFamily="2" charset="0"/>
              <a:ea typeface="Open Sans" pitchFamily="2" charset="0"/>
              <a:cs typeface="Open Sans" pitchFamily="2" charset="0"/>
            </a:rPr>
            <a:t>🧠</a:t>
          </a:r>
          <a:r>
            <a:rPr lang="ru-RU" sz="3400" b="1" i="0" kern="1200" dirty="0">
              <a:latin typeface="Open Sans" pitchFamily="2" charset="0"/>
              <a:ea typeface="Open Sans" pitchFamily="2" charset="0"/>
              <a:cs typeface="Open Sans" pitchFamily="2" charset="0"/>
            </a:rPr>
            <a:t> Расширение состояний:</a:t>
          </a:r>
          <a:endParaRPr lang="ru-RU" sz="3400" b="1" kern="1200" dirty="0">
            <a:latin typeface="Open Sans" pitchFamily="2" charset="0"/>
            <a:ea typeface="Open Sans" pitchFamily="2" charset="0"/>
            <a:cs typeface="Open Sans" pitchFamily="2" charset="0"/>
          </a:endParaRP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700" b="0" i="0" kern="1200" dirty="0">
              <a:latin typeface="Open Sans" pitchFamily="2" charset="0"/>
              <a:ea typeface="Open Sans" pitchFamily="2" charset="0"/>
              <a:cs typeface="Open Sans" pitchFamily="2" charset="0"/>
            </a:rPr>
            <a:t>В перечень добавлены «острые психологические реакции на стресс» (шок, паника).</a:t>
          </a:r>
          <a:endParaRPr lang="ru-RU" sz="2700" kern="1200" dirty="0">
            <a:latin typeface="Open Sans" pitchFamily="2" charset="0"/>
            <a:ea typeface="Open Sans" pitchFamily="2" charset="0"/>
            <a:cs typeface="Open Sans" pitchFamily="2" charset="0"/>
          </a:endParaRPr>
        </a:p>
      </dsp:txBody>
      <dsp:txXfrm>
        <a:off x="12970440" y="164272"/>
        <a:ext cx="5895654" cy="3537393"/>
      </dsp:txXfrm>
    </dsp:sp>
    <dsp:sp modelId="{47A2D3BD-7F2B-47DA-864A-1151C7551B43}">
      <dsp:nvSpPr>
        <dsp:cNvPr id="0" name=""/>
        <dsp:cNvSpPr/>
      </dsp:nvSpPr>
      <dsp:spPr>
        <a:xfrm>
          <a:off x="3242610" y="4291230"/>
          <a:ext cx="5895654" cy="353739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400" b="1" i="0" kern="1200" dirty="0">
              <a:solidFill>
                <a:srgbClr val="92D050"/>
              </a:solidFill>
              <a:latin typeface="Open Sans" pitchFamily="2" charset="0"/>
              <a:ea typeface="Open Sans" pitchFamily="2" charset="0"/>
              <a:cs typeface="Open Sans" pitchFamily="2" charset="0"/>
            </a:rPr>
            <a:t>🐍</a:t>
          </a:r>
          <a:r>
            <a:rPr lang="ru-RU" sz="3400" b="1" i="0" kern="1200" dirty="0">
              <a:latin typeface="Open Sans" pitchFamily="2" charset="0"/>
              <a:ea typeface="Open Sans" pitchFamily="2" charset="0"/>
              <a:cs typeface="Open Sans" pitchFamily="2" charset="0"/>
            </a:rPr>
            <a:t> Специфические случаи:</a:t>
          </a:r>
          <a:endParaRPr lang="ru-RU" sz="3400" b="1" kern="1200" dirty="0">
            <a:latin typeface="Open Sans" pitchFamily="2" charset="0"/>
            <a:ea typeface="Open Sans" pitchFamily="2" charset="0"/>
            <a:cs typeface="Open Sans" pitchFamily="2" charset="0"/>
          </a:endParaRP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700" b="0" i="0" kern="1200" dirty="0">
              <a:latin typeface="Open Sans" pitchFamily="2" charset="0"/>
              <a:ea typeface="Open Sans" pitchFamily="2" charset="0"/>
              <a:cs typeface="Open Sans" pitchFamily="2" charset="0"/>
            </a:rPr>
            <a:t> Официально прописана помощь при судорожных приступах (с потерей сознания) и укусах ядовитых животных.</a:t>
          </a:r>
          <a:endParaRPr lang="ru-RU" sz="2700" kern="1200" dirty="0">
            <a:latin typeface="Open Sans" pitchFamily="2" charset="0"/>
            <a:ea typeface="Open Sans" pitchFamily="2" charset="0"/>
            <a:cs typeface="Open Sans" pitchFamily="2" charset="0"/>
          </a:endParaRPr>
        </a:p>
      </dsp:txBody>
      <dsp:txXfrm>
        <a:off x="3242610" y="4291230"/>
        <a:ext cx="5895654" cy="3537393"/>
      </dsp:txXfrm>
    </dsp:sp>
    <dsp:sp modelId="{B764AED7-84AE-4AB0-8236-7B0511B9347F}">
      <dsp:nvSpPr>
        <dsp:cNvPr id="0" name=""/>
        <dsp:cNvSpPr/>
      </dsp:nvSpPr>
      <dsp:spPr>
        <a:xfrm>
          <a:off x="9727830" y="4291230"/>
          <a:ext cx="5895654" cy="353739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400" b="1" i="0" kern="1200" dirty="0">
              <a:solidFill>
                <a:srgbClr val="FF0000"/>
              </a:solidFill>
              <a:latin typeface="Open Sans" pitchFamily="2" charset="0"/>
              <a:ea typeface="Open Sans" pitchFamily="2" charset="0"/>
              <a:cs typeface="Open Sans" pitchFamily="2" charset="0"/>
            </a:rPr>
            <a:t>💊</a:t>
          </a:r>
          <a:r>
            <a:rPr lang="ru-RU" sz="3400" b="1" i="0" kern="1200" dirty="0">
              <a:latin typeface="Open Sans" pitchFamily="2" charset="0"/>
              <a:ea typeface="Open Sans" pitchFamily="2" charset="0"/>
              <a:cs typeface="Open Sans" pitchFamily="2" charset="0"/>
            </a:rPr>
            <a:t> Лекарства:</a:t>
          </a:r>
          <a:endParaRPr lang="ru-RU" sz="3400" b="1" kern="1200" dirty="0">
            <a:latin typeface="Open Sans" pitchFamily="2" charset="0"/>
            <a:ea typeface="Open Sans" pitchFamily="2" charset="0"/>
            <a:cs typeface="Open Sans" pitchFamily="2" charset="0"/>
          </a:endParaRP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700" b="0" i="0" kern="1200" dirty="0">
              <a:latin typeface="Open Sans" pitchFamily="2" charset="0"/>
              <a:ea typeface="Open Sans" pitchFamily="2" charset="0"/>
              <a:cs typeface="Open Sans" pitchFamily="2" charset="0"/>
            </a:rPr>
            <a:t>Добавлено мероприятие по оказанию помощи в приеме лекарств, ранее назначенных врачом.</a:t>
          </a:r>
          <a:endParaRPr lang="ru-RU" sz="2700" kern="1200" dirty="0">
            <a:latin typeface="Open Sans" pitchFamily="2" charset="0"/>
            <a:ea typeface="Open Sans" pitchFamily="2" charset="0"/>
            <a:cs typeface="Open Sans" pitchFamily="2" charset="0"/>
          </a:endParaRPr>
        </a:p>
      </dsp:txBody>
      <dsp:txXfrm>
        <a:off x="9727830" y="4291230"/>
        <a:ext cx="5895654" cy="353739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1D12CD-0746-41F0-AFB4-5CF9F4386BE0}">
      <dsp:nvSpPr>
        <dsp:cNvPr id="0" name=""/>
        <dsp:cNvSpPr/>
      </dsp:nvSpPr>
      <dsp:spPr>
        <a:xfrm>
          <a:off x="1150201" y="2236"/>
          <a:ext cx="6311107" cy="378666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 dirty="0">
              <a:latin typeface="Open Sans" pitchFamily="2" charset="0"/>
              <a:ea typeface="Open Sans" pitchFamily="2" charset="0"/>
              <a:cs typeface="Open Sans" pitchFamily="2" charset="0"/>
            </a:rPr>
            <a:t>В первую очередь — наиболее тяжело пострадавшим и несовершеннолетним детям;</a:t>
          </a:r>
          <a:endParaRPr lang="ru-RU" sz="2400" kern="1200" dirty="0">
            <a:latin typeface="Open Sans" pitchFamily="2" charset="0"/>
            <a:ea typeface="Open Sans" pitchFamily="2" charset="0"/>
            <a:cs typeface="Open Sans" pitchFamily="2" charset="0"/>
          </a:endParaRPr>
        </a:p>
      </dsp:txBody>
      <dsp:txXfrm>
        <a:off x="1150201" y="2236"/>
        <a:ext cx="6311107" cy="3786664"/>
      </dsp:txXfrm>
    </dsp:sp>
    <dsp:sp modelId="{FD698643-A92C-4BDA-ABB3-D33E71FE0A69}">
      <dsp:nvSpPr>
        <dsp:cNvPr id="0" name=""/>
        <dsp:cNvSpPr/>
      </dsp:nvSpPr>
      <dsp:spPr>
        <a:xfrm>
          <a:off x="8092419" y="2236"/>
          <a:ext cx="6311107" cy="378666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 dirty="0">
              <a:latin typeface="Open Sans" pitchFamily="2" charset="0"/>
              <a:ea typeface="Open Sans" pitchFamily="2" charset="0"/>
              <a:cs typeface="Open Sans" pitchFamily="2" charset="0"/>
            </a:rPr>
            <a:t>Для взрослых приоритетность определяется последовательностью мероприятий Порядка оказания первой помощи (приказ № 220н);</a:t>
          </a:r>
          <a:endParaRPr lang="ru-RU" sz="2400" kern="1200" dirty="0">
            <a:latin typeface="Open Sans" pitchFamily="2" charset="0"/>
            <a:ea typeface="Open Sans" pitchFamily="2" charset="0"/>
            <a:cs typeface="Open Sans" pitchFamily="2" charset="0"/>
          </a:endParaRPr>
        </a:p>
      </dsp:txBody>
      <dsp:txXfrm>
        <a:off x="8092419" y="2236"/>
        <a:ext cx="6311107" cy="3786664"/>
      </dsp:txXfrm>
    </dsp:sp>
    <dsp:sp modelId="{BCA4366E-5D93-418D-95D2-97C68A0CB16F}">
      <dsp:nvSpPr>
        <dsp:cNvPr id="0" name=""/>
        <dsp:cNvSpPr/>
      </dsp:nvSpPr>
      <dsp:spPr>
        <a:xfrm>
          <a:off x="1150201" y="4420011"/>
          <a:ext cx="6311107" cy="378666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 dirty="0">
              <a:latin typeface="Open Sans" pitchFamily="2" charset="0"/>
              <a:ea typeface="Open Sans" pitchFamily="2" charset="0"/>
              <a:cs typeface="Open Sans" pitchFamily="2" charset="0"/>
            </a:rPr>
            <a:t>В ряде случаев допустима самопомощь (например, прямое давление на рану), пока оказывается помощь другому пострадавшему;</a:t>
          </a:r>
          <a:endParaRPr lang="ru-RU" sz="2400" kern="1200" dirty="0">
            <a:latin typeface="Open Sans" pitchFamily="2" charset="0"/>
            <a:ea typeface="Open Sans" pitchFamily="2" charset="0"/>
            <a:cs typeface="Open Sans" pitchFamily="2" charset="0"/>
          </a:endParaRPr>
        </a:p>
      </dsp:txBody>
      <dsp:txXfrm>
        <a:off x="1150201" y="4420011"/>
        <a:ext cx="6311107" cy="3786664"/>
      </dsp:txXfrm>
    </dsp:sp>
    <dsp:sp modelId="{4018C77F-F439-4749-8257-890490CE9434}">
      <dsp:nvSpPr>
        <dsp:cNvPr id="0" name=""/>
        <dsp:cNvSpPr/>
      </dsp:nvSpPr>
      <dsp:spPr>
        <a:xfrm>
          <a:off x="8092419" y="4420011"/>
          <a:ext cx="6311107" cy="378666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 dirty="0">
              <a:latin typeface="Open Sans" pitchFamily="2" charset="0"/>
              <a:ea typeface="Open Sans" pitchFamily="2" charset="0"/>
              <a:cs typeface="Open Sans" pitchFamily="2" charset="0"/>
            </a:rPr>
            <a:t>Более опытный участник может координировать действия остальных, направляя их к наиболее тяжелым пострадавшим.</a:t>
          </a:r>
          <a:endParaRPr lang="ru-RU" sz="2400" kern="1200" dirty="0">
            <a:latin typeface="Open Sans" pitchFamily="2" charset="0"/>
            <a:ea typeface="Open Sans" pitchFamily="2" charset="0"/>
            <a:cs typeface="Open Sans" pitchFamily="2" charset="0"/>
          </a:endParaRPr>
        </a:p>
      </dsp:txBody>
      <dsp:txXfrm>
        <a:off x="8092419" y="4420011"/>
        <a:ext cx="6311107" cy="378666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5">
  <dgm:title val=""/>
  <dgm:desc val=""/>
  <dgm:catLst>
    <dgm:cat type="hierarchy" pri="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/>
    <dgm:presOf/>
    <dgm:shape xmlns:r="http://schemas.openxmlformats.org/officeDocument/2006/relationships" r:blip="">
      <dgm:adjLst/>
    </dgm:shape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/>
              <dgm:constr type="t" for="ch" forName="hierFlow" refType="h" fact="0.3"/>
              <dgm:constr type="r" for="ch" forName="hierFlow" refType="w" fact="0.98"/>
              <dgm:constr type="b" for="ch" forName="hierFlow" refType="h" fact="0.96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h" for="des" forName="level1Shape" refType="h"/>
              <dgm:constr type="w" for="des" forName="level1Shape" refType="h" refFor="des" refForName="level1Shape" fact="2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w" refFor="des" refForName="level1Shape" op="equ" fact="0.4"/>
              <dgm:constr type="sibSp" for="des" forName="hierChild1" refType="h" refFor="des" refForName="level1Shape" op="equ" fact="0.15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w" refFor="des" refForName="level1Shape" op="equ"/>
              <dgm:constr type="userB" for="des" refType="sp" refFor="des" op="equ"/>
              <dgm:constr type="w" for="des" forName="firstBuf" refType="w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 refType="h" fact="0.3"/>
              <dgm:constr type="r" for="ch" forName="hierFlow" refType="w"/>
              <dgm:constr type="b" for="ch" forName="hierFlow" refType="h" fact="0.96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h" for="des" forName="level1Shape" refType="h"/>
              <dgm:constr type="w" for="des" forName="level1Shape" refType="h" refFor="des" refForName="level1Shape" fact="2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w" refFor="des" refForName="level1Shape" op="equ" fact="0.4"/>
              <dgm:constr type="sibSp" for="des" forName="hierChild1" refType="h" refFor="des" refForName="level1Shape" op="equ" fact="0.15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w" refFor="des" refForName="level1Shape" op="equ"/>
              <dgm:constr type="userB" for="des" refType="sp" refFor="des" op="equ"/>
              <dgm:constr type="w" for="des" forName="firstBuf" refType="w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h" for="des" forName="level1Shape" refType="h"/>
          <dgm:constr type="w" for="des" forName="level1Shape" refType="h" refFor="des" refForName="level1Shape" fact="2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w" refFor="des" refForName="level1Shape" op="equ" fact="0.4"/>
          <dgm:constr type="sibSp" for="des" forName="hierChild1" refType="h" refFor="des" refForName="level1Shape" op="equ" fact="0.15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w" refFor="des" refForName="level1Shape" op="equ"/>
          <dgm:constr type="userB" for="des" refType="sp" refFor="des" op="equ"/>
          <dgm:constr type="w" for="des" forName="firstBuf" refType="w" refFor="des" refForName="level1Shape" fact="0.1"/>
        </dgm:constrLst>
      </dgm:else>
    </dgm:choose>
    <dgm:ruleLst/>
    <dgm:layoutNode name="hierFlow">
      <dgm:choose name="Name6">
        <dgm:if name="Name7" func="var" arg="dir" op="equ" val="norm">
          <dgm:alg type="lin">
            <dgm:param type="linDir" val="fromL"/>
            <dgm:param type="nodeVertAlign" val="mid"/>
            <dgm:param type="vertAlign" val="mid"/>
            <dgm:param type="nodeHorzAlign" val="l"/>
            <dgm:param type="horzAlign" val="l"/>
            <dgm:param type="fallback" val="2D"/>
          </dgm:alg>
        </dgm:if>
        <dgm:else name="Name8">
          <dgm:alg type="lin">
            <dgm:param type="linDir" val="fromR"/>
            <dgm:param type="nodeVertAlign" val="mid"/>
            <dgm:param type="vertAlign" val="mid"/>
            <dgm:param type="nodeHorzAlign" val="r"/>
            <dgm:param type="horzAlign" val="r"/>
            <dgm:param type="fallback" val="2D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primFontSz" for="des" ptType="node" op="equ" val="65"/>
        <dgm:constr type="primFontSz" for="des" forName="connTx" op="equ" val="55"/>
        <dgm:constr type="primFontSz" for="des" forName="connTx" refType="primFontSz" refFor="des" refPtType="node" op="lte" fact="0.8"/>
      </dgm:constrLst>
      <dgm:ruleLst/>
      <dgm:choose name="Name9">
        <dgm:if name="Name10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1"/>
      </dgm:choose>
      <dgm:layoutNode name="hierChild1">
        <dgm:varLst>
          <dgm:chPref val="1"/>
          <dgm:animOne val="branch"/>
          <dgm:animLvl val="lvl"/>
        </dgm:varLst>
        <dgm:choose name="Name12">
          <dgm:if name="Name13" func="var" arg="dir" op="equ" val="norm">
            <dgm:alg type="hierChild">
              <dgm:param type="linDir" val="fromT"/>
              <dgm:param type="chAlign" val="l"/>
            </dgm:alg>
          </dgm:if>
          <dgm:else name="Name14">
            <dgm:alg type="hierChild">
              <dgm:param type="linDir" val="fromT"/>
              <dgm:param type="ch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forEach name="Name15" axis="ch" cnt="3">
          <dgm:forEach name="Name16" axis="self" ptType="node">
            <dgm:layoutNode name="Name17">
              <dgm:choose name="Name18">
                <dgm:if name="Name19" func="var" arg="dir" op="equ" val="norm">
                  <dgm:alg type="hierRoot">
                    <dgm:param type="hierAlign" val="lCtrCh"/>
                  </dgm:alg>
                </dgm:if>
                <dgm:else name="Name20">
                  <dgm:alg type="hierRoot">
                    <dgm:param type="hierAlign" val="rCtrCh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tMarg" refType="primFontSz" fact="0.05"/>
                  <dgm:constr type="bMarg" refType="primFontSz" fact="0.05"/>
                  <dgm:constr type="lMarg" refType="primFontSz" fact="0.05"/>
                  <dgm:constr type="rMarg" refType="primFontSz" fact="0.05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21">
                  <dgm:if name="Name2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23">
                    <dgm:alg type="hierChild">
                      <dgm:param type="linDir" val="fromT"/>
                      <dgm:param type="ch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24" axis="self" ptType="parTrans" cnt="1">
                    <dgm:layoutNode name="Name25">
                      <dgm:choose name="Name26">
                        <dgm:if name="Name27" func="var" arg="dir" op="equ" val="norm">
                          <dgm:alg type="conn">
                            <dgm:param type="dim" val="1D"/>
                            <dgm:param type="begPts" val="midR"/>
                            <dgm:param type="endPts" val="midL"/>
                            <dgm:param type="endSty" val="noArr"/>
                          </dgm:alg>
                        </dgm:if>
                        <dgm:else name="Name28">
                          <dgm:alg type="conn">
                            <dgm:param type="dim" val="1D"/>
                            <dgm:param type="begPts" val="midL"/>
                            <dgm:param type="endPts" val="midR"/>
                            <dgm:param type="endSty" val="noArr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5"/>
                        <dgm:constr type="connDist"/>
                        <dgm:constr type="begPad"/>
                        <dgm:constr type="endPad"/>
                        <dgm:constr type="userA" for="ch" refType="connDist"/>
                      </dgm:constrLst>
                      <dgm:ruleLst/>
                      <dgm:layoutNode name="connTx">
                        <dgm:alg type="tx">
                          <dgm:param type="autoTxRot" val="grav"/>
                        </dgm:alg>
                        <dgm:shape xmlns:r="http://schemas.openxmlformats.org/officeDocument/2006/relationships" type="rect" r:blip="" hideGeom="1">
                          <dgm:adjLst/>
                        </dgm:shape>
                        <dgm:presOf axis="self"/>
                        <dgm:constrLst>
                          <dgm:constr type="userA"/>
                          <dgm:constr type="w" refType="userA" fact="0.05"/>
                          <dgm:constr type="h" refType="userA" fact="0.05"/>
                          <dgm:constr type="lMarg" val="1"/>
                          <dgm:constr type="rMarg" val="1"/>
                          <dgm:constr type="tMarg"/>
                          <dgm:constr type="bMarg"/>
                        </dgm:constrLst>
                        <dgm:ruleLst>
                          <dgm:rule type="h" val="NaN" fact="0.25" max="NaN"/>
                          <dgm:rule type="w" val="NaN" fact="0.8" max="NaN"/>
                          <dgm:rule type="primFontSz" val="5" fact="NaN" max="NaN"/>
                        </dgm:ruleLst>
                      </dgm:layoutNode>
                    </dgm:layoutNode>
                  </dgm:forEach>
                  <dgm:forEach name="Name29" axis="self" ptType="node">
                    <dgm:layoutNode name="Name30">
                      <dgm:choose name="Name31">
                        <dgm:if name="Name32" func="var" arg="dir" op="equ" val="norm">
                          <dgm:alg type="hierRoot">
                            <dgm:param type="hierAlign" val="lCtrCh"/>
                          </dgm:alg>
                        </dgm:if>
                        <dgm:else name="Name33">
                          <dgm:alg type="hierRoot">
                            <dgm:param type="hierAlign" val="rCtrCh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tMarg" refType="primFontSz" fact="0.05"/>
                          <dgm:constr type="bMarg" refType="primFontSz" fact="0.05"/>
                          <dgm:constr type="lMarg" refType="primFontSz" fact="0.05"/>
                          <dgm:constr type="rMarg" refType="primFontSz" fact="0.05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34">
                          <dgm:if name="Name35" func="var" arg="dir" op="equ" val="norm">
                            <dgm:alg type="hierChild">
                              <dgm:param type="linDir" val="fromT"/>
                              <dgm:param type="chAlign" val="l"/>
                            </dgm:alg>
                          </dgm:if>
                          <dgm:else name="Name36">
                            <dgm:alg type="hierChild">
                              <dgm:param type="linDir" val="fromT"/>
                              <dgm:param type="chAlign" val="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37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choose name="Name38">
        <dgm:if name="Name39" func="var" arg="dir" op="equ" val="norm">
          <dgm:alg type="lin">
            <dgm:param type="linDir" val="fromL"/>
            <dgm:param type="nodeVertAlign" val="mid"/>
            <dgm:param type="vertAlign" val="mid"/>
            <dgm:param type="nodeHorzAlign" val="l"/>
            <dgm:param type="horzAlign" val="l"/>
          </dgm:alg>
        </dgm:if>
        <dgm:else name="Name40">
          <dgm:alg type="lin">
            <dgm:param type="linDir" val="fromR"/>
            <dgm:param type="nodeVertAlign" val="mid"/>
            <dgm:param type="vertAlign" val="mid"/>
            <dgm:param type="nodeHorzAlign" val="r"/>
            <dgm:param type="horzAlign" val="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rectComp" refType="w"/>
        <dgm:constr type="h" for="ch" forName="rectComp" refType="h"/>
        <dgm:constr type="h" for="des" forName="bgRect" refType="h"/>
        <dgm:constr type="primFontSz" for="des" forName="bgRectTx" op="equ" val="65"/>
      </dgm:constrLst>
      <dgm:ruleLst/>
      <dgm:forEach name="Name41" axis="ch" ptType="node" st="2">
        <dgm:layoutNode name="rectComp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userA"/>
            <dgm:constr type="l" for="ch" forName="bgRect"/>
            <dgm:constr type="t" for="ch" forName="bgRect"/>
            <dgm:constr type="w" for="ch" forName="bgRect" refType="userA" fact="1.2"/>
            <dgm:constr type="l" for="ch" forName="bgRectTx"/>
            <dgm:constr type="t" for="ch" forName="bgRectTx"/>
            <dgm:constr type="h" for="ch" forName="bgRectTx" refType="h" refFor="ch" refForName="bgRect" fact="0.3"/>
            <dgm:constr type="w" for="ch" forName="bgRectTx" refType="w" refFor="ch" refForName="bgRect" op="equ"/>
          </dgm:constrLst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shape xmlns:r="http://schemas.openxmlformats.org/officeDocument/2006/relationships" type="rect" r:blip="" zOrderOff="-999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</dgm:layoutNode>
        <dgm:choose name="Name42">
          <dgm:if name="Name43" axis="self" ptType="node" func="revPos" op="gte" val="2">
            <dgm:layoutNode name="spComp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hSp"/>
                <dgm:constr type="t" for="ch" forName="hSp"/>
                <dgm:constr type="w" for="ch" forName="hSp" refType="userB"/>
                <dgm:constr type="wOff" for="ch" forName="hSp" refType="userA" fact="-0.2"/>
              </dgm:constrLst>
              <dgm:ruleLst/>
              <dgm:layoutNode name="h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44"/>
        </dgm:choos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>
            <a:spLocks noGrp="1" noRot="1" noChangeAspec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" name="Shape 74"/>
          <p:cNvSpPr>
            <a:spLocks noGrp="1"/>
          </p:cNvSpPr>
          <p:nvPr>
            <p:ph type="body" sz="quarter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3394855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1828800">
      <a:defRPr sz="2400">
        <a:latin typeface="+mn-lt"/>
        <a:ea typeface="+mn-ea"/>
        <a:cs typeface="+mn-cs"/>
      </a:defRPr>
    </a:lvl1pPr>
    <a:lvl2pPr indent="228600" defTabSz="1828800">
      <a:defRPr sz="2400">
        <a:latin typeface="+mn-lt"/>
        <a:ea typeface="+mn-ea"/>
        <a:cs typeface="+mn-cs"/>
      </a:defRPr>
    </a:lvl2pPr>
    <a:lvl3pPr indent="457200" defTabSz="1828800">
      <a:defRPr sz="2400">
        <a:latin typeface="+mn-lt"/>
        <a:ea typeface="+mn-ea"/>
        <a:cs typeface="+mn-cs"/>
      </a:defRPr>
    </a:lvl3pPr>
    <a:lvl4pPr indent="685800" defTabSz="1828800">
      <a:defRPr sz="2400">
        <a:latin typeface="+mn-lt"/>
        <a:ea typeface="+mn-ea"/>
        <a:cs typeface="+mn-cs"/>
      </a:defRPr>
    </a:lvl4pPr>
    <a:lvl5pPr indent="914400" defTabSz="1828800">
      <a:defRPr sz="2400">
        <a:latin typeface="+mn-lt"/>
        <a:ea typeface="+mn-ea"/>
        <a:cs typeface="+mn-cs"/>
      </a:defRPr>
    </a:lvl5pPr>
    <a:lvl6pPr indent="1143000" defTabSz="1828800">
      <a:defRPr sz="2400">
        <a:latin typeface="+mn-lt"/>
        <a:ea typeface="+mn-ea"/>
        <a:cs typeface="+mn-cs"/>
      </a:defRPr>
    </a:lvl6pPr>
    <a:lvl7pPr indent="1371600" defTabSz="1828800">
      <a:defRPr sz="2400">
        <a:latin typeface="+mn-lt"/>
        <a:ea typeface="+mn-ea"/>
        <a:cs typeface="+mn-cs"/>
      </a:defRPr>
    </a:lvl7pPr>
    <a:lvl8pPr indent="1600200" defTabSz="1828800">
      <a:defRPr sz="2400">
        <a:latin typeface="+mn-lt"/>
        <a:ea typeface="+mn-ea"/>
        <a:cs typeface="+mn-cs"/>
      </a:defRPr>
    </a:lvl8pPr>
    <a:lvl9pPr indent="1828800" defTabSz="1828800">
      <a:defRPr sz="2400"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Добрый день.</a:t>
            </a:r>
          </a:p>
          <a:p>
            <a:r>
              <a:t>Сегодня мы разберём Порядок оказания первой помощи и приоритетность действий, когда пострадавших несколько, а помогающих не хватает.</a:t>
            </a:r>
          </a:p>
          <a:p>
            <a:r>
              <a:t>Это не абстрактная теория, а правила, по которым сейчас нужно действовать на месте происшествия.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6603E-7D41-4B3A-A1FE-5F5EFDD65191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Open San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7363402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На этом разбор Порядка оказания первой помощи и приоритетности действий завершён.</a:t>
            </a:r>
          </a:p>
          <a:p>
            <a:r>
              <a:t>Спасибо за внимание.</a:t>
            </a:r>
          </a:p>
        </p:txBody>
      </p:sp>
    </p:spTree>
    <p:extLst>
      <p:ext uri="{BB962C8B-B14F-4D97-AF65-F5344CB8AC3E}">
        <p14:creationId xmlns:p14="http://schemas.microsoft.com/office/powerpoint/2010/main" val="23088429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Начнём с главного документа.</a:t>
            </a:r>
          </a:p>
          <a:p>
            <a:r>
              <a:t>С первого сентября 2024 года действует новый Порядок оказания первой помощи — приказ Минздрава России № 220н.</a:t>
            </a:r>
          </a:p>
          <a:p>
            <a:r>
              <a:t>Он принят во исполнение части 2 статьи 31 Федерального закона № 323-ФЗ в редакции закона № 135-ФЗ.</a:t>
            </a:r>
          </a:p>
          <a:p>
            <a:r>
              <a:t>Именно этот Порядок заменил приказ Минздравсоцразвития № 477н, который использовали двенадцать лет.</a:t>
            </a:r>
          </a:p>
          <a:p>
            <a:r>
              <a:t>То есть ориентир для обучения и для реальных действий теперь один — актуальный приказ № 220н.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Что внутри этого Порядка и какие новые акценты важно держать.</a:t>
            </a:r>
          </a:p>
          <a:p>
            <a:r>
              <a:t>Документ состоит из трёх блоков: общих организационных положений, Приложения № 1 с перечнем из девяти состояний и Приложения № 2 с девятью мероприятиями и их последовательностью.</a:t>
            </a:r>
          </a:p>
          <a:p>
            <a:r>
              <a:t>Впервые официально регламентировано применение автоматических наружных дефибрилляторов.</a:t>
            </a:r>
          </a:p>
          <a:p>
            <a:r>
              <a:t>Согласие сформулировано иначе: помощь допускается, если до её начала нет выраженного отказа пострадавшего или его законного представителя.</a:t>
            </a:r>
          </a:p>
          <a:p>
            <a:r>
              <a:t>В перечень состояний добавлены острые психологические реакции на стресс — шок и паника.</a:t>
            </a:r>
          </a:p>
          <a:p>
            <a:r>
              <a:t>Отдельно прописаны судорожные приступы с потерей сознания и укусы ядовитых животных.</a:t>
            </a:r>
          </a:p>
          <a:p>
            <a:r>
              <a:t>И появилось мероприятие по содействию в приёме лекарств, которые пострадавшему уже назначил врач.</a:t>
            </a:r>
          </a:p>
          <a:p>
            <a:r>
              <a:t>Именно эти пункты стоит проговорить слушателям, чтобы они не продолжали опираться на старую логику приказа № 477н.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Дальше — что в новом Порядке сознательно убрали.</a:t>
            </a:r>
          </a:p>
          <a:p>
            <a:r>
              <a:t>Проверку пульса на магистральных артериях больше не используют, чтобы решать вопрос о реанимации: для неспециалиста это ненадёжно и только затягивает помощь.</a:t>
            </a:r>
          </a:p>
          <a:p>
            <a:r>
              <a:t>Также исключены сложные приёмы остановки кровотечения, которым трудно массово обучить: пальцевое прижатие артерии и максимальное сгибание конечности в суставе.</a:t>
            </a:r>
          </a:p>
          <a:p>
            <a:r>
              <a:t>Взамен появилась чёткая пошаговая последовательность действий.</a:t>
            </a:r>
          </a:p>
          <a:p>
            <a:r>
              <a:t>Теперь на месте чрезвычайного происшествия понятнее, что делать сначала и что — следующим шагом.</a:t>
            </a:r>
          </a:p>
          <a:p>
            <a:r>
              <a:t>Это как раз то, на чём нужно строить и обучение, и практику.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Теперь о правилах, где и как оказывать помощь.</a:t>
            </a:r>
          </a:p>
          <a:p>
            <a:r>
              <a:t>Первую помощь можно оказывать непосредственно на месте происшествия, в безопасном месте после перемещения пострадавшего и даже во время транспортировки в медицинскую организацию.</a:t>
            </a:r>
          </a:p>
          <a:p>
            <a:r>
              <a:t>Но безопасность оказывающего помощь — условие номер один: действовать можно только при отсутствии угрозы для собственной жизни и здоровья.</a:t>
            </a:r>
          </a:p>
          <a:p>
            <a:r>
              <a:t>И ещё важный момент по объёму: мероприятия выполняют либо полностью, либо отдельными действиями, если сделать всё сразу невозможно.</a:t>
            </a:r>
          </a:p>
          <a:p>
            <a:r>
              <a:t>То есть отсутствие идеальных условий не означает, что помогать нельзя — значит, нужно сделать то, что реально доступно прямо сейчас.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Отдельный практический вопрос — приоритетность, когда пострадавших несколько, а участников оказания помощи мало.</a:t>
            </a:r>
          </a:p>
          <a:p>
            <a:r>
              <a:t>В первую очередь помогают наиболее тяжело пострадавшим и несовершеннолетним детям.</a:t>
            </a:r>
          </a:p>
          <a:p>
            <a:r>
              <a:t>Для взрослых приоритет определяется последовательностью мероприятий из Порядка по приказу № 220н.</a:t>
            </a:r>
          </a:p>
          <a:p>
            <a:r>
              <a:t>В ряде случаев можно использовать самопомощь: например, попросить одного пострадавшего давить на свою рану, пока вы помогаете другому.</a:t>
            </a:r>
          </a:p>
          <a:p>
            <a:r>
              <a:t>А если на месте есть более опытный участник, он может взять на себя координацию и направлять остальных к самым тяжёлым пострадавшим.</a:t>
            </a:r>
          </a:p>
          <a:p>
            <a:r>
              <a:t>Так помощь становится организованной, а не хаотичной.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И коротко про материальное обеспечение.</a:t>
            </a:r>
          </a:p>
          <a:p>
            <a:r>
              <a:t>Для оказания первой помощи используют специальные укладки, наборы, комплекты и аптечки с медицинскими изделиями.</a:t>
            </a:r>
          </a:p>
          <a:p>
            <a:r>
              <a:t>Требования к их комплектации утверждаются отдельными приказами Минздрава — например, № 260н, № 262н и другими.</a:t>
            </a:r>
          </a:p>
          <a:p>
            <a:r>
              <a:t>При этом закон прямо разрешает подручные средства: чистую ткань, ремни, палки для фиксации и всё, что реально помогает, если табельных изделий нет под рукой.</a:t>
            </a:r>
          </a:p>
          <a:p>
            <a:r>
              <a:t>Главное — действовать по Порядку и не подменять его случайными «привычными» приёмами.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3048801" y="5006974"/>
            <a:ext cx="18292766" cy="2012952"/>
          </a:xfrm>
          <a:prstGeom prst="rect">
            <a:avLst/>
          </a:prstGeom>
        </p:spPr>
        <p:txBody>
          <a:bodyPr anchor="b"/>
          <a:lstStyle>
            <a:lvl1pPr algn="ctr">
              <a:defRPr sz="88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3048801" y="7204074"/>
            <a:ext cx="18292766" cy="59522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indent="3656686" algn="ctr"/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624274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712932" y="3708962"/>
            <a:ext cx="21036680" cy="1405968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712932" y="5817091"/>
            <a:ext cx="21036680" cy="755170"/>
          </a:xfrm>
          <a:prstGeom prst="rect">
            <a:avLst/>
          </a:prstGeom>
        </p:spPr>
        <p:txBody>
          <a:bodyPr/>
          <a:lstStyle>
            <a:lvl1pPr algn="ctr">
              <a:defRPr sz="3200"/>
            </a:lvl1pPr>
            <a:lvl2pPr algn="ctr">
              <a:defRPr sz="3200"/>
            </a:lvl2pPr>
            <a:lvl3pPr algn="ctr">
              <a:defRPr sz="3200"/>
            </a:lvl3pPr>
            <a:lvl4pPr algn="ctr">
              <a:defRPr sz="3200"/>
            </a:lvl4pPr>
            <a:lvl5pPr algn="ctr">
              <a:defRPr sz="32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4" name="Rectangle 8"/>
          <p:cNvSpPr/>
          <p:nvPr/>
        </p:nvSpPr>
        <p:spPr bwMode="auto">
          <a:xfrm>
            <a:off x="11454348" y="5305993"/>
            <a:ext cx="1553848" cy="91438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B2B2B2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B2B2B2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5" name="Text Placeholder 10"/>
          <p:cNvSpPr>
            <a:spLocks noGrp="1"/>
          </p:cNvSpPr>
          <p:nvPr>
            <p:ph type="body" sz="quarter" idx="21"/>
          </p:nvPr>
        </p:nvSpPr>
        <p:spPr bwMode="auto">
          <a:xfrm>
            <a:off x="3173483" y="7458076"/>
            <a:ext cx="18040222" cy="24003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6660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5768166" y="3938096"/>
            <a:ext cx="6926764" cy="429150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8066053" y="3938103"/>
            <a:ext cx="7128082" cy="550330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" name="Text Placeholder 33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5768173" y="8556338"/>
            <a:ext cx="6981446" cy="146178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8066053" y="4700107"/>
            <a:ext cx="7128082" cy="329105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304985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" name="Rectangle 6"/>
          <p:cNvSpPr/>
          <p:nvPr/>
        </p:nvSpPr>
        <p:spPr bwMode="auto">
          <a:xfrm>
            <a:off x="-1" y="1457323"/>
            <a:ext cx="22749614" cy="1087233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65" name="Picture Placeholder 13"/>
          <p:cNvSpPr>
            <a:spLocks noGrp="1"/>
          </p:cNvSpPr>
          <p:nvPr>
            <p:ph type="pic" idx="21"/>
          </p:nvPr>
        </p:nvSpPr>
        <p:spPr bwMode="auto">
          <a:xfrm>
            <a:off x="-349805" y="1864518"/>
            <a:ext cx="22553158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6" name="Picture Placeholder 14"/>
          <p:cNvSpPr>
            <a:spLocks noGrp="1"/>
          </p:cNvSpPr>
          <p:nvPr>
            <p:ph type="pic" idx="22"/>
          </p:nvPr>
        </p:nvSpPr>
        <p:spPr bwMode="auto">
          <a:xfrm>
            <a:off x="-349808" y="1864518"/>
            <a:ext cx="22553156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2775886"/>
            <a:ext cx="10518342" cy="144649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2260788"/>
            <a:ext cx="10518342" cy="72446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956625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286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6859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9" name="Straight Connector 7"/>
          <p:cNvSpPr/>
          <p:nvPr/>
        </p:nvSpPr>
        <p:spPr bwMode="auto">
          <a:xfrm>
            <a:off x="1676838" y="23717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80" name="Picture Placeholder 11"/>
          <p:cNvSpPr>
            <a:spLocks noGrp="1"/>
          </p:cNvSpPr>
          <p:nvPr>
            <p:ph type="pic" sz="quarter" idx="21"/>
          </p:nvPr>
        </p:nvSpPr>
        <p:spPr bwMode="auto">
          <a:xfrm>
            <a:off x="5239062" y="3918325"/>
            <a:ext cx="2939628" cy="293809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4019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1" y="0"/>
            <a:ext cx="14807446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8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807451" y="0"/>
            <a:ext cx="958291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11055" y="2931886"/>
            <a:ext cx="6402470" cy="2210028"/>
          </a:xfrm>
          <a:prstGeom prst="rect">
            <a:avLst/>
          </a:prstGeom>
        </p:spPr>
        <p:txBody>
          <a:bodyPr/>
          <a:lstStyle>
            <a:lvl1pPr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9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382015" y="4875221"/>
            <a:ext cx="6331510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9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770496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" name="Picture Placeholder 57"/>
          <p:cNvSpPr>
            <a:spLocks noGrp="1"/>
          </p:cNvSpPr>
          <p:nvPr>
            <p:ph type="pic" sz="half" idx="21"/>
          </p:nvPr>
        </p:nvSpPr>
        <p:spPr bwMode="auto">
          <a:xfrm>
            <a:off x="-228720" y="-235851"/>
            <a:ext cx="6925512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99" name="Picture Placeholder 60"/>
          <p:cNvSpPr>
            <a:spLocks noGrp="1"/>
          </p:cNvSpPr>
          <p:nvPr>
            <p:ph type="pic" sz="half" idx="22"/>
          </p:nvPr>
        </p:nvSpPr>
        <p:spPr bwMode="auto">
          <a:xfrm>
            <a:off x="4018456" y="-235857"/>
            <a:ext cx="8742460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0" name="Picture Placeholder 63"/>
          <p:cNvSpPr>
            <a:spLocks noGrp="1"/>
          </p:cNvSpPr>
          <p:nvPr>
            <p:ph type="pic" idx="23"/>
          </p:nvPr>
        </p:nvSpPr>
        <p:spPr bwMode="auto">
          <a:xfrm>
            <a:off x="10003309" y="-235853"/>
            <a:ext cx="9858630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1" name="Picture Placeholder 67"/>
          <p:cNvSpPr>
            <a:spLocks noGrp="1"/>
          </p:cNvSpPr>
          <p:nvPr>
            <p:ph type="pic" sz="half" idx="24"/>
          </p:nvPr>
        </p:nvSpPr>
        <p:spPr bwMode="auto">
          <a:xfrm>
            <a:off x="17266401" y="-235855"/>
            <a:ext cx="7238322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2" name="Picture Placeholder 8"/>
          <p:cNvSpPr>
            <a:spLocks noGrp="1"/>
          </p:cNvSpPr>
          <p:nvPr>
            <p:ph type="pic" idx="25"/>
          </p:nvPr>
        </p:nvSpPr>
        <p:spPr bwMode="auto">
          <a:xfrm>
            <a:off x="-831705" y="-651331"/>
            <a:ext cx="25797034" cy="149352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759459"/>
            <a:ext cx="21036680" cy="109855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685800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0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475554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618573"/>
            <a:ext cx="21036680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1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1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88629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722743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55918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95641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9" name="Picture Placeholder 17"/>
          <p:cNvSpPr>
            <a:spLocks noGrp="1"/>
          </p:cNvSpPr>
          <p:nvPr>
            <p:ph type="pic" sz="quarter" idx="25"/>
          </p:nvPr>
        </p:nvSpPr>
        <p:spPr bwMode="auto">
          <a:xfrm>
            <a:off x="3468915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0" name="Picture Placeholder 20"/>
          <p:cNvSpPr>
            <a:spLocks noGrp="1"/>
          </p:cNvSpPr>
          <p:nvPr>
            <p:ph type="pic" sz="quarter" idx="26"/>
          </p:nvPr>
        </p:nvSpPr>
        <p:spPr bwMode="auto">
          <a:xfrm>
            <a:off x="9277180" y="7772403"/>
            <a:ext cx="2674904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1" name="Picture Placeholder 23"/>
          <p:cNvSpPr>
            <a:spLocks noGrp="1"/>
          </p:cNvSpPr>
          <p:nvPr>
            <p:ph type="pic" sz="quarter" idx="27"/>
          </p:nvPr>
        </p:nvSpPr>
        <p:spPr bwMode="auto">
          <a:xfrm>
            <a:off x="15099109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2" name="Picture Placeholder 26"/>
          <p:cNvSpPr>
            <a:spLocks noGrp="1"/>
          </p:cNvSpPr>
          <p:nvPr>
            <p:ph type="pic" sz="quarter" idx="28"/>
          </p:nvPr>
        </p:nvSpPr>
        <p:spPr bwMode="auto">
          <a:xfrm>
            <a:off x="20935563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3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3653159" y="7897812"/>
            <a:ext cx="2312982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4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9453096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5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528006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6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111651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7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886293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8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886293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9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6686239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0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6686239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1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255918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2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255918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3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35913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4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35913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214975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479052"/>
            <a:ext cx="21036680" cy="15212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4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4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04212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5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215778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6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604212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7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215778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8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2220597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49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2220597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2220597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7677155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677153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7677155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2213213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5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2213213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6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2213213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7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7669775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8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7669775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9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7669775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31122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9297"/>
            <a:ext cx="21036680" cy="147096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6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6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69" name="Picture Placeholder 9"/>
          <p:cNvSpPr>
            <a:spLocks noGrp="1"/>
          </p:cNvSpPr>
          <p:nvPr>
            <p:ph type="pic" sz="quarter" idx="21"/>
          </p:nvPr>
        </p:nvSpPr>
        <p:spPr bwMode="auto">
          <a:xfrm>
            <a:off x="121681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0" name="Picture Placeholder 10"/>
          <p:cNvSpPr>
            <a:spLocks noGrp="1"/>
          </p:cNvSpPr>
          <p:nvPr>
            <p:ph type="pic" sz="quarter" idx="22"/>
          </p:nvPr>
        </p:nvSpPr>
        <p:spPr bwMode="auto">
          <a:xfrm>
            <a:off x="586259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1050837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2" name="Picture Placeholder 12"/>
          <p:cNvSpPr>
            <a:spLocks noGrp="1"/>
          </p:cNvSpPr>
          <p:nvPr>
            <p:ph type="pic" sz="quarter" idx="24"/>
          </p:nvPr>
        </p:nvSpPr>
        <p:spPr bwMode="auto">
          <a:xfrm>
            <a:off x="1515415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3" name="Picture Placeholder 13"/>
          <p:cNvSpPr>
            <a:spLocks noGrp="1"/>
          </p:cNvSpPr>
          <p:nvPr>
            <p:ph type="pic" sz="quarter" idx="25"/>
          </p:nvPr>
        </p:nvSpPr>
        <p:spPr bwMode="auto">
          <a:xfrm>
            <a:off x="19799930" y="3936820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966801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966801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66801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561797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5617975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61797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0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026914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1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0269147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2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026914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3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4920323" y="804436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4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4920321" y="9387981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5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4920323" y="8635493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6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9571495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7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9571493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8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9571495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794454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95884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9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753159"/>
            <a:ext cx="10064082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9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7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57959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0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1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457959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2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3929356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3" name="Text Placeholder 28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048790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4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57952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5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6577384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6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6457952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7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6577384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8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3929356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9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4048790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2398008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1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38744" y="9144000"/>
            <a:ext cx="1225161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3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4814230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4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4933662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25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7009408" y="6561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6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128842" y="6660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27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4910412" y="11133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8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029846" y="11232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3421133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36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7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8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9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0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7071342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7190774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4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4814232" y="6575845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3" name="Text Placeholder 28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4933664" y="6675438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44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5093510" y="1225709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4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8718" y="9466730"/>
            <a:ext cx="21036680" cy="1142536"/>
          </a:xfrm>
          <a:prstGeom prst="rect">
            <a:avLst/>
          </a:prstGeom>
        </p:spPr>
        <p:txBody>
          <a:bodyPr/>
          <a:lstStyle>
            <a:lvl1pPr algn="ctr">
              <a:defRPr sz="7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9191247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" name="Picture Placeholder 11"/>
          <p:cNvSpPr>
            <a:spLocks noGrp="1"/>
          </p:cNvSpPr>
          <p:nvPr>
            <p:ph type="pic" idx="21"/>
          </p:nvPr>
        </p:nvSpPr>
        <p:spPr bwMode="auto">
          <a:xfrm>
            <a:off x="-3" y="-2"/>
            <a:ext cx="24390358" cy="1365409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54" name="Picture Placeholder 10"/>
          <p:cNvSpPr>
            <a:spLocks noGrp="1"/>
          </p:cNvSpPr>
          <p:nvPr>
            <p:ph type="pic" idx="22"/>
          </p:nvPr>
        </p:nvSpPr>
        <p:spPr bwMode="auto">
          <a:xfrm>
            <a:off x="-39339693" y="-17373600"/>
            <a:ext cx="24390358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6474"/>
            <a:ext cx="21036680" cy="155690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5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83385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57" name="Picture Placeholder 9"/>
          <p:cNvSpPr>
            <a:spLocks noGrp="1"/>
          </p:cNvSpPr>
          <p:nvPr>
            <p:ph type="pic" sz="quarter" idx="23"/>
          </p:nvPr>
        </p:nvSpPr>
        <p:spPr bwMode="auto">
          <a:xfrm>
            <a:off x="20060730" y="7347746"/>
            <a:ext cx="2089444" cy="2088356"/>
          </a:xfrm>
          <a:prstGeom prst="rect">
            <a:avLst/>
          </a:prstGeom>
          <a:ln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69281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" name="Rectangle 1"/>
          <p:cNvSpPr/>
          <p:nvPr/>
        </p:nvSpPr>
        <p:spPr bwMode="auto">
          <a:xfrm>
            <a:off x="12195185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65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2" y="0"/>
            <a:ext cx="1223330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6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349303"/>
            <a:ext cx="9124796" cy="3406774"/>
          </a:xfrm>
          <a:prstGeom prst="rect">
            <a:avLst/>
          </a:prstGeom>
          <a:ln w="9525">
            <a:solidFill>
              <a:schemeClr val="accent2"/>
            </a:solidFill>
            <a:round/>
          </a:ln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42167403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75" name="Rectangle 6"/>
          <p:cNvSpPr/>
          <p:nvPr/>
        </p:nvSpPr>
        <p:spPr bwMode="auto">
          <a:xfrm>
            <a:off x="7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444898"/>
            <a:ext cx="9124796" cy="3406776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0211403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9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9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22920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9880" y="7348957"/>
            <a:ext cx="3295912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00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34740" y="7448548"/>
            <a:ext cx="3014864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1526883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0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0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310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1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2254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2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27767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3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4504261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4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287843" y="876300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5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3287843" y="944246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6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504259" y="871631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7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504259" y="939577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8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4504252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9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4689765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6218567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2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2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329" name="Text Placeholder 33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5546443" y="4145287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0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546443" y="4886331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2573097" y="4145287"/>
            <a:ext cx="2339242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2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546443" y="8208871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5546443" y="8949917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4" name="Picture Placeholder 11"/>
          <p:cNvSpPr>
            <a:spLocks noGrp="1"/>
          </p:cNvSpPr>
          <p:nvPr>
            <p:ph type="pic" sz="quarter" idx="26"/>
          </p:nvPr>
        </p:nvSpPr>
        <p:spPr bwMode="auto">
          <a:xfrm>
            <a:off x="2573097" y="8208864"/>
            <a:ext cx="2339242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6311048" y="4145287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311048" y="4886331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7" name="Picture Placeholder 11"/>
          <p:cNvSpPr>
            <a:spLocks noGrp="1"/>
          </p:cNvSpPr>
          <p:nvPr>
            <p:ph type="pic" sz="quarter" idx="29"/>
          </p:nvPr>
        </p:nvSpPr>
        <p:spPr bwMode="auto">
          <a:xfrm>
            <a:off x="13337700" y="4145287"/>
            <a:ext cx="2339240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6311048" y="8208871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6311048" y="8949917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40" name="Picture Placeholder 11"/>
          <p:cNvSpPr>
            <a:spLocks noGrp="1"/>
          </p:cNvSpPr>
          <p:nvPr>
            <p:ph type="pic" sz="quarter" idx="32"/>
          </p:nvPr>
        </p:nvSpPr>
        <p:spPr bwMode="auto">
          <a:xfrm>
            <a:off x="13337700" y="8208864"/>
            <a:ext cx="2339240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081228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48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1" y="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4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466491" y="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0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9923875" y="685800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2" name="Picture Placeholder 8"/>
          <p:cNvSpPr>
            <a:spLocks noGrp="1"/>
          </p:cNvSpPr>
          <p:nvPr>
            <p:ph type="pic" sz="half" idx="25"/>
          </p:nvPr>
        </p:nvSpPr>
        <p:spPr bwMode="auto">
          <a:xfrm>
            <a:off x="4508606" y="3390909"/>
            <a:ext cx="15339132" cy="6858002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5183871" y="3950260"/>
            <a:ext cx="13825238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5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5183871" y="5007543"/>
            <a:ext cx="13825238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6639814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62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2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3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6260920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4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8129436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5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-205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6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6258870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7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812738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8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34983" y="5873750"/>
            <a:ext cx="11512198" cy="19685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7068063" y="6329362"/>
            <a:ext cx="10254242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6558815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3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9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7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0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1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2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6359671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3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6359671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4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6359671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5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6819826" y="10414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6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6819826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7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6819826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8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6819826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9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6819826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00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6819826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62781415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08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11149"/>
            <a:ext cx="12195178" cy="1370485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0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-1" y="8040921"/>
            <a:ext cx="12195178" cy="567508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0" name="Picture Placeholder 8"/>
          <p:cNvSpPr>
            <a:spLocks noGrp="1"/>
          </p:cNvSpPr>
          <p:nvPr>
            <p:ph type="pic" idx="23"/>
          </p:nvPr>
        </p:nvSpPr>
        <p:spPr bwMode="auto">
          <a:xfrm>
            <a:off x="12195176" y="2"/>
            <a:ext cx="1219518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76" y="8036300"/>
            <a:ext cx="12195180" cy="56797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676845" y="9174297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1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676845" y="10014865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45" y="8510335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126591" y="9144819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126591" y="9985387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4126591" y="8480857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70014262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5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6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2195185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7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8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85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2636186" y="4572007"/>
            <a:ext cx="9558992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95185" y="4572007"/>
            <a:ext cx="9558990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2636186" y="6829426"/>
            <a:ext cx="9558992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2195185" y="6829426"/>
            <a:ext cx="9558990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7769346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" name="Picture Placeholder 11"/>
          <p:cNvSpPr>
            <a:spLocks noGrp="1"/>
          </p:cNvSpPr>
          <p:nvPr>
            <p:ph type="pic" sz="half" idx="21"/>
          </p:nvPr>
        </p:nvSpPr>
        <p:spPr bwMode="auto">
          <a:xfrm>
            <a:off x="0" y="-2"/>
            <a:ext cx="13873096" cy="80083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0" name="Picture Placeholder 14"/>
          <p:cNvSpPr>
            <a:spLocks noGrp="1"/>
          </p:cNvSpPr>
          <p:nvPr>
            <p:ph type="pic" sz="half" idx="22"/>
          </p:nvPr>
        </p:nvSpPr>
        <p:spPr bwMode="auto">
          <a:xfrm>
            <a:off x="11655359" y="2"/>
            <a:ext cx="12735002" cy="80083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1" name="Picture Placeholder 17"/>
          <p:cNvSpPr>
            <a:spLocks noGrp="1"/>
          </p:cNvSpPr>
          <p:nvPr>
            <p:ph type="pic" sz="quarter" idx="23"/>
          </p:nvPr>
        </p:nvSpPr>
        <p:spPr bwMode="auto">
          <a:xfrm>
            <a:off x="0" y="8977932"/>
            <a:ext cx="11655352" cy="47378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2" name="Picture Placeholder 20"/>
          <p:cNvSpPr>
            <a:spLocks noGrp="1"/>
          </p:cNvSpPr>
          <p:nvPr>
            <p:ph type="pic" sz="quarter" idx="24"/>
          </p:nvPr>
        </p:nvSpPr>
        <p:spPr bwMode="auto">
          <a:xfrm>
            <a:off x="12598619" y="8978159"/>
            <a:ext cx="11791742" cy="47378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49656" y="7922742"/>
            <a:ext cx="21091040" cy="1231528"/>
          </a:xfrm>
          <a:prstGeom prst="rect">
            <a:avLst/>
          </a:prstGeom>
        </p:spPr>
        <p:txBody>
          <a:bodyPr/>
          <a:lstStyle>
            <a:lvl1pPr algn="ctr">
              <a:defRPr sz="60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4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9154277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4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82501043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5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6" y="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76" y="457200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79" y="9144000"/>
            <a:ext cx="635966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9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6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5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5835517" y="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6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5835517" y="4572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7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5835517" y="9144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8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-1" y="31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9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-1" y="4603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0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-1" y="9175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1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460169" y="10727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2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460169" y="16823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3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460169" y="5530409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4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460169" y="61400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5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460169" y="101591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6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460169" y="107687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409607276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973606"/>
            <a:ext cx="12195178" cy="552002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4" name="Picture Placeholder 13"/>
          <p:cNvSpPr>
            <a:spLocks noGrp="1"/>
          </p:cNvSpPr>
          <p:nvPr>
            <p:ph type="pic" sz="quarter" idx="22"/>
          </p:nvPr>
        </p:nvSpPr>
        <p:spPr bwMode="auto">
          <a:xfrm>
            <a:off x="-792853" y="7220230"/>
            <a:ext cx="7957522" cy="170488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8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8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88" name="Text Placeholder 28"/>
          <p:cNvSpPr>
            <a:spLocks noGrp="1"/>
          </p:cNvSpPr>
          <p:nvPr>
            <p:ph type="body" sz="quarter" idx="23"/>
          </p:nvPr>
        </p:nvSpPr>
        <p:spPr bwMode="auto">
          <a:xfrm>
            <a:off x="779590" y="7543249"/>
            <a:ext cx="5660800" cy="1087906"/>
          </a:xfrm>
          <a:prstGeom prst="rect">
            <a:avLst/>
          </a:prstGeom>
        </p:spPr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9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3566742" y="3973613"/>
            <a:ext cx="7932856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90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3566742" y="4653058"/>
            <a:ext cx="7932856" cy="428074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91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38" y="10220324"/>
            <a:ext cx="10518340" cy="162990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51919167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804511" y="3993785"/>
            <a:ext cx="759538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9533" y="3993778"/>
            <a:ext cx="7576322" cy="385604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01" name="Picture Placeholder 14"/>
          <p:cNvSpPr>
            <a:spLocks noGrp="1"/>
          </p:cNvSpPr>
          <p:nvPr>
            <p:ph type="pic" sz="quarter" idx="23"/>
          </p:nvPr>
        </p:nvSpPr>
        <p:spPr bwMode="auto">
          <a:xfrm>
            <a:off x="6150213" y="3993785"/>
            <a:ext cx="1208994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0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12294061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4000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4573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512" name="Straight Connector 7"/>
          <p:cNvSpPr/>
          <p:nvPr/>
        </p:nvSpPr>
        <p:spPr bwMode="auto">
          <a:xfrm>
            <a:off x="1676838" y="21431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1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524603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829682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21347683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219517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524603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9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829682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0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21347683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1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219517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2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1524603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3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829682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4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21347683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5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19517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6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1524603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7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1829682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8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21347683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74857636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2" y="4622612"/>
            <a:ext cx="24380824" cy="50327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3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3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3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62820544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2" y="3665156"/>
            <a:ext cx="2438082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7" name="Picture Placeholder 8"/>
          <p:cNvSpPr>
            <a:spLocks noGrp="1"/>
          </p:cNvSpPr>
          <p:nvPr>
            <p:ph type="pic" idx="22"/>
          </p:nvPr>
        </p:nvSpPr>
        <p:spPr bwMode="auto">
          <a:xfrm>
            <a:off x="9" y="3665156"/>
            <a:ext cx="2439035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49" name="CLICK TO EDIT MASTER TITLE STYLE"/>
          <p:cNvSpPr txBox="1">
            <a:spLocks noGrp="1"/>
          </p:cNvSpPr>
          <p:nvPr>
            <p:ph type="title" hasCustomPrompt="1"/>
          </p:nvPr>
        </p:nvSpPr>
        <p:spPr bwMode="auto">
          <a:xfrm>
            <a:off x="1604219" y="5850395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55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7232071"/>
            <a:ext cx="21145402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62813726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7620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5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5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8957480" y="6130927"/>
            <a:ext cx="2534972" cy="42640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982234" y="2514605"/>
            <a:ext cx="10212944" cy="3159126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6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982234" y="5673726"/>
            <a:ext cx="10212944" cy="457200"/>
          </a:xfrm>
          <a:prstGeom prst="rect">
            <a:avLst/>
          </a:prstGeom>
        </p:spPr>
        <p:txBody>
          <a:bodyPr/>
          <a:lstStyle>
            <a:lvl1pPr algn="r">
              <a:defRPr sz="3200">
                <a:solidFill>
                  <a:schemeClr val="accent4"/>
                </a:solidFill>
              </a:defRPr>
            </a:lvl1pPr>
            <a:lvl2pPr algn="r">
              <a:defRPr sz="3200">
                <a:solidFill>
                  <a:schemeClr val="accent4"/>
                </a:solidFill>
              </a:defRPr>
            </a:lvl2pPr>
            <a:lvl3pPr algn="r">
              <a:defRPr sz="3200">
                <a:solidFill>
                  <a:schemeClr val="accent4"/>
                </a:solidFill>
              </a:defRPr>
            </a:lvl3pPr>
            <a:lvl4pPr algn="r">
              <a:defRPr sz="3200">
                <a:solidFill>
                  <a:schemeClr val="accent4"/>
                </a:solidFill>
              </a:defRPr>
            </a:lvl4pPr>
            <a:lvl5pPr algn="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426821805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1029351" y="6261101"/>
            <a:ext cx="2528618" cy="42545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7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46061767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3516609" y="5902878"/>
            <a:ext cx="5563102" cy="28296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8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8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43948812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8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758112" y="7389635"/>
            <a:ext cx="5548180" cy="422031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9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9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74344274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9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043654" y="4658204"/>
            <a:ext cx="6235192" cy="455150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0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0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82001953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0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728123" y="5610227"/>
            <a:ext cx="6373642" cy="35623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71881141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19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2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5476321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2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45402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64005619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4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7" y="6429375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4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7" y="84582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24517911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5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4829183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5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20621999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57246"/>
            <a:ext cx="5991984" cy="68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6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8237446"/>
            <a:ext cx="5991982" cy="147133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  <a:lvl2pPr>
              <a:defRPr>
                <a:solidFill>
                  <a:srgbClr val="888888"/>
                </a:solidFill>
              </a:defRPr>
            </a:lvl2pPr>
            <a:lvl3pPr>
              <a:defRPr>
                <a:solidFill>
                  <a:srgbClr val="888888"/>
                </a:solidFill>
              </a:defRPr>
            </a:lvl3pPr>
            <a:lvl4pPr>
              <a:defRPr>
                <a:solidFill>
                  <a:srgbClr val="888888"/>
                </a:solidFill>
              </a:defRPr>
            </a:lvl4pPr>
            <a:lvl5pPr indent="3656686">
              <a:defRPr>
                <a:solidFill>
                  <a:srgbClr val="888888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6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11397450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7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10518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21036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1554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610518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221036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831554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3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4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610518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5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221036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6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1831554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7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339537" y="6994526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0690422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95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676841" y="3651250"/>
            <a:ext cx="10365902" cy="870267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9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6321070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15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12" y="3362333"/>
            <a:ext cx="10318264" cy="1647826"/>
          </a:xfrm>
          <a:prstGeom prst="rect">
            <a:avLst/>
          </a:prstGeom>
        </p:spPr>
        <p:txBody>
          <a:bodyPr anchor="b"/>
          <a:lstStyle>
            <a:lvl1pPr>
              <a:defRPr sz="4700"/>
            </a:lvl1pPr>
            <a:lvl2pPr>
              <a:defRPr sz="4700"/>
            </a:lvl2pPr>
            <a:lvl3pPr>
              <a:defRPr sz="4700"/>
            </a:lvl3pPr>
            <a:lvl4pPr>
              <a:defRPr sz="4700"/>
            </a:lvl4pPr>
            <a:lvl5pPr indent="3656686">
              <a:defRPr sz="47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05" name="Text Placeholder 4"/>
          <p:cNvSpPr>
            <a:spLocks noGrp="1"/>
          </p:cNvSpPr>
          <p:nvPr>
            <p:ph type="body" sz="quarter" idx="21"/>
          </p:nvPr>
        </p:nvSpPr>
        <p:spPr bwMode="auto">
          <a:xfrm>
            <a:off x="12347625" y="3362333"/>
            <a:ext cx="10369078" cy="1647826"/>
          </a:xfrm>
          <a:prstGeom prst="rect">
            <a:avLst/>
          </a:prstGeom>
        </p:spPr>
        <p:txBody>
          <a:bodyPr anchor="b"/>
          <a:lstStyle/>
          <a:p>
            <a:pPr>
              <a:defRPr sz="4700"/>
            </a:pPr>
            <a:endParaRPr/>
          </a:p>
        </p:txBody>
      </p:sp>
      <p:sp>
        <p:nvSpPr>
          <p:cNvPr id="70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83342963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15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2555627" y="5297495"/>
            <a:ext cx="5301838" cy="1828802"/>
          </a:xfrm>
          <a:prstGeom prst="rect">
            <a:avLst/>
          </a:prstGeom>
        </p:spPr>
        <p:txBody>
          <a:bodyPr/>
          <a:lstStyle>
            <a:lvl1pPr>
              <a:defRPr sz="8800">
                <a:latin typeface="Montserrat Semi Bold"/>
                <a:ea typeface="Montserrat Semi Bold"/>
                <a:cs typeface="Montserrat Semi Bold"/>
              </a:defRPr>
            </a:lvl1pPr>
            <a:lvl2pPr>
              <a:defRPr sz="8800">
                <a:latin typeface="Montserrat Semi Bold"/>
                <a:ea typeface="Montserrat Semi Bold"/>
                <a:cs typeface="Montserrat Semi Bold"/>
              </a:defRPr>
            </a:lvl2pPr>
            <a:lvl3pPr>
              <a:defRPr sz="8800">
                <a:latin typeface="Montserrat Semi Bold"/>
                <a:ea typeface="Montserrat Semi Bold"/>
                <a:cs typeface="Montserrat Semi Bold"/>
              </a:defRPr>
            </a:lvl3pPr>
            <a:lvl4pPr>
              <a:defRPr sz="8800">
                <a:latin typeface="Montserrat Semi Bold"/>
                <a:ea typeface="Montserrat Semi Bold"/>
                <a:cs typeface="Montserrat Semi Bold"/>
              </a:defRPr>
            </a:lvl4pPr>
            <a:lvl5pPr>
              <a:defRPr sz="8800"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16" name="Text Placeholder 7"/>
          <p:cNvSpPr>
            <a:spLocks noGrp="1"/>
          </p:cNvSpPr>
          <p:nvPr>
            <p:ph type="body" sz="quarter" idx="21"/>
          </p:nvPr>
        </p:nvSpPr>
        <p:spPr bwMode="auto">
          <a:xfrm>
            <a:off x="2582620" y="7423155"/>
            <a:ext cx="5274836" cy="153193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" name="Text Placeholder 9"/>
          <p:cNvSpPr>
            <a:spLocks noGrp="1"/>
          </p:cNvSpPr>
          <p:nvPr>
            <p:ph type="body" sz="quarter" idx="22"/>
          </p:nvPr>
        </p:nvSpPr>
        <p:spPr bwMode="auto">
          <a:xfrm>
            <a:off x="8798313" y="5303847"/>
            <a:ext cx="5301838" cy="1828802"/>
          </a:xfrm>
          <a:prstGeom prst="rect">
            <a:avLst/>
          </a:prstGeom>
        </p:spPr>
        <p:txBody>
          <a:bodyPr/>
          <a:lstStyle/>
          <a:p>
            <a:pPr>
              <a:defRPr sz="3200">
                <a:latin typeface="Montserrat Semi Bold"/>
                <a:ea typeface="Montserrat Semi Bold"/>
                <a:cs typeface="Montserrat Semi Bold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685059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33729259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32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/>
          <a:lstStyle>
            <a:lvl1pPr>
              <a:defRPr sz="630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33" name="Text Placeholder 3"/>
          <p:cNvSpPr>
            <a:spLocks noGrp="1"/>
          </p:cNvSpPr>
          <p:nvPr>
            <p:ph type="body" sz="quarter" idx="2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/>
          <a:p>
            <a:pPr>
              <a:defRPr sz="3100"/>
            </a:pPr>
            <a:endParaRPr/>
          </a:p>
        </p:txBody>
      </p:sp>
      <p:sp>
        <p:nvSpPr>
          <p:cNvPr id="73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34568957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42" name="Picture Placeholder 2"/>
          <p:cNvSpPr>
            <a:spLocks noGrp="1"/>
          </p:cNvSpPr>
          <p:nvPr>
            <p:ph type="pic" sz="half" idx="2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>
            <a:lvl1pPr>
              <a:defRPr sz="3100"/>
            </a:lvl1pPr>
            <a:lvl2pPr>
              <a:defRPr sz="3100"/>
            </a:lvl2pPr>
            <a:lvl3pPr>
              <a:defRPr sz="3100"/>
            </a:lvl3pPr>
            <a:lvl4pPr>
              <a:defRPr sz="3100"/>
            </a:lvl4pPr>
            <a:lvl5pPr indent="3656686">
              <a:defRPr sz="31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4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82529592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4939815" y="4114800"/>
            <a:ext cx="8233890" cy="54864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75401633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5243970" y="4297681"/>
            <a:ext cx="9146384" cy="54864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53379302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47497435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" name="Picture Placeholder 6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8686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1098891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3048801" y="5006974"/>
            <a:ext cx="18292766" cy="2012952"/>
          </a:xfrm>
          <a:prstGeom prst="rect">
            <a:avLst/>
          </a:prstGeom>
        </p:spPr>
        <p:txBody>
          <a:bodyPr anchor="b"/>
          <a:lstStyle>
            <a:lvl1pPr algn="ctr">
              <a:defRPr sz="88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3048801" y="7204074"/>
            <a:ext cx="18292766" cy="59522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indent="3656686" algn="ctr"/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98277232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712932" y="3708962"/>
            <a:ext cx="21036680" cy="1405968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712932" y="5817091"/>
            <a:ext cx="21036680" cy="755170"/>
          </a:xfrm>
          <a:prstGeom prst="rect">
            <a:avLst/>
          </a:prstGeom>
        </p:spPr>
        <p:txBody>
          <a:bodyPr/>
          <a:lstStyle>
            <a:lvl1pPr algn="ctr">
              <a:defRPr sz="3200"/>
            </a:lvl1pPr>
            <a:lvl2pPr algn="ctr">
              <a:defRPr sz="3200"/>
            </a:lvl2pPr>
            <a:lvl3pPr algn="ctr">
              <a:defRPr sz="3200"/>
            </a:lvl3pPr>
            <a:lvl4pPr algn="ctr">
              <a:defRPr sz="3200"/>
            </a:lvl4pPr>
            <a:lvl5pPr algn="ctr">
              <a:defRPr sz="32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4" name="Rectangle 8"/>
          <p:cNvSpPr/>
          <p:nvPr/>
        </p:nvSpPr>
        <p:spPr bwMode="auto">
          <a:xfrm>
            <a:off x="11454348" y="5305993"/>
            <a:ext cx="1553848" cy="91438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B2B2B2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B2B2B2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5" name="Text Placeholder 10"/>
          <p:cNvSpPr>
            <a:spLocks noGrp="1"/>
          </p:cNvSpPr>
          <p:nvPr>
            <p:ph type="body" sz="quarter" idx="21"/>
          </p:nvPr>
        </p:nvSpPr>
        <p:spPr bwMode="auto">
          <a:xfrm>
            <a:off x="3173483" y="7458076"/>
            <a:ext cx="18040222" cy="24003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8891907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5768166" y="3938096"/>
            <a:ext cx="6926764" cy="429150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8066053" y="3938103"/>
            <a:ext cx="7128082" cy="550330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" name="Text Placeholder 33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5768173" y="8556338"/>
            <a:ext cx="6981446" cy="146178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8066053" y="4700107"/>
            <a:ext cx="7128082" cy="329105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88142588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" name="Rectangle 6"/>
          <p:cNvSpPr/>
          <p:nvPr/>
        </p:nvSpPr>
        <p:spPr bwMode="auto">
          <a:xfrm>
            <a:off x="-1" y="1457323"/>
            <a:ext cx="22749614" cy="1087233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65" name="Picture Placeholder 13"/>
          <p:cNvSpPr>
            <a:spLocks noGrp="1"/>
          </p:cNvSpPr>
          <p:nvPr>
            <p:ph type="pic" idx="21"/>
          </p:nvPr>
        </p:nvSpPr>
        <p:spPr bwMode="auto">
          <a:xfrm>
            <a:off x="-349805" y="1864518"/>
            <a:ext cx="22553158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6" name="Picture Placeholder 14"/>
          <p:cNvSpPr>
            <a:spLocks noGrp="1"/>
          </p:cNvSpPr>
          <p:nvPr>
            <p:ph type="pic" idx="22"/>
          </p:nvPr>
        </p:nvSpPr>
        <p:spPr bwMode="auto">
          <a:xfrm>
            <a:off x="-349808" y="1864518"/>
            <a:ext cx="22553156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2775886"/>
            <a:ext cx="10518342" cy="144649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2260788"/>
            <a:ext cx="10518342" cy="72446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97155908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286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6859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9" name="Straight Connector 7"/>
          <p:cNvSpPr/>
          <p:nvPr/>
        </p:nvSpPr>
        <p:spPr bwMode="auto">
          <a:xfrm>
            <a:off x="1676838" y="23717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80" name="Picture Placeholder 11"/>
          <p:cNvSpPr>
            <a:spLocks noGrp="1"/>
          </p:cNvSpPr>
          <p:nvPr>
            <p:ph type="pic" sz="quarter" idx="21"/>
          </p:nvPr>
        </p:nvSpPr>
        <p:spPr bwMode="auto">
          <a:xfrm>
            <a:off x="5239062" y="3918325"/>
            <a:ext cx="2939628" cy="293809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036747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1" y="0"/>
            <a:ext cx="14807446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8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807451" y="0"/>
            <a:ext cx="958291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11055" y="2931886"/>
            <a:ext cx="6402470" cy="2210028"/>
          </a:xfrm>
          <a:prstGeom prst="rect">
            <a:avLst/>
          </a:prstGeom>
        </p:spPr>
        <p:txBody>
          <a:bodyPr/>
          <a:lstStyle>
            <a:lvl1pPr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9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382015" y="4875221"/>
            <a:ext cx="6331510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9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087756397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" name="Picture Placeholder 57"/>
          <p:cNvSpPr>
            <a:spLocks noGrp="1"/>
          </p:cNvSpPr>
          <p:nvPr>
            <p:ph type="pic" sz="half" idx="21"/>
          </p:nvPr>
        </p:nvSpPr>
        <p:spPr bwMode="auto">
          <a:xfrm>
            <a:off x="-228720" y="-235851"/>
            <a:ext cx="6925512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99" name="Picture Placeholder 60"/>
          <p:cNvSpPr>
            <a:spLocks noGrp="1"/>
          </p:cNvSpPr>
          <p:nvPr>
            <p:ph type="pic" sz="half" idx="22"/>
          </p:nvPr>
        </p:nvSpPr>
        <p:spPr bwMode="auto">
          <a:xfrm>
            <a:off x="4018456" y="-235857"/>
            <a:ext cx="8742460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0" name="Picture Placeholder 63"/>
          <p:cNvSpPr>
            <a:spLocks noGrp="1"/>
          </p:cNvSpPr>
          <p:nvPr>
            <p:ph type="pic" idx="23"/>
          </p:nvPr>
        </p:nvSpPr>
        <p:spPr bwMode="auto">
          <a:xfrm>
            <a:off x="10003309" y="-235853"/>
            <a:ext cx="9858630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1" name="Picture Placeholder 67"/>
          <p:cNvSpPr>
            <a:spLocks noGrp="1"/>
          </p:cNvSpPr>
          <p:nvPr>
            <p:ph type="pic" sz="half" idx="24"/>
          </p:nvPr>
        </p:nvSpPr>
        <p:spPr bwMode="auto">
          <a:xfrm>
            <a:off x="17266401" y="-235855"/>
            <a:ext cx="7238322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2" name="Picture Placeholder 8"/>
          <p:cNvSpPr>
            <a:spLocks noGrp="1"/>
          </p:cNvSpPr>
          <p:nvPr>
            <p:ph type="pic" idx="25"/>
          </p:nvPr>
        </p:nvSpPr>
        <p:spPr bwMode="auto">
          <a:xfrm>
            <a:off x="-831705" y="-651331"/>
            <a:ext cx="25797034" cy="149352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759459"/>
            <a:ext cx="21036680" cy="109855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685800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0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45764338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618573"/>
            <a:ext cx="21036680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1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1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88629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722743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55918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95641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9" name="Picture Placeholder 17"/>
          <p:cNvSpPr>
            <a:spLocks noGrp="1"/>
          </p:cNvSpPr>
          <p:nvPr>
            <p:ph type="pic" sz="quarter" idx="25"/>
          </p:nvPr>
        </p:nvSpPr>
        <p:spPr bwMode="auto">
          <a:xfrm>
            <a:off x="3468915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0" name="Picture Placeholder 20"/>
          <p:cNvSpPr>
            <a:spLocks noGrp="1"/>
          </p:cNvSpPr>
          <p:nvPr>
            <p:ph type="pic" sz="quarter" idx="26"/>
          </p:nvPr>
        </p:nvSpPr>
        <p:spPr bwMode="auto">
          <a:xfrm>
            <a:off x="9277180" y="7772403"/>
            <a:ext cx="2674904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1" name="Picture Placeholder 23"/>
          <p:cNvSpPr>
            <a:spLocks noGrp="1"/>
          </p:cNvSpPr>
          <p:nvPr>
            <p:ph type="pic" sz="quarter" idx="27"/>
          </p:nvPr>
        </p:nvSpPr>
        <p:spPr bwMode="auto">
          <a:xfrm>
            <a:off x="15099109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2" name="Picture Placeholder 26"/>
          <p:cNvSpPr>
            <a:spLocks noGrp="1"/>
          </p:cNvSpPr>
          <p:nvPr>
            <p:ph type="pic" sz="quarter" idx="28"/>
          </p:nvPr>
        </p:nvSpPr>
        <p:spPr bwMode="auto">
          <a:xfrm>
            <a:off x="20935563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3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3653159" y="7897812"/>
            <a:ext cx="2312982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4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9453096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5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528006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6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111651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7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886293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8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886293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9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6686239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0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6686239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1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255918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2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255918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3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35913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4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35913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755111100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479052"/>
            <a:ext cx="21036680" cy="15212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4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4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04212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5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215778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6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604212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7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215778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8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2220597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49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2220597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2220597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7677155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677153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7677155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2213213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5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2213213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6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2213213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7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7669775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8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7669775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9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7669775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89780516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9297"/>
            <a:ext cx="21036680" cy="147096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6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6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69" name="Picture Placeholder 9"/>
          <p:cNvSpPr>
            <a:spLocks noGrp="1"/>
          </p:cNvSpPr>
          <p:nvPr>
            <p:ph type="pic" sz="quarter" idx="21"/>
          </p:nvPr>
        </p:nvSpPr>
        <p:spPr bwMode="auto">
          <a:xfrm>
            <a:off x="121681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0" name="Picture Placeholder 10"/>
          <p:cNvSpPr>
            <a:spLocks noGrp="1"/>
          </p:cNvSpPr>
          <p:nvPr>
            <p:ph type="pic" sz="quarter" idx="22"/>
          </p:nvPr>
        </p:nvSpPr>
        <p:spPr bwMode="auto">
          <a:xfrm>
            <a:off x="586259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1050837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2" name="Picture Placeholder 12"/>
          <p:cNvSpPr>
            <a:spLocks noGrp="1"/>
          </p:cNvSpPr>
          <p:nvPr>
            <p:ph type="pic" sz="quarter" idx="24"/>
          </p:nvPr>
        </p:nvSpPr>
        <p:spPr bwMode="auto">
          <a:xfrm>
            <a:off x="1515415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3" name="Picture Placeholder 13"/>
          <p:cNvSpPr>
            <a:spLocks noGrp="1"/>
          </p:cNvSpPr>
          <p:nvPr>
            <p:ph type="pic" sz="quarter" idx="25"/>
          </p:nvPr>
        </p:nvSpPr>
        <p:spPr bwMode="auto">
          <a:xfrm>
            <a:off x="19799930" y="3936820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966801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966801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66801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561797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5617975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61797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0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026914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1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0269147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2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026914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3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4920323" y="804436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4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4920321" y="9387981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5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4920323" y="8635493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6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9571495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7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9571493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8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9571495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322410662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95884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9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753159"/>
            <a:ext cx="10064082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9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7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57959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0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1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457959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2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3929356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3" name="Text Placeholder 28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048790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4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57952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5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6577384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6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6457952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7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6577384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8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3929356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9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4048790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97598033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1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38744" y="9144000"/>
            <a:ext cx="1225161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3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4814230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4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4933662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25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7009408" y="6561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6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128842" y="6660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27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4910412" y="11133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8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029846" y="11232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050944558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36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7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8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9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0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7071342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7190774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4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4814232" y="6575845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3" name="Text Placeholder 28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4933664" y="6675438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44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5093510" y="1225709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4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8718" y="9466730"/>
            <a:ext cx="21036680" cy="1142536"/>
          </a:xfrm>
          <a:prstGeom prst="rect">
            <a:avLst/>
          </a:prstGeom>
        </p:spPr>
        <p:txBody>
          <a:bodyPr/>
          <a:lstStyle>
            <a:lvl1pPr algn="ctr">
              <a:defRPr sz="7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676316199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" name="Picture Placeholder 11"/>
          <p:cNvSpPr>
            <a:spLocks noGrp="1"/>
          </p:cNvSpPr>
          <p:nvPr>
            <p:ph type="pic" idx="21"/>
          </p:nvPr>
        </p:nvSpPr>
        <p:spPr bwMode="auto">
          <a:xfrm>
            <a:off x="-3" y="-2"/>
            <a:ext cx="24390358" cy="1365409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54" name="Picture Placeholder 10"/>
          <p:cNvSpPr>
            <a:spLocks noGrp="1"/>
          </p:cNvSpPr>
          <p:nvPr>
            <p:ph type="pic" idx="22"/>
          </p:nvPr>
        </p:nvSpPr>
        <p:spPr bwMode="auto">
          <a:xfrm>
            <a:off x="-39339693" y="-17373600"/>
            <a:ext cx="24390358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6474"/>
            <a:ext cx="21036680" cy="155690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5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83385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57" name="Picture Placeholder 9"/>
          <p:cNvSpPr>
            <a:spLocks noGrp="1"/>
          </p:cNvSpPr>
          <p:nvPr>
            <p:ph type="pic" sz="quarter" idx="23"/>
          </p:nvPr>
        </p:nvSpPr>
        <p:spPr bwMode="auto">
          <a:xfrm>
            <a:off x="20060730" y="7347746"/>
            <a:ext cx="2089444" cy="2088356"/>
          </a:xfrm>
          <a:prstGeom prst="rect">
            <a:avLst/>
          </a:prstGeom>
          <a:ln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12429564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" name="Rectangle 1"/>
          <p:cNvSpPr/>
          <p:nvPr/>
        </p:nvSpPr>
        <p:spPr bwMode="auto">
          <a:xfrm>
            <a:off x="12195185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65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2" y="0"/>
            <a:ext cx="1223330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6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349303"/>
            <a:ext cx="9124796" cy="3406774"/>
          </a:xfrm>
          <a:prstGeom prst="rect">
            <a:avLst/>
          </a:prstGeom>
          <a:ln w="9525">
            <a:solidFill>
              <a:schemeClr val="accent2"/>
            </a:solidFill>
            <a:round/>
          </a:ln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824028733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75" name="Rectangle 6"/>
          <p:cNvSpPr/>
          <p:nvPr/>
        </p:nvSpPr>
        <p:spPr bwMode="auto">
          <a:xfrm>
            <a:off x="7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444898"/>
            <a:ext cx="9124796" cy="3406776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06998720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9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9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22920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9880" y="7348957"/>
            <a:ext cx="3295912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00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34740" y="7448548"/>
            <a:ext cx="3014864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843217505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0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0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310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1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2254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2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27767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3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4504261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4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287843" y="876300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5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3287843" y="944246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6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504259" y="871631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7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504259" y="939577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8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4504252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9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4689765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589008697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2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2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329" name="Text Placeholder 33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5546443" y="4145287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0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546443" y="4886331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2573097" y="4145287"/>
            <a:ext cx="2339242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2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546443" y="8208871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5546443" y="8949917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4" name="Picture Placeholder 11"/>
          <p:cNvSpPr>
            <a:spLocks noGrp="1"/>
          </p:cNvSpPr>
          <p:nvPr>
            <p:ph type="pic" sz="quarter" idx="26"/>
          </p:nvPr>
        </p:nvSpPr>
        <p:spPr bwMode="auto">
          <a:xfrm>
            <a:off x="2573097" y="8208864"/>
            <a:ext cx="2339242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6311048" y="4145287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311048" y="4886331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7" name="Picture Placeholder 11"/>
          <p:cNvSpPr>
            <a:spLocks noGrp="1"/>
          </p:cNvSpPr>
          <p:nvPr>
            <p:ph type="pic" sz="quarter" idx="29"/>
          </p:nvPr>
        </p:nvSpPr>
        <p:spPr bwMode="auto">
          <a:xfrm>
            <a:off x="13337700" y="4145287"/>
            <a:ext cx="2339240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6311048" y="8208871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6311048" y="8949917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40" name="Picture Placeholder 11"/>
          <p:cNvSpPr>
            <a:spLocks noGrp="1"/>
          </p:cNvSpPr>
          <p:nvPr>
            <p:ph type="pic" sz="quarter" idx="32"/>
          </p:nvPr>
        </p:nvSpPr>
        <p:spPr bwMode="auto">
          <a:xfrm>
            <a:off x="13337700" y="8208864"/>
            <a:ext cx="2339240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254129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48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1" y="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4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466491" y="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0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9923875" y="685800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2" name="Picture Placeholder 8"/>
          <p:cNvSpPr>
            <a:spLocks noGrp="1"/>
          </p:cNvSpPr>
          <p:nvPr>
            <p:ph type="pic" sz="half" idx="25"/>
          </p:nvPr>
        </p:nvSpPr>
        <p:spPr bwMode="auto">
          <a:xfrm>
            <a:off x="4508606" y="3390909"/>
            <a:ext cx="15339132" cy="6858002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5183871" y="3950260"/>
            <a:ext cx="13825238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5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5183871" y="5007543"/>
            <a:ext cx="13825238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927418278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62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2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3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6260920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4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8129436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5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-205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6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6258870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7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812738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8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34983" y="5873750"/>
            <a:ext cx="11512198" cy="19685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7068063" y="6329362"/>
            <a:ext cx="10254242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568803543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3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9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7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0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1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2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6359671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3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6359671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4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6359671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5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6819826" y="10414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6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6819826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7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6819826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8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6819826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9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6819826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00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6819826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42170591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08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11149"/>
            <a:ext cx="12195178" cy="1370485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0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-1" y="8040921"/>
            <a:ext cx="12195178" cy="567508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0" name="Picture Placeholder 8"/>
          <p:cNvSpPr>
            <a:spLocks noGrp="1"/>
          </p:cNvSpPr>
          <p:nvPr>
            <p:ph type="pic" idx="23"/>
          </p:nvPr>
        </p:nvSpPr>
        <p:spPr bwMode="auto">
          <a:xfrm>
            <a:off x="12195176" y="2"/>
            <a:ext cx="1219518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76" y="8036300"/>
            <a:ext cx="12195180" cy="56797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676845" y="9174297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1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676845" y="10014865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45" y="8510335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126591" y="9144819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126591" y="9985387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4126591" y="8480857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540327018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5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6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2195185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7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8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85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2636186" y="4572007"/>
            <a:ext cx="9558992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95185" y="4572007"/>
            <a:ext cx="9558990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2636186" y="6829426"/>
            <a:ext cx="9558992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2195185" y="6829426"/>
            <a:ext cx="9558990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7152186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" name="Picture Placeholder 11"/>
          <p:cNvSpPr>
            <a:spLocks noGrp="1"/>
          </p:cNvSpPr>
          <p:nvPr>
            <p:ph type="pic" sz="half" idx="21"/>
          </p:nvPr>
        </p:nvSpPr>
        <p:spPr bwMode="auto">
          <a:xfrm>
            <a:off x="0" y="-2"/>
            <a:ext cx="13873096" cy="80083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0" name="Picture Placeholder 14"/>
          <p:cNvSpPr>
            <a:spLocks noGrp="1"/>
          </p:cNvSpPr>
          <p:nvPr>
            <p:ph type="pic" sz="half" idx="22"/>
          </p:nvPr>
        </p:nvSpPr>
        <p:spPr bwMode="auto">
          <a:xfrm>
            <a:off x="11655359" y="2"/>
            <a:ext cx="12735002" cy="80083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1" name="Picture Placeholder 17"/>
          <p:cNvSpPr>
            <a:spLocks noGrp="1"/>
          </p:cNvSpPr>
          <p:nvPr>
            <p:ph type="pic" sz="quarter" idx="23"/>
          </p:nvPr>
        </p:nvSpPr>
        <p:spPr bwMode="auto">
          <a:xfrm>
            <a:off x="0" y="8977932"/>
            <a:ext cx="11655352" cy="47378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2" name="Picture Placeholder 20"/>
          <p:cNvSpPr>
            <a:spLocks noGrp="1"/>
          </p:cNvSpPr>
          <p:nvPr>
            <p:ph type="pic" sz="quarter" idx="24"/>
          </p:nvPr>
        </p:nvSpPr>
        <p:spPr bwMode="auto">
          <a:xfrm>
            <a:off x="12598619" y="8978159"/>
            <a:ext cx="11791742" cy="47378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49656" y="7922742"/>
            <a:ext cx="21091040" cy="1231528"/>
          </a:xfrm>
          <a:prstGeom prst="rect">
            <a:avLst/>
          </a:prstGeom>
        </p:spPr>
        <p:txBody>
          <a:bodyPr/>
          <a:lstStyle>
            <a:lvl1pPr algn="ctr">
              <a:defRPr sz="60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4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9154277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4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505893769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5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6" y="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76" y="457200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79" y="9144000"/>
            <a:ext cx="635966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9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6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5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5835517" y="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6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5835517" y="4572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7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5835517" y="9144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8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-1" y="31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9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-1" y="4603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0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-1" y="9175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1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460169" y="10727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2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460169" y="16823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3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460169" y="5530409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4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460169" y="61400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5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460169" y="101591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6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460169" y="107687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4002793914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973606"/>
            <a:ext cx="12195178" cy="552002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4" name="Picture Placeholder 13"/>
          <p:cNvSpPr>
            <a:spLocks noGrp="1"/>
          </p:cNvSpPr>
          <p:nvPr>
            <p:ph type="pic" sz="quarter" idx="22"/>
          </p:nvPr>
        </p:nvSpPr>
        <p:spPr bwMode="auto">
          <a:xfrm>
            <a:off x="-792853" y="7220230"/>
            <a:ext cx="7957522" cy="170488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8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8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88" name="Text Placeholder 28"/>
          <p:cNvSpPr>
            <a:spLocks noGrp="1"/>
          </p:cNvSpPr>
          <p:nvPr>
            <p:ph type="body" sz="quarter" idx="23"/>
          </p:nvPr>
        </p:nvSpPr>
        <p:spPr bwMode="auto">
          <a:xfrm>
            <a:off x="779590" y="7543249"/>
            <a:ext cx="5660800" cy="1087906"/>
          </a:xfrm>
          <a:prstGeom prst="rect">
            <a:avLst/>
          </a:prstGeom>
        </p:spPr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9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3566742" y="3973613"/>
            <a:ext cx="7932856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90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3566742" y="4653058"/>
            <a:ext cx="7932856" cy="428074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91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38" y="10220324"/>
            <a:ext cx="10518340" cy="162990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938217398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804511" y="3993785"/>
            <a:ext cx="759538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9533" y="3993778"/>
            <a:ext cx="7576322" cy="385604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01" name="Picture Placeholder 14"/>
          <p:cNvSpPr>
            <a:spLocks noGrp="1"/>
          </p:cNvSpPr>
          <p:nvPr>
            <p:ph type="pic" sz="quarter" idx="23"/>
          </p:nvPr>
        </p:nvSpPr>
        <p:spPr bwMode="auto">
          <a:xfrm>
            <a:off x="6150213" y="3993785"/>
            <a:ext cx="1208994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0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900258125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4000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4573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512" name="Straight Connector 7"/>
          <p:cNvSpPr/>
          <p:nvPr/>
        </p:nvSpPr>
        <p:spPr bwMode="auto">
          <a:xfrm>
            <a:off x="1676838" y="21431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1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524603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829682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21347683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219517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524603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9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829682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0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21347683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1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219517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2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1524603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3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829682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4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21347683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5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19517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6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1524603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7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1829682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8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21347683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500988701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2" y="4622612"/>
            <a:ext cx="24380824" cy="50327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3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3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3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160413439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2" y="3665156"/>
            <a:ext cx="2438082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7" name="Picture Placeholder 8"/>
          <p:cNvSpPr>
            <a:spLocks noGrp="1"/>
          </p:cNvSpPr>
          <p:nvPr>
            <p:ph type="pic" idx="22"/>
          </p:nvPr>
        </p:nvSpPr>
        <p:spPr bwMode="auto">
          <a:xfrm>
            <a:off x="9" y="3665156"/>
            <a:ext cx="2439035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49" name="CLICK TO EDIT MASTER TITLE STYLE"/>
          <p:cNvSpPr txBox="1">
            <a:spLocks noGrp="1"/>
          </p:cNvSpPr>
          <p:nvPr>
            <p:ph type="title" hasCustomPrompt="1"/>
          </p:nvPr>
        </p:nvSpPr>
        <p:spPr bwMode="auto">
          <a:xfrm>
            <a:off x="1604219" y="5850395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55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7232071"/>
            <a:ext cx="21145402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597084572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7620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5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5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8957480" y="6130927"/>
            <a:ext cx="2534972" cy="42640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982234" y="2514605"/>
            <a:ext cx="10212944" cy="3159126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6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982234" y="5673726"/>
            <a:ext cx="10212944" cy="457200"/>
          </a:xfrm>
          <a:prstGeom prst="rect">
            <a:avLst/>
          </a:prstGeom>
        </p:spPr>
        <p:txBody>
          <a:bodyPr/>
          <a:lstStyle>
            <a:lvl1pPr algn="r">
              <a:defRPr sz="3200">
                <a:solidFill>
                  <a:schemeClr val="accent4"/>
                </a:solidFill>
              </a:defRPr>
            </a:lvl1pPr>
            <a:lvl2pPr algn="r">
              <a:defRPr sz="3200">
                <a:solidFill>
                  <a:schemeClr val="accent4"/>
                </a:solidFill>
              </a:defRPr>
            </a:lvl2pPr>
            <a:lvl3pPr algn="r">
              <a:defRPr sz="3200">
                <a:solidFill>
                  <a:schemeClr val="accent4"/>
                </a:solidFill>
              </a:defRPr>
            </a:lvl3pPr>
            <a:lvl4pPr algn="r">
              <a:defRPr sz="3200">
                <a:solidFill>
                  <a:schemeClr val="accent4"/>
                </a:solidFill>
              </a:defRPr>
            </a:lvl4pPr>
            <a:lvl5pPr algn="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126627458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1029351" y="6261101"/>
            <a:ext cx="2528618" cy="42545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7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047595437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3516609" y="5902878"/>
            <a:ext cx="5563102" cy="28296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8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8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977702314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8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758112" y="7389635"/>
            <a:ext cx="5548180" cy="422031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9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9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494216757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9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043654" y="4658204"/>
            <a:ext cx="6235192" cy="455150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0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0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619160161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0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728123" y="5610227"/>
            <a:ext cx="6373642" cy="35623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770847899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19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2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5476321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2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45402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916330209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4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7" y="6429375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4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7" y="84582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860773819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5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4829183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5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667420367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57246"/>
            <a:ext cx="5991984" cy="68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6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8237446"/>
            <a:ext cx="5991982" cy="147133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  <a:lvl2pPr>
              <a:defRPr>
                <a:solidFill>
                  <a:srgbClr val="888888"/>
                </a:solidFill>
              </a:defRPr>
            </a:lvl2pPr>
            <a:lvl3pPr>
              <a:defRPr>
                <a:solidFill>
                  <a:srgbClr val="888888"/>
                </a:solidFill>
              </a:defRPr>
            </a:lvl3pPr>
            <a:lvl4pPr>
              <a:defRPr>
                <a:solidFill>
                  <a:srgbClr val="888888"/>
                </a:solidFill>
              </a:defRPr>
            </a:lvl4pPr>
            <a:lvl5pPr indent="3656686">
              <a:defRPr>
                <a:solidFill>
                  <a:srgbClr val="888888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6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289267583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7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10518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21036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1554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610518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221036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831554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3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4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610518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5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221036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6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1831554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7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339537" y="6994526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4834035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95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676841" y="3651250"/>
            <a:ext cx="10365902" cy="870267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9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929880428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15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12" y="3362333"/>
            <a:ext cx="10318264" cy="1647826"/>
          </a:xfrm>
          <a:prstGeom prst="rect">
            <a:avLst/>
          </a:prstGeom>
        </p:spPr>
        <p:txBody>
          <a:bodyPr anchor="b"/>
          <a:lstStyle>
            <a:lvl1pPr>
              <a:defRPr sz="4700"/>
            </a:lvl1pPr>
            <a:lvl2pPr>
              <a:defRPr sz="4700"/>
            </a:lvl2pPr>
            <a:lvl3pPr>
              <a:defRPr sz="4700"/>
            </a:lvl3pPr>
            <a:lvl4pPr>
              <a:defRPr sz="4700"/>
            </a:lvl4pPr>
            <a:lvl5pPr indent="3656686">
              <a:defRPr sz="47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05" name="Text Placeholder 4"/>
          <p:cNvSpPr>
            <a:spLocks noGrp="1"/>
          </p:cNvSpPr>
          <p:nvPr>
            <p:ph type="body" sz="quarter" idx="21"/>
          </p:nvPr>
        </p:nvSpPr>
        <p:spPr bwMode="auto">
          <a:xfrm>
            <a:off x="12347625" y="3362333"/>
            <a:ext cx="10369078" cy="1647826"/>
          </a:xfrm>
          <a:prstGeom prst="rect">
            <a:avLst/>
          </a:prstGeom>
        </p:spPr>
        <p:txBody>
          <a:bodyPr anchor="b"/>
          <a:lstStyle/>
          <a:p>
            <a:pPr>
              <a:defRPr sz="4700"/>
            </a:pPr>
            <a:endParaRPr/>
          </a:p>
        </p:txBody>
      </p:sp>
      <p:sp>
        <p:nvSpPr>
          <p:cNvPr id="70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187689888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15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2555627" y="5297495"/>
            <a:ext cx="5301838" cy="1828802"/>
          </a:xfrm>
          <a:prstGeom prst="rect">
            <a:avLst/>
          </a:prstGeom>
        </p:spPr>
        <p:txBody>
          <a:bodyPr/>
          <a:lstStyle>
            <a:lvl1pPr>
              <a:defRPr sz="8800">
                <a:latin typeface="Montserrat Semi Bold"/>
                <a:ea typeface="Montserrat Semi Bold"/>
                <a:cs typeface="Montserrat Semi Bold"/>
              </a:defRPr>
            </a:lvl1pPr>
            <a:lvl2pPr>
              <a:defRPr sz="8800">
                <a:latin typeface="Montserrat Semi Bold"/>
                <a:ea typeface="Montserrat Semi Bold"/>
                <a:cs typeface="Montserrat Semi Bold"/>
              </a:defRPr>
            </a:lvl2pPr>
            <a:lvl3pPr>
              <a:defRPr sz="8800">
                <a:latin typeface="Montserrat Semi Bold"/>
                <a:ea typeface="Montserrat Semi Bold"/>
                <a:cs typeface="Montserrat Semi Bold"/>
              </a:defRPr>
            </a:lvl3pPr>
            <a:lvl4pPr>
              <a:defRPr sz="8800">
                <a:latin typeface="Montserrat Semi Bold"/>
                <a:ea typeface="Montserrat Semi Bold"/>
                <a:cs typeface="Montserrat Semi Bold"/>
              </a:defRPr>
            </a:lvl4pPr>
            <a:lvl5pPr>
              <a:defRPr sz="8800"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16" name="Text Placeholder 7"/>
          <p:cNvSpPr>
            <a:spLocks noGrp="1"/>
          </p:cNvSpPr>
          <p:nvPr>
            <p:ph type="body" sz="quarter" idx="21"/>
          </p:nvPr>
        </p:nvSpPr>
        <p:spPr bwMode="auto">
          <a:xfrm>
            <a:off x="2582620" y="7423155"/>
            <a:ext cx="5274836" cy="153193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" name="Text Placeholder 9"/>
          <p:cNvSpPr>
            <a:spLocks noGrp="1"/>
          </p:cNvSpPr>
          <p:nvPr>
            <p:ph type="body" sz="quarter" idx="22"/>
          </p:nvPr>
        </p:nvSpPr>
        <p:spPr bwMode="auto">
          <a:xfrm>
            <a:off x="8798313" y="5303847"/>
            <a:ext cx="5301838" cy="1828802"/>
          </a:xfrm>
          <a:prstGeom prst="rect">
            <a:avLst/>
          </a:prstGeom>
        </p:spPr>
        <p:txBody>
          <a:bodyPr/>
          <a:lstStyle/>
          <a:p>
            <a:pPr>
              <a:defRPr sz="3200">
                <a:latin typeface="Montserrat Semi Bold"/>
                <a:ea typeface="Montserrat Semi Bold"/>
                <a:cs typeface="Montserrat Semi Bold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0005434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39144991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32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/>
          <a:lstStyle>
            <a:lvl1pPr>
              <a:defRPr sz="630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33" name="Text Placeholder 3"/>
          <p:cNvSpPr>
            <a:spLocks noGrp="1"/>
          </p:cNvSpPr>
          <p:nvPr>
            <p:ph type="body" sz="quarter" idx="2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/>
          <a:p>
            <a:pPr>
              <a:defRPr sz="3100"/>
            </a:pPr>
            <a:endParaRPr/>
          </a:p>
        </p:txBody>
      </p:sp>
      <p:sp>
        <p:nvSpPr>
          <p:cNvPr id="73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364765210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42" name="Picture Placeholder 2"/>
          <p:cNvSpPr>
            <a:spLocks noGrp="1"/>
          </p:cNvSpPr>
          <p:nvPr>
            <p:ph type="pic" sz="half" idx="2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>
            <a:lvl1pPr>
              <a:defRPr sz="3100"/>
            </a:lvl1pPr>
            <a:lvl2pPr>
              <a:defRPr sz="3100"/>
            </a:lvl2pPr>
            <a:lvl3pPr>
              <a:defRPr sz="3100"/>
            </a:lvl3pPr>
            <a:lvl4pPr>
              <a:defRPr sz="3100"/>
            </a:lvl4pPr>
            <a:lvl5pPr indent="3656686">
              <a:defRPr sz="31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4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830793649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4939815" y="4114800"/>
            <a:ext cx="8233890" cy="54864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823393662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5243970" y="4297681"/>
            <a:ext cx="9146384" cy="54864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417370678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970685810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" name="Picture Placeholder 6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8686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22834085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9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1828434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  <p:sp>
        <p:nvSpPr>
          <p:cNvPr id="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3048803" y="5006974"/>
            <a:ext cx="18292766" cy="2012952"/>
          </a:xfrm>
          <a:prstGeom prst="rect">
            <a:avLst/>
          </a:prstGeom>
        </p:spPr>
        <p:txBody>
          <a:bodyPr anchor="b"/>
          <a:lstStyle>
            <a:lvl1pPr algn="ctr">
              <a:defRPr sz="88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3048803" y="7204074"/>
            <a:ext cx="18292766" cy="59522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indent="3656686" algn="ctr"/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4274113107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712932" y="3708962"/>
            <a:ext cx="21036680" cy="1405968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712932" y="5817093"/>
            <a:ext cx="21036680" cy="755170"/>
          </a:xfrm>
          <a:prstGeom prst="rect">
            <a:avLst/>
          </a:prstGeom>
        </p:spPr>
        <p:txBody>
          <a:bodyPr/>
          <a:lstStyle>
            <a:lvl1pPr algn="ctr">
              <a:defRPr sz="3200"/>
            </a:lvl1pPr>
            <a:lvl2pPr algn="ctr">
              <a:defRPr sz="3200"/>
            </a:lvl2pPr>
            <a:lvl3pPr algn="ctr">
              <a:defRPr sz="3200"/>
            </a:lvl3pPr>
            <a:lvl4pPr algn="ctr">
              <a:defRPr sz="3200"/>
            </a:lvl4pPr>
            <a:lvl5pPr algn="ctr">
              <a:defRPr sz="32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1828434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  <p:sp>
        <p:nvSpPr>
          <p:cNvPr id="24" name="Rectangle 8"/>
          <p:cNvSpPr/>
          <p:nvPr/>
        </p:nvSpPr>
        <p:spPr bwMode="auto">
          <a:xfrm>
            <a:off x="11454348" y="5305995"/>
            <a:ext cx="1553848" cy="91438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B2B2B2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B2B2B2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5" name="Text Placeholder 10"/>
          <p:cNvSpPr>
            <a:spLocks noGrp="1"/>
          </p:cNvSpPr>
          <p:nvPr>
            <p:ph type="body" sz="quarter" idx="21"/>
          </p:nvPr>
        </p:nvSpPr>
        <p:spPr bwMode="auto">
          <a:xfrm>
            <a:off x="3173483" y="7458076"/>
            <a:ext cx="18040222" cy="24003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63795387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1828434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  <p:sp>
        <p:nvSpPr>
          <p:cNvPr id="4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31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5768166" y="3938096"/>
            <a:ext cx="6926764" cy="429150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8066055" y="3938105"/>
            <a:ext cx="7128082" cy="550330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" name="Text Placeholder 33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5768175" y="8556338"/>
            <a:ext cx="6981446" cy="146178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8066055" y="4700109"/>
            <a:ext cx="7128082" cy="329105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07878315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" name="Rectangle 6"/>
          <p:cNvSpPr/>
          <p:nvPr/>
        </p:nvSpPr>
        <p:spPr bwMode="auto">
          <a:xfrm>
            <a:off x="-1" y="1457323"/>
            <a:ext cx="22749614" cy="1087233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65" name="Picture Placeholder 13"/>
          <p:cNvSpPr>
            <a:spLocks noGrp="1"/>
          </p:cNvSpPr>
          <p:nvPr>
            <p:ph type="pic" idx="21"/>
          </p:nvPr>
        </p:nvSpPr>
        <p:spPr bwMode="auto">
          <a:xfrm>
            <a:off x="-349805" y="1864518"/>
            <a:ext cx="22553158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6" name="Picture Placeholder 14"/>
          <p:cNvSpPr>
            <a:spLocks noGrp="1"/>
          </p:cNvSpPr>
          <p:nvPr>
            <p:ph type="pic" idx="22"/>
          </p:nvPr>
        </p:nvSpPr>
        <p:spPr bwMode="auto">
          <a:xfrm>
            <a:off x="-349808" y="1864518"/>
            <a:ext cx="22553156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2775886"/>
            <a:ext cx="10518342" cy="144649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2260788"/>
            <a:ext cx="10518342" cy="72446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1828434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903067832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7" y="6286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7" y="16859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1828434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  <p:sp>
        <p:nvSpPr>
          <p:cNvPr id="79" name="Straight Connector 7"/>
          <p:cNvSpPr/>
          <p:nvPr/>
        </p:nvSpPr>
        <p:spPr bwMode="auto">
          <a:xfrm>
            <a:off x="1676838" y="23717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80" name="Picture Placeholder 11"/>
          <p:cNvSpPr>
            <a:spLocks noGrp="1"/>
          </p:cNvSpPr>
          <p:nvPr>
            <p:ph type="pic" sz="quarter" idx="21"/>
          </p:nvPr>
        </p:nvSpPr>
        <p:spPr bwMode="auto">
          <a:xfrm>
            <a:off x="5239062" y="3918327"/>
            <a:ext cx="2939628" cy="293809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51902598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1" y="0"/>
            <a:ext cx="14807446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8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807453" y="0"/>
            <a:ext cx="958291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11057" y="2931886"/>
            <a:ext cx="6402470" cy="2210028"/>
          </a:xfrm>
          <a:prstGeom prst="rect">
            <a:avLst/>
          </a:prstGeom>
        </p:spPr>
        <p:txBody>
          <a:bodyPr/>
          <a:lstStyle>
            <a:lvl1pPr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9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382017" y="4875223"/>
            <a:ext cx="6331510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9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1828434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852435500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" name="Picture Placeholder 57"/>
          <p:cNvSpPr>
            <a:spLocks noGrp="1"/>
          </p:cNvSpPr>
          <p:nvPr>
            <p:ph type="pic" sz="half" idx="21"/>
          </p:nvPr>
        </p:nvSpPr>
        <p:spPr bwMode="auto">
          <a:xfrm>
            <a:off x="-228720" y="-235851"/>
            <a:ext cx="6925512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99" name="Picture Placeholder 60"/>
          <p:cNvSpPr>
            <a:spLocks noGrp="1"/>
          </p:cNvSpPr>
          <p:nvPr>
            <p:ph type="pic" sz="half" idx="22"/>
          </p:nvPr>
        </p:nvSpPr>
        <p:spPr bwMode="auto">
          <a:xfrm>
            <a:off x="4018456" y="-235857"/>
            <a:ext cx="8742460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0" name="Picture Placeholder 63"/>
          <p:cNvSpPr>
            <a:spLocks noGrp="1"/>
          </p:cNvSpPr>
          <p:nvPr>
            <p:ph type="pic" idx="23"/>
          </p:nvPr>
        </p:nvSpPr>
        <p:spPr bwMode="auto">
          <a:xfrm>
            <a:off x="10003311" y="-235853"/>
            <a:ext cx="9858630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1" name="Picture Placeholder 67"/>
          <p:cNvSpPr>
            <a:spLocks noGrp="1"/>
          </p:cNvSpPr>
          <p:nvPr>
            <p:ph type="pic" sz="half" idx="24"/>
          </p:nvPr>
        </p:nvSpPr>
        <p:spPr bwMode="auto">
          <a:xfrm>
            <a:off x="17266403" y="-235855"/>
            <a:ext cx="7238322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2" name="Picture Placeholder 8"/>
          <p:cNvSpPr>
            <a:spLocks noGrp="1"/>
          </p:cNvSpPr>
          <p:nvPr>
            <p:ph type="pic" idx="25"/>
          </p:nvPr>
        </p:nvSpPr>
        <p:spPr bwMode="auto">
          <a:xfrm>
            <a:off x="-831705" y="-651331"/>
            <a:ext cx="25797034" cy="149352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759461"/>
            <a:ext cx="21036680" cy="109855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685800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0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5" y="12482446"/>
            <a:ext cx="433770" cy="460511"/>
          </a:xfrm>
          <a:prstGeom prst="rect">
            <a:avLst/>
          </a:prstGeom>
        </p:spPr>
        <p:txBody>
          <a:bodyPr/>
          <a:lstStyle/>
          <a:p>
            <a:pPr defTabSz="1828434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1828434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107445087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618575"/>
            <a:ext cx="21036680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1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1828434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  <p:sp>
        <p:nvSpPr>
          <p:cNvPr id="11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886295" y="3899657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722745" y="3899657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559185" y="3899657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95643" y="3899657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9" name="Picture Placeholder 17"/>
          <p:cNvSpPr>
            <a:spLocks noGrp="1"/>
          </p:cNvSpPr>
          <p:nvPr>
            <p:ph type="pic" sz="quarter" idx="25"/>
          </p:nvPr>
        </p:nvSpPr>
        <p:spPr bwMode="auto">
          <a:xfrm>
            <a:off x="3468917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0" name="Picture Placeholder 20"/>
          <p:cNvSpPr>
            <a:spLocks noGrp="1"/>
          </p:cNvSpPr>
          <p:nvPr>
            <p:ph type="pic" sz="quarter" idx="26"/>
          </p:nvPr>
        </p:nvSpPr>
        <p:spPr bwMode="auto">
          <a:xfrm>
            <a:off x="9277180" y="7772403"/>
            <a:ext cx="2674904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1" name="Picture Placeholder 23"/>
          <p:cNvSpPr>
            <a:spLocks noGrp="1"/>
          </p:cNvSpPr>
          <p:nvPr>
            <p:ph type="pic" sz="quarter" idx="27"/>
          </p:nvPr>
        </p:nvSpPr>
        <p:spPr bwMode="auto">
          <a:xfrm>
            <a:off x="15099109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2" name="Picture Placeholder 26"/>
          <p:cNvSpPr>
            <a:spLocks noGrp="1"/>
          </p:cNvSpPr>
          <p:nvPr>
            <p:ph type="pic" sz="quarter" idx="28"/>
          </p:nvPr>
        </p:nvSpPr>
        <p:spPr bwMode="auto">
          <a:xfrm>
            <a:off x="20935565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3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3653161" y="7897812"/>
            <a:ext cx="2312982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4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9453096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5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528006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6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111651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7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886295" y="1000443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8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886295" y="10614037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9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6686241" y="1000443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0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6686241" y="10614037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1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2559185" y="1000105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2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2559185" y="10610663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3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359137" y="1000105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4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359137" y="10610663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797226094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479052"/>
            <a:ext cx="21036680" cy="15212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4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4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1828434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  <p:sp>
        <p:nvSpPr>
          <p:cNvPr id="1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04212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5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215778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6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604212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7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215778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8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2220599" y="529310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49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2220599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2220599" y="5884231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7677157" y="529310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677155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7677157" y="5884231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2213213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5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2213213" y="9279547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6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2213213" y="8688421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7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7669777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8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7669777" y="9279547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9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7669777" y="8688421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387518821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9299"/>
            <a:ext cx="21036680" cy="147096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6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6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1828434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  <p:sp>
        <p:nvSpPr>
          <p:cNvPr id="169" name="Picture Placeholder 9"/>
          <p:cNvSpPr>
            <a:spLocks noGrp="1"/>
          </p:cNvSpPr>
          <p:nvPr>
            <p:ph type="pic" sz="quarter" idx="21"/>
          </p:nvPr>
        </p:nvSpPr>
        <p:spPr bwMode="auto">
          <a:xfrm>
            <a:off x="121681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0" name="Picture Placeholder 10"/>
          <p:cNvSpPr>
            <a:spLocks noGrp="1"/>
          </p:cNvSpPr>
          <p:nvPr>
            <p:ph type="pic" sz="quarter" idx="22"/>
          </p:nvPr>
        </p:nvSpPr>
        <p:spPr bwMode="auto">
          <a:xfrm>
            <a:off x="586259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1050837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2" name="Picture Placeholder 12"/>
          <p:cNvSpPr>
            <a:spLocks noGrp="1"/>
          </p:cNvSpPr>
          <p:nvPr>
            <p:ph type="pic" sz="quarter" idx="24"/>
          </p:nvPr>
        </p:nvSpPr>
        <p:spPr bwMode="auto">
          <a:xfrm>
            <a:off x="1515415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3" name="Picture Placeholder 13"/>
          <p:cNvSpPr>
            <a:spLocks noGrp="1"/>
          </p:cNvSpPr>
          <p:nvPr>
            <p:ph type="pic" sz="quarter" idx="25"/>
          </p:nvPr>
        </p:nvSpPr>
        <p:spPr bwMode="auto">
          <a:xfrm>
            <a:off x="19799930" y="3936820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966803" y="8074531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966803" y="9418145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66803" y="866565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5617979" y="8074531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5617977" y="9418145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617979" y="866565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0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0269149" y="8074531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1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0269149" y="9418145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2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0269149" y="866565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3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4920325" y="804436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4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4920323" y="938798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5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4920325" y="863549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6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9571497" y="8074531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7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9571495" y="9418145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8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9571497" y="866565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021102832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7" y="695884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9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7" y="1753159"/>
            <a:ext cx="10064082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9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1828434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  <p:sp>
        <p:nvSpPr>
          <p:cNvPr id="1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" y="385455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57961" y="385455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0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9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1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457961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2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3929356" y="697430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3" name="Text Placeholder 28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048790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4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57952" y="7567623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5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6577384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6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6457952" y="697430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7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6577384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8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3929356" y="7567623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9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4048790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687290903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1828434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  <p:sp>
        <p:nvSpPr>
          <p:cNvPr id="21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7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9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9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38744" y="9144000"/>
            <a:ext cx="1225161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3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4814230" y="198935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4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4933662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25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7009408" y="656135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6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128842" y="6660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27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4910412" y="1113335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8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029846" y="11232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771511723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1828434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  <p:sp>
        <p:nvSpPr>
          <p:cNvPr id="236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7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7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8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9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9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0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7071342" y="198935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7190774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4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4814232" y="657584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3" name="Text Placeholder 28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4933664" y="6675438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44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5093510" y="1225709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4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8718" y="9466730"/>
            <a:ext cx="21036680" cy="1142536"/>
          </a:xfrm>
          <a:prstGeom prst="rect">
            <a:avLst/>
          </a:prstGeom>
        </p:spPr>
        <p:txBody>
          <a:bodyPr/>
          <a:lstStyle>
            <a:lvl1pPr algn="ctr">
              <a:defRPr sz="7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500653180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" name="Picture Placeholder 11"/>
          <p:cNvSpPr>
            <a:spLocks noGrp="1"/>
          </p:cNvSpPr>
          <p:nvPr>
            <p:ph type="pic" idx="21"/>
          </p:nvPr>
        </p:nvSpPr>
        <p:spPr bwMode="auto">
          <a:xfrm>
            <a:off x="-3" y="-2"/>
            <a:ext cx="24390358" cy="1365409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1828434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  <p:sp>
        <p:nvSpPr>
          <p:cNvPr id="254" name="Picture Placeholder 10"/>
          <p:cNvSpPr>
            <a:spLocks noGrp="1"/>
          </p:cNvSpPr>
          <p:nvPr>
            <p:ph type="pic" idx="22"/>
          </p:nvPr>
        </p:nvSpPr>
        <p:spPr bwMode="auto">
          <a:xfrm>
            <a:off x="-39339693" y="-17373600"/>
            <a:ext cx="24390358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6474"/>
            <a:ext cx="21036680" cy="155690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5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83387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57" name="Picture Placeholder 9"/>
          <p:cNvSpPr>
            <a:spLocks noGrp="1"/>
          </p:cNvSpPr>
          <p:nvPr>
            <p:ph type="pic" sz="quarter" idx="23"/>
          </p:nvPr>
        </p:nvSpPr>
        <p:spPr bwMode="auto">
          <a:xfrm>
            <a:off x="20060730" y="7347746"/>
            <a:ext cx="2089444" cy="2088356"/>
          </a:xfrm>
          <a:prstGeom prst="rect">
            <a:avLst/>
          </a:prstGeom>
          <a:ln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54386068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" name="Rectangle 1"/>
          <p:cNvSpPr/>
          <p:nvPr/>
        </p:nvSpPr>
        <p:spPr bwMode="auto">
          <a:xfrm>
            <a:off x="12195187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65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2" y="0"/>
            <a:ext cx="1223330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6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1828434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  <p:sp>
        <p:nvSpPr>
          <p:cNvPr id="2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349303"/>
            <a:ext cx="9124796" cy="3406774"/>
          </a:xfrm>
          <a:prstGeom prst="rect">
            <a:avLst/>
          </a:prstGeom>
          <a:ln w="9525">
            <a:solidFill>
              <a:schemeClr val="accent2"/>
            </a:solidFill>
            <a:round/>
          </a:ln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130407779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1828434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  <p:sp>
        <p:nvSpPr>
          <p:cNvPr id="275" name="Rectangle 6"/>
          <p:cNvSpPr/>
          <p:nvPr/>
        </p:nvSpPr>
        <p:spPr bwMode="auto">
          <a:xfrm>
            <a:off x="9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444898"/>
            <a:ext cx="9124796" cy="3406776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5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5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9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9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9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11"/>
            <a:ext cx="4786312" cy="41592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9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11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9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11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431957248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1828434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  <p:sp>
        <p:nvSpPr>
          <p:cNvPr id="29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9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31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7" y="422920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9880" y="7348957"/>
            <a:ext cx="3295912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00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34740" y="7448548"/>
            <a:ext cx="3014864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178862278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1828434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  <p:sp>
        <p:nvSpPr>
          <p:cNvPr id="30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0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31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310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7" y="4040945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1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2254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2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27767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3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4504263" y="4040945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4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287845" y="8763009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5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3287845" y="9442463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6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504261" y="8716319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7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504261" y="9395773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8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4504252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9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4689765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392208220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1828434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  <p:sp>
        <p:nvSpPr>
          <p:cNvPr id="32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2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31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329" name="Text Placeholder 33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5546443" y="4145289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0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546443" y="4886333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2573099" y="4145289"/>
            <a:ext cx="2339242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2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546443" y="8208873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5546443" y="8949919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4" name="Picture Placeholder 11"/>
          <p:cNvSpPr>
            <a:spLocks noGrp="1"/>
          </p:cNvSpPr>
          <p:nvPr>
            <p:ph type="pic" sz="quarter" idx="26"/>
          </p:nvPr>
        </p:nvSpPr>
        <p:spPr bwMode="auto">
          <a:xfrm>
            <a:off x="2573099" y="8208864"/>
            <a:ext cx="2339242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6311048" y="4145289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311048" y="4886333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7" name="Picture Placeholder 11"/>
          <p:cNvSpPr>
            <a:spLocks noGrp="1"/>
          </p:cNvSpPr>
          <p:nvPr>
            <p:ph type="pic" sz="quarter" idx="29"/>
          </p:nvPr>
        </p:nvSpPr>
        <p:spPr bwMode="auto">
          <a:xfrm>
            <a:off x="13337700" y="4145289"/>
            <a:ext cx="2339240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6311048" y="8208873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6311048" y="8949919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40" name="Picture Placeholder 11"/>
          <p:cNvSpPr>
            <a:spLocks noGrp="1"/>
          </p:cNvSpPr>
          <p:nvPr>
            <p:ph type="pic" sz="quarter" idx="32"/>
          </p:nvPr>
        </p:nvSpPr>
        <p:spPr bwMode="auto">
          <a:xfrm>
            <a:off x="13337700" y="8208864"/>
            <a:ext cx="2339240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17931209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1828434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  <p:sp>
        <p:nvSpPr>
          <p:cNvPr id="348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1" y="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4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466493" y="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0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9" y="685800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9923877" y="685800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2" name="Picture Placeholder 8"/>
          <p:cNvSpPr>
            <a:spLocks noGrp="1"/>
          </p:cNvSpPr>
          <p:nvPr>
            <p:ph type="pic" sz="half" idx="25"/>
          </p:nvPr>
        </p:nvSpPr>
        <p:spPr bwMode="auto">
          <a:xfrm>
            <a:off x="4508606" y="3390911"/>
            <a:ext cx="15339132" cy="6858002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5183873" y="3950260"/>
            <a:ext cx="13825238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5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5183873" y="5007545"/>
            <a:ext cx="13825238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526808784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1828434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  <p:sp>
        <p:nvSpPr>
          <p:cNvPr id="362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2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3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6260920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4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8129436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5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-205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6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6258870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7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812738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8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34985" y="5873750"/>
            <a:ext cx="11512198" cy="19685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7068065" y="6329362"/>
            <a:ext cx="10254242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38799816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1828434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  <p:sp>
        <p:nvSpPr>
          <p:cNvPr id="3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5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5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9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9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9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11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3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11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11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9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9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0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9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1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9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2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6359673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3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6359673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4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6359673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5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6819826" y="1041411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6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6819826" y="16510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7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6819826" y="5499111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8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6819826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9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6819826" y="101278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00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6819826" y="10737411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141217307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1828434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  <p:sp>
        <p:nvSpPr>
          <p:cNvPr id="408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9" y="11149"/>
            <a:ext cx="12195178" cy="1370485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0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-1" y="8040923"/>
            <a:ext cx="12195178" cy="567508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0" name="Picture Placeholder 8"/>
          <p:cNvSpPr>
            <a:spLocks noGrp="1"/>
          </p:cNvSpPr>
          <p:nvPr>
            <p:ph type="pic" idx="23"/>
          </p:nvPr>
        </p:nvSpPr>
        <p:spPr bwMode="auto">
          <a:xfrm>
            <a:off x="12195176" y="2"/>
            <a:ext cx="1219518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76" y="8036300"/>
            <a:ext cx="12195180" cy="56797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676847" y="9174299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1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676847" y="10014867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47" y="8510337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126593" y="9144821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126593" y="9985389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4126593" y="8480859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426093987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1828434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  <p:sp>
        <p:nvSpPr>
          <p:cNvPr id="425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9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6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2195187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7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9" y="6858011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8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87" y="6858011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2636186" y="4572009"/>
            <a:ext cx="9558992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95187" y="4572009"/>
            <a:ext cx="9558990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2636186" y="6829426"/>
            <a:ext cx="9558992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2195187" y="6829426"/>
            <a:ext cx="9558990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60670293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" name="Picture Placeholder 11"/>
          <p:cNvSpPr>
            <a:spLocks noGrp="1"/>
          </p:cNvSpPr>
          <p:nvPr>
            <p:ph type="pic" sz="half" idx="21"/>
          </p:nvPr>
        </p:nvSpPr>
        <p:spPr bwMode="auto">
          <a:xfrm>
            <a:off x="0" y="-2"/>
            <a:ext cx="13873096" cy="80083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0" name="Picture Placeholder 14"/>
          <p:cNvSpPr>
            <a:spLocks noGrp="1"/>
          </p:cNvSpPr>
          <p:nvPr>
            <p:ph type="pic" sz="half" idx="22"/>
          </p:nvPr>
        </p:nvSpPr>
        <p:spPr bwMode="auto">
          <a:xfrm>
            <a:off x="11655361" y="2"/>
            <a:ext cx="12735002" cy="80083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1" name="Picture Placeholder 17"/>
          <p:cNvSpPr>
            <a:spLocks noGrp="1"/>
          </p:cNvSpPr>
          <p:nvPr>
            <p:ph type="pic" sz="quarter" idx="23"/>
          </p:nvPr>
        </p:nvSpPr>
        <p:spPr bwMode="auto">
          <a:xfrm>
            <a:off x="0" y="8977932"/>
            <a:ext cx="11655352" cy="47378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2" name="Picture Placeholder 20"/>
          <p:cNvSpPr>
            <a:spLocks noGrp="1"/>
          </p:cNvSpPr>
          <p:nvPr>
            <p:ph type="pic" sz="quarter" idx="24"/>
          </p:nvPr>
        </p:nvSpPr>
        <p:spPr bwMode="auto">
          <a:xfrm>
            <a:off x="12598621" y="8978161"/>
            <a:ext cx="11791742" cy="47378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49656" y="7922742"/>
            <a:ext cx="21091040" cy="1231528"/>
          </a:xfrm>
          <a:prstGeom prst="rect">
            <a:avLst/>
          </a:prstGeom>
        </p:spPr>
        <p:txBody>
          <a:bodyPr/>
          <a:lstStyle>
            <a:lvl1pPr algn="ctr">
              <a:defRPr sz="60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4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915427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4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5" y="12482446"/>
            <a:ext cx="433770" cy="460511"/>
          </a:xfrm>
          <a:prstGeom prst="rect">
            <a:avLst/>
          </a:prstGeom>
        </p:spPr>
        <p:txBody>
          <a:bodyPr/>
          <a:lstStyle/>
          <a:p>
            <a:pPr defTabSz="1828434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1828434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291423435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1828434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  <p:sp>
        <p:nvSpPr>
          <p:cNvPr id="45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6" y="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76" y="457200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79" y="9144000"/>
            <a:ext cx="635966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9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9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9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9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11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6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11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11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5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5835519" y="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6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5835519" y="4572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7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5835519" y="9144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8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-1" y="31311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9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-1" y="4603311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0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-1" y="9175311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1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460171" y="1072709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2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460171" y="1682311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3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460171" y="5530411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4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460171" y="6140011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5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460171" y="10159109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6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460171" y="10768711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453498382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9" y="3973606"/>
            <a:ext cx="12195178" cy="552002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4" name="Picture Placeholder 13"/>
          <p:cNvSpPr>
            <a:spLocks noGrp="1"/>
          </p:cNvSpPr>
          <p:nvPr>
            <p:ph type="pic" sz="quarter" idx="22"/>
          </p:nvPr>
        </p:nvSpPr>
        <p:spPr bwMode="auto">
          <a:xfrm>
            <a:off x="-792853" y="7220230"/>
            <a:ext cx="7957522" cy="170488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1828434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  <p:sp>
        <p:nvSpPr>
          <p:cNvPr id="48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8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31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88" name="Text Placeholder 28"/>
          <p:cNvSpPr>
            <a:spLocks noGrp="1"/>
          </p:cNvSpPr>
          <p:nvPr>
            <p:ph type="body" sz="quarter" idx="23"/>
          </p:nvPr>
        </p:nvSpPr>
        <p:spPr bwMode="auto">
          <a:xfrm>
            <a:off x="779590" y="7543251"/>
            <a:ext cx="5660800" cy="1087906"/>
          </a:xfrm>
          <a:prstGeom prst="rect">
            <a:avLst/>
          </a:prstGeom>
        </p:spPr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9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3566742" y="3973615"/>
            <a:ext cx="7932856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90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3566742" y="4653058"/>
            <a:ext cx="7932856" cy="428074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91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38" y="10220324"/>
            <a:ext cx="10518340" cy="162990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152060102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804513" y="3993787"/>
            <a:ext cx="759538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9533" y="3993778"/>
            <a:ext cx="7576322" cy="385604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1828434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  <p:sp>
        <p:nvSpPr>
          <p:cNvPr id="501" name="Picture Placeholder 14"/>
          <p:cNvSpPr>
            <a:spLocks noGrp="1"/>
          </p:cNvSpPr>
          <p:nvPr>
            <p:ph type="pic" sz="quarter" idx="23"/>
          </p:nvPr>
        </p:nvSpPr>
        <p:spPr bwMode="auto">
          <a:xfrm>
            <a:off x="6150215" y="3993787"/>
            <a:ext cx="1208994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0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31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635652574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7" y="4000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7" y="14573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512" name="Straight Connector 7"/>
          <p:cNvSpPr/>
          <p:nvPr/>
        </p:nvSpPr>
        <p:spPr bwMode="auto">
          <a:xfrm>
            <a:off x="1676838" y="21431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1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524603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8296831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21347685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2195179" y="3441609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5246039" y="3441609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9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8296831" y="3441609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0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21347685" y="3441609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1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2195179" y="6832809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2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15246039" y="6832809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3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8296831" y="6832809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4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21347685" y="6832809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5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195179" y="10274409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6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15246039" y="10274409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7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18296831" y="10274409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8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21347685" y="10274409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5" y="12482446"/>
            <a:ext cx="433770" cy="460511"/>
          </a:xfrm>
          <a:prstGeom prst="rect">
            <a:avLst/>
          </a:prstGeom>
        </p:spPr>
        <p:txBody>
          <a:bodyPr/>
          <a:lstStyle/>
          <a:p>
            <a:pPr defTabSz="1828434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1828434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371555689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2" y="4622612"/>
            <a:ext cx="24380824" cy="50327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3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1828434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  <p:sp>
        <p:nvSpPr>
          <p:cNvPr id="53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3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31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063059257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2" y="3665156"/>
            <a:ext cx="2438082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7" name="Picture Placeholder 8"/>
          <p:cNvSpPr>
            <a:spLocks noGrp="1"/>
          </p:cNvSpPr>
          <p:nvPr>
            <p:ph type="pic" idx="22"/>
          </p:nvPr>
        </p:nvSpPr>
        <p:spPr bwMode="auto">
          <a:xfrm>
            <a:off x="9" y="3665156"/>
            <a:ext cx="2439035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1828434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  <p:sp>
        <p:nvSpPr>
          <p:cNvPr id="549" name="CLICK TO EDIT MASTER TITLE STYLE"/>
          <p:cNvSpPr txBox="1">
            <a:spLocks noGrp="1"/>
          </p:cNvSpPr>
          <p:nvPr>
            <p:ph type="title" hasCustomPrompt="1"/>
          </p:nvPr>
        </p:nvSpPr>
        <p:spPr bwMode="auto">
          <a:xfrm>
            <a:off x="1604221" y="5850397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55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21" y="7232071"/>
            <a:ext cx="21145402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4132854041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9" y="0"/>
            <a:ext cx="24390354" cy="7620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5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1828434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  <p:sp>
        <p:nvSpPr>
          <p:cNvPr id="55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8957480" y="6130927"/>
            <a:ext cx="2534972" cy="42640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982234" y="2514605"/>
            <a:ext cx="10212944" cy="3159126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6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982234" y="5673726"/>
            <a:ext cx="10212944" cy="457200"/>
          </a:xfrm>
          <a:prstGeom prst="rect">
            <a:avLst/>
          </a:prstGeom>
        </p:spPr>
        <p:txBody>
          <a:bodyPr/>
          <a:lstStyle>
            <a:lvl1pPr algn="r">
              <a:defRPr sz="3200">
                <a:solidFill>
                  <a:schemeClr val="accent4"/>
                </a:solidFill>
              </a:defRPr>
            </a:lvl1pPr>
            <a:lvl2pPr algn="r">
              <a:defRPr sz="3200">
                <a:solidFill>
                  <a:schemeClr val="accent4"/>
                </a:solidFill>
              </a:defRPr>
            </a:lvl2pPr>
            <a:lvl3pPr algn="r">
              <a:defRPr sz="3200">
                <a:solidFill>
                  <a:schemeClr val="accent4"/>
                </a:solidFill>
              </a:defRPr>
            </a:lvl3pPr>
            <a:lvl4pPr algn="r">
              <a:defRPr sz="3200">
                <a:solidFill>
                  <a:schemeClr val="accent4"/>
                </a:solidFill>
              </a:defRPr>
            </a:lvl4pPr>
            <a:lvl5pPr algn="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153535658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1029353" y="6261101"/>
            <a:ext cx="2528618" cy="42545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1828434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  <p:sp>
        <p:nvSpPr>
          <p:cNvPr id="57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7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31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810153416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1828434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  <p:sp>
        <p:nvSpPr>
          <p:cNvPr id="57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3516609" y="5902878"/>
            <a:ext cx="5563102" cy="28296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8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8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31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589154189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1828434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  <p:sp>
        <p:nvSpPr>
          <p:cNvPr id="58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758112" y="7389637"/>
            <a:ext cx="5548180" cy="422031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9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9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31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847865746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1828434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  <p:sp>
        <p:nvSpPr>
          <p:cNvPr id="59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043654" y="4658204"/>
            <a:ext cx="6235192" cy="455150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0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0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31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226175922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1828434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  <p:sp>
        <p:nvSpPr>
          <p:cNvPr id="60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728123" y="5610227"/>
            <a:ext cx="6373642" cy="35623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31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62915724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1828434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  <p:sp>
        <p:nvSpPr>
          <p:cNvPr id="619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2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21" y="5476323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2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21" y="6858000"/>
            <a:ext cx="21145402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813961654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1828434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  <p:sp>
        <p:nvSpPr>
          <p:cNvPr id="64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6429375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4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84582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483543943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1828434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  <p:sp>
        <p:nvSpPr>
          <p:cNvPr id="65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21" y="4829185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5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21" y="68580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55430088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57246"/>
            <a:ext cx="5991984" cy="68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6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7" y="8237446"/>
            <a:ext cx="5991982" cy="147133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  <a:lvl2pPr>
              <a:defRPr>
                <a:solidFill>
                  <a:srgbClr val="888888"/>
                </a:solidFill>
              </a:defRPr>
            </a:lvl2pPr>
            <a:lvl3pPr>
              <a:defRPr>
                <a:solidFill>
                  <a:srgbClr val="888888"/>
                </a:solidFill>
              </a:defRPr>
            </a:lvl3pPr>
            <a:lvl4pPr>
              <a:defRPr>
                <a:solidFill>
                  <a:srgbClr val="888888"/>
                </a:solidFill>
              </a:defRPr>
            </a:lvl4pPr>
            <a:lvl5pPr indent="3656686">
              <a:defRPr>
                <a:solidFill>
                  <a:srgbClr val="888888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6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1828434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822192460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1828434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  <p:sp>
        <p:nvSpPr>
          <p:cNvPr id="67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105189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21036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15549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6105189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221036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8315549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3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4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6105189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5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221036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6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18315549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7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339537" y="6994526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71976763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95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676841" y="3651250"/>
            <a:ext cx="10365902" cy="870267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9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1828434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179769817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15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12" y="3362333"/>
            <a:ext cx="10318264" cy="1647826"/>
          </a:xfrm>
          <a:prstGeom prst="rect">
            <a:avLst/>
          </a:prstGeom>
        </p:spPr>
        <p:txBody>
          <a:bodyPr anchor="b"/>
          <a:lstStyle>
            <a:lvl1pPr>
              <a:defRPr sz="4700"/>
            </a:lvl1pPr>
            <a:lvl2pPr>
              <a:defRPr sz="4700"/>
            </a:lvl2pPr>
            <a:lvl3pPr>
              <a:defRPr sz="4700"/>
            </a:lvl3pPr>
            <a:lvl4pPr>
              <a:defRPr sz="4700"/>
            </a:lvl4pPr>
            <a:lvl5pPr indent="3656686">
              <a:defRPr sz="47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05" name="Text Placeholder 4"/>
          <p:cNvSpPr>
            <a:spLocks noGrp="1"/>
          </p:cNvSpPr>
          <p:nvPr>
            <p:ph type="body" sz="quarter" idx="21"/>
          </p:nvPr>
        </p:nvSpPr>
        <p:spPr bwMode="auto">
          <a:xfrm>
            <a:off x="12347627" y="3362333"/>
            <a:ext cx="10369078" cy="1647826"/>
          </a:xfrm>
          <a:prstGeom prst="rect">
            <a:avLst/>
          </a:prstGeom>
        </p:spPr>
        <p:txBody>
          <a:bodyPr anchor="b"/>
          <a:lstStyle/>
          <a:p>
            <a:pPr>
              <a:defRPr sz="4700"/>
            </a:pPr>
            <a:endParaRPr/>
          </a:p>
        </p:txBody>
      </p:sp>
      <p:sp>
        <p:nvSpPr>
          <p:cNvPr id="70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1828434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088932440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1828434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  <p:sp>
        <p:nvSpPr>
          <p:cNvPr id="715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2555629" y="5297497"/>
            <a:ext cx="5301838" cy="1828802"/>
          </a:xfrm>
          <a:prstGeom prst="rect">
            <a:avLst/>
          </a:prstGeom>
        </p:spPr>
        <p:txBody>
          <a:bodyPr/>
          <a:lstStyle>
            <a:lvl1pPr>
              <a:defRPr sz="8800">
                <a:latin typeface="Montserrat Semi Bold"/>
                <a:ea typeface="Montserrat Semi Bold"/>
                <a:cs typeface="Montserrat Semi Bold"/>
              </a:defRPr>
            </a:lvl1pPr>
            <a:lvl2pPr>
              <a:defRPr sz="8800">
                <a:latin typeface="Montserrat Semi Bold"/>
                <a:ea typeface="Montserrat Semi Bold"/>
                <a:cs typeface="Montserrat Semi Bold"/>
              </a:defRPr>
            </a:lvl2pPr>
            <a:lvl3pPr>
              <a:defRPr sz="8800">
                <a:latin typeface="Montserrat Semi Bold"/>
                <a:ea typeface="Montserrat Semi Bold"/>
                <a:cs typeface="Montserrat Semi Bold"/>
              </a:defRPr>
            </a:lvl3pPr>
            <a:lvl4pPr>
              <a:defRPr sz="8800">
                <a:latin typeface="Montserrat Semi Bold"/>
                <a:ea typeface="Montserrat Semi Bold"/>
                <a:cs typeface="Montserrat Semi Bold"/>
              </a:defRPr>
            </a:lvl4pPr>
            <a:lvl5pPr>
              <a:defRPr sz="8800"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16" name="Text Placeholder 7"/>
          <p:cNvSpPr>
            <a:spLocks noGrp="1"/>
          </p:cNvSpPr>
          <p:nvPr>
            <p:ph type="body" sz="quarter" idx="21"/>
          </p:nvPr>
        </p:nvSpPr>
        <p:spPr bwMode="auto">
          <a:xfrm>
            <a:off x="2582620" y="7423155"/>
            <a:ext cx="5274836" cy="153193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" name="Text Placeholder 9"/>
          <p:cNvSpPr>
            <a:spLocks noGrp="1"/>
          </p:cNvSpPr>
          <p:nvPr>
            <p:ph type="body" sz="quarter" idx="22"/>
          </p:nvPr>
        </p:nvSpPr>
        <p:spPr bwMode="auto">
          <a:xfrm>
            <a:off x="8798315" y="5303849"/>
            <a:ext cx="5301838" cy="1828802"/>
          </a:xfrm>
          <a:prstGeom prst="rect">
            <a:avLst/>
          </a:prstGeom>
        </p:spPr>
        <p:txBody>
          <a:bodyPr/>
          <a:lstStyle/>
          <a:p>
            <a:pPr>
              <a:defRPr sz="3200">
                <a:latin typeface="Montserrat Semi Bold"/>
                <a:ea typeface="Montserrat Semi Bold"/>
                <a:cs typeface="Montserrat Semi Bold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94173676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1828434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077863106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3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32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0369087" y="1974852"/>
            <a:ext cx="12347618" cy="9747252"/>
          </a:xfrm>
          <a:prstGeom prst="rect">
            <a:avLst/>
          </a:prstGeom>
        </p:spPr>
        <p:txBody>
          <a:bodyPr/>
          <a:lstStyle>
            <a:lvl1pPr>
              <a:defRPr sz="630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33" name="Text Placeholder 3"/>
          <p:cNvSpPr>
            <a:spLocks noGrp="1"/>
          </p:cNvSpPr>
          <p:nvPr>
            <p:ph type="body" sz="quarter" idx="21"/>
          </p:nvPr>
        </p:nvSpPr>
        <p:spPr bwMode="auto">
          <a:xfrm>
            <a:off x="1680023" y="4114800"/>
            <a:ext cx="7866526" cy="7623176"/>
          </a:xfrm>
          <a:prstGeom prst="rect">
            <a:avLst/>
          </a:prstGeom>
        </p:spPr>
        <p:txBody>
          <a:bodyPr/>
          <a:lstStyle/>
          <a:p>
            <a:pPr>
              <a:defRPr sz="3100"/>
            </a:pPr>
            <a:endParaRPr/>
          </a:p>
        </p:txBody>
      </p:sp>
      <p:sp>
        <p:nvSpPr>
          <p:cNvPr id="73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1828434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430535435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3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42" name="Picture Placeholder 2"/>
          <p:cNvSpPr>
            <a:spLocks noGrp="1"/>
          </p:cNvSpPr>
          <p:nvPr>
            <p:ph type="pic" sz="half" idx="21"/>
          </p:nvPr>
        </p:nvSpPr>
        <p:spPr bwMode="auto">
          <a:xfrm>
            <a:off x="10369087" y="1974852"/>
            <a:ext cx="12347618" cy="97472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23" y="4114800"/>
            <a:ext cx="7866526" cy="7623176"/>
          </a:xfrm>
          <a:prstGeom prst="rect">
            <a:avLst/>
          </a:prstGeom>
        </p:spPr>
        <p:txBody>
          <a:bodyPr/>
          <a:lstStyle>
            <a:lvl1pPr>
              <a:defRPr sz="3100"/>
            </a:lvl1pPr>
            <a:lvl2pPr>
              <a:defRPr sz="3100"/>
            </a:lvl2pPr>
            <a:lvl3pPr>
              <a:defRPr sz="3100"/>
            </a:lvl3pPr>
            <a:lvl4pPr>
              <a:defRPr sz="3100"/>
            </a:lvl4pPr>
            <a:lvl5pPr indent="3656686">
              <a:defRPr sz="31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4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1828434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336679023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4939817" y="4114800"/>
            <a:ext cx="8233890" cy="54864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5" y="12482446"/>
            <a:ext cx="433770" cy="460511"/>
          </a:xfrm>
          <a:prstGeom prst="rect">
            <a:avLst/>
          </a:prstGeom>
        </p:spPr>
        <p:txBody>
          <a:bodyPr/>
          <a:lstStyle/>
          <a:p>
            <a:pPr defTabSz="1828434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1828434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300868828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5243970" y="4297681"/>
            <a:ext cx="9146384" cy="54864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5" y="12482446"/>
            <a:ext cx="433770" cy="460511"/>
          </a:xfrm>
          <a:prstGeom prst="rect">
            <a:avLst/>
          </a:prstGeom>
        </p:spPr>
        <p:txBody>
          <a:bodyPr/>
          <a:lstStyle/>
          <a:p>
            <a:pPr defTabSz="1828434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1828434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041176282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9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5" y="12482446"/>
            <a:ext cx="433770" cy="460511"/>
          </a:xfrm>
          <a:prstGeom prst="rect">
            <a:avLst/>
          </a:prstGeom>
        </p:spPr>
        <p:txBody>
          <a:bodyPr/>
          <a:lstStyle/>
          <a:p>
            <a:pPr defTabSz="1828434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1828434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084077186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" name="Picture Placeholder 6"/>
          <p:cNvSpPr>
            <a:spLocks noGrp="1"/>
          </p:cNvSpPr>
          <p:nvPr>
            <p:ph type="pic" idx="21"/>
          </p:nvPr>
        </p:nvSpPr>
        <p:spPr bwMode="auto">
          <a:xfrm>
            <a:off x="9" y="0"/>
            <a:ext cx="24390354" cy="8686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5" y="12482446"/>
            <a:ext cx="433770" cy="460511"/>
          </a:xfrm>
          <a:prstGeom prst="rect">
            <a:avLst/>
          </a:prstGeom>
        </p:spPr>
        <p:txBody>
          <a:bodyPr/>
          <a:lstStyle/>
          <a:p>
            <a:pPr defTabSz="1828434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1828434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90578761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slideLayout" Target="../slideLayouts/slideLayout54.xml"/><Relationship Id="rId3" Type="http://schemas.openxmlformats.org/officeDocument/2006/relationships/slideLayout" Target="../slideLayouts/slideLayout55.xml"/><Relationship Id="rId4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7.xml"/><Relationship Id="rId6" Type="http://schemas.openxmlformats.org/officeDocument/2006/relationships/slideLayout" Target="../slideLayouts/slideLayout58.xml"/><Relationship Id="rId7" Type="http://schemas.openxmlformats.org/officeDocument/2006/relationships/slideLayout" Target="../slideLayouts/slideLayout59.xml"/><Relationship Id="rId8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4.xml"/><Relationship Id="rId13" Type="http://schemas.openxmlformats.org/officeDocument/2006/relationships/slideLayout" Target="../slideLayouts/slideLayout65.xml"/><Relationship Id="rId14" Type="http://schemas.openxmlformats.org/officeDocument/2006/relationships/slideLayout" Target="../slideLayouts/slideLayout66.xml"/><Relationship Id="rId15" Type="http://schemas.openxmlformats.org/officeDocument/2006/relationships/slideLayout" Target="../slideLayouts/slideLayout67.xml"/><Relationship Id="rId16" Type="http://schemas.openxmlformats.org/officeDocument/2006/relationships/slideLayout" Target="../slideLayouts/slideLayout68.xml"/><Relationship Id="rId17" Type="http://schemas.openxmlformats.org/officeDocument/2006/relationships/slideLayout" Target="../slideLayouts/slideLayout69.xml"/><Relationship Id="rId18" Type="http://schemas.openxmlformats.org/officeDocument/2006/relationships/slideLayout" Target="../slideLayouts/slideLayout70.xml"/><Relationship Id="rId19" Type="http://schemas.openxmlformats.org/officeDocument/2006/relationships/slideLayout" Target="../slideLayouts/slideLayout71.xml"/><Relationship Id="rId20" Type="http://schemas.openxmlformats.org/officeDocument/2006/relationships/slideLayout" Target="../slideLayouts/slideLayout72.xml"/><Relationship Id="rId21" Type="http://schemas.openxmlformats.org/officeDocument/2006/relationships/slideLayout" Target="../slideLayouts/slideLayout73.xml"/><Relationship Id="rId22" Type="http://schemas.openxmlformats.org/officeDocument/2006/relationships/slideLayout" Target="../slideLayouts/slideLayout74.xml"/><Relationship Id="rId23" Type="http://schemas.openxmlformats.org/officeDocument/2006/relationships/slideLayout" Target="../slideLayouts/slideLayout75.xml"/><Relationship Id="rId24" Type="http://schemas.openxmlformats.org/officeDocument/2006/relationships/slideLayout" Target="../slideLayouts/slideLayout76.xml"/><Relationship Id="rId25" Type="http://schemas.openxmlformats.org/officeDocument/2006/relationships/slideLayout" Target="../slideLayouts/slideLayout77.xml"/><Relationship Id="rId26" Type="http://schemas.openxmlformats.org/officeDocument/2006/relationships/slideLayout" Target="../slideLayouts/slideLayout78.xml"/><Relationship Id="rId27" Type="http://schemas.openxmlformats.org/officeDocument/2006/relationships/slideLayout" Target="../slideLayouts/slideLayout79.xml"/><Relationship Id="rId28" Type="http://schemas.openxmlformats.org/officeDocument/2006/relationships/slideLayout" Target="../slideLayouts/slideLayout80.xml"/><Relationship Id="rId29" Type="http://schemas.openxmlformats.org/officeDocument/2006/relationships/slideLayout" Target="../slideLayouts/slideLayout81.xml"/><Relationship Id="rId30" Type="http://schemas.openxmlformats.org/officeDocument/2006/relationships/slideLayout" Target="../slideLayouts/slideLayout82.xml"/><Relationship Id="rId31" Type="http://schemas.openxmlformats.org/officeDocument/2006/relationships/slideLayout" Target="../slideLayouts/slideLayout83.xml"/><Relationship Id="rId32" Type="http://schemas.openxmlformats.org/officeDocument/2006/relationships/slideLayout" Target="../slideLayouts/slideLayout84.xml"/><Relationship Id="rId33" Type="http://schemas.openxmlformats.org/officeDocument/2006/relationships/slideLayout" Target="../slideLayouts/slideLayout85.xml"/><Relationship Id="rId34" Type="http://schemas.openxmlformats.org/officeDocument/2006/relationships/slideLayout" Target="../slideLayouts/slideLayout86.xml"/><Relationship Id="rId35" Type="http://schemas.openxmlformats.org/officeDocument/2006/relationships/slideLayout" Target="../slideLayouts/slideLayout87.xml"/><Relationship Id="rId36" Type="http://schemas.openxmlformats.org/officeDocument/2006/relationships/slideLayout" Target="../slideLayouts/slideLayout88.xml"/><Relationship Id="rId37" Type="http://schemas.openxmlformats.org/officeDocument/2006/relationships/slideLayout" Target="../slideLayouts/slideLayout89.xml"/><Relationship Id="rId38" Type="http://schemas.openxmlformats.org/officeDocument/2006/relationships/slideLayout" Target="../slideLayouts/slideLayout90.xml"/><Relationship Id="rId39" Type="http://schemas.openxmlformats.org/officeDocument/2006/relationships/slideLayout" Target="../slideLayouts/slideLayout91.xml"/><Relationship Id="rId40" Type="http://schemas.openxmlformats.org/officeDocument/2006/relationships/slideLayout" Target="../slideLayouts/slideLayout92.xml"/><Relationship Id="rId41" Type="http://schemas.openxmlformats.org/officeDocument/2006/relationships/slideLayout" Target="../slideLayouts/slideLayout93.xml"/><Relationship Id="rId42" Type="http://schemas.openxmlformats.org/officeDocument/2006/relationships/slideLayout" Target="../slideLayouts/slideLayout94.xml"/><Relationship Id="rId43" Type="http://schemas.openxmlformats.org/officeDocument/2006/relationships/slideLayout" Target="../slideLayouts/slideLayout95.xml"/><Relationship Id="rId44" Type="http://schemas.openxmlformats.org/officeDocument/2006/relationships/slideLayout" Target="../slideLayouts/slideLayout96.xml"/><Relationship Id="rId45" Type="http://schemas.openxmlformats.org/officeDocument/2006/relationships/slideLayout" Target="../slideLayouts/slideLayout97.xml"/><Relationship Id="rId46" Type="http://schemas.openxmlformats.org/officeDocument/2006/relationships/slideLayout" Target="../slideLayouts/slideLayout98.xml"/><Relationship Id="rId47" Type="http://schemas.openxmlformats.org/officeDocument/2006/relationships/slideLayout" Target="../slideLayouts/slideLayout99.xml"/><Relationship Id="rId48" Type="http://schemas.openxmlformats.org/officeDocument/2006/relationships/slideLayout" Target="../slideLayouts/slideLayout100.xml"/><Relationship Id="rId49" Type="http://schemas.openxmlformats.org/officeDocument/2006/relationships/slideLayout" Target="../slideLayouts/slideLayout101.xml"/><Relationship Id="rId50" Type="http://schemas.openxmlformats.org/officeDocument/2006/relationships/slideLayout" Target="../slideLayouts/slideLayout102.xml"/><Relationship Id="rId51" Type="http://schemas.openxmlformats.org/officeDocument/2006/relationships/slideLayout" Target="../slideLayouts/slideLayout103.xml"/><Relationship Id="rId52" Type="http://schemas.openxmlformats.org/officeDocument/2006/relationships/slideLayout" Target="../slideLayouts/slideLayout104.xml"/><Relationship Id="rId53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5.xml"/><Relationship Id="rId2" Type="http://schemas.openxmlformats.org/officeDocument/2006/relationships/slideLayout" Target="../slideLayouts/slideLayout106.xml"/><Relationship Id="rId3" Type="http://schemas.openxmlformats.org/officeDocument/2006/relationships/slideLayout" Target="../slideLayouts/slideLayout107.xml"/><Relationship Id="rId4" Type="http://schemas.openxmlformats.org/officeDocument/2006/relationships/slideLayout" Target="../slideLayouts/slideLayout108.xml"/><Relationship Id="rId5" Type="http://schemas.openxmlformats.org/officeDocument/2006/relationships/slideLayout" Target="../slideLayouts/slideLayout109.xml"/><Relationship Id="rId6" Type="http://schemas.openxmlformats.org/officeDocument/2006/relationships/slideLayout" Target="../slideLayouts/slideLayout110.xml"/><Relationship Id="rId7" Type="http://schemas.openxmlformats.org/officeDocument/2006/relationships/slideLayout" Target="../slideLayouts/slideLayout111.xml"/><Relationship Id="rId8" Type="http://schemas.openxmlformats.org/officeDocument/2006/relationships/slideLayout" Target="../slideLayouts/slideLayout112.xml"/><Relationship Id="rId9" Type="http://schemas.openxmlformats.org/officeDocument/2006/relationships/slideLayout" Target="../slideLayouts/slideLayout113.xml"/><Relationship Id="rId10" Type="http://schemas.openxmlformats.org/officeDocument/2006/relationships/slideLayout" Target="../slideLayouts/slideLayout114.xml"/><Relationship Id="rId11" Type="http://schemas.openxmlformats.org/officeDocument/2006/relationships/slideLayout" Target="../slideLayouts/slideLayout115.xml"/><Relationship Id="rId12" Type="http://schemas.openxmlformats.org/officeDocument/2006/relationships/slideLayout" Target="../slideLayouts/slideLayout116.xml"/><Relationship Id="rId13" Type="http://schemas.openxmlformats.org/officeDocument/2006/relationships/slideLayout" Target="../slideLayouts/slideLayout117.xml"/><Relationship Id="rId14" Type="http://schemas.openxmlformats.org/officeDocument/2006/relationships/slideLayout" Target="../slideLayouts/slideLayout118.xml"/><Relationship Id="rId15" Type="http://schemas.openxmlformats.org/officeDocument/2006/relationships/slideLayout" Target="../slideLayouts/slideLayout119.xml"/><Relationship Id="rId16" Type="http://schemas.openxmlformats.org/officeDocument/2006/relationships/slideLayout" Target="../slideLayouts/slideLayout120.xml"/><Relationship Id="rId17" Type="http://schemas.openxmlformats.org/officeDocument/2006/relationships/slideLayout" Target="../slideLayouts/slideLayout121.xml"/><Relationship Id="rId18" Type="http://schemas.openxmlformats.org/officeDocument/2006/relationships/slideLayout" Target="../slideLayouts/slideLayout122.xml"/><Relationship Id="rId19" Type="http://schemas.openxmlformats.org/officeDocument/2006/relationships/slideLayout" Target="../slideLayouts/slideLayout123.xml"/><Relationship Id="rId20" Type="http://schemas.openxmlformats.org/officeDocument/2006/relationships/slideLayout" Target="../slideLayouts/slideLayout124.xml"/><Relationship Id="rId21" Type="http://schemas.openxmlformats.org/officeDocument/2006/relationships/slideLayout" Target="../slideLayouts/slideLayout125.xml"/><Relationship Id="rId22" Type="http://schemas.openxmlformats.org/officeDocument/2006/relationships/slideLayout" Target="../slideLayouts/slideLayout126.xml"/><Relationship Id="rId23" Type="http://schemas.openxmlformats.org/officeDocument/2006/relationships/slideLayout" Target="../slideLayouts/slideLayout127.xml"/><Relationship Id="rId24" Type="http://schemas.openxmlformats.org/officeDocument/2006/relationships/slideLayout" Target="../slideLayouts/slideLayout128.xml"/><Relationship Id="rId25" Type="http://schemas.openxmlformats.org/officeDocument/2006/relationships/slideLayout" Target="../slideLayouts/slideLayout129.xml"/><Relationship Id="rId26" Type="http://schemas.openxmlformats.org/officeDocument/2006/relationships/slideLayout" Target="../slideLayouts/slideLayout130.xml"/><Relationship Id="rId27" Type="http://schemas.openxmlformats.org/officeDocument/2006/relationships/slideLayout" Target="../slideLayouts/slideLayout131.xml"/><Relationship Id="rId28" Type="http://schemas.openxmlformats.org/officeDocument/2006/relationships/slideLayout" Target="../slideLayouts/slideLayout132.xml"/><Relationship Id="rId29" Type="http://schemas.openxmlformats.org/officeDocument/2006/relationships/slideLayout" Target="../slideLayouts/slideLayout133.xml"/><Relationship Id="rId30" Type="http://schemas.openxmlformats.org/officeDocument/2006/relationships/slideLayout" Target="../slideLayouts/slideLayout134.xml"/><Relationship Id="rId31" Type="http://schemas.openxmlformats.org/officeDocument/2006/relationships/slideLayout" Target="../slideLayouts/slideLayout135.xml"/><Relationship Id="rId32" Type="http://schemas.openxmlformats.org/officeDocument/2006/relationships/slideLayout" Target="../slideLayouts/slideLayout136.xml"/><Relationship Id="rId33" Type="http://schemas.openxmlformats.org/officeDocument/2006/relationships/slideLayout" Target="../slideLayouts/slideLayout137.xml"/><Relationship Id="rId34" Type="http://schemas.openxmlformats.org/officeDocument/2006/relationships/slideLayout" Target="../slideLayouts/slideLayout138.xml"/><Relationship Id="rId35" Type="http://schemas.openxmlformats.org/officeDocument/2006/relationships/slideLayout" Target="../slideLayouts/slideLayout139.xml"/><Relationship Id="rId36" Type="http://schemas.openxmlformats.org/officeDocument/2006/relationships/slideLayout" Target="../slideLayouts/slideLayout140.xml"/><Relationship Id="rId37" Type="http://schemas.openxmlformats.org/officeDocument/2006/relationships/slideLayout" Target="../slideLayouts/slideLayout141.xml"/><Relationship Id="rId38" Type="http://schemas.openxmlformats.org/officeDocument/2006/relationships/slideLayout" Target="../slideLayouts/slideLayout142.xml"/><Relationship Id="rId39" Type="http://schemas.openxmlformats.org/officeDocument/2006/relationships/slideLayout" Target="../slideLayouts/slideLayout143.xml"/><Relationship Id="rId40" Type="http://schemas.openxmlformats.org/officeDocument/2006/relationships/slideLayout" Target="../slideLayouts/slideLayout144.xml"/><Relationship Id="rId41" Type="http://schemas.openxmlformats.org/officeDocument/2006/relationships/slideLayout" Target="../slideLayouts/slideLayout145.xml"/><Relationship Id="rId42" Type="http://schemas.openxmlformats.org/officeDocument/2006/relationships/slideLayout" Target="../slideLayouts/slideLayout146.xml"/><Relationship Id="rId43" Type="http://schemas.openxmlformats.org/officeDocument/2006/relationships/slideLayout" Target="../slideLayouts/slideLayout147.xml"/><Relationship Id="rId44" Type="http://schemas.openxmlformats.org/officeDocument/2006/relationships/slideLayout" Target="../slideLayouts/slideLayout148.xml"/><Relationship Id="rId45" Type="http://schemas.openxmlformats.org/officeDocument/2006/relationships/slideLayout" Target="../slideLayouts/slideLayout149.xml"/><Relationship Id="rId46" Type="http://schemas.openxmlformats.org/officeDocument/2006/relationships/slideLayout" Target="../slideLayouts/slideLayout150.xml"/><Relationship Id="rId47" Type="http://schemas.openxmlformats.org/officeDocument/2006/relationships/slideLayout" Target="../slideLayouts/slideLayout151.xml"/><Relationship Id="rId48" Type="http://schemas.openxmlformats.org/officeDocument/2006/relationships/slideLayout" Target="../slideLayouts/slideLayout152.xml"/><Relationship Id="rId49" Type="http://schemas.openxmlformats.org/officeDocument/2006/relationships/slideLayout" Target="../slideLayouts/slideLayout153.xml"/><Relationship Id="rId50" Type="http://schemas.openxmlformats.org/officeDocument/2006/relationships/slideLayout" Target="../slideLayouts/slideLayout154.xml"/><Relationship Id="rId51" Type="http://schemas.openxmlformats.org/officeDocument/2006/relationships/slideLayout" Target="../slideLayouts/slideLayout155.xml"/><Relationship Id="rId52" Type="http://schemas.openxmlformats.org/officeDocument/2006/relationships/slideLayout" Target="../slideLayouts/slideLayout156.xml"/><Relationship Id="rId5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22279749" y="12854688"/>
            <a:ext cx="433770" cy="44627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2300">
                <a:solidFill>
                  <a:srgbClr val="888888"/>
                </a:solidFill>
              </a:defRPr>
            </a:lvl1pPr>
          </a:lstStyle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219200" y="184150"/>
            <a:ext cx="21945600" cy="3016252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" name="Уровень текста 1…"/>
          <p:cNvSpPr txBox="1">
            <a:spLocks noGrp="1"/>
          </p:cNvSpPr>
          <p:nvPr>
            <p:ph type="body" idx="1"/>
          </p:nvPr>
        </p:nvSpPr>
        <p:spPr bwMode="auto">
          <a:xfrm>
            <a:off x="1219200" y="3200400"/>
            <a:ext cx="21945600" cy="105156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45178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70" r:id="rId19"/>
    <p:sldLayoutId id="2147483671" r:id="rId20"/>
    <p:sldLayoutId id="2147483672" r:id="rId21"/>
    <p:sldLayoutId id="2147483673" r:id="rId22"/>
    <p:sldLayoutId id="2147483674" r:id="rId23"/>
    <p:sldLayoutId id="2147483675" r:id="rId24"/>
    <p:sldLayoutId id="2147483676" r:id="rId25"/>
    <p:sldLayoutId id="2147483677" r:id="rId26"/>
    <p:sldLayoutId id="2147483678" r:id="rId27"/>
    <p:sldLayoutId id="2147483679" r:id="rId28"/>
    <p:sldLayoutId id="2147483680" r:id="rId29"/>
    <p:sldLayoutId id="2147483681" r:id="rId30"/>
    <p:sldLayoutId id="2147483682" r:id="rId31"/>
    <p:sldLayoutId id="2147483683" r:id="rId32"/>
    <p:sldLayoutId id="2147483684" r:id="rId33"/>
    <p:sldLayoutId id="2147483685" r:id="rId34"/>
    <p:sldLayoutId id="2147483686" r:id="rId35"/>
    <p:sldLayoutId id="2147483687" r:id="rId36"/>
    <p:sldLayoutId id="2147483688" r:id="rId37"/>
    <p:sldLayoutId id="2147483689" r:id="rId38"/>
    <p:sldLayoutId id="2147483690" r:id="rId39"/>
    <p:sldLayoutId id="2147483691" r:id="rId40"/>
    <p:sldLayoutId id="2147483692" r:id="rId41"/>
    <p:sldLayoutId id="2147483693" r:id="rId42"/>
    <p:sldLayoutId id="2147483694" r:id="rId43"/>
    <p:sldLayoutId id="2147483695" r:id="rId44"/>
    <p:sldLayoutId id="2147483696" r:id="rId45"/>
    <p:sldLayoutId id="2147483697" r:id="rId46"/>
    <p:sldLayoutId id="2147483698" r:id="rId47"/>
    <p:sldLayoutId id="2147483699" r:id="rId48"/>
    <p:sldLayoutId id="2147483700" r:id="rId49"/>
    <p:sldLayoutId id="2147483701" r:id="rId50"/>
    <p:sldLayoutId id="2147483702" r:id="rId51"/>
    <p:sldLayoutId id="2147483703" r:id="rId52"/>
  </p:sldLayoutIdLst>
  <p:txStyles>
    <p:titleStyle>
      <a:lvl1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1pPr>
      <a:lvl2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2pPr>
      <a:lvl3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3pPr>
      <a:lvl4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4pPr>
      <a:lvl5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5pPr>
      <a:lvl6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6pPr>
      <a:lvl7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7pPr>
      <a:lvl8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8pPr>
      <a:lvl9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9pPr>
    </p:titleStyle>
    <p:bodyStyle>
      <a:lvl1pPr marL="0" marR="0" indent="0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1pPr>
      <a:lvl2pPr marL="0" marR="0" indent="914172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2pPr>
      <a:lvl3pPr marL="0" marR="0" indent="182834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3pPr>
      <a:lvl4pPr marL="0" marR="0" indent="274251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4pPr>
      <a:lvl5pPr marL="0" marR="0" indent="365668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5pPr>
      <a:lvl6pPr marL="493652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6pPr>
      <a:lvl7pPr marL="585069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7pPr>
      <a:lvl8pPr marL="676487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8pPr>
      <a:lvl9pPr marL="767904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9pPr>
    </p:bodyStyle>
    <p:otherStyle>
      <a:lvl1pPr marL="0" marR="0" indent="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91421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182843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2742652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365686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457108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548530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639952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731373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22279749" y="12854688"/>
            <a:ext cx="433770" cy="44627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2300">
                <a:solidFill>
                  <a:srgbClr val="888888"/>
                </a:solidFill>
              </a:defRPr>
            </a:lvl1pPr>
          </a:lstStyle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219200" y="184150"/>
            <a:ext cx="21945600" cy="3016252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" name="Уровень текста 1…"/>
          <p:cNvSpPr txBox="1">
            <a:spLocks noGrp="1"/>
          </p:cNvSpPr>
          <p:nvPr>
            <p:ph type="body" idx="1"/>
          </p:nvPr>
        </p:nvSpPr>
        <p:spPr bwMode="auto">
          <a:xfrm>
            <a:off x="1219200" y="3200400"/>
            <a:ext cx="21945600" cy="105156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48646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  <p:sldLayoutId id="2147483770" r:id="rId13"/>
    <p:sldLayoutId id="2147483771" r:id="rId14"/>
    <p:sldLayoutId id="2147483772" r:id="rId15"/>
    <p:sldLayoutId id="2147483773" r:id="rId16"/>
    <p:sldLayoutId id="2147483774" r:id="rId17"/>
    <p:sldLayoutId id="2147483775" r:id="rId18"/>
    <p:sldLayoutId id="2147483776" r:id="rId19"/>
    <p:sldLayoutId id="2147483777" r:id="rId20"/>
    <p:sldLayoutId id="2147483778" r:id="rId21"/>
    <p:sldLayoutId id="2147483779" r:id="rId22"/>
    <p:sldLayoutId id="2147483780" r:id="rId23"/>
    <p:sldLayoutId id="2147483781" r:id="rId24"/>
    <p:sldLayoutId id="2147483782" r:id="rId25"/>
    <p:sldLayoutId id="2147483783" r:id="rId26"/>
    <p:sldLayoutId id="2147483784" r:id="rId27"/>
    <p:sldLayoutId id="2147483785" r:id="rId28"/>
    <p:sldLayoutId id="2147483786" r:id="rId29"/>
    <p:sldLayoutId id="2147483787" r:id="rId30"/>
    <p:sldLayoutId id="2147483788" r:id="rId31"/>
    <p:sldLayoutId id="2147483789" r:id="rId32"/>
    <p:sldLayoutId id="2147483790" r:id="rId33"/>
    <p:sldLayoutId id="2147483791" r:id="rId34"/>
    <p:sldLayoutId id="2147483792" r:id="rId35"/>
    <p:sldLayoutId id="2147483793" r:id="rId36"/>
    <p:sldLayoutId id="2147483794" r:id="rId37"/>
    <p:sldLayoutId id="2147483795" r:id="rId38"/>
    <p:sldLayoutId id="2147483796" r:id="rId39"/>
    <p:sldLayoutId id="2147483797" r:id="rId40"/>
    <p:sldLayoutId id="2147483798" r:id="rId41"/>
    <p:sldLayoutId id="2147483799" r:id="rId42"/>
    <p:sldLayoutId id="2147483800" r:id="rId43"/>
    <p:sldLayoutId id="2147483801" r:id="rId44"/>
    <p:sldLayoutId id="2147483802" r:id="rId45"/>
    <p:sldLayoutId id="2147483803" r:id="rId46"/>
    <p:sldLayoutId id="2147483804" r:id="rId47"/>
    <p:sldLayoutId id="2147483805" r:id="rId48"/>
    <p:sldLayoutId id="2147483806" r:id="rId49"/>
    <p:sldLayoutId id="2147483807" r:id="rId50"/>
    <p:sldLayoutId id="2147483808" r:id="rId51"/>
    <p:sldLayoutId id="2147483809" r:id="rId52"/>
  </p:sldLayoutIdLst>
  <p:txStyles>
    <p:titleStyle>
      <a:lvl1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1pPr>
      <a:lvl2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2pPr>
      <a:lvl3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3pPr>
      <a:lvl4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4pPr>
      <a:lvl5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5pPr>
      <a:lvl6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6pPr>
      <a:lvl7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7pPr>
      <a:lvl8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8pPr>
      <a:lvl9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9pPr>
    </p:titleStyle>
    <p:bodyStyle>
      <a:lvl1pPr marL="0" marR="0" indent="0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1pPr>
      <a:lvl2pPr marL="0" marR="0" indent="914172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2pPr>
      <a:lvl3pPr marL="0" marR="0" indent="182834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3pPr>
      <a:lvl4pPr marL="0" marR="0" indent="274251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4pPr>
      <a:lvl5pPr marL="0" marR="0" indent="365668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5pPr>
      <a:lvl6pPr marL="493652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6pPr>
      <a:lvl7pPr marL="585069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7pPr>
      <a:lvl8pPr marL="676487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8pPr>
      <a:lvl9pPr marL="767904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9pPr>
    </p:bodyStyle>
    <p:otherStyle>
      <a:lvl1pPr marL="0" marR="0" indent="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91421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182843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2742652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365686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457108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548530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639952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731373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22279751" y="12847572"/>
            <a:ext cx="433770" cy="46051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2300">
                <a:solidFill>
                  <a:srgbClr val="888888"/>
                </a:solidFill>
              </a:defRPr>
            </a:lvl1pPr>
          </a:lstStyle>
          <a:p>
            <a:pPr defTabSz="1828434">
              <a:defRPr/>
            </a:pPr>
            <a:fld id="{86CB4B4D-7CA3-9044-876B-883B54F8677D}" type="slidenum">
              <a:rPr lang="ru-RU" smtClean="0">
                <a:latin typeface="Open Sans Light"/>
                <a:sym typeface="Open Sans"/>
              </a:rPr>
              <a:pPr defTabSz="1828434">
                <a:defRPr/>
              </a:pPr>
              <a:t>‹#›</a:t>
            </a:fld>
            <a:endParaRPr lang="ru-RU">
              <a:latin typeface="Open Sans Light"/>
              <a:sym typeface="Open Sans"/>
            </a:endParaRPr>
          </a:p>
        </p:txBody>
      </p:sp>
      <p:sp>
        <p:nvSpPr>
          <p:cNvPr id="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219200" y="184150"/>
            <a:ext cx="21945600" cy="3016252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" name="Уровень текста 1…"/>
          <p:cNvSpPr txBox="1">
            <a:spLocks noGrp="1"/>
          </p:cNvSpPr>
          <p:nvPr>
            <p:ph type="body" idx="1"/>
          </p:nvPr>
        </p:nvSpPr>
        <p:spPr bwMode="auto">
          <a:xfrm>
            <a:off x="1219200" y="3200400"/>
            <a:ext cx="21945600" cy="105156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00568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818" r:id="rId8"/>
    <p:sldLayoutId id="2147483819" r:id="rId9"/>
    <p:sldLayoutId id="2147483820" r:id="rId10"/>
    <p:sldLayoutId id="2147483821" r:id="rId11"/>
    <p:sldLayoutId id="2147483822" r:id="rId12"/>
    <p:sldLayoutId id="2147483823" r:id="rId13"/>
    <p:sldLayoutId id="2147483824" r:id="rId14"/>
    <p:sldLayoutId id="2147483825" r:id="rId15"/>
    <p:sldLayoutId id="2147483826" r:id="rId16"/>
    <p:sldLayoutId id="2147483827" r:id="rId17"/>
    <p:sldLayoutId id="2147483828" r:id="rId18"/>
    <p:sldLayoutId id="2147483829" r:id="rId19"/>
    <p:sldLayoutId id="2147483830" r:id="rId20"/>
    <p:sldLayoutId id="2147483831" r:id="rId21"/>
    <p:sldLayoutId id="2147483832" r:id="rId22"/>
    <p:sldLayoutId id="2147483833" r:id="rId23"/>
    <p:sldLayoutId id="2147483834" r:id="rId24"/>
    <p:sldLayoutId id="2147483835" r:id="rId25"/>
    <p:sldLayoutId id="2147483836" r:id="rId26"/>
    <p:sldLayoutId id="2147483837" r:id="rId27"/>
    <p:sldLayoutId id="2147483838" r:id="rId28"/>
    <p:sldLayoutId id="2147483839" r:id="rId29"/>
    <p:sldLayoutId id="2147483840" r:id="rId30"/>
    <p:sldLayoutId id="2147483841" r:id="rId31"/>
    <p:sldLayoutId id="2147483842" r:id="rId32"/>
    <p:sldLayoutId id="2147483843" r:id="rId33"/>
    <p:sldLayoutId id="2147483844" r:id="rId34"/>
    <p:sldLayoutId id="2147483845" r:id="rId35"/>
    <p:sldLayoutId id="2147483846" r:id="rId36"/>
    <p:sldLayoutId id="2147483847" r:id="rId37"/>
    <p:sldLayoutId id="2147483848" r:id="rId38"/>
    <p:sldLayoutId id="2147483849" r:id="rId39"/>
    <p:sldLayoutId id="2147483850" r:id="rId40"/>
    <p:sldLayoutId id="2147483851" r:id="rId41"/>
    <p:sldLayoutId id="2147483852" r:id="rId42"/>
    <p:sldLayoutId id="2147483853" r:id="rId43"/>
    <p:sldLayoutId id="2147483854" r:id="rId44"/>
    <p:sldLayoutId id="2147483855" r:id="rId45"/>
    <p:sldLayoutId id="2147483856" r:id="rId46"/>
    <p:sldLayoutId id="2147483857" r:id="rId47"/>
    <p:sldLayoutId id="2147483858" r:id="rId48"/>
    <p:sldLayoutId id="2147483859" r:id="rId49"/>
    <p:sldLayoutId id="2147483860" r:id="rId50"/>
    <p:sldLayoutId id="2147483861" r:id="rId51"/>
    <p:sldLayoutId id="2147483862" r:id="rId52"/>
  </p:sldLayoutIdLst>
  <p:txStyles>
    <p:titleStyle>
      <a:lvl1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1pPr>
      <a:lvl2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2pPr>
      <a:lvl3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3pPr>
      <a:lvl4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4pPr>
      <a:lvl5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5pPr>
      <a:lvl6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6pPr>
      <a:lvl7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7pPr>
      <a:lvl8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8pPr>
      <a:lvl9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9pPr>
    </p:titleStyle>
    <p:bodyStyle>
      <a:lvl1pPr marL="0" marR="0" indent="0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1pPr>
      <a:lvl2pPr marL="0" marR="0" indent="914172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2pPr>
      <a:lvl3pPr marL="0" marR="0" indent="182834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3pPr>
      <a:lvl4pPr marL="0" marR="0" indent="274251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4pPr>
      <a:lvl5pPr marL="0" marR="0" indent="365668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5pPr>
      <a:lvl6pPr marL="493652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6pPr>
      <a:lvl7pPr marL="585069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7pPr>
      <a:lvl8pPr marL="676487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8pPr>
      <a:lvl9pPr marL="767904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9pPr>
    </p:bodyStyle>
    <p:otherStyle>
      <a:lvl1pPr marL="0" marR="0" indent="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91421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182843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2742652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365686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457108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548530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639952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731373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1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Relationship Id="rId7" Type="http://schemas.openxmlformats.org/officeDocument/2006/relationships/image" Target="../media/image1.png"/><Relationship Id="rId8" Type="http://schemas.openxmlformats.org/officeDocument/2006/relationships/notesSlide" Target="../notesSlides/notes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1.xml"/><Relationship Id="rId2" Type="http://schemas.openxmlformats.org/officeDocument/2006/relationships/diagramData" Target="../diagrams/data2.xml"/><Relationship Id="rId3" Type="http://schemas.openxmlformats.org/officeDocument/2006/relationships/diagramLayout" Target="../diagrams/layout2.xml"/><Relationship Id="rId4" Type="http://schemas.openxmlformats.org/officeDocument/2006/relationships/diagramQuickStyle" Target="../diagrams/quickStyle2.xml"/><Relationship Id="rId5" Type="http://schemas.openxmlformats.org/officeDocument/2006/relationships/diagramColors" Target="../diagrams/colors2.xml"/><Relationship Id="rId6" Type="http://schemas.microsoft.com/office/2007/relationships/diagramDrawing" Target="../diagrams/drawing2.xml"/><Relationship Id="rId7" Type="http://schemas.openxmlformats.org/officeDocument/2006/relationships/notesSlide" Target="../notesSlides/notes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1.xml"/><Relationship Id="rId2" Type="http://schemas.openxmlformats.org/officeDocument/2006/relationships/image" Target="../media/image2.jpeg"/><Relationship Id="rId3" Type="http://schemas.openxmlformats.org/officeDocument/2006/relationships/notesSlide" Target="../notesSlides/notesSlide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1.xml"/><Relationship Id="rId2" Type="http://schemas.openxmlformats.org/officeDocument/2006/relationships/image" Target="../media/image3.jpeg"/><Relationship Id="rId3" Type="http://schemas.openxmlformats.org/officeDocument/2006/relationships/notesSlide" Target="../notesSlides/notes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diagramData" Target="../diagrams/data3.xml"/><Relationship Id="rId3" Type="http://schemas.openxmlformats.org/officeDocument/2006/relationships/diagramLayout" Target="../diagrams/layout3.xml"/><Relationship Id="rId4" Type="http://schemas.openxmlformats.org/officeDocument/2006/relationships/diagramQuickStyle" Target="../diagrams/quickStyle3.xml"/><Relationship Id="rId5" Type="http://schemas.openxmlformats.org/officeDocument/2006/relationships/diagramColors" Target="../diagrams/colors3.xml"/><Relationship Id="rId6" Type="http://schemas.microsoft.com/office/2007/relationships/diagramDrawing" Target="../diagrams/drawing3.xml"/><Relationship Id="rId7" Type="http://schemas.openxmlformats.org/officeDocument/2006/relationships/image" Target="../media/image4.png"/><Relationship Id="rId8" Type="http://schemas.openxmlformats.org/officeDocument/2006/relationships/notesSlide" Target="../notesSlides/notes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eg"/><Relationship Id="rId3" Type="http://schemas.openxmlformats.org/officeDocument/2006/relationships/notesSlide" Target="../notesSlides/notes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4" name="Rectangle 32"/>
          <p:cNvSpPr/>
          <p:nvPr/>
        </p:nvSpPr>
        <p:spPr bwMode="auto">
          <a:xfrm>
            <a:off x="955385" y="5685905"/>
            <a:ext cx="4621490" cy="2427318"/>
          </a:xfrm>
          <a:prstGeom prst="rect">
            <a:avLst/>
          </a:prstGeom>
          <a:solidFill>
            <a:srgbClr val="E6E6E6"/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855" name="Text Placeholder 1"/>
          <p:cNvSpPr txBox="1"/>
          <p:nvPr/>
        </p:nvSpPr>
        <p:spPr bwMode="auto">
          <a:xfrm>
            <a:off x="1764723" y="6261840"/>
            <a:ext cx="13219417" cy="157443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Autofit/>
          </a:bodyPr>
          <a:lstStyle/>
          <a:p>
            <a:pPr defTabSz="914400" rtl="0">
              <a:lnSpc>
                <a:spcPct val="100000"/>
              </a:lnSpc>
              <a:defRPr sz="7200" spc="30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lang="ru-RU" sz="4400" b="1" spc="300" dirty="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  <a:sym typeface="Stem"/>
              </a:rPr>
              <a:t>ПОРЯДОК </a:t>
            </a:r>
            <a:r>
              <a:rPr lang="ru-RU" sz="4400" b="1" spc="300" dirty="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rPr>
              <a:t>ОКАЗАНИЯ ПЕРВОЙ ПОМОЩИ. ПРИОРИТЕТНОСТЬ ОКАЗАНИЯ ПЕРВОЙ ПОМОЩИ.</a:t>
            </a:r>
            <a:endParaRPr lang="ru-RU" sz="4400" b="1" spc="300" dirty="0">
              <a:solidFill>
                <a:srgbClr val="4D4D4D"/>
              </a:solidFill>
              <a:latin typeface="Montserrat Semi Bold"/>
              <a:ea typeface="Montserrat Semi Bold"/>
              <a:cs typeface="Montserrat Semi Bold"/>
              <a:sym typeface="Stem"/>
            </a:endParaRPr>
          </a:p>
          <a:p>
            <a:pPr defTabSz="914400" rtl="0">
              <a:lnSpc>
                <a:spcPct val="100000"/>
              </a:lnSpc>
              <a:defRPr sz="7200" spc="30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defRPr>
            </a:pPr>
            <a:endParaRPr lang="ru-RU" sz="4400" b="1" spc="300" dirty="0">
              <a:solidFill>
                <a:srgbClr val="4D4D4D"/>
              </a:solidFill>
              <a:latin typeface="Montserrat Semi Bold"/>
              <a:ea typeface="Montserrat Semi Bold"/>
              <a:cs typeface="Montserrat Semi Bold"/>
              <a:sym typeface="Stem"/>
            </a:endParaRPr>
          </a:p>
        </p:txBody>
      </p:sp>
      <p:sp>
        <p:nvSpPr>
          <p:cNvPr id="845" name="Rectangle 13"/>
          <p:cNvSpPr/>
          <p:nvPr/>
        </p:nvSpPr>
        <p:spPr bwMode="auto">
          <a:xfrm>
            <a:off x="15825822" y="0"/>
            <a:ext cx="8688311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846" name="Rectangle 5"/>
          <p:cNvSpPr/>
          <p:nvPr/>
        </p:nvSpPr>
        <p:spPr bwMode="auto">
          <a:xfrm>
            <a:off x="1780895" y="7794112"/>
            <a:ext cx="12803868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507017090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5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5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9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algn="ctr" defTabSz="1828434" rtl="0">
              <a:lnSpc>
                <a:spcPct val="100000"/>
              </a:lnSpc>
              <a:defRPr/>
            </a:pPr>
            <a:fld id="{86CB4B4D-7CA3-9044-876B-883B54F8677D}" type="slidenum">
              <a:rPr>
                <a:latin typeface="Open Sans Light"/>
                <a:cs typeface="Calibri"/>
                <a:sym typeface="Open Sans"/>
              </a:rPr>
              <a:pPr algn="ctr" defTabSz="1828434" rtl="0">
                <a:lnSpc>
                  <a:spcPct val="100000"/>
                </a:lnSpc>
                <a:defRPr/>
              </a:pPr>
              <a:t>2</a:t>
            </a:fld>
            <a:endParaRPr>
              <a:latin typeface="Open Sans Light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113624" y="1457400"/>
            <a:ext cx="14182831" cy="864211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r>
              <a:rPr lang="ru-RU" sz="4800" dirty="0"/>
              <a:t>НОВЫЙ ПОРЯДОК ОКАЗАНИЯ ПЕРВОЙ ПОМОЩИ</a:t>
            </a:r>
          </a:p>
        </p:txBody>
      </p:sp>
      <p:sp>
        <p:nvSpPr>
          <p:cNvPr id="22" name="Rectangle 29"/>
          <p:cNvSpPr/>
          <p:nvPr/>
        </p:nvSpPr>
        <p:spPr bwMode="auto">
          <a:xfrm>
            <a:off x="2061228" y="2604670"/>
            <a:ext cx="18114224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3A8F29E-9837-4E22-AB70-25BC8F43F258}"/>
              </a:ext>
            </a:extLst>
          </p:cNvPr>
          <p:cNvSpPr/>
          <p:nvPr/>
        </p:nvSpPr>
        <p:spPr>
          <a:xfrm>
            <a:off x="2470920" y="4553744"/>
            <a:ext cx="5976664" cy="5351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dirty="0"/>
          </a:p>
          <a:p>
            <a:r>
              <a:rPr lang="ru-RU" b="1" dirty="0"/>
              <a:t>📅 Вступил в силу: </a:t>
            </a:r>
            <a:r>
              <a:rPr lang="ru-RU" dirty="0"/>
              <a:t>с 1 сентября 2024 года.</a:t>
            </a:r>
          </a:p>
          <a:p>
            <a:endParaRPr lang="ru-RU" dirty="0"/>
          </a:p>
          <a:p>
            <a:r>
              <a:rPr lang="ru-RU" b="1" dirty="0"/>
              <a:t>📜 Правовая основа</a:t>
            </a:r>
            <a:r>
              <a:rPr lang="ru-RU" dirty="0"/>
              <a:t>: Принят во исполнение ч. 2 ст. 31 Федерального закона № 323-ФЗ (в ред. от 14.04.2023 № 135-ФЗ).</a:t>
            </a:r>
          </a:p>
          <a:p>
            <a:endParaRPr lang="ru-RU" dirty="0"/>
          </a:p>
          <a:p>
            <a:r>
              <a:rPr lang="ru-RU" b="1" dirty="0"/>
              <a:t>🔄 Заменяет: </a:t>
            </a:r>
            <a:r>
              <a:rPr lang="ru-RU" dirty="0"/>
              <a:t>Приказ Минздравсоцразвития № 477н (действовавший 12 лет).</a:t>
            </a:r>
          </a:p>
          <a:p>
            <a:endParaRPr lang="ru-RU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D177D61-7B32-4B1E-9DC7-0FC2FBF23792}"/>
              </a:ext>
            </a:extLst>
          </p:cNvPr>
          <p:cNvSpPr/>
          <p:nvPr/>
        </p:nvSpPr>
        <p:spPr>
          <a:xfrm>
            <a:off x="2045744" y="2872912"/>
            <a:ext cx="4331635" cy="4764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Приказ Минздрава № 220н </a:t>
            </a:r>
          </a:p>
        </p:txBody>
      </p:sp>
      <p:graphicFrame>
        <p:nvGraphicFramePr>
          <p:cNvPr id="8" name="Схема 7">
            <a:extLst>
              <a:ext uri="{FF2B5EF4-FFF2-40B4-BE49-F238E27FC236}">
                <a16:creationId xmlns:a16="http://schemas.microsoft.com/office/drawing/2014/main" id="{7D165376-98DA-426A-BC79-A12138DA7B6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83916918"/>
              </p:ext>
            </p:extLst>
          </p:nvPr>
        </p:nvGraphicFramePr>
        <p:xfrm>
          <a:off x="9796106" y="3349389"/>
          <a:ext cx="9433048" cy="87093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EAC51C39-4F22-426D-9076-92EB25AE8D33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r="54537"/>
          <a:stretch/>
        </p:blipFill>
        <p:spPr>
          <a:xfrm flipH="1">
            <a:off x="18672720" y="3977680"/>
            <a:ext cx="6232864" cy="9139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7662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9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algn="ctr" defTabSz="1828434" rtl="0">
              <a:lnSpc>
                <a:spcPct val="100000"/>
              </a:lnSpc>
              <a:defRPr/>
            </a:pPr>
            <a:fld id="{86CB4B4D-7CA3-9044-876B-883B54F8677D}" type="slidenum">
              <a:rPr>
                <a:latin typeface="Open Sans Light"/>
                <a:cs typeface="Calibri"/>
                <a:sym typeface="Open Sans"/>
              </a:rPr>
              <a:pPr algn="ctr" defTabSz="1828434" rtl="0">
                <a:lnSpc>
                  <a:spcPct val="100000"/>
                </a:lnSpc>
                <a:defRPr/>
              </a:pPr>
              <a:t>3</a:t>
            </a:fld>
            <a:endParaRPr>
              <a:latin typeface="Open Sans Light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113624" y="1457400"/>
            <a:ext cx="14182831" cy="864211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r>
              <a:rPr lang="ru-RU" sz="4800" dirty="0"/>
              <a:t>ИНСТРУМЕНТЫ И ПРАВИЛА  </a:t>
            </a:r>
          </a:p>
        </p:txBody>
      </p:sp>
      <p:sp>
        <p:nvSpPr>
          <p:cNvPr id="22" name="Rectangle 29"/>
          <p:cNvSpPr/>
          <p:nvPr/>
        </p:nvSpPr>
        <p:spPr bwMode="auto">
          <a:xfrm>
            <a:off x="2061228" y="2604670"/>
            <a:ext cx="18114224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D177D61-7B32-4B1E-9DC7-0FC2FBF23792}"/>
              </a:ext>
            </a:extLst>
          </p:cNvPr>
          <p:cNvSpPr/>
          <p:nvPr/>
        </p:nvSpPr>
        <p:spPr>
          <a:xfrm>
            <a:off x="2045744" y="2872912"/>
            <a:ext cx="4331635" cy="4764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Приказ Минздрава № 220н </a:t>
            </a:r>
          </a:p>
        </p:txBody>
      </p:sp>
      <p:graphicFrame>
        <p:nvGraphicFramePr>
          <p:cNvPr id="4" name="Схема 3">
            <a:extLst>
              <a:ext uri="{FF2B5EF4-FFF2-40B4-BE49-F238E27FC236}">
                <a16:creationId xmlns:a16="http://schemas.microsoft.com/office/drawing/2014/main" id="{8BB1CE9B-263B-426E-AEDE-5DBEE84D9DC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07506562"/>
              </p:ext>
            </p:extLst>
          </p:nvPr>
        </p:nvGraphicFramePr>
        <p:xfrm>
          <a:off x="2326904" y="3905672"/>
          <a:ext cx="18866096" cy="79928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438655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Picture background">
            <a:extLst>
              <a:ext uri="{FF2B5EF4-FFF2-40B4-BE49-F238E27FC236}">
                <a16:creationId xmlns:a16="http://schemas.microsoft.com/office/drawing/2014/main" id="{E870A43A-1028-4E49-A5AF-4A9369FC4B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9232" y="6209928"/>
            <a:ext cx="12923323" cy="7230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9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algn="ctr" defTabSz="1828434" rtl="0">
              <a:lnSpc>
                <a:spcPct val="100000"/>
              </a:lnSpc>
              <a:defRPr/>
            </a:pPr>
            <a:fld id="{86CB4B4D-7CA3-9044-876B-883B54F8677D}" type="slidenum">
              <a:rPr>
                <a:latin typeface="Open Sans Light"/>
                <a:cs typeface="Calibri"/>
                <a:sym typeface="Open Sans"/>
              </a:rPr>
              <a:pPr algn="ctr" defTabSz="1828434" rtl="0">
                <a:lnSpc>
                  <a:spcPct val="100000"/>
                </a:lnSpc>
                <a:defRPr/>
              </a:pPr>
              <a:t>4</a:t>
            </a:fld>
            <a:endParaRPr>
              <a:latin typeface="Open Sans Light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113624" y="1457400"/>
            <a:ext cx="14182831" cy="864211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r>
              <a:rPr lang="ru-RU" sz="4800" dirty="0"/>
              <a:t>ОТМЕНА УСТАРЕВШИХ МЕТОДИК</a:t>
            </a:r>
          </a:p>
        </p:txBody>
      </p:sp>
      <p:sp>
        <p:nvSpPr>
          <p:cNvPr id="22" name="Rectangle 29"/>
          <p:cNvSpPr/>
          <p:nvPr/>
        </p:nvSpPr>
        <p:spPr bwMode="auto">
          <a:xfrm>
            <a:off x="2061228" y="2604670"/>
            <a:ext cx="18114224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D177D61-7B32-4B1E-9DC7-0FC2FBF23792}"/>
              </a:ext>
            </a:extLst>
          </p:cNvPr>
          <p:cNvSpPr/>
          <p:nvPr/>
        </p:nvSpPr>
        <p:spPr>
          <a:xfrm>
            <a:off x="2045744" y="2872912"/>
            <a:ext cx="4331635" cy="4764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Приказ Минздрава № 220н 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C2E627C-C4E5-415A-8641-1D48D21ED9C5}"/>
              </a:ext>
            </a:extLst>
          </p:cNvPr>
          <p:cNvSpPr/>
          <p:nvPr/>
        </p:nvSpPr>
        <p:spPr>
          <a:xfrm>
            <a:off x="2045744" y="4193704"/>
            <a:ext cx="10873208" cy="42682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4000" dirty="0">
                <a:solidFill>
                  <a:srgbClr val="C00000"/>
                </a:solidFill>
              </a:rPr>
              <a:t>❌</a:t>
            </a:r>
            <a:r>
              <a:rPr lang="ru-RU" dirty="0"/>
              <a:t> Отмена проверки пульса: Мероприятия больше не предусматривают оценку наличия кровообращения путем проверки пульса (это сложно для неспециалистов).</a:t>
            </a:r>
          </a:p>
          <a:p>
            <a:endParaRPr lang="ru-RU" dirty="0"/>
          </a:p>
          <a:p>
            <a:r>
              <a:rPr lang="ru-RU" sz="4000" b="1" dirty="0">
                <a:solidFill>
                  <a:srgbClr val="C00000"/>
                </a:solidFill>
              </a:rPr>
              <a:t>❌</a:t>
            </a:r>
            <a:r>
              <a:rPr lang="ru-RU" dirty="0"/>
              <a:t> Отмена сложных приемов: Исключены специфические способы остановки кровотечения, которые сложно обучить массово:</a:t>
            </a:r>
          </a:p>
          <a:p>
            <a:r>
              <a:rPr lang="ru-RU" dirty="0"/>
              <a:t>Пальцевое прижатие артерии.</a:t>
            </a:r>
          </a:p>
          <a:p>
            <a:r>
              <a:rPr lang="ru-RU" dirty="0"/>
              <a:t>Максимальное сгибание конечности в суставе.</a:t>
            </a:r>
          </a:p>
          <a:p>
            <a:endParaRPr lang="ru-RU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57B305A-7CB4-4FE3-90CA-88C558E395C8}"/>
              </a:ext>
            </a:extLst>
          </p:cNvPr>
          <p:cNvSpPr/>
          <p:nvPr/>
        </p:nvSpPr>
        <p:spPr>
          <a:xfrm>
            <a:off x="13272120" y="4361730"/>
            <a:ext cx="8637942" cy="19661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4000" dirty="0">
                <a:solidFill>
                  <a:srgbClr val="00B050"/>
                </a:solidFill>
              </a:rPr>
              <a:t>✅</a:t>
            </a:r>
            <a:r>
              <a:rPr lang="ru-RU" dirty="0"/>
              <a:t> Четкая последовательность: </a:t>
            </a:r>
          </a:p>
          <a:p>
            <a:r>
              <a:rPr lang="ru-RU" dirty="0"/>
              <a:t>Введен строгий пошаговый алгоритм действий. Теперь понятно, что и в какой момент нужно делать на месте ЧП.</a:t>
            </a:r>
          </a:p>
        </p:txBody>
      </p:sp>
    </p:spTree>
    <p:extLst>
      <p:ext uri="{BB962C8B-B14F-4D97-AF65-F5344CB8AC3E}">
        <p14:creationId xmlns:p14="http://schemas.microsoft.com/office/powerpoint/2010/main" val="21473121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7D34E356-2359-45A9-B654-F2B1182086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5032" y="6644464"/>
            <a:ext cx="14313936" cy="656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9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algn="ctr" defTabSz="1828434" rtl="0">
              <a:lnSpc>
                <a:spcPct val="100000"/>
              </a:lnSpc>
              <a:defRPr/>
            </a:pPr>
            <a:fld id="{86CB4B4D-7CA3-9044-876B-883B54F8677D}" type="slidenum">
              <a:rPr>
                <a:latin typeface="Open Sans Light"/>
                <a:cs typeface="Calibri"/>
                <a:sym typeface="Open Sans"/>
              </a:rPr>
              <a:pPr algn="ctr" defTabSz="1828434" rtl="0">
                <a:lnSpc>
                  <a:spcPct val="100000"/>
                </a:lnSpc>
                <a:defRPr/>
              </a:pPr>
              <a:t>5</a:t>
            </a:fld>
            <a:endParaRPr>
              <a:latin typeface="Open Sans Light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113624" y="1457400"/>
            <a:ext cx="14182831" cy="864211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r>
              <a:rPr lang="ru-RU" sz="4800" dirty="0"/>
              <a:t>ПРАВИЛА ОКАЗАНИЯ ПОМОЩИ</a:t>
            </a:r>
          </a:p>
        </p:txBody>
      </p:sp>
      <p:sp>
        <p:nvSpPr>
          <p:cNvPr id="22" name="Rectangle 29"/>
          <p:cNvSpPr/>
          <p:nvPr/>
        </p:nvSpPr>
        <p:spPr bwMode="auto">
          <a:xfrm>
            <a:off x="2061228" y="2604670"/>
            <a:ext cx="18114224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D177D61-7B32-4B1E-9DC7-0FC2FBF23792}"/>
              </a:ext>
            </a:extLst>
          </p:cNvPr>
          <p:cNvSpPr/>
          <p:nvPr/>
        </p:nvSpPr>
        <p:spPr>
          <a:xfrm>
            <a:off x="2045744" y="2872912"/>
            <a:ext cx="4331635" cy="4764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Приказ Минздрава № 220н 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8ADE024-4CDE-464F-8785-4AF3D3214145}"/>
              </a:ext>
            </a:extLst>
          </p:cNvPr>
          <p:cNvSpPr/>
          <p:nvPr/>
        </p:nvSpPr>
        <p:spPr>
          <a:xfrm>
            <a:off x="2039996" y="4091387"/>
            <a:ext cx="6263572" cy="37265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Где и когда оказывать:</a:t>
            </a:r>
          </a:p>
          <a:p>
            <a:r>
              <a:rPr lang="ru-RU" dirty="0"/>
              <a:t>Непосредственно на месте происшествия.</a:t>
            </a:r>
          </a:p>
          <a:p>
            <a:r>
              <a:rPr lang="ru-RU" dirty="0"/>
              <a:t>В безопасном месте (после перемещения пострадавшего).</a:t>
            </a:r>
          </a:p>
          <a:p>
            <a:r>
              <a:rPr lang="ru-RU" dirty="0"/>
              <a:t>Во время транспортировки в медучреждение.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FA49F54-7BF0-490F-855D-7B610894FC12}"/>
              </a:ext>
            </a:extLst>
          </p:cNvPr>
          <p:cNvSpPr/>
          <p:nvPr/>
        </p:nvSpPr>
        <p:spPr>
          <a:xfrm>
            <a:off x="8839117" y="4106074"/>
            <a:ext cx="5441115" cy="2101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Безопасность:</a:t>
            </a:r>
          </a:p>
          <a:p>
            <a:r>
              <a:rPr lang="ru-RU" dirty="0"/>
              <a:t>Безопасность превыше всего: Помощь оказывается только при отсутствии угрозы для жизни и здоровья спасателя.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F37264AB-CF62-4583-96B7-6526CF340752}"/>
              </a:ext>
            </a:extLst>
          </p:cNvPr>
          <p:cNvSpPr/>
          <p:nvPr/>
        </p:nvSpPr>
        <p:spPr>
          <a:xfrm>
            <a:off x="15544884" y="4091387"/>
            <a:ext cx="5936148" cy="2101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Объем помощи:</a:t>
            </a:r>
          </a:p>
          <a:p>
            <a:r>
              <a:rPr lang="ru-RU" dirty="0"/>
              <a:t>Мероприятия можно проводить как в полном объеме, так и в виде отдельных действий (если нет возможности выполнить все).</a:t>
            </a:r>
          </a:p>
        </p:txBody>
      </p:sp>
    </p:spTree>
    <p:extLst>
      <p:ext uri="{BB962C8B-B14F-4D97-AF65-F5344CB8AC3E}">
        <p14:creationId xmlns:p14="http://schemas.microsoft.com/office/powerpoint/2010/main" val="29185001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7">
            <a:extLst>
              <a:ext uri="{FF2B5EF4-FFF2-40B4-BE49-F238E27FC236}">
                <a16:creationId xmlns:a16="http://schemas.microsoft.com/office/drawing/2014/main" id="{BC8549E2-19B5-4B7B-972C-8E2D4444D8D1}"/>
              </a:ext>
            </a:extLst>
          </p:cNvPr>
          <p:cNvSpPr/>
          <p:nvPr/>
        </p:nvSpPr>
        <p:spPr>
          <a:xfrm>
            <a:off x="30012" y="2898462"/>
            <a:ext cx="13890180" cy="1600000"/>
          </a:xfrm>
          <a:prstGeom prst="roundRect">
            <a:avLst/>
          </a:prstGeom>
          <a:solidFill>
            <a:srgbClr val="F5F0E1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sz="35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34797" y="1847311"/>
            <a:ext cx="24280504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914400" rtl="0">
              <a:lnSpc>
                <a:spcPct val="100000"/>
              </a:lnSpc>
              <a:defRPr/>
            </a:pPr>
            <a:r>
              <a:rPr lang="ru-RU" sz="4600" b="0" dirty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  <a:sym typeface="Stem"/>
              </a:rPr>
              <a:t>ПРИОРИТЕТНОСТЬ ОКАЗАНИЯ ПЕРВОЙ ПОМОЩИ</a:t>
            </a:r>
          </a:p>
        </p:txBody>
      </p:sp>
      <p:sp>
        <p:nvSpPr>
          <p:cNvPr id="22" name="Rectangle 29"/>
          <p:cNvSpPr/>
          <p:nvPr/>
        </p:nvSpPr>
        <p:spPr bwMode="auto">
          <a:xfrm>
            <a:off x="2061228" y="2604670"/>
            <a:ext cx="1763009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7" name="Прямоугольник 6"/>
          <p:cNvSpPr/>
          <p:nvPr/>
        </p:nvSpPr>
        <p:spPr bwMode="auto">
          <a:xfrm>
            <a:off x="1869465" y="3210271"/>
            <a:ext cx="12275698" cy="14884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800" dirty="0">
                <a:solidFill>
                  <a:srgbClr val="404040"/>
                </a:solidFill>
                <a:latin typeface="Open Sans"/>
              </a:rPr>
              <a:t>Если пострадавших несколько, а участников оказания помощи недостаточно — определяют приоритетность:</a:t>
            </a:r>
            <a:endParaRPr dirty="0"/>
          </a:p>
          <a:p>
            <a:pPr>
              <a:defRPr/>
            </a:pPr>
            <a:r>
              <a:rPr lang="ru-RU" sz="2800" dirty="0">
                <a:solidFill>
                  <a:srgbClr val="404040"/>
                </a:solidFill>
                <a:latin typeface="Open Sans"/>
              </a:rPr>
              <a:t> </a:t>
            </a:r>
            <a:endParaRPr dirty="0"/>
          </a:p>
        </p:txBody>
      </p:sp>
      <p:graphicFrame>
        <p:nvGraphicFramePr>
          <p:cNvPr id="3" name="Схема 2">
            <a:extLst>
              <a:ext uri="{FF2B5EF4-FFF2-40B4-BE49-F238E27FC236}">
                <a16:creationId xmlns:a16="http://schemas.microsoft.com/office/drawing/2014/main" id="{1C246BB0-763F-400C-9B4D-051A9D465B1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07565736"/>
              </p:ext>
            </p:extLst>
          </p:nvPr>
        </p:nvGraphicFramePr>
        <p:xfrm>
          <a:off x="7583488" y="4995574"/>
          <a:ext cx="15553728" cy="8208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69CFDCE-5A28-400E-8232-8EFD0079912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0760" y="4909837"/>
            <a:ext cx="5731577" cy="840698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sz="35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34797" y="1847311"/>
            <a:ext cx="24280504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914400" rtl="0">
              <a:lnSpc>
                <a:spcPct val="100000"/>
              </a:lnSpc>
              <a:defRPr/>
            </a:pPr>
            <a:r>
              <a:rPr lang="ru-RU" sz="4600" dirty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  <a:sym typeface="Stem"/>
              </a:rPr>
              <a:t>МАТЕРИАЛЬНОЕ ОБЕСПЕЧЕНИЕ</a:t>
            </a:r>
            <a:endParaRPr lang="ru-RU" sz="4600" b="0" dirty="0">
              <a:solidFill>
                <a:srgbClr val="404040"/>
              </a:solidFill>
              <a:latin typeface="PFDinDisplayPro-Regular"/>
              <a:ea typeface="PFDinDisplayPro-Regular"/>
              <a:cs typeface="PFDinDisplayPro-Regular"/>
              <a:sym typeface="Stem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28" y="2604670"/>
            <a:ext cx="1763009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AB99C79-40D1-46C5-BB42-46EDBD6C3D1A}"/>
              </a:ext>
            </a:extLst>
          </p:cNvPr>
          <p:cNvSpPr/>
          <p:nvPr/>
        </p:nvSpPr>
        <p:spPr>
          <a:xfrm>
            <a:off x="2542928" y="4588436"/>
            <a:ext cx="8784976" cy="57579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Специализированные комплекты: </a:t>
            </a:r>
            <a:r>
              <a:rPr lang="ru-RU" dirty="0"/>
              <a:t>Для оказания помощи используются специальные укладки, наборы и аптечки для первой помощи с применением медицинских изделий.</a:t>
            </a:r>
          </a:p>
          <a:p>
            <a:endParaRPr lang="ru-RU" dirty="0"/>
          </a:p>
          <a:p>
            <a:r>
              <a:rPr lang="ru-RU" b="1" dirty="0"/>
              <a:t>📋 Требования к комплектации: </a:t>
            </a:r>
            <a:r>
              <a:rPr lang="ru-RU" dirty="0"/>
              <a:t>Требования к наполнению таких аптечек утверждаются отдельными приказами Минздрава России (Приказы № 260н, № 262н и др.).</a:t>
            </a:r>
          </a:p>
          <a:p>
            <a:endParaRPr lang="ru-RU" dirty="0"/>
          </a:p>
          <a:p>
            <a:r>
              <a:rPr lang="ru-RU" b="1" dirty="0"/>
              <a:t>🛠️ Подручные средства: </a:t>
            </a:r>
            <a:r>
              <a:rPr lang="ru-RU" dirty="0"/>
              <a:t>Закон прямо разрешает использовать подручные средства (например, чистую ткань, ремни, палки для фиксации), если нет специальных медицинских изделий.</a:t>
            </a:r>
          </a:p>
        </p:txBody>
      </p:sp>
      <p:pic>
        <p:nvPicPr>
          <p:cNvPr id="3074" name="Picture 2" descr="Picture background">
            <a:extLst>
              <a:ext uri="{FF2B5EF4-FFF2-40B4-BE49-F238E27FC236}">
                <a16:creationId xmlns:a16="http://schemas.microsoft.com/office/drawing/2014/main" id="{4C5B126B-95F0-4FB2-AD25-EF2DA4CB76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43928" y="3506029"/>
            <a:ext cx="11867529" cy="862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49359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Rectangle 13"/>
          <p:cNvSpPr/>
          <p:nvPr/>
        </p:nvSpPr>
        <p:spPr bwMode="auto">
          <a:xfrm>
            <a:off x="6350" y="0"/>
            <a:ext cx="24371300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937" name="Rectangle 10"/>
          <p:cNvSpPr/>
          <p:nvPr/>
        </p:nvSpPr>
        <p:spPr bwMode="auto">
          <a:xfrm>
            <a:off x="6352" y="0"/>
            <a:ext cx="7435516" cy="13716000"/>
          </a:xfrm>
          <a:prstGeom prst="rect">
            <a:avLst/>
          </a:prstGeom>
          <a:solidFill>
            <a:srgbClr val="6F6F6F">
              <a:alpha val="50195"/>
            </a:srgbClr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 sz="8600">
                <a:solidFill>
                  <a:srgbClr val="FFFFFF"/>
                </a:solidFill>
              </a:defRPr>
            </a:pPr>
            <a:endParaRPr sz="86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10" name="Text Placeholder 1"/>
          <p:cNvSpPr txBox="1"/>
          <p:nvPr/>
        </p:nvSpPr>
        <p:spPr bwMode="auto">
          <a:xfrm>
            <a:off x="9221446" y="5351780"/>
            <a:ext cx="14011088" cy="301244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rmAutofit/>
          </a:bodyPr>
          <a:lstStyle/>
          <a:p>
            <a:pPr defTabSz="914400" rtl="0">
              <a:lnSpc>
                <a:spcPct val="90000"/>
              </a:lnSpc>
              <a:spcBef>
                <a:spcPts val="1000"/>
              </a:spcBef>
              <a:defRPr sz="7200" spc="30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lang="ru-RU" sz="6600" b="1" spc="300" dirty="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  <a:sym typeface="Open Sans"/>
              </a:rPr>
              <a:t>БЛАГОДАРИМ ЗА ВНИМАНИЕ</a:t>
            </a:r>
            <a:endParaRPr sz="7200" spc="300" dirty="0">
              <a:solidFill>
                <a:srgbClr val="4D4D4D"/>
              </a:solidFill>
              <a:latin typeface="Montserrat Semi Bold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569362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1_Office Theme">
  <a:themeElements>
    <a:clrScheme name="Office Theme">
      <a:dk1>
        <a:srgbClr val="000000"/>
      </a:dk1>
      <a:lt1>
        <a:srgbClr val="F8F8F8"/>
      </a:lt1>
      <a:dk2>
        <a:srgbClr val="A7A7A7"/>
      </a:dk2>
      <a:lt2>
        <a:srgbClr val="535353"/>
      </a:lt2>
      <a:accent1>
        <a:srgbClr val="7C7C7C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14_Office Theme">
  <a:themeElements>
    <a:clrScheme name="Office Theme">
      <a:dk1>
        <a:srgbClr val="000000"/>
      </a:dk1>
      <a:lt1>
        <a:srgbClr val="F8F8F8"/>
      </a:lt1>
      <a:dk2>
        <a:srgbClr val="A7A7A7"/>
      </a:dk2>
      <a:lt2>
        <a:srgbClr val="535353"/>
      </a:lt2>
      <a:accent1>
        <a:srgbClr val="7C7C7C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12_Office Theme">
  <a:themeElements>
    <a:clrScheme name="Office Theme">
      <a:dk1>
        <a:srgbClr val="000000"/>
      </a:dk1>
      <a:lt1>
        <a:srgbClr val="F8F8F8"/>
      </a:lt1>
      <a:dk2>
        <a:srgbClr val="A7A7A7"/>
      </a:dk2>
      <a:lt2>
        <a:srgbClr val="535353"/>
      </a:lt2>
      <a:accent1>
        <a:srgbClr val="7C7C7C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ppt/theme/theme4.xml><?xml version="1.0" encoding="utf-8"?>
<a:theme xmlns:a="http://schemas.openxmlformats.org/drawingml/2006/main" name="Тема Office">
  <a:themeElements>
    <a:clrScheme name="Тема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Тема Offic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Тема 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25400" cap="flat">
          <a:solidFill>
            <a:schemeClr val="accent1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25400" cap="flat">
          <a:solidFill>
            <a:schemeClr val="accent1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254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1314</TotalTime>
  <Words>522</Words>
  <Application>Microsoft Office PowerPoint</Application>
  <DocSecurity>0</DocSecurity>
  <PresentationFormat>Произвольный</PresentationFormat>
  <Paragraphs>68</Paragraphs>
  <Slides>8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8</vt:i4>
      </vt:variant>
    </vt:vector>
  </HeadingPairs>
  <TitlesOfParts>
    <vt:vector size="18" baseType="lpstr">
      <vt:lpstr>Arial</vt:lpstr>
      <vt:lpstr>Calibri</vt:lpstr>
      <vt:lpstr>Montserrat Semi Bold</vt:lpstr>
      <vt:lpstr>Open Sans</vt:lpstr>
      <vt:lpstr>Open Sans Light</vt:lpstr>
      <vt:lpstr>PFDinDisplayPro-Regular</vt:lpstr>
      <vt:lpstr>Stem</vt:lpstr>
      <vt:lpstr>11_Office Theme</vt:lpstr>
      <vt:lpstr>14_Office Theme</vt:lpstr>
      <vt:lpstr>12_Office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ИНТЕЛЛЕКТУАЛЬНОЕ ОБУЧЕНИЕ ЗАГОЛОВОК</dc:title>
  <dc:subject/>
  <dc:creator>ASUS</dc:creator>
  <cp:keywords/>
  <dc:description/>
  <cp:lastModifiedBy>Lukina Marina</cp:lastModifiedBy>
  <cp:revision>146</cp:revision>
  <dcterms:modified xsi:type="dcterms:W3CDTF">2026-08-12T12:57:15Z</dcterms:modified>
  <cp:category/>
  <dc:identifier/>
  <cp:contentStatus/>
  <dc:language/>
  <cp:version/>
</cp:coreProperties>
</file>