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ПОЛОЖЕНИЕ, КОНТРОЛЬ
И ПСИХОЛОГИЧЕСКАЯ ПОДДЕРЖКА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00000"/>
            <a:ext cx="52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900000"/>
            <a:ext cx="75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4 · Травмы, ранения, поражения и прочие состояния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00000" y="15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000" y="15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Оптимальное положение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4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4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0000" y="24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000" y="24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состояния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2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2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00000" y="32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000" y="32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Основы поддержки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10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10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00000" y="410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00000" y="410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Реакции на стресс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50000"/>
            <a:ext cx="520000" cy="52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50000"/>
            <a:ext cx="52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00000" y="4950000"/>
            <a:ext cx="100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000" y="4950000"/>
            <a:ext cx="96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До прибытия помощи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ОПТИМАЛЬНОЕ ПОЛОЖЕНИЕ ТЕЛА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 сознании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450000"/>
            <a:ext cx="54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 сознания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19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травме груди — полусидя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слабости — лежа в удобном положении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травме конечности — покой и фиксация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перегревании — в прохладе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19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есть нормальное дыхание — устойчиво на боку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нормального дыхания — на спине для реанимации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подозрении на позвоночник избегайте лишних движений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дыхательные пути всегда важнее положения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КОНТРОЛЬ ДО ПРИБЫТИЯ СКОРОЙ ПОМОЩИ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450000"/>
            <a:ext cx="550000" cy="55000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45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50000" y="145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0000" y="145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Регулярно проверяйте сознание.</a:t>
            </a:r>
          </a:p>
        </p:txBody>
      </p:sp>
      <p:sp>
        <p:nvSpPr>
          <p:cNvPr id="12" name="Oval 11"/>
          <p:cNvSpPr/>
          <p:nvPr/>
        </p:nvSpPr>
        <p:spPr>
          <a:xfrm>
            <a:off x="700000" y="232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000" y="232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50000" y="232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50000" y="232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Наблюдайте за частотой и характером дыхания.</a:t>
            </a:r>
          </a:p>
        </p:txBody>
      </p:sp>
      <p:sp>
        <p:nvSpPr>
          <p:cNvPr id="16" name="Oval 15"/>
          <p:cNvSpPr/>
          <p:nvPr/>
        </p:nvSpPr>
        <p:spPr>
          <a:xfrm>
            <a:off x="700000" y="319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000" y="319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50000" y="319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50000" y="319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Следите за цветом и температурой кожи.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06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06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50000" y="406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50000" y="406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Проверяйте повязки и остановленное кровотечение.</a:t>
            </a:r>
          </a:p>
        </p:txBody>
      </p:sp>
      <p:sp>
        <p:nvSpPr>
          <p:cNvPr id="24" name="Oval 23"/>
          <p:cNvSpPr/>
          <p:nvPr/>
        </p:nvSpPr>
        <p:spPr>
          <a:xfrm>
            <a:off x="700000" y="493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000" y="493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50000" y="493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50000" y="493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Отмечайте новые жалобы и изменения.</a:t>
            </a:r>
          </a:p>
        </p:txBody>
      </p:sp>
      <p:sp>
        <p:nvSpPr>
          <p:cNvPr id="28" name="Oval 27"/>
          <p:cNvSpPr/>
          <p:nvPr/>
        </p:nvSpPr>
        <p:spPr>
          <a:xfrm>
            <a:off x="700000" y="58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58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50000" y="5800000"/>
            <a:ext cx="10500000" cy="5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50000" y="5800000"/>
            <a:ext cx="101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Будьте готовы изменить положение или начать реанимацию.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ПСИХОЛОГИЧЕСКАЯ ПОДДЕРЖКА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5375000" cy="2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000" y="16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000" y="16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0000" y="1700000"/>
            <a:ext cx="4475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Слушайте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000" y="2300000"/>
            <a:ext cx="5075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Дайте человеку говорить, не перебивайте и не спорьте.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5000" y="1450000"/>
            <a:ext cx="5375000" cy="2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5000" y="16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5000" y="16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5000" y="1700000"/>
            <a:ext cx="4475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Успокаивайте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5000" y="2300000"/>
            <a:ext cx="5075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Говорите ровно, короткими и понятными фразами.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3950000"/>
            <a:ext cx="5375000" cy="2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0000" y="41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000" y="41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0000" y="4200000"/>
            <a:ext cx="4475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Информируйте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000" y="4800000"/>
            <a:ext cx="5075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Объясняйте, что делаете и какая помощь уже вызвана.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5000" y="3950000"/>
            <a:ext cx="5375000" cy="2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5000" y="41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5000" y="41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5000" y="4200000"/>
            <a:ext cx="4475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Будьте рядом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5000" y="4800000"/>
            <a:ext cx="5075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Не оставляйте пострадавшего одного без необходимости.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ОСТРЫЕ РЕАКЦИИ НА СТРЕСС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страх, плач или тревога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растерянность и заторможенность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возбуждение или агрессия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дрожь и повторяющиеся движения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отсутствие внешней реакции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5600000"/>
            <a:ext cx="11000000" cy="10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000" y="5800000"/>
            <a:ext cx="105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Сохраняйте спокойствие, безопасность и уважение к человеку.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ЧЕГО ИЗБЕГАТЬ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500000"/>
            <a:ext cx="110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обесценивайте страх и боль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давайте обещаний, в которых не уверены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сообщайте пугающие предположения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заставляйте подробно рассказывать о событии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Не оставляйте человека без наблюдения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4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4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55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Положение должно помогать дыханию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40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40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50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Без сознания, но дышит — на бок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3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3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345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Регулярно проверяйте дыхание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430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430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440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Говорите спокойно и понятно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000" y="5250000"/>
            <a:ext cx="11000000" cy="8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000" y="5250000"/>
            <a:ext cx="90000" cy="85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000" y="5350000"/>
            <a:ext cx="10400000" cy="6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 оставляйте пострадавшего одного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50000"/>
            <a:ext cx="112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ПАМЯТКА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50000"/>
            <a:ext cx="9000000" cy="2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2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травмах, ранениях и поражениях, прочих состояниях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pic>
        <p:nvPicPr>
          <p:cNvPr id="8" name="Picture 7" descr="pamyatka-tema4-polozhenie-psihologiya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000" y="1400000"/>
            <a:ext cx="7800000" cy="52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0000" y="0"/>
            <a:ext cx="88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