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СУДОРОЖНЫЙ
ПРИСТУП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4 · Травмы, ранения, поражения и прочие состояния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Основные риски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Безопасность во время приступа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Что не делать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Помощь после приступа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9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9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Поддержка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ЧЕМ ОПАСНЫ СУДОРОГИ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600000"/>
            <a:ext cx="110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Во время приступа человек может получить травму. После судорог возможно нарушение проходимости дыхательных путей, поэтому особенно важны безопасность и контроль дыхания.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ВО ВРЕМЯ ПРИСТУПА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450000"/>
            <a:ext cx="550000" cy="55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5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50000" y="145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50000" y="145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Уберите острые, твердые и горячие предметы.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32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32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50000" y="232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50000" y="232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Защитите голову мягким предметом.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19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19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50000" y="319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50000" y="319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Освободите пространство вокруг пострадавшего.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06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06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50000" y="406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50000" y="406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 пытайтесь насильно остановить судороги.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3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3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50000" y="493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50000" y="493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Отметьте время начала приступа.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 ПРИЧИНЯЙТЕ ДОПОЛНИТЕЛЬНЫЙ ВРЕД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Не удерживайте руки и ноги силой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Не разжимайте зубы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Не кладите предметы в рот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Не давайте воду или лекарства во время судорог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 ОКОНЧАНИЯ СУДОРОГ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450000"/>
            <a:ext cx="550000" cy="55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5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50000" y="145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50000" y="145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Проверьте сознание и дыхание.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32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32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50000" y="232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50000" y="232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Осмотрите пострадавшего и остановите кровотечение.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19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19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50000" y="319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50000" y="319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сохраненном дыхании уложите в устойчивое боковое положение.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06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06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50000" y="406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50000" y="406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Вызовите скорую медицинскую помощь.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3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3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50000" y="493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50000" y="493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Спокойно объясняйте происходящее и оставайтесь рядом.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450000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550000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Уберите опасные предметы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383333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383333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483333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 удерживайте человека силой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316666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316666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416666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Ничего не кладите в рот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4249999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4249999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4349999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 приступа проверьте дыхание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5183332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5183332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5283332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Дышит — уложите на бок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0000" y="6116665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0000" y="6116665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000" y="6216665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Оставайтесь рядом до приезда скорой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ПАМЯТКА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pic>
        <p:nvPicPr>
          <p:cNvPr id="8" name="Picture 7" descr="pamyatka-tema4-sudorogi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00" y="1400000"/>
            <a:ext cx="78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