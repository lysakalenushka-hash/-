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0000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00000"/>
            <a:ext cx="2800000" cy="18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3000000"/>
            <a:ext cx="78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ПЕРЕДАЧА ПОСТРАДАВШЕГО
БРИГАДЕ СКОРОЙ ПОМОЩИ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000" y="4700000"/>
            <a:ext cx="52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4900000"/>
            <a:ext cx="75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Тема 4 · Травмы, ранения, поражения и прочие состояния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СОДЕРЖАНИЕ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5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5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0000" y="15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000" y="15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Момент передачи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4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4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24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000" y="24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Структура доклада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32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32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00000" y="32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000" y="32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Изменения состояния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41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41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00000" y="41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000" y="41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Ответы на вопросы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9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9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00000" y="49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000" y="49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Помощь бригаде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КОГДА ОТВЕТСТВЕННОСТЬ ФАКТИЧЕСКИ ПЕРЕДАНА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500000"/>
            <a:ext cx="11000000" cy="4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Само прибытие бригады не означает немедленного прекращения первой помощи. Продолжайте наблюдение и необходимые действия, пока медицинский работник не примет пострадавшего и не даст устное распоряжение о передаче или изменении помощи.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ПОДГОТОВЬТЕСЬ К ВСТРЕЧЕ БРИГАДЫ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400000"/>
            <a:ext cx="500000" cy="5000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4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0000" y="14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000" y="14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Обеспечьте свободный и безопасный путь к пострадавшему.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1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1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21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000" y="21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Попросите помощника встретить бригаду и проводить к месту.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28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28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00000" y="28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000" y="28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Подготовьте краткую последовательность событий и действий.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35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35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00000" y="35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000" y="35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Соберите упаковки веществ, лекарства, документы и записанное время.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2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2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00000" y="42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000" y="42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Продолжайте контролировать сознание, дыхание и кровотечение.</a:t>
            </a:r>
          </a:p>
        </p:txBody>
      </p:sp>
      <p:sp>
        <p:nvSpPr>
          <p:cNvPr id="28" name="Oval 27"/>
          <p:cNvSpPr/>
          <p:nvPr/>
        </p:nvSpPr>
        <p:spPr>
          <a:xfrm>
            <a:off x="700000" y="49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0000" y="49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00000" y="49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00000" y="49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Не снимайте повязки и средства фиксации без указания специалиста.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НАЧНИТЕ С ОБСТОЯТЕЛЬСТВ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11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Что именно произошло: падение, удар, ожог, отравление или другое событие.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Где произошло событие и сохранялись ли опасные факторы.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Когда это произошло или когда пострадавшего обнаружили.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Какой механизм травмы наблюдался: высота, скорость, направление удара.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Были ли другие пострадавшие или свидетели.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5600000"/>
            <a:ext cx="11000000" cy="10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00" y="5800000"/>
            <a:ext cx="105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Сначала сообщайте факты, которые видели сами; сведения со слов других обозначайте отдельно.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СОСТОЯНИЕ И НАЙДЕННЫЕ ПОВРЕЖДЕНИЯ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0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Исходное состояние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40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Подробный осмотр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18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был ли человек в сознании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было ли нормальное дыхание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наблюдалось ли массивное кровотечение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были ли судороги, рвота или резкое ухудшение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000" y="18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жалобы и локализация боли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раны, ожоги, деформации и болезненность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признаки травмы головы, груди, живота или таза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изменения чувствительности и движения конечностей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ПЕРЕЧИСЛИТЕ ОКАЗАННУЮ ПОМОЩЬ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11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Каким способом и когда остановили кровотечение.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Какие раны закрыли и какие повязки наложили.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Какие конечности обездвижили и как изменилось их состояние.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Проводилась ли сердечно-легочная реанимация и сколько времени.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В каком положении находился пострадавший и почему.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Какое собственное назначенное лекарство он принял, в какой дозе и когда.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ОБЯЗАТЕЛЬНО НАЗОВИТЕ ИЗМЕНЕНИЯ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11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Потеря или восстановление сознания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Изменение частоты, глубины или характера дыхания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Возобновление кровотечения или пропитывание повязки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Нарастание боли, слабости, одышки, отека или синюшности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Повторные судороги, рвота или новая жалоба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Точное время наложения жгута и приема лекарства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5600000"/>
            <a:ext cx="11000000" cy="10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00" y="5800000"/>
            <a:ext cx="105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Динамика состояния помогает бригаде оценить срочность и эффект выполненных действий.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ОТВЕЧАЙТЕ ТОЧНО И КРАТКО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11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Говорите по порядку, не скрывая важные детали.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Отделяйте наблюдаемые факты от собственных предположений.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Если чего-то не знаете или не помните, прямо скажите об этом.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Покажите упаковки химикатов, лекарств и записанное время.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Сообщите известные заболевания, аллергии и контакты близких.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После доклада оставайтесь доступным для уточняющих вопросов.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КАК ПОМОЧЬ БРИГАДЕ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400000"/>
            <a:ext cx="5400000" cy="2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0000" y="1550000"/>
            <a:ext cx="450000" cy="4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1550000"/>
            <a:ext cx="45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0000" y="1580000"/>
            <a:ext cx="4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Освободить доступ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000" y="2100000"/>
            <a:ext cx="5160000" cy="157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Уберите лишних людей, животных и предметы; обеспечьте освещение и безопасный путь.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400000"/>
            <a:ext cx="5400000" cy="2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0000" y="1550000"/>
            <a:ext cx="450000" cy="4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0000" y="1550000"/>
            <a:ext cx="45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0000" y="1580000"/>
            <a:ext cx="4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Передать материалы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0000" y="2100000"/>
            <a:ext cx="5160000" cy="157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Отдайте документы, упаковки веществ, лекарства и свои записи о времени.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0000" y="3980000"/>
            <a:ext cx="5400000" cy="2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0000" y="4130000"/>
            <a:ext cx="450000" cy="4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000" y="4130000"/>
            <a:ext cx="45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0000" y="4160000"/>
            <a:ext cx="4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Помочь перенести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000" y="4680000"/>
            <a:ext cx="5160000" cy="157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Участвуйте в подъеме и переносе только по просьбе, выполняя команды одного руководителя.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0000" y="3980000"/>
            <a:ext cx="5400000" cy="2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20000" y="4130000"/>
            <a:ext cx="450000" cy="4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0000" y="4130000"/>
            <a:ext cx="45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50000" y="4160000"/>
            <a:ext cx="4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Не мешать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0000" y="4680000"/>
            <a:ext cx="5160000" cy="157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После передачи отойдите на указанное место, но оставайтесь доступным для вопросов.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ГЛАВНОЕ ЗАПОМНИТЬ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45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0000" y="145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1530000"/>
            <a:ext cx="10400000" cy="69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Продолжайте помощь до распоряжения медицинского работника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000" y="238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0000" y="238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2460000"/>
            <a:ext cx="10400000" cy="69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Кратко сообщите, что, где и когда произошло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0000" y="331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0000" y="331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0000" y="3390000"/>
            <a:ext cx="10400000" cy="69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Опишите исходное состояние, травмы и жалобы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000" y="424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0000" y="424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0000" y="4320000"/>
            <a:ext cx="10400000" cy="69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Перечислите действия, время и изменения состояния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0000" y="517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0000" y="517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0000" y="5250000"/>
            <a:ext cx="10400000" cy="69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Помогайте бригаде только по ее просьбе и командам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ПАМЯТКА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12</a:t>
            </a:r>
          </a:p>
        </p:txBody>
      </p:sp>
      <p:pic>
        <p:nvPicPr>
          <p:cNvPr id="8" name="Picture 7" descr="pamyatka-tema4-peredacha-smp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000" y="1400000"/>
            <a:ext cx="7800000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00000" y="0"/>
            <a:ext cx="8800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0" y="3000000"/>
            <a:ext cx="7500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БЛАГОДАРИМ ЗА ВНИМАНИЕ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0000" y="4100000"/>
            <a:ext cx="45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