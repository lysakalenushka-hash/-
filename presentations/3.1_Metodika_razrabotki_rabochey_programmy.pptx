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1" r:id="rId1"/>
    <p:sldMasterId id="2147483704" r:id="rId2"/>
    <p:sldMasterId id="2147483757" r:id="rId3"/>
  </p:sldMasterIdLst>
  <p:notesMasterIdLst>
    <p:notesMasterId r:id="rId16"/>
  </p:notesMasterIdLst>
  <p:sldIdLst>
    <p:sldId id="269" r:id="rId4"/>
    <p:sldId id="270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78" r:id="rId13"/>
    <p:sldId id="279" r:id="rId14"/>
    <p:sldId id="268" r:id="rId15"/>
  </p:sldIdLst>
  <p:sldSz cx="24384000" cy="13716000"/>
  <p:notesSz cx="24384000" cy="13716000"/>
  <p:defaultTextStyle>
    <a:defPPr marL="0" marR="0" indent="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>
        <a:ln>
          <a:noFill/>
        </a:ln>
        <a:solidFill>
          <a:srgbClr val="000000"/>
        </a:solidFill>
      </a:defRPr>
    </a:defPPr>
    <a:lvl1pPr marL="0" marR="0" indent="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1pPr>
    <a:lvl2pPr marL="0" marR="0" indent="4572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2pPr>
    <a:lvl3pPr marL="0" marR="0" indent="9144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3pPr>
    <a:lvl4pPr marL="0" marR="0" indent="13716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4pPr>
    <a:lvl5pPr marL="0" marR="0" indent="18288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5pPr>
    <a:lvl6pPr marL="0" marR="0" indent="22860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6pPr>
    <a:lvl7pPr marL="0" marR="0" indent="27432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7pPr>
    <a:lvl8pPr marL="0" marR="0" indent="32004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8pPr>
    <a:lvl9pPr marL="0" marR="0" indent="36576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F6F6"/>
    <a:srgbClr val="FFFFFF"/>
    <a:srgbClr val="6AB3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8189E3A-E3F6-D0A8-1688-B7342F2906A8}">
  <a:tblStyle styleId="{08189E3A-E3F6-D0A8-1688-B7342F2906A8}" styleName="Нет стиля, сетка таблицы">
    <a:wholeTbl>
      <a:tcTxStyle>
        <a:fontRef idx="minor">
          <a:srgbClr val="000000"/>
        </a:fontRef>
        <a:schemeClr val="tx1"/>
      </a:tcTxStyle>
      <a:tcStyle>
        <a:tcBdr>
          <a:left>
            <a:ln w="12700">
              <a:solidFill>
                <a:schemeClr val="tx1"/>
              </a:solidFill>
            </a:ln>
          </a:left>
          <a:right>
            <a:ln w="12700">
              <a:solidFill>
                <a:schemeClr val="tx1"/>
              </a:solidFill>
            </a:ln>
          </a:right>
          <a:top>
            <a:ln w="12700">
              <a:solidFill>
                <a:schemeClr val="tx1"/>
              </a:solidFill>
            </a:ln>
          </a:top>
          <a:bottom>
            <a:ln w="12700">
              <a:solidFill>
                <a:schemeClr val="tx1"/>
              </a:solidFill>
            </a:ln>
          </a:bottom>
          <a:insideH>
            <a:ln w="12700">
              <a:solidFill>
                <a:schemeClr val="tx1"/>
              </a:solidFill>
            </a:ln>
          </a:insideH>
          <a:insideV>
            <a:ln w="12700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48" y="1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9713372-7162-4388-A266-90DDE2E98163}" type="doc">
      <dgm:prSet loTypeId="urn:microsoft.com/office/officeart/2005/8/layout/default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ru-RU"/>
        </a:p>
      </dgm:t>
    </dgm:pt>
    <dgm:pt modelId="{15326F50-B612-4BEA-B278-BA62633ECA0F}">
      <dgm:prSet custT="1"/>
      <dgm:spPr/>
      <dgm:t>
        <a:bodyPr/>
        <a:lstStyle/>
        <a:p>
          <a:r>
            <a:rPr lang="ru-RU" sz="3200" b="1" i="0" dirty="0">
              <a:latin typeface="Open Sans" pitchFamily="2" charset="0"/>
              <a:ea typeface="Open Sans" pitchFamily="2" charset="0"/>
              <a:cs typeface="Open Sans" pitchFamily="2" charset="0"/>
            </a:rPr>
            <a:t>ПО ЗАКОНУ «ОБ ОБРАЗОВАНИИ»</a:t>
          </a:r>
          <a:r>
            <a:rPr lang="ru-RU" sz="3200" b="0" i="0" dirty="0">
              <a:latin typeface="Open Sans" pitchFamily="2" charset="0"/>
              <a:ea typeface="Open Sans" pitchFamily="2" charset="0"/>
              <a:cs typeface="Open Sans" pitchFamily="2" charset="0"/>
            </a:rPr>
            <a:t> </a:t>
          </a:r>
          <a:endParaRPr lang="ru-RU" sz="3200" dirty="0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4F86BA14-B628-49D4-9AFE-999239D04E4E}" type="parTrans" cxnId="{04DF7AFF-26CA-4EE8-AB04-59883257C964}">
      <dgm:prSet/>
      <dgm:spPr/>
      <dgm:t>
        <a:bodyPr/>
        <a:lstStyle/>
        <a:p>
          <a:endParaRPr lang="ru-RU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AFDF8953-4F55-4536-91DB-76E65FEB7816}" type="sibTrans" cxnId="{04DF7AFF-26CA-4EE8-AB04-59883257C964}">
      <dgm:prSet/>
      <dgm:spPr/>
      <dgm:t>
        <a:bodyPr/>
        <a:lstStyle/>
        <a:p>
          <a:endParaRPr lang="ru-RU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1010F903-2A4A-4D37-BB1E-B63A53FD85E3}">
      <dgm:prSet custT="1"/>
      <dgm:spPr/>
      <dgm:t>
        <a:bodyPr/>
        <a:lstStyle/>
        <a:p>
          <a:r>
            <a:rPr lang="ru-RU" sz="3200" b="1" i="0" dirty="0">
              <a:latin typeface="Open Sans" pitchFamily="2" charset="0"/>
              <a:ea typeface="Open Sans" pitchFamily="2" charset="0"/>
              <a:cs typeface="Open Sans" pitchFamily="2" charset="0"/>
            </a:rPr>
            <a:t>ПОРЯДОК РАЗРАБОТКИ:</a:t>
          </a:r>
          <a:r>
            <a:rPr lang="ru-RU" sz="3200" b="0" i="0" dirty="0">
              <a:latin typeface="Open Sans" pitchFamily="2" charset="0"/>
              <a:ea typeface="Open Sans" pitchFamily="2" charset="0"/>
              <a:cs typeface="Open Sans" pitchFamily="2" charset="0"/>
            </a:rPr>
            <a:t> </a:t>
          </a:r>
          <a:endParaRPr lang="ru-RU" sz="3200" dirty="0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3443D9CC-1134-4C24-9EF7-7411FE7BC76C}" type="parTrans" cxnId="{94EAB38C-CBCE-4227-9FF3-6AACE5F2985A}">
      <dgm:prSet/>
      <dgm:spPr/>
      <dgm:t>
        <a:bodyPr/>
        <a:lstStyle/>
        <a:p>
          <a:endParaRPr lang="ru-RU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6F7DB7C8-BF3A-4FC9-8DA8-E91095C5E6B4}" type="sibTrans" cxnId="{94EAB38C-CBCE-4227-9FF3-6AACE5F2985A}">
      <dgm:prSet/>
      <dgm:spPr/>
      <dgm:t>
        <a:bodyPr/>
        <a:lstStyle/>
        <a:p>
          <a:endParaRPr lang="ru-RU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8691F6D3-43A5-4F4A-9B79-F2EB12899282}">
      <dgm:prSet custT="1"/>
      <dgm:spPr/>
      <dgm:t>
        <a:bodyPr/>
        <a:lstStyle/>
        <a:p>
          <a:r>
            <a:rPr lang="ru-RU" sz="2400" b="0" i="0" dirty="0">
              <a:latin typeface="Open Sans" pitchFamily="2" charset="0"/>
              <a:ea typeface="Open Sans" pitchFamily="2" charset="0"/>
              <a:cs typeface="Open Sans" pitchFamily="2" charset="0"/>
            </a:rPr>
            <a:t>подобрать соответствующий ФГОС и сопоставить его требования к результатам обучения с квалификацией, описанной в </a:t>
          </a:r>
          <a:r>
            <a:rPr lang="ru-RU" sz="2400" b="0" i="0" dirty="0" err="1">
              <a:latin typeface="Open Sans" pitchFamily="2" charset="0"/>
              <a:ea typeface="Open Sans" pitchFamily="2" charset="0"/>
              <a:cs typeface="Open Sans" pitchFamily="2" charset="0"/>
            </a:rPr>
            <a:t>профстандарте</a:t>
          </a:r>
          <a:r>
            <a:rPr lang="ru-RU" sz="3800" b="0" i="0" dirty="0">
              <a:latin typeface="Open Sans" pitchFamily="2" charset="0"/>
              <a:ea typeface="Open Sans" pitchFamily="2" charset="0"/>
              <a:cs typeface="Open Sans" pitchFamily="2" charset="0"/>
            </a:rPr>
            <a:t>.</a:t>
          </a:r>
          <a:endParaRPr lang="ru-RU" sz="3800" dirty="0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DF81ACB4-2367-43E7-9CE9-316CDB7D5335}" type="parTrans" cxnId="{392CAA37-4E1B-4225-81BA-8E3D945F8E3B}">
      <dgm:prSet/>
      <dgm:spPr/>
      <dgm:t>
        <a:bodyPr/>
        <a:lstStyle/>
        <a:p>
          <a:endParaRPr lang="ru-RU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8F57433C-63F9-48BC-A492-E64DB6F657F4}" type="sibTrans" cxnId="{392CAA37-4E1B-4225-81BA-8E3D945F8E3B}">
      <dgm:prSet/>
      <dgm:spPr/>
      <dgm:t>
        <a:bodyPr/>
        <a:lstStyle/>
        <a:p>
          <a:endParaRPr lang="ru-RU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B9D73E38-F572-4BD3-888B-BE44F23CD6C5}">
      <dgm:prSet custT="1"/>
      <dgm:spPr/>
      <dgm:t>
        <a:bodyPr/>
        <a:lstStyle/>
        <a:p>
          <a:r>
            <a:rPr lang="ru-RU" sz="2400" b="0" i="0" dirty="0">
              <a:latin typeface="Open Sans" pitchFamily="2" charset="0"/>
              <a:ea typeface="Open Sans" pitchFamily="2" charset="0"/>
              <a:cs typeface="Open Sans" pitchFamily="2" charset="0"/>
            </a:rPr>
            <a:t>программы профессиональной переподготовки разрабатываются на основе профессиональных стандартов и требований ФГОС СПО/ВО.</a:t>
          </a:r>
          <a:endParaRPr lang="ru-RU" sz="2400" dirty="0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71E8EA1D-DC1F-4A79-8307-2BB16B7606C6}" type="parTrans" cxnId="{60E85617-FBBD-4316-81E6-D938D7B1B810}">
      <dgm:prSet/>
      <dgm:spPr/>
      <dgm:t>
        <a:bodyPr/>
        <a:lstStyle/>
        <a:p>
          <a:endParaRPr lang="ru-RU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BBB0751E-0586-4A2F-AFCA-E8CF447CC029}" type="sibTrans" cxnId="{60E85617-FBBD-4316-81E6-D938D7B1B810}">
      <dgm:prSet/>
      <dgm:spPr/>
      <dgm:t>
        <a:bodyPr/>
        <a:lstStyle/>
        <a:p>
          <a:endParaRPr lang="ru-RU">
            <a:latin typeface="Open Sans" pitchFamily="2" charset="0"/>
            <a:ea typeface="Open Sans" pitchFamily="2" charset="0"/>
            <a:cs typeface="Open Sans" pitchFamily="2" charset="0"/>
          </a:endParaRPr>
        </a:p>
      </dgm:t>
    </dgm:pt>
    <dgm:pt modelId="{4A5524FA-9532-4B2B-8279-0F64FFCB296B}" type="pres">
      <dgm:prSet presAssocID="{49713372-7162-4388-A266-90DDE2E98163}" presName="diagram" presStyleCnt="0">
        <dgm:presLayoutVars>
          <dgm:dir/>
          <dgm:resizeHandles val="exact"/>
        </dgm:presLayoutVars>
      </dgm:prSet>
      <dgm:spPr/>
    </dgm:pt>
    <dgm:pt modelId="{A7DEEA3D-BDE0-4A45-9D08-3BE4FFFD1AA6}" type="pres">
      <dgm:prSet presAssocID="{15326F50-B612-4BEA-B278-BA62633ECA0F}" presName="node" presStyleLbl="node1" presStyleIdx="0" presStyleCnt="2">
        <dgm:presLayoutVars>
          <dgm:bulletEnabled val="1"/>
        </dgm:presLayoutVars>
      </dgm:prSet>
      <dgm:spPr/>
    </dgm:pt>
    <dgm:pt modelId="{7384B546-551D-4E41-9AF3-C8F5050F34F9}" type="pres">
      <dgm:prSet presAssocID="{AFDF8953-4F55-4536-91DB-76E65FEB7816}" presName="sibTrans" presStyleCnt="0"/>
      <dgm:spPr/>
    </dgm:pt>
    <dgm:pt modelId="{62F8A4A4-74DE-44D3-9C08-1BEAC3267203}" type="pres">
      <dgm:prSet presAssocID="{1010F903-2A4A-4D37-BB1E-B63A53FD85E3}" presName="node" presStyleLbl="node1" presStyleIdx="1" presStyleCnt="2">
        <dgm:presLayoutVars>
          <dgm:bulletEnabled val="1"/>
        </dgm:presLayoutVars>
      </dgm:prSet>
      <dgm:spPr/>
    </dgm:pt>
  </dgm:ptLst>
  <dgm:cxnLst>
    <dgm:cxn modelId="{2A743C01-EA27-40A2-827B-0CB599664F39}" type="presOf" srcId="{8691F6D3-43A5-4F4A-9B79-F2EB12899282}" destId="{62F8A4A4-74DE-44D3-9C08-1BEAC3267203}" srcOrd="0" destOrd="1" presId="urn:microsoft.com/office/officeart/2005/8/layout/default"/>
    <dgm:cxn modelId="{60E85617-FBBD-4316-81E6-D938D7B1B810}" srcId="{15326F50-B612-4BEA-B278-BA62633ECA0F}" destId="{B9D73E38-F572-4BD3-888B-BE44F23CD6C5}" srcOrd="0" destOrd="0" parTransId="{71E8EA1D-DC1F-4A79-8307-2BB16B7606C6}" sibTransId="{BBB0751E-0586-4A2F-AFCA-E8CF447CC029}"/>
    <dgm:cxn modelId="{392CAA37-4E1B-4225-81BA-8E3D945F8E3B}" srcId="{1010F903-2A4A-4D37-BB1E-B63A53FD85E3}" destId="{8691F6D3-43A5-4F4A-9B79-F2EB12899282}" srcOrd="0" destOrd="0" parTransId="{DF81ACB4-2367-43E7-9CE9-316CDB7D5335}" sibTransId="{8F57433C-63F9-48BC-A492-E64DB6F657F4}"/>
    <dgm:cxn modelId="{D1962C38-1F27-4CFF-AF8C-B58A1EA4AE1E}" type="presOf" srcId="{1010F903-2A4A-4D37-BB1E-B63A53FD85E3}" destId="{62F8A4A4-74DE-44D3-9C08-1BEAC3267203}" srcOrd="0" destOrd="0" presId="urn:microsoft.com/office/officeart/2005/8/layout/default"/>
    <dgm:cxn modelId="{C015786A-F51B-4C8A-82BC-AB2E636D2C5B}" type="presOf" srcId="{49713372-7162-4388-A266-90DDE2E98163}" destId="{4A5524FA-9532-4B2B-8279-0F64FFCB296B}" srcOrd="0" destOrd="0" presId="urn:microsoft.com/office/officeart/2005/8/layout/default"/>
    <dgm:cxn modelId="{BFE1DF4A-1AF0-4B31-A29C-F89D378801F7}" type="presOf" srcId="{B9D73E38-F572-4BD3-888B-BE44F23CD6C5}" destId="{A7DEEA3D-BDE0-4A45-9D08-3BE4FFFD1AA6}" srcOrd="0" destOrd="1" presId="urn:microsoft.com/office/officeart/2005/8/layout/default"/>
    <dgm:cxn modelId="{94EAB38C-CBCE-4227-9FF3-6AACE5F2985A}" srcId="{49713372-7162-4388-A266-90DDE2E98163}" destId="{1010F903-2A4A-4D37-BB1E-B63A53FD85E3}" srcOrd="1" destOrd="0" parTransId="{3443D9CC-1134-4C24-9EF7-7411FE7BC76C}" sibTransId="{6F7DB7C8-BF3A-4FC9-8DA8-E91095C5E6B4}"/>
    <dgm:cxn modelId="{31DD3E98-6819-4B76-933D-DAFA1948EAB4}" type="presOf" srcId="{15326F50-B612-4BEA-B278-BA62633ECA0F}" destId="{A7DEEA3D-BDE0-4A45-9D08-3BE4FFFD1AA6}" srcOrd="0" destOrd="0" presId="urn:microsoft.com/office/officeart/2005/8/layout/default"/>
    <dgm:cxn modelId="{04DF7AFF-26CA-4EE8-AB04-59883257C964}" srcId="{49713372-7162-4388-A266-90DDE2E98163}" destId="{15326F50-B612-4BEA-B278-BA62633ECA0F}" srcOrd="0" destOrd="0" parTransId="{4F86BA14-B628-49D4-9AFE-999239D04E4E}" sibTransId="{AFDF8953-4F55-4536-91DB-76E65FEB7816}"/>
    <dgm:cxn modelId="{E90CC32D-C5E0-4AEC-997B-F54AED3407C8}" type="presParOf" srcId="{4A5524FA-9532-4B2B-8279-0F64FFCB296B}" destId="{A7DEEA3D-BDE0-4A45-9D08-3BE4FFFD1AA6}" srcOrd="0" destOrd="0" presId="urn:microsoft.com/office/officeart/2005/8/layout/default"/>
    <dgm:cxn modelId="{A0E6E343-D2AE-4B41-AD4A-DF4A3CBCA668}" type="presParOf" srcId="{4A5524FA-9532-4B2B-8279-0F64FFCB296B}" destId="{7384B546-551D-4E41-9AF3-C8F5050F34F9}" srcOrd="1" destOrd="0" presId="urn:microsoft.com/office/officeart/2005/8/layout/default"/>
    <dgm:cxn modelId="{5E9E284A-AE3B-4C85-88A1-D13E70A1F946}" type="presParOf" srcId="{4A5524FA-9532-4B2B-8279-0F64FFCB296B}" destId="{62F8A4A4-74DE-44D3-9C08-1BEAC3267203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2E8362F-86C7-46C5-BDFE-6C732F1C576E}" type="doc">
      <dgm:prSet loTypeId="urn:microsoft.com/office/officeart/2005/8/layout/bProcess3" loCatId="process" qsTypeId="urn:microsoft.com/office/officeart/2005/8/quickstyle/simple1" qsCatId="simple" csTypeId="urn:microsoft.com/office/officeart/2005/8/colors/accent0_1" csCatId="mainScheme" phldr="1"/>
      <dgm:spPr bwMode="auto"/>
      <dgm:t>
        <a:bodyPr/>
        <a:lstStyle/>
        <a:p>
          <a:pPr>
            <a:defRPr/>
          </a:pPr>
          <a:endParaRPr lang="ru-RU"/>
        </a:p>
      </dgm:t>
    </dgm:pt>
    <dgm:pt modelId="{2317A2B5-9623-418F-A861-184E9B6B125B}">
      <dgm:prSet phldrT="[Text]" custT="1"/>
      <dgm:spPr bwMode="auto"/>
      <dgm:t>
        <a:bodyPr/>
        <a:lstStyle/>
        <a:p>
          <a:pPr>
            <a:defRPr/>
          </a:pPr>
          <a:r>
            <a:rPr lang="ru-RU" sz="2400" b="1">
              <a:latin typeface="Open Sans"/>
            </a:rPr>
            <a:t>Этап 1. Выбор предмета оценивания</a:t>
          </a:r>
        </a:p>
      </dgm:t>
    </dgm:pt>
    <dgm:pt modelId="{D487C0DE-D380-44C6-9804-F69CC81A40F0}" type="parTrans" cxnId="{E0CDB808-D1E8-403F-90D1-285A703651DE}">
      <dgm:prSet/>
      <dgm:spPr bwMode="auto"/>
      <dgm:t>
        <a:bodyPr/>
        <a:lstStyle/>
        <a:p>
          <a:pPr>
            <a:defRPr/>
          </a:pPr>
          <a:endParaRPr lang="ru-RU" sz="2400" b="1">
            <a:solidFill>
              <a:schemeClr val="bg1"/>
            </a:solidFill>
            <a:latin typeface="Open Sans"/>
          </a:endParaRPr>
        </a:p>
      </dgm:t>
    </dgm:pt>
    <dgm:pt modelId="{D06C5D40-DD8A-4278-8ECA-123E287F927B}" type="sibTrans" cxnId="{E0CDB808-D1E8-403F-90D1-285A703651DE}">
      <dgm:prSet/>
      <dgm:spPr bwMode="auto"/>
      <dgm:t>
        <a:bodyPr/>
        <a:lstStyle/>
        <a:p>
          <a:pPr>
            <a:defRPr/>
          </a:pPr>
          <a:endParaRPr lang="ru-RU" sz="2400" b="1">
            <a:solidFill>
              <a:schemeClr val="bg1"/>
            </a:solidFill>
            <a:latin typeface="Open Sans"/>
          </a:endParaRPr>
        </a:p>
      </dgm:t>
    </dgm:pt>
    <dgm:pt modelId="{329A7369-C179-4EB4-87A0-25C21E4A4250}">
      <dgm:prSet phldrT="[Text]" custT="1"/>
      <dgm:spPr bwMode="auto"/>
      <dgm:t>
        <a:bodyPr/>
        <a:lstStyle/>
        <a:p>
          <a:pPr>
            <a:defRPr/>
          </a:pPr>
          <a:r>
            <a:rPr lang="ru-RU" sz="2400" b="1">
              <a:latin typeface="Open Sans"/>
            </a:rPr>
            <a:t>Этап 2. Выбор объекта оценивания</a:t>
          </a:r>
        </a:p>
      </dgm:t>
    </dgm:pt>
    <dgm:pt modelId="{ADF3446A-B906-4DC2-A882-733C02322F7A}" type="parTrans" cxnId="{D2915BB5-D368-42A7-8B68-23F231876E5D}">
      <dgm:prSet/>
      <dgm:spPr bwMode="auto"/>
      <dgm:t>
        <a:bodyPr/>
        <a:lstStyle/>
        <a:p>
          <a:pPr>
            <a:defRPr/>
          </a:pPr>
          <a:endParaRPr lang="ru-RU" sz="2400" b="1">
            <a:solidFill>
              <a:schemeClr val="bg1"/>
            </a:solidFill>
            <a:latin typeface="Open Sans"/>
          </a:endParaRPr>
        </a:p>
      </dgm:t>
    </dgm:pt>
    <dgm:pt modelId="{8ABEB5B8-0142-45C7-83C6-F31A51916F5E}" type="sibTrans" cxnId="{D2915BB5-D368-42A7-8B68-23F231876E5D}">
      <dgm:prSet/>
      <dgm:spPr bwMode="auto"/>
      <dgm:t>
        <a:bodyPr/>
        <a:lstStyle/>
        <a:p>
          <a:pPr>
            <a:defRPr/>
          </a:pPr>
          <a:endParaRPr lang="ru-RU" sz="2400" b="1">
            <a:solidFill>
              <a:schemeClr val="bg1"/>
            </a:solidFill>
            <a:latin typeface="Open Sans"/>
          </a:endParaRPr>
        </a:p>
      </dgm:t>
    </dgm:pt>
    <dgm:pt modelId="{43BF5C78-2684-4C70-9515-4B3D21D30977}">
      <dgm:prSet phldrT="[Text]" custT="1"/>
      <dgm:spPr bwMode="auto"/>
      <dgm:t>
        <a:bodyPr/>
        <a:lstStyle/>
        <a:p>
          <a:pPr>
            <a:defRPr/>
          </a:pPr>
          <a:r>
            <a:rPr lang="ru-RU" sz="2400" b="1">
              <a:latin typeface="Open Sans"/>
            </a:rPr>
            <a:t>Этап 3. Определение ресурсного обеспечения оценивания</a:t>
          </a:r>
          <a:endParaRPr lang="ru-RU"/>
        </a:p>
      </dgm:t>
    </dgm:pt>
    <dgm:pt modelId="{B9B99CAD-FF13-4419-A3C4-CEDD2B06DFD0}" type="parTrans" cxnId="{1F7A40D1-B9C1-4C2C-A6D1-68A986053ED4}">
      <dgm:prSet/>
      <dgm:spPr bwMode="auto"/>
      <dgm:t>
        <a:bodyPr/>
        <a:lstStyle/>
        <a:p>
          <a:pPr>
            <a:defRPr/>
          </a:pPr>
          <a:endParaRPr lang="ru-RU" sz="2400" b="1">
            <a:solidFill>
              <a:schemeClr val="bg1"/>
            </a:solidFill>
            <a:latin typeface="Open Sans"/>
          </a:endParaRPr>
        </a:p>
      </dgm:t>
    </dgm:pt>
    <dgm:pt modelId="{5C1ADC7C-0FD3-4210-BE9C-05E0E41DDF7C}" type="sibTrans" cxnId="{1F7A40D1-B9C1-4C2C-A6D1-68A986053ED4}">
      <dgm:prSet/>
      <dgm:spPr bwMode="auto"/>
      <dgm:t>
        <a:bodyPr/>
        <a:lstStyle/>
        <a:p>
          <a:pPr>
            <a:defRPr/>
          </a:pPr>
          <a:endParaRPr lang="ru-RU" sz="2400" b="1">
            <a:solidFill>
              <a:schemeClr val="bg1"/>
            </a:solidFill>
            <a:latin typeface="Open Sans"/>
          </a:endParaRPr>
        </a:p>
      </dgm:t>
    </dgm:pt>
    <dgm:pt modelId="{21E56FDB-04D6-426A-AC25-6908FDA7ECFE}">
      <dgm:prSet phldrT="[Text]" custT="1"/>
      <dgm:spPr bwMode="auto"/>
      <dgm:t>
        <a:bodyPr/>
        <a:lstStyle/>
        <a:p>
          <a:pPr>
            <a:defRPr/>
          </a:pPr>
          <a:r>
            <a:rPr lang="ru-RU" sz="2400" b="1">
              <a:latin typeface="Open Sans"/>
            </a:rPr>
            <a:t>Этап 4. Выбор методов и разработка процедуры оценивания</a:t>
          </a:r>
          <a:endParaRPr lang="ru-RU"/>
        </a:p>
      </dgm:t>
    </dgm:pt>
    <dgm:pt modelId="{179813E1-E0E9-46C3-9D96-1B3773DAABBF}" type="parTrans" cxnId="{F4FE35D7-4C1C-4F1D-9C8C-2BFBB4BB421B}">
      <dgm:prSet/>
      <dgm:spPr bwMode="auto"/>
      <dgm:t>
        <a:bodyPr/>
        <a:lstStyle/>
        <a:p>
          <a:pPr>
            <a:defRPr/>
          </a:pPr>
          <a:endParaRPr lang="ru-RU" sz="2400" b="1">
            <a:solidFill>
              <a:schemeClr val="bg1"/>
            </a:solidFill>
            <a:latin typeface="Open Sans"/>
          </a:endParaRPr>
        </a:p>
      </dgm:t>
    </dgm:pt>
    <dgm:pt modelId="{4520F853-A633-473C-B1A0-BB48D0D87988}" type="sibTrans" cxnId="{F4FE35D7-4C1C-4F1D-9C8C-2BFBB4BB421B}">
      <dgm:prSet/>
      <dgm:spPr bwMode="auto"/>
      <dgm:t>
        <a:bodyPr/>
        <a:lstStyle/>
        <a:p>
          <a:pPr>
            <a:defRPr/>
          </a:pPr>
          <a:endParaRPr lang="ru-RU" sz="2400" b="1">
            <a:solidFill>
              <a:schemeClr val="bg1"/>
            </a:solidFill>
            <a:latin typeface="Open Sans"/>
          </a:endParaRPr>
        </a:p>
      </dgm:t>
    </dgm:pt>
    <dgm:pt modelId="{584AB497-7E19-42D9-AB92-9C9C979C9859}">
      <dgm:prSet phldrT="[Text]" custT="1"/>
      <dgm:spPr bwMode="auto"/>
      <dgm:t>
        <a:bodyPr/>
        <a:lstStyle/>
        <a:p>
          <a:pPr>
            <a:defRPr/>
          </a:pPr>
          <a:r>
            <a:rPr lang="ru-RU" sz="2400" b="1">
              <a:latin typeface="Open Sans"/>
            </a:rPr>
            <a:t>Этап 5. Определение показателей и критериев оценки</a:t>
          </a:r>
          <a:endParaRPr lang="ru-RU"/>
        </a:p>
      </dgm:t>
    </dgm:pt>
    <dgm:pt modelId="{73B0F784-AF38-4284-B15B-A51A34B930DF}" type="parTrans" cxnId="{F2212250-563C-4A3A-A148-B925BDE703E5}">
      <dgm:prSet/>
      <dgm:spPr bwMode="auto"/>
      <dgm:t>
        <a:bodyPr/>
        <a:lstStyle/>
        <a:p>
          <a:pPr>
            <a:defRPr/>
          </a:pPr>
          <a:endParaRPr lang="ru-RU" sz="2400" b="1">
            <a:solidFill>
              <a:schemeClr val="bg1"/>
            </a:solidFill>
            <a:latin typeface="Open Sans"/>
          </a:endParaRPr>
        </a:p>
      </dgm:t>
    </dgm:pt>
    <dgm:pt modelId="{E83979CF-7AC3-42EB-B478-32DF7DE4F29E}" type="sibTrans" cxnId="{F2212250-563C-4A3A-A148-B925BDE703E5}">
      <dgm:prSet/>
      <dgm:spPr bwMode="auto"/>
      <dgm:t>
        <a:bodyPr/>
        <a:lstStyle/>
        <a:p>
          <a:pPr>
            <a:defRPr/>
          </a:pPr>
          <a:endParaRPr lang="ru-RU" sz="2400" b="1">
            <a:solidFill>
              <a:schemeClr val="bg1"/>
            </a:solidFill>
            <a:latin typeface="Open Sans"/>
          </a:endParaRPr>
        </a:p>
      </dgm:t>
    </dgm:pt>
    <dgm:pt modelId="{862F85F9-0968-439E-9113-C9371504377A}">
      <dgm:prSet phldrT="[Text]" custT="1"/>
      <dgm:spPr bwMode="auto"/>
      <dgm:t>
        <a:bodyPr/>
        <a:lstStyle/>
        <a:p>
          <a:pPr>
            <a:defRPr/>
          </a:pPr>
          <a:r>
            <a:rPr lang="ru-RU" sz="2400" b="1">
              <a:latin typeface="Open Sans"/>
            </a:rPr>
            <a:t>Этап 6. Формирование типового задания</a:t>
          </a:r>
          <a:endParaRPr lang="ru-RU"/>
        </a:p>
      </dgm:t>
    </dgm:pt>
    <dgm:pt modelId="{EBECC8C2-4143-49BD-BAAF-B64D701C8245}" type="parTrans" cxnId="{56FF6608-55B4-44AE-8F31-44E9AD16DB0B}">
      <dgm:prSet/>
      <dgm:spPr bwMode="auto"/>
      <dgm:t>
        <a:bodyPr/>
        <a:lstStyle/>
        <a:p>
          <a:pPr>
            <a:defRPr/>
          </a:pPr>
          <a:endParaRPr lang="ru-RU" sz="2400" b="1">
            <a:solidFill>
              <a:schemeClr val="bg1"/>
            </a:solidFill>
            <a:latin typeface="Open Sans"/>
          </a:endParaRPr>
        </a:p>
      </dgm:t>
    </dgm:pt>
    <dgm:pt modelId="{C517E278-0FE7-459D-9AC3-68A667D59843}" type="sibTrans" cxnId="{56FF6608-55B4-44AE-8F31-44E9AD16DB0B}">
      <dgm:prSet/>
      <dgm:spPr bwMode="auto"/>
      <dgm:t>
        <a:bodyPr/>
        <a:lstStyle/>
        <a:p>
          <a:pPr>
            <a:defRPr/>
          </a:pPr>
          <a:endParaRPr lang="ru-RU" sz="2400" b="1">
            <a:solidFill>
              <a:schemeClr val="bg1"/>
            </a:solidFill>
            <a:latin typeface="Open Sans"/>
          </a:endParaRPr>
        </a:p>
      </dgm:t>
    </dgm:pt>
    <dgm:pt modelId="{BAEB6B4A-CCFD-405E-86D6-B68DBCDBD50F}">
      <dgm:prSet phldrT="[Text]" custT="1"/>
      <dgm:spPr bwMode="auto"/>
      <dgm:t>
        <a:bodyPr/>
        <a:lstStyle/>
        <a:p>
          <a:pPr>
            <a:defRPr/>
          </a:pPr>
          <a:r>
            <a:rPr lang="ru-RU" sz="2400" b="1">
              <a:latin typeface="Open Sans"/>
            </a:rPr>
            <a:t>Этап 7. Формирование фонда оценочных средств</a:t>
          </a:r>
          <a:endParaRPr lang="ru-RU"/>
        </a:p>
      </dgm:t>
    </dgm:pt>
    <dgm:pt modelId="{F769F1DE-BD17-43D4-B2E5-7BBBE127B087}" type="parTrans" cxnId="{8B800F83-6332-4AA3-9F80-44DC6B88E105}">
      <dgm:prSet/>
      <dgm:spPr bwMode="auto"/>
      <dgm:t>
        <a:bodyPr/>
        <a:lstStyle/>
        <a:p>
          <a:pPr>
            <a:defRPr/>
          </a:pPr>
          <a:endParaRPr lang="ru-RU" sz="2400" b="1">
            <a:solidFill>
              <a:schemeClr val="bg1"/>
            </a:solidFill>
            <a:latin typeface="Open Sans"/>
          </a:endParaRPr>
        </a:p>
      </dgm:t>
    </dgm:pt>
    <dgm:pt modelId="{FAF5BBE4-6E2E-4EDB-A69E-C6FC7A79665E}" type="sibTrans" cxnId="{8B800F83-6332-4AA3-9F80-44DC6B88E105}">
      <dgm:prSet/>
      <dgm:spPr bwMode="auto"/>
      <dgm:t>
        <a:bodyPr/>
        <a:lstStyle/>
        <a:p>
          <a:pPr>
            <a:defRPr/>
          </a:pPr>
          <a:endParaRPr lang="ru-RU" sz="2400" b="1">
            <a:solidFill>
              <a:schemeClr val="bg1"/>
            </a:solidFill>
            <a:latin typeface="Open Sans"/>
          </a:endParaRPr>
        </a:p>
      </dgm:t>
    </dgm:pt>
    <dgm:pt modelId="{06B0FE16-5781-4AEF-A9DC-55451E38D9C8}" type="pres">
      <dgm:prSet presAssocID="{42E8362F-86C7-46C5-BDFE-6C732F1C576E}" presName="Name0" presStyleCnt="0">
        <dgm:presLayoutVars>
          <dgm:dir/>
          <dgm:resizeHandles val="exact"/>
        </dgm:presLayoutVars>
      </dgm:prSet>
      <dgm:spPr bwMode="auto"/>
    </dgm:pt>
    <dgm:pt modelId="{7FFA67D9-5FE1-44F4-890A-67DE7BB72CFB}" type="pres">
      <dgm:prSet presAssocID="{2317A2B5-9623-418F-A861-184E9B6B125B}" presName="node" presStyleLbl="node1" presStyleIdx="0" presStyleCnt="7">
        <dgm:presLayoutVars>
          <dgm:bulletEnabled val="1"/>
        </dgm:presLayoutVars>
      </dgm:prSet>
      <dgm:spPr bwMode="auto"/>
    </dgm:pt>
    <dgm:pt modelId="{820B1759-0D12-4381-A35E-535251661AD1}" type="pres">
      <dgm:prSet presAssocID="{D06C5D40-DD8A-4278-8ECA-123E287F927B}" presName="sibTrans" presStyleLbl="sibTrans1D1" presStyleIdx="0" presStyleCnt="6"/>
      <dgm:spPr bwMode="auto"/>
    </dgm:pt>
    <dgm:pt modelId="{379B3669-F825-4D5D-A3ED-633A47790152}" type="pres">
      <dgm:prSet presAssocID="{D06C5D40-DD8A-4278-8ECA-123E287F927B}" presName="connectorText" presStyleLbl="sibTrans1D1" presStyleIdx="0" presStyleCnt="6"/>
      <dgm:spPr bwMode="auto"/>
    </dgm:pt>
    <dgm:pt modelId="{E0C8C897-64C8-4266-80FE-74C17A3C2430}" type="pres">
      <dgm:prSet presAssocID="{329A7369-C179-4EB4-87A0-25C21E4A4250}" presName="node" presStyleLbl="node1" presStyleIdx="1" presStyleCnt="7">
        <dgm:presLayoutVars>
          <dgm:bulletEnabled val="1"/>
        </dgm:presLayoutVars>
      </dgm:prSet>
      <dgm:spPr bwMode="auto"/>
    </dgm:pt>
    <dgm:pt modelId="{EC724528-7BEC-4150-86E3-45274A693738}" type="pres">
      <dgm:prSet presAssocID="{8ABEB5B8-0142-45C7-83C6-F31A51916F5E}" presName="sibTrans" presStyleLbl="sibTrans1D1" presStyleIdx="1" presStyleCnt="6"/>
      <dgm:spPr bwMode="auto"/>
    </dgm:pt>
    <dgm:pt modelId="{669EA144-CB34-400F-B02A-AC5F3C531074}" type="pres">
      <dgm:prSet presAssocID="{8ABEB5B8-0142-45C7-83C6-F31A51916F5E}" presName="connectorText" presStyleLbl="sibTrans1D1" presStyleIdx="1" presStyleCnt="6"/>
      <dgm:spPr bwMode="auto"/>
    </dgm:pt>
    <dgm:pt modelId="{03777B4E-B67A-4BDB-BFDD-AA14508C07F7}" type="pres">
      <dgm:prSet presAssocID="{43BF5C78-2684-4C70-9515-4B3D21D30977}" presName="node" presStyleLbl="node1" presStyleIdx="2" presStyleCnt="7">
        <dgm:presLayoutVars>
          <dgm:bulletEnabled val="1"/>
        </dgm:presLayoutVars>
      </dgm:prSet>
      <dgm:spPr bwMode="auto"/>
    </dgm:pt>
    <dgm:pt modelId="{D54912F1-2028-43A0-B948-F66E75F647D5}" type="pres">
      <dgm:prSet presAssocID="{5C1ADC7C-0FD3-4210-BE9C-05E0E41DDF7C}" presName="sibTrans" presStyleLbl="sibTrans1D1" presStyleIdx="2" presStyleCnt="6"/>
      <dgm:spPr bwMode="auto"/>
    </dgm:pt>
    <dgm:pt modelId="{968BA147-D5EE-4A41-AEAD-7842DD5D7B6E}" type="pres">
      <dgm:prSet presAssocID="{5C1ADC7C-0FD3-4210-BE9C-05E0E41DDF7C}" presName="connectorText" presStyleLbl="sibTrans1D1" presStyleIdx="2" presStyleCnt="6"/>
      <dgm:spPr bwMode="auto"/>
    </dgm:pt>
    <dgm:pt modelId="{619B2C2F-1B9D-43D8-9505-DF5BF5846ABD}" type="pres">
      <dgm:prSet presAssocID="{21E56FDB-04D6-426A-AC25-6908FDA7ECFE}" presName="node" presStyleLbl="node1" presStyleIdx="3" presStyleCnt="7">
        <dgm:presLayoutVars>
          <dgm:bulletEnabled val="1"/>
        </dgm:presLayoutVars>
      </dgm:prSet>
      <dgm:spPr bwMode="auto"/>
    </dgm:pt>
    <dgm:pt modelId="{EA88F2CC-2A7D-42F9-AD02-B79F599B0A95}" type="pres">
      <dgm:prSet presAssocID="{4520F853-A633-473C-B1A0-BB48D0D87988}" presName="sibTrans" presStyleLbl="sibTrans1D1" presStyleIdx="3" presStyleCnt="6"/>
      <dgm:spPr bwMode="auto"/>
    </dgm:pt>
    <dgm:pt modelId="{1C378254-D2A4-42B4-9495-D73CCEE3B7AF}" type="pres">
      <dgm:prSet presAssocID="{4520F853-A633-473C-B1A0-BB48D0D87988}" presName="connectorText" presStyleLbl="sibTrans1D1" presStyleIdx="3" presStyleCnt="6"/>
      <dgm:spPr bwMode="auto"/>
    </dgm:pt>
    <dgm:pt modelId="{7EB97B4B-9128-429E-8463-D5CFF75F859B}" type="pres">
      <dgm:prSet presAssocID="{584AB497-7E19-42D9-AB92-9C9C979C9859}" presName="node" presStyleLbl="node1" presStyleIdx="4" presStyleCnt="7">
        <dgm:presLayoutVars>
          <dgm:bulletEnabled val="1"/>
        </dgm:presLayoutVars>
      </dgm:prSet>
      <dgm:spPr bwMode="auto"/>
    </dgm:pt>
    <dgm:pt modelId="{A5AA70A5-E6A8-40BB-8B5F-27AF87A2C711}" type="pres">
      <dgm:prSet presAssocID="{E83979CF-7AC3-42EB-B478-32DF7DE4F29E}" presName="sibTrans" presStyleLbl="sibTrans1D1" presStyleIdx="4" presStyleCnt="6"/>
      <dgm:spPr bwMode="auto"/>
    </dgm:pt>
    <dgm:pt modelId="{764C8664-B841-4309-A3A8-E978C7DFBC56}" type="pres">
      <dgm:prSet presAssocID="{E83979CF-7AC3-42EB-B478-32DF7DE4F29E}" presName="connectorText" presStyleLbl="sibTrans1D1" presStyleIdx="4" presStyleCnt="6"/>
      <dgm:spPr bwMode="auto"/>
    </dgm:pt>
    <dgm:pt modelId="{633891EA-2F94-4820-9577-87D6E312985A}" type="pres">
      <dgm:prSet presAssocID="{862F85F9-0968-439E-9113-C9371504377A}" presName="node" presStyleLbl="node1" presStyleIdx="5" presStyleCnt="7">
        <dgm:presLayoutVars>
          <dgm:bulletEnabled val="1"/>
        </dgm:presLayoutVars>
      </dgm:prSet>
      <dgm:spPr bwMode="auto"/>
    </dgm:pt>
    <dgm:pt modelId="{34A45627-D3F0-4051-A52E-0F7537A71D84}" type="pres">
      <dgm:prSet presAssocID="{C517E278-0FE7-459D-9AC3-68A667D59843}" presName="sibTrans" presStyleLbl="sibTrans1D1" presStyleIdx="5" presStyleCnt="6"/>
      <dgm:spPr bwMode="auto"/>
    </dgm:pt>
    <dgm:pt modelId="{091FC601-639B-4E63-95F1-3768A8F5210E}" type="pres">
      <dgm:prSet presAssocID="{C517E278-0FE7-459D-9AC3-68A667D59843}" presName="connectorText" presStyleLbl="sibTrans1D1" presStyleIdx="5" presStyleCnt="6"/>
      <dgm:spPr bwMode="auto"/>
    </dgm:pt>
    <dgm:pt modelId="{FFA5979E-A3AB-4FAC-9E17-97DA0766501A}" type="pres">
      <dgm:prSet presAssocID="{BAEB6B4A-CCFD-405E-86D6-B68DBCDBD50F}" presName="node" presStyleLbl="node1" presStyleIdx="6" presStyleCnt="7">
        <dgm:presLayoutVars>
          <dgm:bulletEnabled val="1"/>
        </dgm:presLayoutVars>
      </dgm:prSet>
      <dgm:spPr bwMode="auto"/>
    </dgm:pt>
  </dgm:ptLst>
  <dgm:cxnLst>
    <dgm:cxn modelId="{56FF6608-55B4-44AE-8F31-44E9AD16DB0B}" srcId="{42E8362F-86C7-46C5-BDFE-6C732F1C576E}" destId="{862F85F9-0968-439E-9113-C9371504377A}" srcOrd="5" destOrd="0" parTransId="{EBECC8C2-4143-49BD-BAAF-B64D701C8245}" sibTransId="{C517E278-0FE7-459D-9AC3-68A667D59843}"/>
    <dgm:cxn modelId="{E0CDB808-D1E8-403F-90D1-285A703651DE}" srcId="{42E8362F-86C7-46C5-BDFE-6C732F1C576E}" destId="{2317A2B5-9623-418F-A861-184E9B6B125B}" srcOrd="0" destOrd="0" parTransId="{D487C0DE-D380-44C6-9804-F69CC81A40F0}" sibTransId="{D06C5D40-DD8A-4278-8ECA-123E287F927B}"/>
    <dgm:cxn modelId="{7E44D20A-BF03-466B-BEE5-A89CCDC6214F}" type="presOf" srcId="{329A7369-C179-4EB4-87A0-25C21E4A4250}" destId="{E0C8C897-64C8-4266-80FE-74C17A3C2430}" srcOrd="0" destOrd="0" presId="urn:microsoft.com/office/officeart/2005/8/layout/bProcess3"/>
    <dgm:cxn modelId="{71465B23-E7AE-4DD2-847D-C4785A314DF1}" type="presOf" srcId="{E83979CF-7AC3-42EB-B478-32DF7DE4F29E}" destId="{A5AA70A5-E6A8-40BB-8B5F-27AF87A2C711}" srcOrd="0" destOrd="0" presId="urn:microsoft.com/office/officeart/2005/8/layout/bProcess3"/>
    <dgm:cxn modelId="{C76EF727-1310-4721-87B9-BA1E1ABFA02F}" type="presOf" srcId="{862F85F9-0968-439E-9113-C9371504377A}" destId="{633891EA-2F94-4820-9577-87D6E312985A}" srcOrd="0" destOrd="0" presId="urn:microsoft.com/office/officeart/2005/8/layout/bProcess3"/>
    <dgm:cxn modelId="{68E9B42A-3F17-4501-ADA0-D6DBCEAC735F}" type="presOf" srcId="{8ABEB5B8-0142-45C7-83C6-F31A51916F5E}" destId="{669EA144-CB34-400F-B02A-AC5F3C531074}" srcOrd="1" destOrd="0" presId="urn:microsoft.com/office/officeart/2005/8/layout/bProcess3"/>
    <dgm:cxn modelId="{ECEC9C39-FD33-4B87-9273-9780764CEBD7}" type="presOf" srcId="{BAEB6B4A-CCFD-405E-86D6-B68DBCDBD50F}" destId="{FFA5979E-A3AB-4FAC-9E17-97DA0766501A}" srcOrd="0" destOrd="0" presId="urn:microsoft.com/office/officeart/2005/8/layout/bProcess3"/>
    <dgm:cxn modelId="{9DF9AD39-B2C0-4022-B16B-3EF26B7449FC}" type="presOf" srcId="{43BF5C78-2684-4C70-9515-4B3D21D30977}" destId="{03777B4E-B67A-4BDB-BFDD-AA14508C07F7}" srcOrd="0" destOrd="0" presId="urn:microsoft.com/office/officeart/2005/8/layout/bProcess3"/>
    <dgm:cxn modelId="{6E29E041-9CBC-45CA-BAAB-B739A71061A2}" type="presOf" srcId="{C517E278-0FE7-459D-9AC3-68A667D59843}" destId="{091FC601-639B-4E63-95F1-3768A8F5210E}" srcOrd="1" destOrd="0" presId="urn:microsoft.com/office/officeart/2005/8/layout/bProcess3"/>
    <dgm:cxn modelId="{E1412E46-186D-4777-955D-245960F57ACB}" type="presOf" srcId="{C517E278-0FE7-459D-9AC3-68A667D59843}" destId="{34A45627-D3F0-4051-A52E-0F7537A71D84}" srcOrd="0" destOrd="0" presId="urn:microsoft.com/office/officeart/2005/8/layout/bProcess3"/>
    <dgm:cxn modelId="{F2212250-563C-4A3A-A148-B925BDE703E5}" srcId="{42E8362F-86C7-46C5-BDFE-6C732F1C576E}" destId="{584AB497-7E19-42D9-AB92-9C9C979C9859}" srcOrd="4" destOrd="0" parTransId="{73B0F784-AF38-4284-B15B-A51A34B930DF}" sibTransId="{E83979CF-7AC3-42EB-B478-32DF7DE4F29E}"/>
    <dgm:cxn modelId="{5BB92C75-A58B-4BB4-A54E-AE9F6A4C99D3}" type="presOf" srcId="{584AB497-7E19-42D9-AB92-9C9C979C9859}" destId="{7EB97B4B-9128-429E-8463-D5CFF75F859B}" srcOrd="0" destOrd="0" presId="urn:microsoft.com/office/officeart/2005/8/layout/bProcess3"/>
    <dgm:cxn modelId="{5DA56F76-7E95-4098-B8EA-2E83F094B1F2}" type="presOf" srcId="{E83979CF-7AC3-42EB-B478-32DF7DE4F29E}" destId="{764C8664-B841-4309-A3A8-E978C7DFBC56}" srcOrd="1" destOrd="0" presId="urn:microsoft.com/office/officeart/2005/8/layout/bProcess3"/>
    <dgm:cxn modelId="{8B800F83-6332-4AA3-9F80-44DC6B88E105}" srcId="{42E8362F-86C7-46C5-BDFE-6C732F1C576E}" destId="{BAEB6B4A-CCFD-405E-86D6-B68DBCDBD50F}" srcOrd="6" destOrd="0" parTransId="{F769F1DE-BD17-43D4-B2E5-7BBBE127B087}" sibTransId="{FAF5BBE4-6E2E-4EDB-A69E-C6FC7A79665E}"/>
    <dgm:cxn modelId="{9308C7AB-FBA9-44FF-978E-7A4ADD666DD7}" type="presOf" srcId="{D06C5D40-DD8A-4278-8ECA-123E287F927B}" destId="{379B3669-F825-4D5D-A3ED-633A47790152}" srcOrd="1" destOrd="0" presId="urn:microsoft.com/office/officeart/2005/8/layout/bProcess3"/>
    <dgm:cxn modelId="{F73684B1-FAAD-4793-8816-930C5B7B3228}" type="presOf" srcId="{5C1ADC7C-0FD3-4210-BE9C-05E0E41DDF7C}" destId="{968BA147-D5EE-4A41-AEAD-7842DD5D7B6E}" srcOrd="1" destOrd="0" presId="urn:microsoft.com/office/officeart/2005/8/layout/bProcess3"/>
    <dgm:cxn modelId="{D2915BB5-D368-42A7-8B68-23F231876E5D}" srcId="{42E8362F-86C7-46C5-BDFE-6C732F1C576E}" destId="{329A7369-C179-4EB4-87A0-25C21E4A4250}" srcOrd="1" destOrd="0" parTransId="{ADF3446A-B906-4DC2-A882-733C02322F7A}" sibTransId="{8ABEB5B8-0142-45C7-83C6-F31A51916F5E}"/>
    <dgm:cxn modelId="{A250B3B9-2038-4EFD-B383-8E3A64F8E44E}" type="presOf" srcId="{D06C5D40-DD8A-4278-8ECA-123E287F927B}" destId="{820B1759-0D12-4381-A35E-535251661AD1}" srcOrd="0" destOrd="0" presId="urn:microsoft.com/office/officeart/2005/8/layout/bProcess3"/>
    <dgm:cxn modelId="{CB87B4BB-C238-4E9A-A6FF-396FC1F65CD1}" type="presOf" srcId="{4520F853-A633-473C-B1A0-BB48D0D87988}" destId="{EA88F2CC-2A7D-42F9-AD02-B79F599B0A95}" srcOrd="0" destOrd="0" presId="urn:microsoft.com/office/officeart/2005/8/layout/bProcess3"/>
    <dgm:cxn modelId="{8A56D7BD-B629-4EE7-B358-D18C95B964D9}" type="presOf" srcId="{2317A2B5-9623-418F-A861-184E9B6B125B}" destId="{7FFA67D9-5FE1-44F4-890A-67DE7BB72CFB}" srcOrd="0" destOrd="0" presId="urn:microsoft.com/office/officeart/2005/8/layout/bProcess3"/>
    <dgm:cxn modelId="{241162CA-9601-4FB7-A8BE-1CA5B97FF351}" type="presOf" srcId="{8ABEB5B8-0142-45C7-83C6-F31A51916F5E}" destId="{EC724528-7BEC-4150-86E3-45274A693738}" srcOrd="0" destOrd="0" presId="urn:microsoft.com/office/officeart/2005/8/layout/bProcess3"/>
    <dgm:cxn modelId="{8997D7CE-E254-46CB-8EDA-E1569567B85B}" type="presOf" srcId="{21E56FDB-04D6-426A-AC25-6908FDA7ECFE}" destId="{619B2C2F-1B9D-43D8-9505-DF5BF5846ABD}" srcOrd="0" destOrd="0" presId="urn:microsoft.com/office/officeart/2005/8/layout/bProcess3"/>
    <dgm:cxn modelId="{1F7A40D1-B9C1-4C2C-A6D1-68A986053ED4}" srcId="{42E8362F-86C7-46C5-BDFE-6C732F1C576E}" destId="{43BF5C78-2684-4C70-9515-4B3D21D30977}" srcOrd="2" destOrd="0" parTransId="{B9B99CAD-FF13-4419-A3C4-CEDD2B06DFD0}" sibTransId="{5C1ADC7C-0FD3-4210-BE9C-05E0E41DDF7C}"/>
    <dgm:cxn modelId="{F4FE35D7-4C1C-4F1D-9C8C-2BFBB4BB421B}" srcId="{42E8362F-86C7-46C5-BDFE-6C732F1C576E}" destId="{21E56FDB-04D6-426A-AC25-6908FDA7ECFE}" srcOrd="3" destOrd="0" parTransId="{179813E1-E0E9-46C3-9D96-1B3773DAABBF}" sibTransId="{4520F853-A633-473C-B1A0-BB48D0D87988}"/>
    <dgm:cxn modelId="{AB6C25E6-AF68-452D-B1CD-64DD71B7099E}" type="presOf" srcId="{4520F853-A633-473C-B1A0-BB48D0D87988}" destId="{1C378254-D2A4-42B4-9495-D73CCEE3B7AF}" srcOrd="1" destOrd="0" presId="urn:microsoft.com/office/officeart/2005/8/layout/bProcess3"/>
    <dgm:cxn modelId="{32C83EF4-C3D4-4D48-8426-50111A7A7ED7}" type="presOf" srcId="{5C1ADC7C-0FD3-4210-BE9C-05E0E41DDF7C}" destId="{D54912F1-2028-43A0-B948-F66E75F647D5}" srcOrd="0" destOrd="0" presId="urn:microsoft.com/office/officeart/2005/8/layout/bProcess3"/>
    <dgm:cxn modelId="{0BF0E1FA-902A-4DAD-A5E7-D15335156A38}" type="presOf" srcId="{42E8362F-86C7-46C5-BDFE-6C732F1C576E}" destId="{06B0FE16-5781-4AEF-A9DC-55451E38D9C8}" srcOrd="0" destOrd="0" presId="urn:microsoft.com/office/officeart/2005/8/layout/bProcess3"/>
    <dgm:cxn modelId="{93D63B4F-7BCF-4E6E-B574-B963E0FFAC2B}" type="presParOf" srcId="{06B0FE16-5781-4AEF-A9DC-55451E38D9C8}" destId="{7FFA67D9-5FE1-44F4-890A-67DE7BB72CFB}" srcOrd="0" destOrd="0" presId="urn:microsoft.com/office/officeart/2005/8/layout/bProcess3"/>
    <dgm:cxn modelId="{0273AC5A-4BC5-4E9B-89BE-B9CCC3C3E41B}" type="presParOf" srcId="{06B0FE16-5781-4AEF-A9DC-55451E38D9C8}" destId="{820B1759-0D12-4381-A35E-535251661AD1}" srcOrd="1" destOrd="0" presId="urn:microsoft.com/office/officeart/2005/8/layout/bProcess3"/>
    <dgm:cxn modelId="{467F4D87-0641-4C69-930A-5681BC08AFC1}" type="presParOf" srcId="{820B1759-0D12-4381-A35E-535251661AD1}" destId="{379B3669-F825-4D5D-A3ED-633A47790152}" srcOrd="0" destOrd="0" presId="urn:microsoft.com/office/officeart/2005/8/layout/bProcess3"/>
    <dgm:cxn modelId="{A28399EE-6E7D-4C5C-9901-A15858768830}" type="presParOf" srcId="{06B0FE16-5781-4AEF-A9DC-55451E38D9C8}" destId="{E0C8C897-64C8-4266-80FE-74C17A3C2430}" srcOrd="2" destOrd="0" presId="urn:microsoft.com/office/officeart/2005/8/layout/bProcess3"/>
    <dgm:cxn modelId="{D6DB29E1-F4CD-4A44-A3B8-C469CB769A83}" type="presParOf" srcId="{06B0FE16-5781-4AEF-A9DC-55451E38D9C8}" destId="{EC724528-7BEC-4150-86E3-45274A693738}" srcOrd="3" destOrd="0" presId="urn:microsoft.com/office/officeart/2005/8/layout/bProcess3"/>
    <dgm:cxn modelId="{B7A29534-0C0A-4523-AE04-91A28C4EDE06}" type="presParOf" srcId="{EC724528-7BEC-4150-86E3-45274A693738}" destId="{669EA144-CB34-400F-B02A-AC5F3C531074}" srcOrd="0" destOrd="0" presId="urn:microsoft.com/office/officeart/2005/8/layout/bProcess3"/>
    <dgm:cxn modelId="{EC7B6800-19E8-4E4A-B5D3-357376DA4781}" type="presParOf" srcId="{06B0FE16-5781-4AEF-A9DC-55451E38D9C8}" destId="{03777B4E-B67A-4BDB-BFDD-AA14508C07F7}" srcOrd="4" destOrd="0" presId="urn:microsoft.com/office/officeart/2005/8/layout/bProcess3"/>
    <dgm:cxn modelId="{CA644F94-1F6E-48E7-86DB-3873D9FFFDB2}" type="presParOf" srcId="{06B0FE16-5781-4AEF-A9DC-55451E38D9C8}" destId="{D54912F1-2028-43A0-B948-F66E75F647D5}" srcOrd="5" destOrd="0" presId="urn:microsoft.com/office/officeart/2005/8/layout/bProcess3"/>
    <dgm:cxn modelId="{AE66C4C6-0160-4076-891E-823F39BF1DC1}" type="presParOf" srcId="{D54912F1-2028-43A0-B948-F66E75F647D5}" destId="{968BA147-D5EE-4A41-AEAD-7842DD5D7B6E}" srcOrd="0" destOrd="0" presId="urn:microsoft.com/office/officeart/2005/8/layout/bProcess3"/>
    <dgm:cxn modelId="{5427855E-8016-49A2-BC8D-987E58C5A60E}" type="presParOf" srcId="{06B0FE16-5781-4AEF-A9DC-55451E38D9C8}" destId="{619B2C2F-1B9D-43D8-9505-DF5BF5846ABD}" srcOrd="6" destOrd="0" presId="urn:microsoft.com/office/officeart/2005/8/layout/bProcess3"/>
    <dgm:cxn modelId="{0ECDD73D-BBEE-4892-8B2B-DBE65D7AAC28}" type="presParOf" srcId="{06B0FE16-5781-4AEF-A9DC-55451E38D9C8}" destId="{EA88F2CC-2A7D-42F9-AD02-B79F599B0A95}" srcOrd="7" destOrd="0" presId="urn:microsoft.com/office/officeart/2005/8/layout/bProcess3"/>
    <dgm:cxn modelId="{C3FD973F-AA26-4286-958F-74413F9B82B3}" type="presParOf" srcId="{EA88F2CC-2A7D-42F9-AD02-B79F599B0A95}" destId="{1C378254-D2A4-42B4-9495-D73CCEE3B7AF}" srcOrd="0" destOrd="0" presId="urn:microsoft.com/office/officeart/2005/8/layout/bProcess3"/>
    <dgm:cxn modelId="{359A3789-9027-429C-A41B-3EFAE275012E}" type="presParOf" srcId="{06B0FE16-5781-4AEF-A9DC-55451E38D9C8}" destId="{7EB97B4B-9128-429E-8463-D5CFF75F859B}" srcOrd="8" destOrd="0" presId="urn:microsoft.com/office/officeart/2005/8/layout/bProcess3"/>
    <dgm:cxn modelId="{9C389CFC-5D3F-4714-8BE4-5BCF00E1B4C5}" type="presParOf" srcId="{06B0FE16-5781-4AEF-A9DC-55451E38D9C8}" destId="{A5AA70A5-E6A8-40BB-8B5F-27AF87A2C711}" srcOrd="9" destOrd="0" presId="urn:microsoft.com/office/officeart/2005/8/layout/bProcess3"/>
    <dgm:cxn modelId="{199A785D-DBD0-4A28-BBBF-4FD39CA5BA05}" type="presParOf" srcId="{A5AA70A5-E6A8-40BB-8B5F-27AF87A2C711}" destId="{764C8664-B841-4309-A3A8-E978C7DFBC56}" srcOrd="0" destOrd="0" presId="urn:microsoft.com/office/officeart/2005/8/layout/bProcess3"/>
    <dgm:cxn modelId="{5C8450B4-2762-46FB-9AEC-5A33010DD1EA}" type="presParOf" srcId="{06B0FE16-5781-4AEF-A9DC-55451E38D9C8}" destId="{633891EA-2F94-4820-9577-87D6E312985A}" srcOrd="10" destOrd="0" presId="urn:microsoft.com/office/officeart/2005/8/layout/bProcess3"/>
    <dgm:cxn modelId="{CEED99B7-4E50-4F96-9031-88EE5BEEB905}" type="presParOf" srcId="{06B0FE16-5781-4AEF-A9DC-55451E38D9C8}" destId="{34A45627-D3F0-4051-A52E-0F7537A71D84}" srcOrd="11" destOrd="0" presId="urn:microsoft.com/office/officeart/2005/8/layout/bProcess3"/>
    <dgm:cxn modelId="{3D735D1F-0318-4F8A-B0C6-84AA7E43227A}" type="presParOf" srcId="{34A45627-D3F0-4051-A52E-0F7537A71D84}" destId="{091FC601-639B-4E63-95F1-3768A8F5210E}" srcOrd="0" destOrd="0" presId="urn:microsoft.com/office/officeart/2005/8/layout/bProcess3"/>
    <dgm:cxn modelId="{F36C4C79-72C9-45A1-A913-FE556B6E6EB4}" type="presParOf" srcId="{06B0FE16-5781-4AEF-A9DC-55451E38D9C8}" destId="{FFA5979E-A3AB-4FAC-9E17-97DA0766501A}" srcOrd="12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DEEA3D-BDE0-4A45-9D08-3BE4FFFD1AA6}">
      <dsp:nvSpPr>
        <dsp:cNvPr id="0" name=""/>
        <dsp:cNvSpPr/>
      </dsp:nvSpPr>
      <dsp:spPr>
        <a:xfrm>
          <a:off x="1939" y="624697"/>
          <a:ext cx="7564459" cy="453867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200" b="1" i="0" kern="1200" dirty="0">
              <a:latin typeface="Open Sans" pitchFamily="2" charset="0"/>
              <a:ea typeface="Open Sans" pitchFamily="2" charset="0"/>
              <a:cs typeface="Open Sans" pitchFamily="2" charset="0"/>
            </a:rPr>
            <a:t>ПО ЗАКОНУ «ОБ ОБРАЗОВАНИИ»</a:t>
          </a:r>
          <a:r>
            <a:rPr lang="ru-RU" sz="3200" b="0" i="0" kern="1200" dirty="0">
              <a:latin typeface="Open Sans" pitchFamily="2" charset="0"/>
              <a:ea typeface="Open Sans" pitchFamily="2" charset="0"/>
              <a:cs typeface="Open Sans" pitchFamily="2" charset="0"/>
            </a:rPr>
            <a:t> </a:t>
          </a:r>
          <a:endParaRPr lang="ru-RU" sz="3200" kern="1200" dirty="0">
            <a:latin typeface="Open Sans" pitchFamily="2" charset="0"/>
            <a:ea typeface="Open Sans" pitchFamily="2" charset="0"/>
            <a:cs typeface="Open Sans" pitchFamily="2" charset="0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400" b="0" i="0" kern="1200" dirty="0">
              <a:latin typeface="Open Sans" pitchFamily="2" charset="0"/>
              <a:ea typeface="Open Sans" pitchFamily="2" charset="0"/>
              <a:cs typeface="Open Sans" pitchFamily="2" charset="0"/>
            </a:rPr>
            <a:t>программы профессиональной переподготовки разрабатываются на основе профессиональных стандартов и требований ФГОС СПО/ВО.</a:t>
          </a:r>
          <a:endParaRPr lang="ru-RU" sz="2400" kern="1200" dirty="0">
            <a:latin typeface="Open Sans" pitchFamily="2" charset="0"/>
            <a:ea typeface="Open Sans" pitchFamily="2" charset="0"/>
            <a:cs typeface="Open Sans" pitchFamily="2" charset="0"/>
          </a:endParaRPr>
        </a:p>
      </dsp:txBody>
      <dsp:txXfrm>
        <a:off x="1939" y="624697"/>
        <a:ext cx="7564459" cy="4538675"/>
      </dsp:txXfrm>
    </dsp:sp>
    <dsp:sp modelId="{62F8A4A4-74DE-44D3-9C08-1BEAC3267203}">
      <dsp:nvSpPr>
        <dsp:cNvPr id="0" name=""/>
        <dsp:cNvSpPr/>
      </dsp:nvSpPr>
      <dsp:spPr>
        <a:xfrm>
          <a:off x="8322845" y="624697"/>
          <a:ext cx="7564459" cy="453867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200" b="1" i="0" kern="1200" dirty="0">
              <a:latin typeface="Open Sans" pitchFamily="2" charset="0"/>
              <a:ea typeface="Open Sans" pitchFamily="2" charset="0"/>
              <a:cs typeface="Open Sans" pitchFamily="2" charset="0"/>
            </a:rPr>
            <a:t>ПОРЯДОК РАЗРАБОТКИ:</a:t>
          </a:r>
          <a:r>
            <a:rPr lang="ru-RU" sz="3200" b="0" i="0" kern="1200" dirty="0">
              <a:latin typeface="Open Sans" pitchFamily="2" charset="0"/>
              <a:ea typeface="Open Sans" pitchFamily="2" charset="0"/>
              <a:cs typeface="Open Sans" pitchFamily="2" charset="0"/>
            </a:rPr>
            <a:t> </a:t>
          </a:r>
          <a:endParaRPr lang="ru-RU" sz="3200" kern="1200" dirty="0">
            <a:latin typeface="Open Sans" pitchFamily="2" charset="0"/>
            <a:ea typeface="Open Sans" pitchFamily="2" charset="0"/>
            <a:cs typeface="Open Sans" pitchFamily="2" charset="0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2400" b="0" i="0" kern="1200" dirty="0">
              <a:latin typeface="Open Sans" pitchFamily="2" charset="0"/>
              <a:ea typeface="Open Sans" pitchFamily="2" charset="0"/>
              <a:cs typeface="Open Sans" pitchFamily="2" charset="0"/>
            </a:rPr>
            <a:t>подобрать соответствующий ФГОС и сопоставить его требования к результатам обучения с квалификацией, описанной в </a:t>
          </a:r>
          <a:r>
            <a:rPr lang="ru-RU" sz="2400" b="0" i="0" kern="1200" dirty="0" err="1">
              <a:latin typeface="Open Sans" pitchFamily="2" charset="0"/>
              <a:ea typeface="Open Sans" pitchFamily="2" charset="0"/>
              <a:cs typeface="Open Sans" pitchFamily="2" charset="0"/>
            </a:rPr>
            <a:t>профстандарте</a:t>
          </a:r>
          <a:r>
            <a:rPr lang="ru-RU" sz="3800" b="0" i="0" kern="1200" dirty="0">
              <a:latin typeface="Open Sans" pitchFamily="2" charset="0"/>
              <a:ea typeface="Open Sans" pitchFamily="2" charset="0"/>
              <a:cs typeface="Open Sans" pitchFamily="2" charset="0"/>
            </a:rPr>
            <a:t>.</a:t>
          </a:r>
          <a:endParaRPr lang="ru-RU" sz="3800" kern="1200" dirty="0">
            <a:latin typeface="Open Sans" pitchFamily="2" charset="0"/>
            <a:ea typeface="Open Sans" pitchFamily="2" charset="0"/>
            <a:cs typeface="Open Sans" pitchFamily="2" charset="0"/>
          </a:endParaRPr>
        </a:p>
      </dsp:txBody>
      <dsp:txXfrm>
        <a:off x="8322845" y="624697"/>
        <a:ext cx="7564459" cy="453867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0B1759-0D12-4381-A35E-535251661AD1}">
      <dsp:nvSpPr>
        <dsp:cNvPr id="0" name=""/>
        <dsp:cNvSpPr/>
      </dsp:nvSpPr>
      <dsp:spPr bwMode="auto">
        <a:xfrm>
          <a:off x="4562471" y="3018274"/>
          <a:ext cx="101820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1018203" y="45720"/>
              </a:lnTo>
            </a:path>
          </a:pathLst>
        </a:custGeom>
        <a:noFill/>
        <a:ln w="9525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/>
          </a:pPr>
          <a:endParaRPr lang="ru-RU" sz="500" b="1" kern="1200">
            <a:solidFill>
              <a:schemeClr val="bg1"/>
            </a:solidFill>
            <a:latin typeface="Open Sans"/>
          </a:endParaRPr>
        </a:p>
      </dsp:txBody>
      <dsp:txXfrm>
        <a:off x="5045352" y="3058750"/>
        <a:ext cx="52440" cy="10488"/>
      </dsp:txXfrm>
    </dsp:sp>
    <dsp:sp modelId="{7FFA67D9-5FE1-44F4-890A-67DE7BB72CFB}">
      <dsp:nvSpPr>
        <dsp:cNvPr id="0" name=""/>
        <dsp:cNvSpPr/>
      </dsp:nvSpPr>
      <dsp:spPr bwMode="auto">
        <a:xfrm>
          <a:off x="4257" y="1695990"/>
          <a:ext cx="4560014" cy="273600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/>
          </a:pPr>
          <a:r>
            <a:rPr lang="ru-RU" sz="2400" b="1" kern="1200">
              <a:latin typeface="Open Sans"/>
            </a:rPr>
            <a:t>Этап 1. Выбор предмета оценивания</a:t>
          </a:r>
        </a:p>
      </dsp:txBody>
      <dsp:txXfrm>
        <a:off x="4257" y="1695990"/>
        <a:ext cx="4560014" cy="2736008"/>
      </dsp:txXfrm>
    </dsp:sp>
    <dsp:sp modelId="{EC724528-7BEC-4150-86E3-45274A693738}">
      <dsp:nvSpPr>
        <dsp:cNvPr id="0" name=""/>
        <dsp:cNvSpPr/>
      </dsp:nvSpPr>
      <dsp:spPr bwMode="auto">
        <a:xfrm>
          <a:off x="10171288" y="3018274"/>
          <a:ext cx="101820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1018203" y="45720"/>
              </a:lnTo>
            </a:path>
          </a:pathLst>
        </a:custGeom>
        <a:noFill/>
        <a:ln w="9525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/>
          </a:pPr>
          <a:endParaRPr lang="ru-RU" sz="500" b="1" kern="1200">
            <a:solidFill>
              <a:schemeClr val="bg1"/>
            </a:solidFill>
            <a:latin typeface="Open Sans"/>
          </a:endParaRPr>
        </a:p>
      </dsp:txBody>
      <dsp:txXfrm>
        <a:off x="10654169" y="3058750"/>
        <a:ext cx="52440" cy="10488"/>
      </dsp:txXfrm>
    </dsp:sp>
    <dsp:sp modelId="{E0C8C897-64C8-4266-80FE-74C17A3C2430}">
      <dsp:nvSpPr>
        <dsp:cNvPr id="0" name=""/>
        <dsp:cNvSpPr/>
      </dsp:nvSpPr>
      <dsp:spPr bwMode="auto">
        <a:xfrm>
          <a:off x="5613074" y="1695990"/>
          <a:ext cx="4560014" cy="273600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/>
          </a:pPr>
          <a:r>
            <a:rPr lang="ru-RU" sz="2400" b="1" kern="1200">
              <a:latin typeface="Open Sans"/>
            </a:rPr>
            <a:t>Этап 2. Выбор объекта оценивания</a:t>
          </a:r>
        </a:p>
      </dsp:txBody>
      <dsp:txXfrm>
        <a:off x="5613074" y="1695990"/>
        <a:ext cx="4560014" cy="2736008"/>
      </dsp:txXfrm>
    </dsp:sp>
    <dsp:sp modelId="{D54912F1-2028-43A0-B948-F66E75F647D5}">
      <dsp:nvSpPr>
        <dsp:cNvPr id="0" name=""/>
        <dsp:cNvSpPr/>
      </dsp:nvSpPr>
      <dsp:spPr bwMode="auto">
        <a:xfrm>
          <a:off x="15780105" y="3018274"/>
          <a:ext cx="101820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1018203" y="45720"/>
              </a:lnTo>
            </a:path>
          </a:pathLst>
        </a:custGeom>
        <a:noFill/>
        <a:ln w="9525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/>
          </a:pPr>
          <a:endParaRPr lang="ru-RU" sz="500" b="1" kern="1200">
            <a:solidFill>
              <a:schemeClr val="bg1"/>
            </a:solidFill>
            <a:latin typeface="Open Sans"/>
          </a:endParaRPr>
        </a:p>
      </dsp:txBody>
      <dsp:txXfrm>
        <a:off x="16262987" y="3058750"/>
        <a:ext cx="52440" cy="10488"/>
      </dsp:txXfrm>
    </dsp:sp>
    <dsp:sp modelId="{03777B4E-B67A-4BDB-BFDD-AA14508C07F7}">
      <dsp:nvSpPr>
        <dsp:cNvPr id="0" name=""/>
        <dsp:cNvSpPr/>
      </dsp:nvSpPr>
      <dsp:spPr bwMode="auto">
        <a:xfrm>
          <a:off x="11221891" y="1695990"/>
          <a:ext cx="4560014" cy="273600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/>
          </a:pPr>
          <a:r>
            <a:rPr lang="ru-RU" sz="2400" b="1" kern="1200">
              <a:latin typeface="Open Sans"/>
            </a:rPr>
            <a:t>Этап 3. Определение ресурсного обеспечения оценивания</a:t>
          </a:r>
          <a:endParaRPr lang="ru-RU" kern="1200"/>
        </a:p>
      </dsp:txBody>
      <dsp:txXfrm>
        <a:off x="11221891" y="1695990"/>
        <a:ext cx="4560014" cy="2736008"/>
      </dsp:txXfrm>
    </dsp:sp>
    <dsp:sp modelId="{EA88F2CC-2A7D-42F9-AD02-B79F599B0A95}">
      <dsp:nvSpPr>
        <dsp:cNvPr id="0" name=""/>
        <dsp:cNvSpPr/>
      </dsp:nvSpPr>
      <dsp:spPr bwMode="auto">
        <a:xfrm>
          <a:off x="2284264" y="4430198"/>
          <a:ext cx="16826451" cy="1018203"/>
        </a:xfrm>
        <a:custGeom>
          <a:avLst/>
          <a:gdLst/>
          <a:ahLst/>
          <a:cxnLst/>
          <a:rect l="0" t="0" r="0" b="0"/>
          <a:pathLst>
            <a:path>
              <a:moveTo>
                <a:pt x="16826451" y="0"/>
              </a:moveTo>
              <a:lnTo>
                <a:pt x="16826451" y="526201"/>
              </a:lnTo>
              <a:lnTo>
                <a:pt x="0" y="526201"/>
              </a:lnTo>
              <a:lnTo>
                <a:pt x="0" y="1018203"/>
              </a:lnTo>
            </a:path>
          </a:pathLst>
        </a:custGeom>
        <a:noFill/>
        <a:ln w="9525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/>
          </a:pPr>
          <a:endParaRPr lang="ru-RU" sz="500" b="1" kern="1200">
            <a:solidFill>
              <a:schemeClr val="bg1"/>
            </a:solidFill>
            <a:latin typeface="Open Sans"/>
          </a:endParaRPr>
        </a:p>
      </dsp:txBody>
      <dsp:txXfrm>
        <a:off x="10276012" y="4934056"/>
        <a:ext cx="842955" cy="10488"/>
      </dsp:txXfrm>
    </dsp:sp>
    <dsp:sp modelId="{619B2C2F-1B9D-43D8-9505-DF5BF5846ABD}">
      <dsp:nvSpPr>
        <dsp:cNvPr id="0" name=""/>
        <dsp:cNvSpPr/>
      </dsp:nvSpPr>
      <dsp:spPr bwMode="auto">
        <a:xfrm>
          <a:off x="16830708" y="1695990"/>
          <a:ext cx="4560014" cy="273600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/>
          </a:pPr>
          <a:r>
            <a:rPr lang="ru-RU" sz="2400" b="1" kern="1200">
              <a:latin typeface="Open Sans"/>
            </a:rPr>
            <a:t>Этап 4. Выбор методов и разработка процедуры оценивания</a:t>
          </a:r>
          <a:endParaRPr lang="ru-RU" kern="1200"/>
        </a:p>
      </dsp:txBody>
      <dsp:txXfrm>
        <a:off x="16830708" y="1695990"/>
        <a:ext cx="4560014" cy="2736008"/>
      </dsp:txXfrm>
    </dsp:sp>
    <dsp:sp modelId="{A5AA70A5-E6A8-40BB-8B5F-27AF87A2C711}">
      <dsp:nvSpPr>
        <dsp:cNvPr id="0" name=""/>
        <dsp:cNvSpPr/>
      </dsp:nvSpPr>
      <dsp:spPr bwMode="auto">
        <a:xfrm>
          <a:off x="4562471" y="6803086"/>
          <a:ext cx="101820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1018203" y="45720"/>
              </a:lnTo>
            </a:path>
          </a:pathLst>
        </a:custGeom>
        <a:noFill/>
        <a:ln w="9525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/>
          </a:pPr>
          <a:endParaRPr lang="ru-RU" sz="500" b="1" kern="1200">
            <a:solidFill>
              <a:schemeClr val="bg1"/>
            </a:solidFill>
            <a:latin typeface="Open Sans"/>
          </a:endParaRPr>
        </a:p>
      </dsp:txBody>
      <dsp:txXfrm>
        <a:off x="5045352" y="6843562"/>
        <a:ext cx="52440" cy="10488"/>
      </dsp:txXfrm>
    </dsp:sp>
    <dsp:sp modelId="{7EB97B4B-9128-429E-8463-D5CFF75F859B}">
      <dsp:nvSpPr>
        <dsp:cNvPr id="0" name=""/>
        <dsp:cNvSpPr/>
      </dsp:nvSpPr>
      <dsp:spPr bwMode="auto">
        <a:xfrm>
          <a:off x="4257" y="5480802"/>
          <a:ext cx="4560014" cy="273600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/>
          </a:pPr>
          <a:r>
            <a:rPr lang="ru-RU" sz="2400" b="1" kern="1200">
              <a:latin typeface="Open Sans"/>
            </a:rPr>
            <a:t>Этап 5. Определение показателей и критериев оценки</a:t>
          </a:r>
          <a:endParaRPr lang="ru-RU" kern="1200"/>
        </a:p>
      </dsp:txBody>
      <dsp:txXfrm>
        <a:off x="4257" y="5480802"/>
        <a:ext cx="4560014" cy="2736008"/>
      </dsp:txXfrm>
    </dsp:sp>
    <dsp:sp modelId="{34A45627-D3F0-4051-A52E-0F7537A71D84}">
      <dsp:nvSpPr>
        <dsp:cNvPr id="0" name=""/>
        <dsp:cNvSpPr/>
      </dsp:nvSpPr>
      <dsp:spPr bwMode="auto">
        <a:xfrm>
          <a:off x="10171288" y="6803086"/>
          <a:ext cx="101820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1018203" y="45720"/>
              </a:lnTo>
            </a:path>
          </a:pathLst>
        </a:custGeom>
        <a:noFill/>
        <a:ln w="9525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/>
          </a:pPr>
          <a:endParaRPr lang="ru-RU" sz="500" b="1" kern="1200">
            <a:solidFill>
              <a:schemeClr val="bg1"/>
            </a:solidFill>
            <a:latin typeface="Open Sans"/>
          </a:endParaRPr>
        </a:p>
      </dsp:txBody>
      <dsp:txXfrm>
        <a:off x="10654169" y="6843562"/>
        <a:ext cx="52440" cy="10488"/>
      </dsp:txXfrm>
    </dsp:sp>
    <dsp:sp modelId="{633891EA-2F94-4820-9577-87D6E312985A}">
      <dsp:nvSpPr>
        <dsp:cNvPr id="0" name=""/>
        <dsp:cNvSpPr/>
      </dsp:nvSpPr>
      <dsp:spPr bwMode="auto">
        <a:xfrm>
          <a:off x="5613074" y="5480802"/>
          <a:ext cx="4560014" cy="273600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/>
          </a:pPr>
          <a:r>
            <a:rPr lang="ru-RU" sz="2400" b="1" kern="1200">
              <a:latin typeface="Open Sans"/>
            </a:rPr>
            <a:t>Этап 6. Формирование типового задания</a:t>
          </a:r>
          <a:endParaRPr lang="ru-RU" kern="1200"/>
        </a:p>
      </dsp:txBody>
      <dsp:txXfrm>
        <a:off x="5613074" y="5480802"/>
        <a:ext cx="4560014" cy="2736008"/>
      </dsp:txXfrm>
    </dsp:sp>
    <dsp:sp modelId="{FFA5979E-A3AB-4FAC-9E17-97DA0766501A}">
      <dsp:nvSpPr>
        <dsp:cNvPr id="0" name=""/>
        <dsp:cNvSpPr/>
      </dsp:nvSpPr>
      <dsp:spPr bwMode="auto">
        <a:xfrm>
          <a:off x="11221891" y="5480802"/>
          <a:ext cx="4560014" cy="273600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/>
          </a:pPr>
          <a:r>
            <a:rPr lang="ru-RU" sz="2400" b="1" kern="1200">
              <a:latin typeface="Open Sans"/>
            </a:rPr>
            <a:t>Этап 7. Формирование фонда оценочных средств</a:t>
          </a:r>
          <a:endParaRPr lang="ru-RU" kern="1200"/>
        </a:p>
      </dsp:txBody>
      <dsp:txXfrm>
        <a:off x="11221891" y="5480802"/>
        <a:ext cx="4560014" cy="273600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>
            <a:spLocks noGrp="1" noRot="1" noChangeAspec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" name="Shape 74"/>
          <p:cNvSpPr>
            <a:spLocks noGrp="1"/>
          </p:cNvSpPr>
          <p:nvPr>
            <p:ph type="body" sz="quarter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1828800">
      <a:defRPr sz="2400">
        <a:latin typeface="+mn-lt"/>
        <a:ea typeface="+mn-ea"/>
        <a:cs typeface="+mn-cs"/>
      </a:defRPr>
    </a:lvl1pPr>
    <a:lvl2pPr indent="228600" defTabSz="1828800">
      <a:defRPr sz="2400">
        <a:latin typeface="+mn-lt"/>
        <a:ea typeface="+mn-ea"/>
        <a:cs typeface="+mn-cs"/>
      </a:defRPr>
    </a:lvl2pPr>
    <a:lvl3pPr indent="457200" defTabSz="1828800">
      <a:defRPr sz="2400">
        <a:latin typeface="+mn-lt"/>
        <a:ea typeface="+mn-ea"/>
        <a:cs typeface="+mn-cs"/>
      </a:defRPr>
    </a:lvl3pPr>
    <a:lvl4pPr indent="685800" defTabSz="1828800">
      <a:defRPr sz="2400">
        <a:latin typeface="+mn-lt"/>
        <a:ea typeface="+mn-ea"/>
        <a:cs typeface="+mn-cs"/>
      </a:defRPr>
    </a:lvl4pPr>
    <a:lvl5pPr indent="914400" defTabSz="1828800">
      <a:defRPr sz="2400">
        <a:latin typeface="+mn-lt"/>
        <a:ea typeface="+mn-ea"/>
        <a:cs typeface="+mn-cs"/>
      </a:defRPr>
    </a:lvl5pPr>
    <a:lvl6pPr indent="1143000" defTabSz="1828800">
      <a:defRPr sz="2400">
        <a:latin typeface="+mn-lt"/>
        <a:ea typeface="+mn-ea"/>
        <a:cs typeface="+mn-cs"/>
      </a:defRPr>
    </a:lvl6pPr>
    <a:lvl7pPr indent="1371600" defTabSz="1828800">
      <a:defRPr sz="2400">
        <a:latin typeface="+mn-lt"/>
        <a:ea typeface="+mn-ea"/>
        <a:cs typeface="+mn-cs"/>
      </a:defRPr>
    </a:lvl7pPr>
    <a:lvl8pPr indent="1600200" defTabSz="1828800">
      <a:defRPr sz="2400">
        <a:latin typeface="+mn-lt"/>
        <a:ea typeface="+mn-ea"/>
        <a:cs typeface="+mn-cs"/>
      </a:defRPr>
    </a:lvl8pPr>
    <a:lvl9pPr indent="1828800" defTabSz="1828800">
      <a:defRPr sz="2400"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Слайд 1. Титул</a:t>
            </a:r>
          </a:p>
          <a:p/>
          <a:p>
            <a:r>
              <a:t>Добрый день.</a:t>
            </a:r>
          </a:p>
          <a:p>
            <a:r>
              <a:t>Сегодня мы разберём методику разработки рабочей программы.</a:t>
            </a:r>
          </a:p>
          <a:p>
            <a:r>
              <a:t>Это пошаговый алгоритм: от рабочей группы и профстандартов до учебного плана, графика и экспертизы дополнительной профессиональной программы.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6603E-7D41-4B3A-A1FE-5F5EFDD65191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Open San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5267655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r>
              <a:t>Слайд 12. Благодарность</a:t>
            </a:r>
          </a:p>
          <a:p/>
          <a:p>
            <a:r>
              <a:t>На этом методика разработки рабочей программы завершена.</a:t>
            </a:r>
          </a:p>
          <a:p>
            <a:r>
              <a:t>Путь простой по шагам, но строгий по смыслу: группа, профстандарты, сопоставление с ФГОС, результаты, оценка, структура, план и экспертиза.</a:t>
            </a:r>
          </a:p>
          <a:p>
            <a:r>
              <a:t>Благодарю за внимание.</a:t>
            </a:r>
          </a:p>
        </p:txBody>
      </p:sp>
    </p:spTree>
    <p:extLst>
      <p:ext uri="{BB962C8B-B14F-4D97-AF65-F5344CB8AC3E}">
        <p14:creationId xmlns:p14="http://schemas.microsoft.com/office/powerpoint/2010/main" val="28543596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Слайд 2. Шаг 1. Создание рабочей группы</a:t>
            </a:r>
          </a:p>
          <a:p/>
          <a:p>
            <a:r>
              <a:t>Первый шаг — создать рабочую группу разработчиков.</a:t>
            </a:r>
          </a:p>
          <a:p>
            <a:r>
              <a:t>Чтобы программа была не «бумажной», а реально связанной с практикой, в группу рекомендуется включать представителей работодателей или их объединений.</a:t>
            </a:r>
          </a:p>
          <a:p>
            <a:r>
              <a:t>Так требования профессиональных стандартов учитываются уже на старте, а не «дописываются» в конце.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Слайд 3. Шаг 2. Выбор профессиональных стандартов</a:t>
            </a:r>
          </a:p>
          <a:p/>
          <a:p>
            <a:r>
              <a:t>Второй шаг — выбрать профессиональные стандарты.</a:t>
            </a:r>
          </a:p>
          <a:p>
            <a:r>
              <a:t>Алгоритм простой и жёсткий по смыслу.</a:t>
            </a:r>
          </a:p>
          <a:p>
            <a:r>
              <a:t>Сначала находите подходящий профстандарт на сайте Минтруда.</a:t>
            </a:r>
          </a:p>
          <a:p>
            <a:r>
              <a:t>Затем из него выбираете нужные обобщённые трудовые функции и трудовые функции.</a:t>
            </a:r>
          </a:p>
          <a:p>
            <a:r>
              <a:t>Важно: уровень квалификации выбранных функций не должен превышать возможности вашей программы.</a:t>
            </a:r>
          </a:p>
          <a:p>
            <a:r>
              <a:t>Учитывайте заявленный уровень квалификации ДПП, срок обучения и исходное образование слушателей.</a:t>
            </a:r>
          </a:p>
          <a:p>
            <a:r>
              <a:t>Иначе программа обещает то, чему за отведённое время научить нельзя.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Слайд 4. Шаг 3. Сопоставление ФГОС и образовательных стандартов</a:t>
            </a:r>
          </a:p>
          <a:p/>
          <a:p>
            <a:r>
              <a:t>Третий шаг — сопоставить требования ФГОС и профессионального стандарта.</a:t>
            </a:r>
          </a:p>
          <a:p>
            <a:r>
              <a:t>По закону об образовании программы профессиональной переподготовки разрабатывают на основе профстандартов и требований ФГОС среднего профессионального или высшего образования.</a:t>
            </a:r>
          </a:p>
          <a:p>
            <a:r>
              <a:t>Порядок такой: подобрать соответствующий ФГОС и сопоставить его требования к результатам обучения с квалификацией, описанной в профстандарте.</a:t>
            </a:r>
          </a:p>
          <a:p>
            <a:r>
              <a:t>Именно здесь появляется согласованность: что требует рынок труда и что задаёт образовательная норма.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Слайд 5. Шаг 4. Результаты освоения программы</a:t>
            </a:r>
          </a:p>
          <a:p/>
          <a:p>
            <a:r>
              <a:t>Четвёртый шаг — сформировать результаты освоения программы с учётом профстандарта.</a:t>
            </a:r>
          </a:p>
          <a:p>
            <a:r>
              <a:t>Программы повышения квалификации нужны, чтобы актуализировать квалификацию, когда меняются цели, содержание, технологии или нормативная база профессиональной деятельности.</a:t>
            </a:r>
          </a:p>
          <a:p>
            <a:r>
              <a:t>В таблице результатов фиксируют имеющуюся квалификацию слушателей, виды деятельности, профессиональные компетенции, практический опыт, умения и знания.</a:t>
            </a:r>
          </a:p>
          <a:p>
            <a:r>
              <a:t>При необходимости добавляют и общие компетенции.</a:t>
            </a:r>
          </a:p>
          <a:p>
            <a:r>
              <a:t>Ключевое требование: показать перечень профессиональных компетенций в рамках имеющейся квалификации, которые качественно меняются в результате обучения.</a:t>
            </a:r>
          </a:p>
          <a:p>
            <a:r>
              <a:t>То есть результат — не список тем, а измеримое изменение компетенций.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Слайд 6. Шаг 5. Оценка результатов обучения</a:t>
            </a:r>
          </a:p>
          <a:p/>
          <a:p>
            <a:r>
              <a:t>Пятый шаг — разработать процедуры и средства оценки результатов обучения.</a:t>
            </a:r>
          </a:p>
          <a:p>
            <a:r>
              <a:t>Цель освоения программ под профстандарты — получение профессиональной квалификации.</a:t>
            </a:r>
          </a:p>
          <a:p>
            <a:r>
              <a:t>Итоговую аттестацию по ДПП организация проводит в форме, которую выбирает сама.</a:t>
            </a:r>
          </a:p>
          <a:p>
            <a:r>
              <a:t>Закон не ограничивает жёстко ни содержание программ переподготовки, ни порядок квалификационных экзаменов.</a:t>
            </a:r>
          </a:p>
          <a:p>
            <a:r>
              <a:t>Значит, ответственность за качество оценивания лежит на разработчиках: важно заранее продумать, как будет подтверждаться результат.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Слайд 7. Шаг 5. Этапы разработки оценочных средств</a:t>
            </a:r>
          </a:p>
          <a:p/>
          <a:p>
            <a:r>
              <a:t>Продолжаем пятый шаг — уже через этапы разработки фонда оценочных средств.</a:t>
            </a:r>
          </a:p>
          <a:p>
            <a:r>
              <a:t>Сначала выбирают предмет оценивания, затем объект оценивания.</a:t>
            </a:r>
          </a:p>
          <a:p>
            <a:r>
              <a:t>Дальше определяют ресурсное обеспечение: кто, чем и в каких условиях будет оценивать.</a:t>
            </a:r>
          </a:p>
          <a:p>
            <a:r>
              <a:t>Затем выбирают методы и разрабатывают саму процедуру оценивания.</a:t>
            </a:r>
          </a:p>
          <a:p>
            <a:r>
              <a:t>После этого задают показатели и критерии оценки.</a:t>
            </a:r>
          </a:p>
          <a:p>
            <a:r>
              <a:t>На их основе формируют типовое задание и в итоге собирают фонд оценочных средств.</a:t>
            </a:r>
          </a:p>
          <a:p>
            <a:r>
              <a:t>Так оценка становится системой, а не разовым тестом «на всякий случай».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Слайд 8. Шаг 6. Структура программы: практика и стажировка</a:t>
            </a:r>
          </a:p>
          <a:p/>
          <a:p>
            <a:r>
              <a:t>Шестой шаг — формирование структуры и содержания программы.</a:t>
            </a:r>
          </a:p>
          <a:p>
            <a:r>
              <a:t>На этом слайде — связка компетенций и практики.</a:t>
            </a:r>
          </a:p>
          <a:p>
            <a:r>
              <a:t>В таблице фиксируют освоенные компетенции и виды работ на практике или стажировке.</a:t>
            </a:r>
          </a:p>
          <a:p>
            <a:r>
              <a:t>Отдельно указывают вид деятельности и объём практики: в неделях, часах или зачётных единицах.</a:t>
            </a:r>
          </a:p>
          <a:p>
            <a:r>
              <a:t>Практика здесь не «добавка», а способ подтвердить, что компетенция реально отрабатывается в деятельности.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Слайд 9. Шаг 6. Структура программы: умения, знания и темы</a:t>
            </a:r>
          </a:p>
          <a:p/>
          <a:p>
            <a:r>
              <a:t>Тот же шестой шаг, но уже в разрезе учебного содержания.</a:t>
            </a:r>
          </a:p>
          <a:p>
            <a:r>
              <a:t>Сначала связывают результаты обучения — компетенции — с умениями и знаниями, а затем с учебными курсами и дисциплинами.</a:t>
            </a:r>
          </a:p>
          <a:p>
            <a:r>
              <a:t>Далее умения раскладывают по темам и видам занятий, а знания — по темам теоретической части.</a:t>
            </a:r>
          </a:p>
          <a:p>
            <a:r>
              <a:t>Так появляется прозрачная логика: зачем эта тема, какое умение она даёт и какую компетенцию поддерживает.</a:t>
            </a:r>
          </a:p>
          <a:p>
            <a:r>
              <a:t>Без этой связки программа легко превращается в набор разрозненных разделов.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Слайд 10. Шаг 7. Учебный план и календарный график</a:t>
            </a:r>
          </a:p>
          <a:p/>
          <a:p>
            <a:r>
              <a:t>Седьмой шаг — учебный план и календарный учебный график.</a:t>
            </a:r>
          </a:p>
          <a:p>
            <a:r>
              <a:t>Здесь по итогам всей предыдущей работы расставляют часы по элементам программы, определяют последовательность и при необходимости корректируют нагрузку.</a:t>
            </a:r>
          </a:p>
          <a:p>
            <a:r>
              <a:t>В примере для курса первой помощи видно типовое распределение: организационно-правовые аспекты, остановка дыхания и кровообращения, кровотечения и травмы, прочие состояния и итоговый контроль.</a:t>
            </a:r>
          </a:p>
          <a:p>
            <a:r>
              <a:t>Календарный график показывает, как эти часы ложатся по дням обучения.</a:t>
            </a:r>
          </a:p>
          <a:p>
            <a:r>
              <a:t>Именно на этом шаге программа становится реализуемой во времени, а не только на бумаге.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t>Слайд 11. Шаг 8. Экспертиза программы</a:t>
            </a:r>
          </a:p>
          <a:p/>
          <a:p>
            <a:r>
              <a:t>Восьмой шаг — экспертиза дополнительной профессиональной программы.</a:t>
            </a:r>
          </a:p>
          <a:p>
            <a:r>
              <a:t>Он нужен, чтобы обеспечить качество за счёт оценки всеми участниками образовательного процесса.</a:t>
            </a:r>
          </a:p>
          <a:p>
            <a:r>
              <a:t>К экспертизе целесообразно привлекать представителей работодателей и их объединений, слушателей или выпускников программ, а также педагогов, которые будут программу реализовывать.</a:t>
            </a:r>
          </a:p>
          <a:p>
            <a:r>
              <a:t>Так выявляются пробелы до запуска: и по содержанию, и по практике, и по реалистичности нагрузки.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3048801" y="5006974"/>
            <a:ext cx="18292766" cy="2012952"/>
          </a:xfrm>
          <a:prstGeom prst="rect">
            <a:avLst/>
          </a:prstGeom>
        </p:spPr>
        <p:txBody>
          <a:bodyPr anchor="b"/>
          <a:lstStyle>
            <a:lvl1pPr algn="ctr">
              <a:defRPr sz="88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3048801" y="7204074"/>
            <a:ext cx="18292766" cy="59522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indent="3656686" algn="ctr"/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855057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712932" y="3708962"/>
            <a:ext cx="21036680" cy="1405968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712932" y="5817091"/>
            <a:ext cx="21036680" cy="755170"/>
          </a:xfrm>
          <a:prstGeom prst="rect">
            <a:avLst/>
          </a:prstGeom>
        </p:spPr>
        <p:txBody>
          <a:bodyPr/>
          <a:lstStyle>
            <a:lvl1pPr algn="ctr">
              <a:defRPr sz="3200"/>
            </a:lvl1pPr>
            <a:lvl2pPr algn="ctr">
              <a:defRPr sz="3200"/>
            </a:lvl2pPr>
            <a:lvl3pPr algn="ctr">
              <a:defRPr sz="3200"/>
            </a:lvl3pPr>
            <a:lvl4pPr algn="ctr">
              <a:defRPr sz="3200"/>
            </a:lvl4pPr>
            <a:lvl5pPr algn="ctr">
              <a:defRPr sz="32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4" name="Rectangle 8"/>
          <p:cNvSpPr/>
          <p:nvPr/>
        </p:nvSpPr>
        <p:spPr bwMode="auto">
          <a:xfrm>
            <a:off x="11454348" y="5305993"/>
            <a:ext cx="1553848" cy="91438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B2B2B2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B2B2B2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21"/>
          </p:nvPr>
        </p:nvSpPr>
        <p:spPr bwMode="auto">
          <a:xfrm>
            <a:off x="3173483" y="7458076"/>
            <a:ext cx="18040222" cy="24003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73718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5768166" y="3938096"/>
            <a:ext cx="6926764" cy="429150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8066053" y="3938103"/>
            <a:ext cx="7128082" cy="550330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" name="Text Placeholder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5768173" y="8556338"/>
            <a:ext cx="6981446" cy="146178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8066053" y="4700107"/>
            <a:ext cx="7128082" cy="329105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6108332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 bwMode="auto">
          <a:xfrm>
            <a:off x="-1" y="1457323"/>
            <a:ext cx="22749614" cy="1087233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65" name="Picture Placeholder 13"/>
          <p:cNvSpPr>
            <a:spLocks noGrp="1"/>
          </p:cNvSpPr>
          <p:nvPr>
            <p:ph type="pic" idx="21"/>
          </p:nvPr>
        </p:nvSpPr>
        <p:spPr bwMode="auto">
          <a:xfrm>
            <a:off x="-349805" y="1864518"/>
            <a:ext cx="22553158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6" name="Picture Placeholder 14"/>
          <p:cNvSpPr>
            <a:spLocks noGrp="1"/>
          </p:cNvSpPr>
          <p:nvPr>
            <p:ph type="pic" idx="22"/>
          </p:nvPr>
        </p:nvSpPr>
        <p:spPr bwMode="auto">
          <a:xfrm>
            <a:off x="-349808" y="1864518"/>
            <a:ext cx="22553156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2775886"/>
            <a:ext cx="10518342" cy="144649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2260788"/>
            <a:ext cx="10518342" cy="72446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152190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286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6859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9" name="Straight Connector 7"/>
          <p:cNvSpPr/>
          <p:nvPr/>
        </p:nvSpPr>
        <p:spPr bwMode="auto">
          <a:xfrm>
            <a:off x="1676838" y="23717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80" name="Picture Placeholder 11"/>
          <p:cNvSpPr>
            <a:spLocks noGrp="1"/>
          </p:cNvSpPr>
          <p:nvPr>
            <p:ph type="pic" sz="quarter" idx="21"/>
          </p:nvPr>
        </p:nvSpPr>
        <p:spPr bwMode="auto">
          <a:xfrm>
            <a:off x="5239062" y="3918325"/>
            <a:ext cx="2939628" cy="293809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68041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1" y="0"/>
            <a:ext cx="14807446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8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807451" y="0"/>
            <a:ext cx="958291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11055" y="2931886"/>
            <a:ext cx="6402470" cy="2210028"/>
          </a:xfrm>
          <a:prstGeom prst="rect">
            <a:avLst/>
          </a:prstGeom>
        </p:spPr>
        <p:txBody>
          <a:bodyPr/>
          <a:lstStyle>
            <a:lvl1pPr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9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382015" y="4875221"/>
            <a:ext cx="6331510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9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067136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" name="Picture Placeholder 57"/>
          <p:cNvSpPr>
            <a:spLocks noGrp="1"/>
          </p:cNvSpPr>
          <p:nvPr>
            <p:ph type="pic" sz="half" idx="21"/>
          </p:nvPr>
        </p:nvSpPr>
        <p:spPr bwMode="auto">
          <a:xfrm>
            <a:off x="-228720" y="-235851"/>
            <a:ext cx="6925512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99" name="Picture Placeholder 60"/>
          <p:cNvSpPr>
            <a:spLocks noGrp="1"/>
          </p:cNvSpPr>
          <p:nvPr>
            <p:ph type="pic" sz="half" idx="22"/>
          </p:nvPr>
        </p:nvSpPr>
        <p:spPr bwMode="auto">
          <a:xfrm>
            <a:off x="4018456" y="-235857"/>
            <a:ext cx="8742460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0" name="Picture Placeholder 63"/>
          <p:cNvSpPr>
            <a:spLocks noGrp="1"/>
          </p:cNvSpPr>
          <p:nvPr>
            <p:ph type="pic" idx="23"/>
          </p:nvPr>
        </p:nvSpPr>
        <p:spPr bwMode="auto">
          <a:xfrm>
            <a:off x="10003309" y="-235853"/>
            <a:ext cx="9858630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1" name="Picture Placeholder 67"/>
          <p:cNvSpPr>
            <a:spLocks noGrp="1"/>
          </p:cNvSpPr>
          <p:nvPr>
            <p:ph type="pic" sz="half" idx="24"/>
          </p:nvPr>
        </p:nvSpPr>
        <p:spPr bwMode="auto">
          <a:xfrm>
            <a:off x="17266401" y="-235855"/>
            <a:ext cx="7238322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2" name="Picture Placeholder 8"/>
          <p:cNvSpPr>
            <a:spLocks noGrp="1"/>
          </p:cNvSpPr>
          <p:nvPr>
            <p:ph type="pic" idx="25"/>
          </p:nvPr>
        </p:nvSpPr>
        <p:spPr bwMode="auto">
          <a:xfrm>
            <a:off x="-831705" y="-651331"/>
            <a:ext cx="25797034" cy="149352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759459"/>
            <a:ext cx="21036680" cy="109855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685800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0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359377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618573"/>
            <a:ext cx="21036680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1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1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88629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722743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55918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95641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9" name="Picture Placeholder 17"/>
          <p:cNvSpPr>
            <a:spLocks noGrp="1"/>
          </p:cNvSpPr>
          <p:nvPr>
            <p:ph type="pic" sz="quarter" idx="25"/>
          </p:nvPr>
        </p:nvSpPr>
        <p:spPr bwMode="auto">
          <a:xfrm>
            <a:off x="3468915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0" name="Picture Placeholder 20"/>
          <p:cNvSpPr>
            <a:spLocks noGrp="1"/>
          </p:cNvSpPr>
          <p:nvPr>
            <p:ph type="pic" sz="quarter" idx="26"/>
          </p:nvPr>
        </p:nvSpPr>
        <p:spPr bwMode="auto">
          <a:xfrm>
            <a:off x="9277180" y="7772403"/>
            <a:ext cx="2674904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1" name="Picture Placeholder 23"/>
          <p:cNvSpPr>
            <a:spLocks noGrp="1"/>
          </p:cNvSpPr>
          <p:nvPr>
            <p:ph type="pic" sz="quarter" idx="27"/>
          </p:nvPr>
        </p:nvSpPr>
        <p:spPr bwMode="auto">
          <a:xfrm>
            <a:off x="15099109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2" name="Picture Placeholder 26"/>
          <p:cNvSpPr>
            <a:spLocks noGrp="1"/>
          </p:cNvSpPr>
          <p:nvPr>
            <p:ph type="pic" sz="quarter" idx="28"/>
          </p:nvPr>
        </p:nvSpPr>
        <p:spPr bwMode="auto">
          <a:xfrm>
            <a:off x="20935563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3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3653159" y="7897812"/>
            <a:ext cx="2312982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4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453096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5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528006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6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111651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7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886293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8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886293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9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6686239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0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6686239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1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255918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2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255918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3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35913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4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35913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903267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479052"/>
            <a:ext cx="21036680" cy="15212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4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4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04212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5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215778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6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604212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7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215778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8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2220597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49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2220597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2220597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7677155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677153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7677155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2213213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5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2213213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6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2213213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7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7669775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8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7669775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9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7669775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090871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9297"/>
            <a:ext cx="21036680" cy="147096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6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6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69" name="Picture Placeholder 9"/>
          <p:cNvSpPr>
            <a:spLocks noGrp="1"/>
          </p:cNvSpPr>
          <p:nvPr>
            <p:ph type="pic" sz="quarter" idx="21"/>
          </p:nvPr>
        </p:nvSpPr>
        <p:spPr bwMode="auto">
          <a:xfrm>
            <a:off x="121681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0" name="Picture Placeholder 10"/>
          <p:cNvSpPr>
            <a:spLocks noGrp="1"/>
          </p:cNvSpPr>
          <p:nvPr>
            <p:ph type="pic" sz="quarter" idx="22"/>
          </p:nvPr>
        </p:nvSpPr>
        <p:spPr bwMode="auto">
          <a:xfrm>
            <a:off x="586259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1050837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2" name="Picture Placeholder 12"/>
          <p:cNvSpPr>
            <a:spLocks noGrp="1"/>
          </p:cNvSpPr>
          <p:nvPr>
            <p:ph type="pic" sz="quarter" idx="24"/>
          </p:nvPr>
        </p:nvSpPr>
        <p:spPr bwMode="auto">
          <a:xfrm>
            <a:off x="1515415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3" name="Picture Placeholder 13"/>
          <p:cNvSpPr>
            <a:spLocks noGrp="1"/>
          </p:cNvSpPr>
          <p:nvPr>
            <p:ph type="pic" sz="quarter" idx="25"/>
          </p:nvPr>
        </p:nvSpPr>
        <p:spPr bwMode="auto">
          <a:xfrm>
            <a:off x="19799930" y="3936820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966801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66801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66801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561797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5617975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61797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0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026914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1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0269147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2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026914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3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4920323" y="804436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4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4920321" y="938798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5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4920323" y="863549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6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9571495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7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9571493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8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9571495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676608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95884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9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753159"/>
            <a:ext cx="10064082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9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7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57959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0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1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457959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2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3929356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3" name="Text Placeholder 2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048790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4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57952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5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6577384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6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6457952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7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6577384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8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3929356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9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4048790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9987948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1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38744" y="9144000"/>
            <a:ext cx="1225161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3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4814230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4933662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25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7009408" y="6561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6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128842" y="6660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27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4910412" y="11133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8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029846" y="11232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3847847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36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7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8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9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0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7071342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7190774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4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4814232" y="6575845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3" name="Text Placeholder 2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4933664" y="6675438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44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5093510" y="1225709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4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8718" y="9466730"/>
            <a:ext cx="21036680" cy="1142536"/>
          </a:xfrm>
          <a:prstGeom prst="rect">
            <a:avLst/>
          </a:prstGeom>
        </p:spPr>
        <p:txBody>
          <a:bodyPr/>
          <a:lstStyle>
            <a:lvl1pPr algn="ctr">
              <a:defRPr sz="7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7359769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" name="Picture Placeholder 11"/>
          <p:cNvSpPr>
            <a:spLocks noGrp="1"/>
          </p:cNvSpPr>
          <p:nvPr>
            <p:ph type="pic" idx="21"/>
          </p:nvPr>
        </p:nvSpPr>
        <p:spPr bwMode="auto">
          <a:xfrm>
            <a:off x="-3" y="-2"/>
            <a:ext cx="24390358" cy="1365409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54" name="Picture Placeholder 10"/>
          <p:cNvSpPr>
            <a:spLocks noGrp="1"/>
          </p:cNvSpPr>
          <p:nvPr>
            <p:ph type="pic" idx="22"/>
          </p:nvPr>
        </p:nvSpPr>
        <p:spPr bwMode="auto">
          <a:xfrm>
            <a:off x="-39339693" y="-17373600"/>
            <a:ext cx="24390358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6474"/>
            <a:ext cx="21036680" cy="155690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5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83385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57" name="Picture Placeholder 9"/>
          <p:cNvSpPr>
            <a:spLocks noGrp="1"/>
          </p:cNvSpPr>
          <p:nvPr>
            <p:ph type="pic" sz="quarter" idx="23"/>
          </p:nvPr>
        </p:nvSpPr>
        <p:spPr bwMode="auto">
          <a:xfrm>
            <a:off x="20060730" y="7347746"/>
            <a:ext cx="2089444" cy="2088356"/>
          </a:xfrm>
          <a:prstGeom prst="rect">
            <a:avLst/>
          </a:prstGeom>
          <a:ln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730156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 bwMode="auto">
          <a:xfrm>
            <a:off x="12195185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65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2" y="0"/>
            <a:ext cx="1223330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6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349303"/>
            <a:ext cx="9124796" cy="3406774"/>
          </a:xfrm>
          <a:prstGeom prst="rect">
            <a:avLst/>
          </a:prstGeom>
          <a:ln w="9525">
            <a:solidFill>
              <a:schemeClr val="accent2"/>
            </a:solidFill>
            <a:round/>
          </a:ln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6230252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75" name="Rectangle 6"/>
          <p:cNvSpPr/>
          <p:nvPr/>
        </p:nvSpPr>
        <p:spPr bwMode="auto">
          <a:xfrm>
            <a:off x="7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444898"/>
            <a:ext cx="9124796" cy="3406776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5713667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9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9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22920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9880" y="7348957"/>
            <a:ext cx="3295912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00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34740" y="7448548"/>
            <a:ext cx="3014864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367357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0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0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310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1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2254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2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27767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3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4504261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4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287843" y="876300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5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3287843" y="944246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6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504259" y="871631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7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504259" y="939577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8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4504252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9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4689765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77660155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2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2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329" name="Text Placeholder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546443" y="4145287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0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546443" y="4886331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2573097" y="4145287"/>
            <a:ext cx="2339242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2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546443" y="8208871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546443" y="8949917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4" name="Picture Placeholder 11"/>
          <p:cNvSpPr>
            <a:spLocks noGrp="1"/>
          </p:cNvSpPr>
          <p:nvPr>
            <p:ph type="pic" sz="quarter" idx="26"/>
          </p:nvPr>
        </p:nvSpPr>
        <p:spPr bwMode="auto">
          <a:xfrm>
            <a:off x="2573097" y="8208864"/>
            <a:ext cx="2339242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6311048" y="4145287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311048" y="4886331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7" name="Picture Placeholder 11"/>
          <p:cNvSpPr>
            <a:spLocks noGrp="1"/>
          </p:cNvSpPr>
          <p:nvPr>
            <p:ph type="pic" sz="quarter" idx="29"/>
          </p:nvPr>
        </p:nvSpPr>
        <p:spPr bwMode="auto">
          <a:xfrm>
            <a:off x="13337700" y="4145287"/>
            <a:ext cx="2339240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6311048" y="8208871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6311048" y="8949917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40" name="Picture Placeholder 11"/>
          <p:cNvSpPr>
            <a:spLocks noGrp="1"/>
          </p:cNvSpPr>
          <p:nvPr>
            <p:ph type="pic" sz="quarter" idx="32"/>
          </p:nvPr>
        </p:nvSpPr>
        <p:spPr bwMode="auto">
          <a:xfrm>
            <a:off x="13337700" y="8208864"/>
            <a:ext cx="2339240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410852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48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1" y="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4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466491" y="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0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9923875" y="685800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2" name="Picture Placeholder 8"/>
          <p:cNvSpPr>
            <a:spLocks noGrp="1"/>
          </p:cNvSpPr>
          <p:nvPr>
            <p:ph type="pic" sz="half" idx="25"/>
          </p:nvPr>
        </p:nvSpPr>
        <p:spPr bwMode="auto">
          <a:xfrm>
            <a:off x="4508606" y="3390909"/>
            <a:ext cx="15339132" cy="6858002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5183871" y="3950260"/>
            <a:ext cx="13825238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5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5183871" y="5007543"/>
            <a:ext cx="13825238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4046049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62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2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3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6260920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4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8129436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5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-205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6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6258870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7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812738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8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34983" y="5873750"/>
            <a:ext cx="11512198" cy="19685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7068063" y="6329362"/>
            <a:ext cx="10254242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73791375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3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9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7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0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1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2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6359671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3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6359671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4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6359671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5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6819826" y="10414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6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6819826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7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6819826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8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6819826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9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6819826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00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6819826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05433210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08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11149"/>
            <a:ext cx="12195178" cy="1370485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0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-1" y="8040921"/>
            <a:ext cx="12195178" cy="567508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0" name="Picture Placeholder 8"/>
          <p:cNvSpPr>
            <a:spLocks noGrp="1"/>
          </p:cNvSpPr>
          <p:nvPr>
            <p:ph type="pic" idx="23"/>
          </p:nvPr>
        </p:nvSpPr>
        <p:spPr bwMode="auto">
          <a:xfrm>
            <a:off x="12195176" y="2"/>
            <a:ext cx="1219518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76" y="8036300"/>
            <a:ext cx="12195180" cy="56797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676845" y="9174297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1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76845" y="10014865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45" y="8510335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126591" y="9144819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126591" y="9985387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4126591" y="8480857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80505182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5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6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2195185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7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8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85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2636186" y="4572007"/>
            <a:ext cx="9558992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95185" y="4572007"/>
            <a:ext cx="9558990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2636186" y="6829426"/>
            <a:ext cx="9558992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2195185" y="6829426"/>
            <a:ext cx="9558990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4702409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" name="Picture Placeholder 11"/>
          <p:cNvSpPr>
            <a:spLocks noGrp="1"/>
          </p:cNvSpPr>
          <p:nvPr>
            <p:ph type="pic" sz="half" idx="21"/>
          </p:nvPr>
        </p:nvSpPr>
        <p:spPr bwMode="auto">
          <a:xfrm>
            <a:off x="0" y="-2"/>
            <a:ext cx="13873096" cy="80083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0" name="Picture Placeholder 14"/>
          <p:cNvSpPr>
            <a:spLocks noGrp="1"/>
          </p:cNvSpPr>
          <p:nvPr>
            <p:ph type="pic" sz="half" idx="22"/>
          </p:nvPr>
        </p:nvSpPr>
        <p:spPr bwMode="auto">
          <a:xfrm>
            <a:off x="11655359" y="2"/>
            <a:ext cx="12735002" cy="80083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1" name="Picture Placeholder 17"/>
          <p:cNvSpPr>
            <a:spLocks noGrp="1"/>
          </p:cNvSpPr>
          <p:nvPr>
            <p:ph type="pic" sz="quarter" idx="23"/>
          </p:nvPr>
        </p:nvSpPr>
        <p:spPr bwMode="auto">
          <a:xfrm>
            <a:off x="0" y="8977932"/>
            <a:ext cx="11655352" cy="47378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2" name="Picture Placeholder 20"/>
          <p:cNvSpPr>
            <a:spLocks noGrp="1"/>
          </p:cNvSpPr>
          <p:nvPr>
            <p:ph type="pic" sz="quarter" idx="24"/>
          </p:nvPr>
        </p:nvSpPr>
        <p:spPr bwMode="auto">
          <a:xfrm>
            <a:off x="12598619" y="8978159"/>
            <a:ext cx="11791742" cy="47378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49656" y="7922742"/>
            <a:ext cx="21091040" cy="1231528"/>
          </a:xfrm>
          <a:prstGeom prst="rect">
            <a:avLst/>
          </a:prstGeom>
        </p:spPr>
        <p:txBody>
          <a:bodyPr/>
          <a:lstStyle>
            <a:lvl1pPr algn="ctr">
              <a:defRPr sz="60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4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9154277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4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3467926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5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6" y="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76" y="457200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79" y="9144000"/>
            <a:ext cx="635966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9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6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5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5835517" y="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6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5835517" y="4572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7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5835517" y="9144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8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-1" y="31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9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-1" y="4603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0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-1" y="9175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1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460169" y="10727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2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460169" y="16823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3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460169" y="5530409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4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460169" y="61400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5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460169" y="101591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6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460169" y="107687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91290190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973606"/>
            <a:ext cx="12195178" cy="552002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4" name="Picture Placeholder 13"/>
          <p:cNvSpPr>
            <a:spLocks noGrp="1"/>
          </p:cNvSpPr>
          <p:nvPr>
            <p:ph type="pic" sz="quarter" idx="22"/>
          </p:nvPr>
        </p:nvSpPr>
        <p:spPr bwMode="auto">
          <a:xfrm>
            <a:off x="-792853" y="7220230"/>
            <a:ext cx="7957522" cy="170488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8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8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88" name="Text Placeholder 28"/>
          <p:cNvSpPr>
            <a:spLocks noGrp="1"/>
          </p:cNvSpPr>
          <p:nvPr>
            <p:ph type="body" sz="quarter" idx="23"/>
          </p:nvPr>
        </p:nvSpPr>
        <p:spPr bwMode="auto">
          <a:xfrm>
            <a:off x="779590" y="7543249"/>
            <a:ext cx="5660800" cy="1087906"/>
          </a:xfrm>
          <a:prstGeom prst="rect">
            <a:avLst/>
          </a:prstGeom>
        </p:spPr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9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3566742" y="3973613"/>
            <a:ext cx="7932856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90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3566742" y="4653058"/>
            <a:ext cx="7932856" cy="428074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91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38" y="10220324"/>
            <a:ext cx="10518340" cy="162990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02723775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804511" y="3993785"/>
            <a:ext cx="759538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9533" y="3993778"/>
            <a:ext cx="7576322" cy="385604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01" name="Picture Placeholder 14"/>
          <p:cNvSpPr>
            <a:spLocks noGrp="1"/>
          </p:cNvSpPr>
          <p:nvPr>
            <p:ph type="pic" sz="quarter" idx="23"/>
          </p:nvPr>
        </p:nvSpPr>
        <p:spPr bwMode="auto">
          <a:xfrm>
            <a:off x="6150213" y="3993785"/>
            <a:ext cx="1208994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0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71824100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4000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4573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512" name="Straight Connector 7"/>
          <p:cNvSpPr/>
          <p:nvPr/>
        </p:nvSpPr>
        <p:spPr bwMode="auto">
          <a:xfrm>
            <a:off x="1676838" y="21431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1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524603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829682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21347683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219517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524603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9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829682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0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21347683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1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219517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2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1524603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3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829682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4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21347683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5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19517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6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1524603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7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1829682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8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21347683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7037411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2" y="4622612"/>
            <a:ext cx="24380824" cy="50327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3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3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3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70600873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2" y="3665156"/>
            <a:ext cx="2438082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7" name="Picture Placeholder 8"/>
          <p:cNvSpPr>
            <a:spLocks noGrp="1"/>
          </p:cNvSpPr>
          <p:nvPr>
            <p:ph type="pic" idx="22"/>
          </p:nvPr>
        </p:nvSpPr>
        <p:spPr bwMode="auto">
          <a:xfrm>
            <a:off x="9" y="3665156"/>
            <a:ext cx="2439035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49" name="CLICK TO EDIT MASTER TITLE STYLE"/>
          <p:cNvSpPr txBox="1">
            <a:spLocks noGrp="1"/>
          </p:cNvSpPr>
          <p:nvPr>
            <p:ph type="title" hasCustomPrompt="1"/>
          </p:nvPr>
        </p:nvSpPr>
        <p:spPr bwMode="auto">
          <a:xfrm>
            <a:off x="1604219" y="5850395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55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7232071"/>
            <a:ext cx="21145402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02710564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7620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5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5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8957480" y="6130927"/>
            <a:ext cx="2534972" cy="42640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982234" y="2514605"/>
            <a:ext cx="10212944" cy="3159126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6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982234" y="5673726"/>
            <a:ext cx="10212944" cy="457200"/>
          </a:xfrm>
          <a:prstGeom prst="rect">
            <a:avLst/>
          </a:prstGeom>
        </p:spPr>
        <p:txBody>
          <a:bodyPr/>
          <a:lstStyle>
            <a:lvl1pPr algn="r">
              <a:defRPr sz="3200">
                <a:solidFill>
                  <a:schemeClr val="accent4"/>
                </a:solidFill>
              </a:defRPr>
            </a:lvl1pPr>
            <a:lvl2pPr algn="r">
              <a:defRPr sz="3200">
                <a:solidFill>
                  <a:schemeClr val="accent4"/>
                </a:solidFill>
              </a:defRPr>
            </a:lvl2pPr>
            <a:lvl3pPr algn="r">
              <a:defRPr sz="3200">
                <a:solidFill>
                  <a:schemeClr val="accent4"/>
                </a:solidFill>
              </a:defRPr>
            </a:lvl3pPr>
            <a:lvl4pPr algn="r">
              <a:defRPr sz="3200">
                <a:solidFill>
                  <a:schemeClr val="accent4"/>
                </a:solidFill>
              </a:defRPr>
            </a:lvl4pPr>
            <a:lvl5pPr algn="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57767641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1029351" y="6261101"/>
            <a:ext cx="2528618" cy="42545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7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23765428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3516609" y="5902878"/>
            <a:ext cx="5563102" cy="28296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8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8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68185693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8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758112" y="7389635"/>
            <a:ext cx="5548180" cy="422031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9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9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62241737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9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043654" y="4658204"/>
            <a:ext cx="6235192" cy="455150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0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0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77085342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0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728123" y="5610227"/>
            <a:ext cx="6373642" cy="35623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75423444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19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2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5476321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45402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60281417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4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7" y="6429375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4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84582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02724521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5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4829183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5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426891163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57246"/>
            <a:ext cx="5991984" cy="68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6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8237446"/>
            <a:ext cx="5991982" cy="147133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  <a:lvl2pPr>
              <a:defRPr>
                <a:solidFill>
                  <a:srgbClr val="888888"/>
                </a:solidFill>
              </a:defRPr>
            </a:lvl2pPr>
            <a:lvl3pPr>
              <a:defRPr>
                <a:solidFill>
                  <a:srgbClr val="888888"/>
                </a:solidFill>
              </a:defRPr>
            </a:lvl3pPr>
            <a:lvl4pPr>
              <a:defRPr>
                <a:solidFill>
                  <a:srgbClr val="888888"/>
                </a:solidFill>
              </a:defRPr>
            </a:lvl4pPr>
            <a:lvl5pPr indent="3656686">
              <a:defRPr>
                <a:solidFill>
                  <a:srgbClr val="888888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6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81656277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7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10518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21036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1554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610518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221036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831554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3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4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610518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5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221036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6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1831554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7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339537" y="6994526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6388015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95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676841" y="3651250"/>
            <a:ext cx="10365902" cy="870267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9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89741003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15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12" y="3362333"/>
            <a:ext cx="10318264" cy="1647826"/>
          </a:xfrm>
          <a:prstGeom prst="rect">
            <a:avLst/>
          </a:prstGeom>
        </p:spPr>
        <p:txBody>
          <a:bodyPr anchor="b"/>
          <a:lstStyle>
            <a:lvl1pPr>
              <a:defRPr sz="4700"/>
            </a:lvl1pPr>
            <a:lvl2pPr>
              <a:defRPr sz="4700"/>
            </a:lvl2pPr>
            <a:lvl3pPr>
              <a:defRPr sz="4700"/>
            </a:lvl3pPr>
            <a:lvl4pPr>
              <a:defRPr sz="4700"/>
            </a:lvl4pPr>
            <a:lvl5pPr indent="3656686">
              <a:defRPr sz="47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05" name="Text Placeholder 4"/>
          <p:cNvSpPr>
            <a:spLocks noGrp="1"/>
          </p:cNvSpPr>
          <p:nvPr>
            <p:ph type="body" sz="quarter" idx="21"/>
          </p:nvPr>
        </p:nvSpPr>
        <p:spPr bwMode="auto">
          <a:xfrm>
            <a:off x="12347625" y="3362333"/>
            <a:ext cx="10369078" cy="1647826"/>
          </a:xfrm>
          <a:prstGeom prst="rect">
            <a:avLst/>
          </a:prstGeom>
        </p:spPr>
        <p:txBody>
          <a:bodyPr anchor="b"/>
          <a:lstStyle/>
          <a:p>
            <a:pPr>
              <a:defRPr sz="4700"/>
            </a:pPr>
            <a:endParaRPr/>
          </a:p>
        </p:txBody>
      </p:sp>
      <p:sp>
        <p:nvSpPr>
          <p:cNvPr id="70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49195610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15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2555627" y="5297495"/>
            <a:ext cx="5301838" cy="1828802"/>
          </a:xfrm>
          <a:prstGeom prst="rect">
            <a:avLst/>
          </a:prstGeom>
        </p:spPr>
        <p:txBody>
          <a:bodyPr/>
          <a:lstStyle>
            <a:lvl1pPr>
              <a:defRPr sz="8800">
                <a:latin typeface="Montserrat Semi Bold"/>
                <a:ea typeface="Montserrat Semi Bold"/>
                <a:cs typeface="Montserrat Semi Bold"/>
              </a:defRPr>
            </a:lvl1pPr>
            <a:lvl2pPr>
              <a:defRPr sz="8800">
                <a:latin typeface="Montserrat Semi Bold"/>
                <a:ea typeface="Montserrat Semi Bold"/>
                <a:cs typeface="Montserrat Semi Bold"/>
              </a:defRPr>
            </a:lvl2pPr>
            <a:lvl3pPr>
              <a:defRPr sz="8800">
                <a:latin typeface="Montserrat Semi Bold"/>
                <a:ea typeface="Montserrat Semi Bold"/>
                <a:cs typeface="Montserrat Semi Bold"/>
              </a:defRPr>
            </a:lvl3pPr>
            <a:lvl4pPr>
              <a:defRPr sz="8800">
                <a:latin typeface="Montserrat Semi Bold"/>
                <a:ea typeface="Montserrat Semi Bold"/>
                <a:cs typeface="Montserrat Semi Bold"/>
              </a:defRPr>
            </a:lvl4pPr>
            <a:lvl5pPr>
              <a:defRPr sz="8800"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16" name="Text Placeholder 7"/>
          <p:cNvSpPr>
            <a:spLocks noGrp="1"/>
          </p:cNvSpPr>
          <p:nvPr>
            <p:ph type="body" sz="quarter" idx="21"/>
          </p:nvPr>
        </p:nvSpPr>
        <p:spPr bwMode="auto">
          <a:xfrm>
            <a:off x="2582620" y="7423155"/>
            <a:ext cx="5274836" cy="153193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" name="Text Placeholder 9"/>
          <p:cNvSpPr>
            <a:spLocks noGrp="1"/>
          </p:cNvSpPr>
          <p:nvPr>
            <p:ph type="body" sz="quarter" idx="22"/>
          </p:nvPr>
        </p:nvSpPr>
        <p:spPr bwMode="auto">
          <a:xfrm>
            <a:off x="8798313" y="5303847"/>
            <a:ext cx="5301838" cy="1828802"/>
          </a:xfrm>
          <a:prstGeom prst="rect">
            <a:avLst/>
          </a:prstGeom>
        </p:spPr>
        <p:txBody>
          <a:bodyPr/>
          <a:lstStyle/>
          <a:p>
            <a:pPr>
              <a:defRPr sz="3200">
                <a:latin typeface="Montserrat Semi Bold"/>
                <a:ea typeface="Montserrat Semi Bold"/>
                <a:cs typeface="Montserrat Semi Bold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5949867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78970282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32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/>
          <a:lstStyle>
            <a:lvl1pPr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33" name="Text Placeholder 3"/>
          <p:cNvSpPr>
            <a:spLocks noGrp="1"/>
          </p:cNvSpPr>
          <p:nvPr>
            <p:ph type="body" sz="quarter" idx="2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/>
          <a:p>
            <a:pPr>
              <a:defRPr sz="3100"/>
            </a:pPr>
            <a:endParaRPr/>
          </a:p>
        </p:txBody>
      </p:sp>
      <p:sp>
        <p:nvSpPr>
          <p:cNvPr id="73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05794537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42" name="Picture Placeholder 2"/>
          <p:cNvSpPr>
            <a:spLocks noGrp="1"/>
          </p:cNvSpPr>
          <p:nvPr>
            <p:ph type="pic" sz="half" idx="2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>
            <a:lvl1pPr>
              <a:defRPr sz="3100"/>
            </a:lvl1pPr>
            <a:lvl2pPr>
              <a:defRPr sz="3100"/>
            </a:lvl2pPr>
            <a:lvl3pPr>
              <a:defRPr sz="3100"/>
            </a:lvl3pPr>
            <a:lvl4pPr>
              <a:defRPr sz="3100"/>
            </a:lvl4pPr>
            <a:lvl5pPr indent="3656686">
              <a:defRPr sz="31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4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30805435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4939815" y="4114800"/>
            <a:ext cx="8233890" cy="54864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36990300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5243970" y="4297681"/>
            <a:ext cx="9146384" cy="54864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06309794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62210904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" name="Picture Placeholder 6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8686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85497721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3048801" y="5006974"/>
            <a:ext cx="18292766" cy="2012952"/>
          </a:xfrm>
          <a:prstGeom prst="rect">
            <a:avLst/>
          </a:prstGeom>
        </p:spPr>
        <p:txBody>
          <a:bodyPr anchor="b"/>
          <a:lstStyle>
            <a:lvl1pPr algn="ctr">
              <a:defRPr sz="88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3048801" y="7204074"/>
            <a:ext cx="18292766" cy="59522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indent="3656686" algn="ctr"/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11028177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712932" y="3708962"/>
            <a:ext cx="21036680" cy="1405968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712932" y="5817091"/>
            <a:ext cx="21036680" cy="755170"/>
          </a:xfrm>
          <a:prstGeom prst="rect">
            <a:avLst/>
          </a:prstGeom>
        </p:spPr>
        <p:txBody>
          <a:bodyPr/>
          <a:lstStyle>
            <a:lvl1pPr algn="ctr">
              <a:defRPr sz="3200"/>
            </a:lvl1pPr>
            <a:lvl2pPr algn="ctr">
              <a:defRPr sz="3200"/>
            </a:lvl2pPr>
            <a:lvl3pPr algn="ctr">
              <a:defRPr sz="3200"/>
            </a:lvl3pPr>
            <a:lvl4pPr algn="ctr">
              <a:defRPr sz="3200"/>
            </a:lvl4pPr>
            <a:lvl5pPr algn="ctr">
              <a:defRPr sz="32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4" name="Rectangle 8"/>
          <p:cNvSpPr/>
          <p:nvPr/>
        </p:nvSpPr>
        <p:spPr bwMode="auto">
          <a:xfrm>
            <a:off x="11454348" y="5305993"/>
            <a:ext cx="1553848" cy="91438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B2B2B2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B2B2B2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21"/>
          </p:nvPr>
        </p:nvSpPr>
        <p:spPr bwMode="auto">
          <a:xfrm>
            <a:off x="3173483" y="7458076"/>
            <a:ext cx="18040222" cy="24003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7125484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5768166" y="3938096"/>
            <a:ext cx="6926764" cy="429150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8066053" y="3938103"/>
            <a:ext cx="7128082" cy="550330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" name="Text Placeholder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5768173" y="8556338"/>
            <a:ext cx="6981446" cy="146178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8066053" y="4700107"/>
            <a:ext cx="7128082" cy="329105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51910534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 bwMode="auto">
          <a:xfrm>
            <a:off x="-1" y="1457323"/>
            <a:ext cx="22749614" cy="1087233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65" name="Picture Placeholder 13"/>
          <p:cNvSpPr>
            <a:spLocks noGrp="1"/>
          </p:cNvSpPr>
          <p:nvPr>
            <p:ph type="pic" idx="21"/>
          </p:nvPr>
        </p:nvSpPr>
        <p:spPr bwMode="auto">
          <a:xfrm>
            <a:off x="-349805" y="1864518"/>
            <a:ext cx="22553158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6" name="Picture Placeholder 14"/>
          <p:cNvSpPr>
            <a:spLocks noGrp="1"/>
          </p:cNvSpPr>
          <p:nvPr>
            <p:ph type="pic" idx="22"/>
          </p:nvPr>
        </p:nvSpPr>
        <p:spPr bwMode="auto">
          <a:xfrm>
            <a:off x="-349808" y="1864518"/>
            <a:ext cx="22553156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2775886"/>
            <a:ext cx="10518342" cy="144649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2260788"/>
            <a:ext cx="10518342" cy="72446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20404245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286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6859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9" name="Straight Connector 7"/>
          <p:cNvSpPr/>
          <p:nvPr/>
        </p:nvSpPr>
        <p:spPr bwMode="auto">
          <a:xfrm>
            <a:off x="1676838" y="23717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80" name="Picture Placeholder 11"/>
          <p:cNvSpPr>
            <a:spLocks noGrp="1"/>
          </p:cNvSpPr>
          <p:nvPr>
            <p:ph type="pic" sz="quarter" idx="21"/>
          </p:nvPr>
        </p:nvSpPr>
        <p:spPr bwMode="auto">
          <a:xfrm>
            <a:off x="5239062" y="3918325"/>
            <a:ext cx="2939628" cy="293809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08557616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1" y="0"/>
            <a:ext cx="14807446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8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807451" y="0"/>
            <a:ext cx="958291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11055" y="2931886"/>
            <a:ext cx="6402470" cy="2210028"/>
          </a:xfrm>
          <a:prstGeom prst="rect">
            <a:avLst/>
          </a:prstGeom>
        </p:spPr>
        <p:txBody>
          <a:bodyPr/>
          <a:lstStyle>
            <a:lvl1pPr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9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382015" y="4875221"/>
            <a:ext cx="6331510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9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31707625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" name="Picture Placeholder 57"/>
          <p:cNvSpPr>
            <a:spLocks noGrp="1"/>
          </p:cNvSpPr>
          <p:nvPr>
            <p:ph type="pic" sz="half" idx="21"/>
          </p:nvPr>
        </p:nvSpPr>
        <p:spPr bwMode="auto">
          <a:xfrm>
            <a:off x="-228720" y="-235851"/>
            <a:ext cx="6925512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99" name="Picture Placeholder 60"/>
          <p:cNvSpPr>
            <a:spLocks noGrp="1"/>
          </p:cNvSpPr>
          <p:nvPr>
            <p:ph type="pic" sz="half" idx="22"/>
          </p:nvPr>
        </p:nvSpPr>
        <p:spPr bwMode="auto">
          <a:xfrm>
            <a:off x="4018456" y="-235857"/>
            <a:ext cx="8742460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0" name="Picture Placeholder 63"/>
          <p:cNvSpPr>
            <a:spLocks noGrp="1"/>
          </p:cNvSpPr>
          <p:nvPr>
            <p:ph type="pic" idx="23"/>
          </p:nvPr>
        </p:nvSpPr>
        <p:spPr bwMode="auto">
          <a:xfrm>
            <a:off x="10003309" y="-235853"/>
            <a:ext cx="9858630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1" name="Picture Placeholder 67"/>
          <p:cNvSpPr>
            <a:spLocks noGrp="1"/>
          </p:cNvSpPr>
          <p:nvPr>
            <p:ph type="pic" sz="half" idx="24"/>
          </p:nvPr>
        </p:nvSpPr>
        <p:spPr bwMode="auto">
          <a:xfrm>
            <a:off x="17266401" y="-235855"/>
            <a:ext cx="7238322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2" name="Picture Placeholder 8"/>
          <p:cNvSpPr>
            <a:spLocks noGrp="1"/>
          </p:cNvSpPr>
          <p:nvPr>
            <p:ph type="pic" idx="25"/>
          </p:nvPr>
        </p:nvSpPr>
        <p:spPr bwMode="auto">
          <a:xfrm>
            <a:off x="-831705" y="-651331"/>
            <a:ext cx="25797034" cy="149352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759459"/>
            <a:ext cx="21036680" cy="109855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685800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0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336771357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618573"/>
            <a:ext cx="21036680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1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1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88629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722743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55918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95641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9" name="Picture Placeholder 17"/>
          <p:cNvSpPr>
            <a:spLocks noGrp="1"/>
          </p:cNvSpPr>
          <p:nvPr>
            <p:ph type="pic" sz="quarter" idx="25"/>
          </p:nvPr>
        </p:nvSpPr>
        <p:spPr bwMode="auto">
          <a:xfrm>
            <a:off x="3468915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0" name="Picture Placeholder 20"/>
          <p:cNvSpPr>
            <a:spLocks noGrp="1"/>
          </p:cNvSpPr>
          <p:nvPr>
            <p:ph type="pic" sz="quarter" idx="26"/>
          </p:nvPr>
        </p:nvSpPr>
        <p:spPr bwMode="auto">
          <a:xfrm>
            <a:off x="9277180" y="7772403"/>
            <a:ext cx="2674904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1" name="Picture Placeholder 23"/>
          <p:cNvSpPr>
            <a:spLocks noGrp="1"/>
          </p:cNvSpPr>
          <p:nvPr>
            <p:ph type="pic" sz="quarter" idx="27"/>
          </p:nvPr>
        </p:nvSpPr>
        <p:spPr bwMode="auto">
          <a:xfrm>
            <a:off x="15099109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2" name="Picture Placeholder 26"/>
          <p:cNvSpPr>
            <a:spLocks noGrp="1"/>
          </p:cNvSpPr>
          <p:nvPr>
            <p:ph type="pic" sz="quarter" idx="28"/>
          </p:nvPr>
        </p:nvSpPr>
        <p:spPr bwMode="auto">
          <a:xfrm>
            <a:off x="20935563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3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3653159" y="7897812"/>
            <a:ext cx="2312982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4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453096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5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528006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6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111651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7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886293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8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886293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9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6686239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0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6686239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1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255918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2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255918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3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35913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4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35913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290310156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479052"/>
            <a:ext cx="21036680" cy="15212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4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4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04212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5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215778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6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604212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7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215778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8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2220597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49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2220597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2220597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7677155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677153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7677155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2213213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5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2213213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6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2213213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7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7669775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8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7669775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9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7669775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4286810110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9297"/>
            <a:ext cx="21036680" cy="147096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6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6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69" name="Picture Placeholder 9"/>
          <p:cNvSpPr>
            <a:spLocks noGrp="1"/>
          </p:cNvSpPr>
          <p:nvPr>
            <p:ph type="pic" sz="quarter" idx="21"/>
          </p:nvPr>
        </p:nvSpPr>
        <p:spPr bwMode="auto">
          <a:xfrm>
            <a:off x="121681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0" name="Picture Placeholder 10"/>
          <p:cNvSpPr>
            <a:spLocks noGrp="1"/>
          </p:cNvSpPr>
          <p:nvPr>
            <p:ph type="pic" sz="quarter" idx="22"/>
          </p:nvPr>
        </p:nvSpPr>
        <p:spPr bwMode="auto">
          <a:xfrm>
            <a:off x="586259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1050837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2" name="Picture Placeholder 12"/>
          <p:cNvSpPr>
            <a:spLocks noGrp="1"/>
          </p:cNvSpPr>
          <p:nvPr>
            <p:ph type="pic" sz="quarter" idx="24"/>
          </p:nvPr>
        </p:nvSpPr>
        <p:spPr bwMode="auto">
          <a:xfrm>
            <a:off x="1515415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3" name="Picture Placeholder 13"/>
          <p:cNvSpPr>
            <a:spLocks noGrp="1"/>
          </p:cNvSpPr>
          <p:nvPr>
            <p:ph type="pic" sz="quarter" idx="25"/>
          </p:nvPr>
        </p:nvSpPr>
        <p:spPr bwMode="auto">
          <a:xfrm>
            <a:off x="19799930" y="3936820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966801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66801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66801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561797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5617975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61797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0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026914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1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0269147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2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026914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3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4920323" y="804436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4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4920321" y="938798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5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4920323" y="863549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6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9571495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7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9571493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8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9571495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07729091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95884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9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753159"/>
            <a:ext cx="10064082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9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7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57959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0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1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457959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2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3929356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3" name="Text Placeholder 2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048790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4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57952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5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6577384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6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6457952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7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6577384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8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3929356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9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4048790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15192909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1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38744" y="9144000"/>
            <a:ext cx="1225161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3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4814230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4933662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25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7009408" y="6561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6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128842" y="6660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27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4910412" y="11133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8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029846" y="11232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86650071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36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7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8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9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0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7071342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7190774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4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4814232" y="6575845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3" name="Text Placeholder 2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4933664" y="6675438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44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5093510" y="1225709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4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8718" y="9466730"/>
            <a:ext cx="21036680" cy="1142536"/>
          </a:xfrm>
          <a:prstGeom prst="rect">
            <a:avLst/>
          </a:prstGeom>
        </p:spPr>
        <p:txBody>
          <a:bodyPr/>
          <a:lstStyle>
            <a:lvl1pPr algn="ctr">
              <a:defRPr sz="7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679602550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" name="Picture Placeholder 11"/>
          <p:cNvSpPr>
            <a:spLocks noGrp="1"/>
          </p:cNvSpPr>
          <p:nvPr>
            <p:ph type="pic" idx="21"/>
          </p:nvPr>
        </p:nvSpPr>
        <p:spPr bwMode="auto">
          <a:xfrm>
            <a:off x="-3" y="-2"/>
            <a:ext cx="24390358" cy="1365409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54" name="Picture Placeholder 10"/>
          <p:cNvSpPr>
            <a:spLocks noGrp="1"/>
          </p:cNvSpPr>
          <p:nvPr>
            <p:ph type="pic" idx="22"/>
          </p:nvPr>
        </p:nvSpPr>
        <p:spPr bwMode="auto">
          <a:xfrm>
            <a:off x="-39339693" y="-17373600"/>
            <a:ext cx="24390358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6474"/>
            <a:ext cx="21036680" cy="155690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5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83385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57" name="Picture Placeholder 9"/>
          <p:cNvSpPr>
            <a:spLocks noGrp="1"/>
          </p:cNvSpPr>
          <p:nvPr>
            <p:ph type="pic" sz="quarter" idx="23"/>
          </p:nvPr>
        </p:nvSpPr>
        <p:spPr bwMode="auto">
          <a:xfrm>
            <a:off x="20060730" y="7347746"/>
            <a:ext cx="2089444" cy="2088356"/>
          </a:xfrm>
          <a:prstGeom prst="rect">
            <a:avLst/>
          </a:prstGeom>
          <a:ln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51389667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 bwMode="auto">
          <a:xfrm>
            <a:off x="12195185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65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2" y="0"/>
            <a:ext cx="1223330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6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349303"/>
            <a:ext cx="9124796" cy="3406774"/>
          </a:xfrm>
          <a:prstGeom prst="rect">
            <a:avLst/>
          </a:prstGeom>
          <a:ln w="9525">
            <a:solidFill>
              <a:schemeClr val="accent2"/>
            </a:solidFill>
            <a:round/>
          </a:ln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87339017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75" name="Rectangle 6"/>
          <p:cNvSpPr/>
          <p:nvPr/>
        </p:nvSpPr>
        <p:spPr bwMode="auto">
          <a:xfrm>
            <a:off x="7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444898"/>
            <a:ext cx="9124796" cy="3406776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150104827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9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9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22920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9880" y="7348957"/>
            <a:ext cx="3295912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00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34740" y="7448548"/>
            <a:ext cx="3014864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731497648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0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0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310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1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2254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2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27767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3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4504261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4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287843" y="876300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5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3287843" y="944246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6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504259" y="871631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7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504259" y="939577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8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4504252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9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4689765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818111533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2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2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329" name="Text Placeholder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546443" y="4145287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0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546443" y="4886331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2573097" y="4145287"/>
            <a:ext cx="2339242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2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546443" y="8208871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546443" y="8949917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4" name="Picture Placeholder 11"/>
          <p:cNvSpPr>
            <a:spLocks noGrp="1"/>
          </p:cNvSpPr>
          <p:nvPr>
            <p:ph type="pic" sz="quarter" idx="26"/>
          </p:nvPr>
        </p:nvSpPr>
        <p:spPr bwMode="auto">
          <a:xfrm>
            <a:off x="2573097" y="8208864"/>
            <a:ext cx="2339242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6311048" y="4145287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311048" y="4886331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7" name="Picture Placeholder 11"/>
          <p:cNvSpPr>
            <a:spLocks noGrp="1"/>
          </p:cNvSpPr>
          <p:nvPr>
            <p:ph type="pic" sz="quarter" idx="29"/>
          </p:nvPr>
        </p:nvSpPr>
        <p:spPr bwMode="auto">
          <a:xfrm>
            <a:off x="13337700" y="4145287"/>
            <a:ext cx="2339240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6311048" y="8208871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6311048" y="8949917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40" name="Picture Placeholder 11"/>
          <p:cNvSpPr>
            <a:spLocks noGrp="1"/>
          </p:cNvSpPr>
          <p:nvPr>
            <p:ph type="pic" sz="quarter" idx="32"/>
          </p:nvPr>
        </p:nvSpPr>
        <p:spPr bwMode="auto">
          <a:xfrm>
            <a:off x="13337700" y="8208864"/>
            <a:ext cx="2339240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4606519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48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1" y="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4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466491" y="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0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9923875" y="685800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2" name="Picture Placeholder 8"/>
          <p:cNvSpPr>
            <a:spLocks noGrp="1"/>
          </p:cNvSpPr>
          <p:nvPr>
            <p:ph type="pic" sz="half" idx="25"/>
          </p:nvPr>
        </p:nvSpPr>
        <p:spPr bwMode="auto">
          <a:xfrm>
            <a:off x="4508606" y="3390909"/>
            <a:ext cx="15339132" cy="6858002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5183871" y="3950260"/>
            <a:ext cx="13825238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5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5183871" y="5007543"/>
            <a:ext cx="13825238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481554763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62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2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3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6260920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4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8129436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5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-205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6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6258870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7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812738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8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34983" y="5873750"/>
            <a:ext cx="11512198" cy="19685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7068063" y="6329362"/>
            <a:ext cx="10254242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264553635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3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9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7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0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1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2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6359671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3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6359671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4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6359671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5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6819826" y="10414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6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6819826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7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6819826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8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6819826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9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6819826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00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6819826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419853946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08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11149"/>
            <a:ext cx="12195178" cy="1370485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0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-1" y="8040921"/>
            <a:ext cx="12195178" cy="567508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0" name="Picture Placeholder 8"/>
          <p:cNvSpPr>
            <a:spLocks noGrp="1"/>
          </p:cNvSpPr>
          <p:nvPr>
            <p:ph type="pic" idx="23"/>
          </p:nvPr>
        </p:nvSpPr>
        <p:spPr bwMode="auto">
          <a:xfrm>
            <a:off x="12195176" y="2"/>
            <a:ext cx="1219518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76" y="8036300"/>
            <a:ext cx="12195180" cy="56797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676845" y="9174297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1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76845" y="10014865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45" y="8510335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126591" y="9144819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126591" y="9985387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4126591" y="8480857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04668585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5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6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2195185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7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8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85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2636186" y="4572007"/>
            <a:ext cx="9558992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95185" y="4572007"/>
            <a:ext cx="9558990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2636186" y="6829426"/>
            <a:ext cx="9558992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2195185" y="6829426"/>
            <a:ext cx="9558990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54532521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" name="Picture Placeholder 11"/>
          <p:cNvSpPr>
            <a:spLocks noGrp="1"/>
          </p:cNvSpPr>
          <p:nvPr>
            <p:ph type="pic" sz="half" idx="21"/>
          </p:nvPr>
        </p:nvSpPr>
        <p:spPr bwMode="auto">
          <a:xfrm>
            <a:off x="0" y="-2"/>
            <a:ext cx="13873096" cy="80083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0" name="Picture Placeholder 14"/>
          <p:cNvSpPr>
            <a:spLocks noGrp="1"/>
          </p:cNvSpPr>
          <p:nvPr>
            <p:ph type="pic" sz="half" idx="22"/>
          </p:nvPr>
        </p:nvSpPr>
        <p:spPr bwMode="auto">
          <a:xfrm>
            <a:off x="11655359" y="2"/>
            <a:ext cx="12735002" cy="80083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1" name="Picture Placeholder 17"/>
          <p:cNvSpPr>
            <a:spLocks noGrp="1"/>
          </p:cNvSpPr>
          <p:nvPr>
            <p:ph type="pic" sz="quarter" idx="23"/>
          </p:nvPr>
        </p:nvSpPr>
        <p:spPr bwMode="auto">
          <a:xfrm>
            <a:off x="0" y="8977932"/>
            <a:ext cx="11655352" cy="47378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2" name="Picture Placeholder 20"/>
          <p:cNvSpPr>
            <a:spLocks noGrp="1"/>
          </p:cNvSpPr>
          <p:nvPr>
            <p:ph type="pic" sz="quarter" idx="24"/>
          </p:nvPr>
        </p:nvSpPr>
        <p:spPr bwMode="auto">
          <a:xfrm>
            <a:off x="12598619" y="8978159"/>
            <a:ext cx="11791742" cy="47378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49656" y="7922742"/>
            <a:ext cx="21091040" cy="1231528"/>
          </a:xfrm>
          <a:prstGeom prst="rect">
            <a:avLst/>
          </a:prstGeom>
        </p:spPr>
        <p:txBody>
          <a:bodyPr/>
          <a:lstStyle>
            <a:lvl1pPr algn="ctr">
              <a:defRPr sz="60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4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9154277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4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5904943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5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6" y="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76" y="457200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79" y="9144000"/>
            <a:ext cx="635966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9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6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5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5835517" y="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6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5835517" y="4572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7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5835517" y="9144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8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-1" y="31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9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-1" y="4603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0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-1" y="9175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1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460169" y="10727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2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460169" y="16823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3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460169" y="5530409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4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460169" y="61400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5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460169" y="101591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6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460169" y="107687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608219388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973606"/>
            <a:ext cx="12195178" cy="552002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4" name="Picture Placeholder 13"/>
          <p:cNvSpPr>
            <a:spLocks noGrp="1"/>
          </p:cNvSpPr>
          <p:nvPr>
            <p:ph type="pic" sz="quarter" idx="22"/>
          </p:nvPr>
        </p:nvSpPr>
        <p:spPr bwMode="auto">
          <a:xfrm>
            <a:off x="-792853" y="7220230"/>
            <a:ext cx="7957522" cy="170488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8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8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88" name="Text Placeholder 28"/>
          <p:cNvSpPr>
            <a:spLocks noGrp="1"/>
          </p:cNvSpPr>
          <p:nvPr>
            <p:ph type="body" sz="quarter" idx="23"/>
          </p:nvPr>
        </p:nvSpPr>
        <p:spPr bwMode="auto">
          <a:xfrm>
            <a:off x="779590" y="7543249"/>
            <a:ext cx="5660800" cy="1087906"/>
          </a:xfrm>
          <a:prstGeom prst="rect">
            <a:avLst/>
          </a:prstGeom>
        </p:spPr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9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3566742" y="3973613"/>
            <a:ext cx="7932856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90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3566742" y="4653058"/>
            <a:ext cx="7932856" cy="428074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91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38" y="10220324"/>
            <a:ext cx="10518340" cy="162990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68890367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804511" y="3993785"/>
            <a:ext cx="759538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9533" y="3993778"/>
            <a:ext cx="7576322" cy="385604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01" name="Picture Placeholder 14"/>
          <p:cNvSpPr>
            <a:spLocks noGrp="1"/>
          </p:cNvSpPr>
          <p:nvPr>
            <p:ph type="pic" sz="quarter" idx="23"/>
          </p:nvPr>
        </p:nvSpPr>
        <p:spPr bwMode="auto">
          <a:xfrm>
            <a:off x="6150213" y="3993785"/>
            <a:ext cx="1208994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0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589540359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4000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4573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512" name="Straight Connector 7"/>
          <p:cNvSpPr/>
          <p:nvPr/>
        </p:nvSpPr>
        <p:spPr bwMode="auto">
          <a:xfrm>
            <a:off x="1676838" y="21431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1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524603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829682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21347683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219517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524603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9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829682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0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21347683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1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219517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2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1524603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3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829682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4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21347683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5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19517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6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1524603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7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1829682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8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21347683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941819984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2" y="4622612"/>
            <a:ext cx="24380824" cy="50327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3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3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3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348268928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2" y="3665156"/>
            <a:ext cx="2438082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7" name="Picture Placeholder 8"/>
          <p:cNvSpPr>
            <a:spLocks noGrp="1"/>
          </p:cNvSpPr>
          <p:nvPr>
            <p:ph type="pic" idx="22"/>
          </p:nvPr>
        </p:nvSpPr>
        <p:spPr bwMode="auto">
          <a:xfrm>
            <a:off x="9" y="3665156"/>
            <a:ext cx="2439035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49" name="CLICK TO EDIT MASTER TITLE STYLE"/>
          <p:cNvSpPr txBox="1">
            <a:spLocks noGrp="1"/>
          </p:cNvSpPr>
          <p:nvPr>
            <p:ph type="title" hasCustomPrompt="1"/>
          </p:nvPr>
        </p:nvSpPr>
        <p:spPr bwMode="auto">
          <a:xfrm>
            <a:off x="1604219" y="5850395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55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7232071"/>
            <a:ext cx="21145402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881285109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7620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5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5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8957480" y="6130927"/>
            <a:ext cx="2534972" cy="42640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982234" y="2514605"/>
            <a:ext cx="10212944" cy="3159126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6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982234" y="5673726"/>
            <a:ext cx="10212944" cy="457200"/>
          </a:xfrm>
          <a:prstGeom prst="rect">
            <a:avLst/>
          </a:prstGeom>
        </p:spPr>
        <p:txBody>
          <a:bodyPr/>
          <a:lstStyle>
            <a:lvl1pPr algn="r">
              <a:defRPr sz="3200">
                <a:solidFill>
                  <a:schemeClr val="accent4"/>
                </a:solidFill>
              </a:defRPr>
            </a:lvl1pPr>
            <a:lvl2pPr algn="r">
              <a:defRPr sz="3200">
                <a:solidFill>
                  <a:schemeClr val="accent4"/>
                </a:solidFill>
              </a:defRPr>
            </a:lvl2pPr>
            <a:lvl3pPr algn="r">
              <a:defRPr sz="3200">
                <a:solidFill>
                  <a:schemeClr val="accent4"/>
                </a:solidFill>
              </a:defRPr>
            </a:lvl3pPr>
            <a:lvl4pPr algn="r">
              <a:defRPr sz="3200">
                <a:solidFill>
                  <a:schemeClr val="accent4"/>
                </a:solidFill>
              </a:defRPr>
            </a:lvl4pPr>
            <a:lvl5pPr algn="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202680645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1029351" y="6261101"/>
            <a:ext cx="2528618" cy="42545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7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929773487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3516609" y="5902878"/>
            <a:ext cx="5563102" cy="28296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8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8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193706804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8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758112" y="7389635"/>
            <a:ext cx="5548180" cy="422031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9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9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434182802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9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043654" y="4658204"/>
            <a:ext cx="6235192" cy="455150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0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0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632068309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0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728123" y="5610227"/>
            <a:ext cx="6373642" cy="35623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750754484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19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2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5476321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45402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670938339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4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7" y="6429375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4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84582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97299807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5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4829183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5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418829290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57246"/>
            <a:ext cx="5991984" cy="68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6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8237446"/>
            <a:ext cx="5991982" cy="147133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  <a:lvl2pPr>
              <a:defRPr>
                <a:solidFill>
                  <a:srgbClr val="888888"/>
                </a:solidFill>
              </a:defRPr>
            </a:lvl2pPr>
            <a:lvl3pPr>
              <a:defRPr>
                <a:solidFill>
                  <a:srgbClr val="888888"/>
                </a:solidFill>
              </a:defRPr>
            </a:lvl3pPr>
            <a:lvl4pPr>
              <a:defRPr>
                <a:solidFill>
                  <a:srgbClr val="888888"/>
                </a:solidFill>
              </a:defRPr>
            </a:lvl4pPr>
            <a:lvl5pPr indent="3656686">
              <a:defRPr>
                <a:solidFill>
                  <a:srgbClr val="888888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6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88299131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7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10518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21036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1554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610518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221036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831554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3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4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610518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5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221036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6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1831554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7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339537" y="6994526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97373150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95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676841" y="3651250"/>
            <a:ext cx="10365902" cy="870267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9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745573479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15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12" y="3362333"/>
            <a:ext cx="10318264" cy="1647826"/>
          </a:xfrm>
          <a:prstGeom prst="rect">
            <a:avLst/>
          </a:prstGeom>
        </p:spPr>
        <p:txBody>
          <a:bodyPr anchor="b"/>
          <a:lstStyle>
            <a:lvl1pPr>
              <a:defRPr sz="4700"/>
            </a:lvl1pPr>
            <a:lvl2pPr>
              <a:defRPr sz="4700"/>
            </a:lvl2pPr>
            <a:lvl3pPr>
              <a:defRPr sz="4700"/>
            </a:lvl3pPr>
            <a:lvl4pPr>
              <a:defRPr sz="4700"/>
            </a:lvl4pPr>
            <a:lvl5pPr indent="3656686">
              <a:defRPr sz="47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05" name="Text Placeholder 4"/>
          <p:cNvSpPr>
            <a:spLocks noGrp="1"/>
          </p:cNvSpPr>
          <p:nvPr>
            <p:ph type="body" sz="quarter" idx="21"/>
          </p:nvPr>
        </p:nvSpPr>
        <p:spPr bwMode="auto">
          <a:xfrm>
            <a:off x="12347625" y="3362333"/>
            <a:ext cx="10369078" cy="1647826"/>
          </a:xfrm>
          <a:prstGeom prst="rect">
            <a:avLst/>
          </a:prstGeom>
        </p:spPr>
        <p:txBody>
          <a:bodyPr anchor="b"/>
          <a:lstStyle/>
          <a:p>
            <a:pPr>
              <a:defRPr sz="4700"/>
            </a:pPr>
            <a:endParaRPr/>
          </a:p>
        </p:txBody>
      </p:sp>
      <p:sp>
        <p:nvSpPr>
          <p:cNvPr id="70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175592579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15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2555627" y="5297495"/>
            <a:ext cx="5301838" cy="1828802"/>
          </a:xfrm>
          <a:prstGeom prst="rect">
            <a:avLst/>
          </a:prstGeom>
        </p:spPr>
        <p:txBody>
          <a:bodyPr/>
          <a:lstStyle>
            <a:lvl1pPr>
              <a:defRPr sz="8800">
                <a:latin typeface="Montserrat Semi Bold"/>
                <a:ea typeface="Montserrat Semi Bold"/>
                <a:cs typeface="Montserrat Semi Bold"/>
              </a:defRPr>
            </a:lvl1pPr>
            <a:lvl2pPr>
              <a:defRPr sz="8800">
                <a:latin typeface="Montserrat Semi Bold"/>
                <a:ea typeface="Montserrat Semi Bold"/>
                <a:cs typeface="Montserrat Semi Bold"/>
              </a:defRPr>
            </a:lvl2pPr>
            <a:lvl3pPr>
              <a:defRPr sz="8800">
                <a:latin typeface="Montserrat Semi Bold"/>
                <a:ea typeface="Montserrat Semi Bold"/>
                <a:cs typeface="Montserrat Semi Bold"/>
              </a:defRPr>
            </a:lvl3pPr>
            <a:lvl4pPr>
              <a:defRPr sz="8800">
                <a:latin typeface="Montserrat Semi Bold"/>
                <a:ea typeface="Montserrat Semi Bold"/>
                <a:cs typeface="Montserrat Semi Bold"/>
              </a:defRPr>
            </a:lvl4pPr>
            <a:lvl5pPr>
              <a:defRPr sz="8800"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16" name="Text Placeholder 7"/>
          <p:cNvSpPr>
            <a:spLocks noGrp="1"/>
          </p:cNvSpPr>
          <p:nvPr>
            <p:ph type="body" sz="quarter" idx="21"/>
          </p:nvPr>
        </p:nvSpPr>
        <p:spPr bwMode="auto">
          <a:xfrm>
            <a:off x="2582620" y="7423155"/>
            <a:ext cx="5274836" cy="153193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" name="Text Placeholder 9"/>
          <p:cNvSpPr>
            <a:spLocks noGrp="1"/>
          </p:cNvSpPr>
          <p:nvPr>
            <p:ph type="body" sz="quarter" idx="22"/>
          </p:nvPr>
        </p:nvSpPr>
        <p:spPr bwMode="auto">
          <a:xfrm>
            <a:off x="8798313" y="5303847"/>
            <a:ext cx="5301838" cy="1828802"/>
          </a:xfrm>
          <a:prstGeom prst="rect">
            <a:avLst/>
          </a:prstGeom>
        </p:spPr>
        <p:txBody>
          <a:bodyPr/>
          <a:lstStyle/>
          <a:p>
            <a:pPr>
              <a:defRPr sz="3200">
                <a:latin typeface="Montserrat Semi Bold"/>
                <a:ea typeface="Montserrat Semi Bold"/>
                <a:cs typeface="Montserrat Semi Bold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51978225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42917053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32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/>
          <a:lstStyle>
            <a:lvl1pPr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33" name="Text Placeholder 3"/>
          <p:cNvSpPr>
            <a:spLocks noGrp="1"/>
          </p:cNvSpPr>
          <p:nvPr>
            <p:ph type="body" sz="quarter" idx="2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/>
          <a:p>
            <a:pPr>
              <a:defRPr sz="3100"/>
            </a:pPr>
            <a:endParaRPr/>
          </a:p>
        </p:txBody>
      </p:sp>
      <p:sp>
        <p:nvSpPr>
          <p:cNvPr id="73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553835654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42" name="Picture Placeholder 2"/>
          <p:cNvSpPr>
            <a:spLocks noGrp="1"/>
          </p:cNvSpPr>
          <p:nvPr>
            <p:ph type="pic" sz="half" idx="2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>
            <a:lvl1pPr>
              <a:defRPr sz="3100"/>
            </a:lvl1pPr>
            <a:lvl2pPr>
              <a:defRPr sz="3100"/>
            </a:lvl2pPr>
            <a:lvl3pPr>
              <a:defRPr sz="3100"/>
            </a:lvl3pPr>
            <a:lvl4pPr>
              <a:defRPr sz="3100"/>
            </a:lvl4pPr>
            <a:lvl5pPr indent="3656686">
              <a:defRPr sz="31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4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056847669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4939815" y="4114800"/>
            <a:ext cx="8233890" cy="54864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25768690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5243970" y="4297681"/>
            <a:ext cx="9146384" cy="54864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455511749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753094609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" name="Picture Placeholder 6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8686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816144633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3048801" y="5006974"/>
            <a:ext cx="18292766" cy="2012952"/>
          </a:xfrm>
          <a:prstGeom prst="rect">
            <a:avLst/>
          </a:prstGeom>
        </p:spPr>
        <p:txBody>
          <a:bodyPr anchor="b"/>
          <a:lstStyle>
            <a:lvl1pPr algn="ctr">
              <a:defRPr sz="88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3048801" y="7204074"/>
            <a:ext cx="18292766" cy="59522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indent="3656686" algn="ctr"/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4007125024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712932" y="3708962"/>
            <a:ext cx="21036680" cy="1405968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712932" y="5817091"/>
            <a:ext cx="21036680" cy="755170"/>
          </a:xfrm>
          <a:prstGeom prst="rect">
            <a:avLst/>
          </a:prstGeom>
        </p:spPr>
        <p:txBody>
          <a:bodyPr/>
          <a:lstStyle>
            <a:lvl1pPr algn="ctr">
              <a:defRPr sz="3200"/>
            </a:lvl1pPr>
            <a:lvl2pPr algn="ctr">
              <a:defRPr sz="3200"/>
            </a:lvl2pPr>
            <a:lvl3pPr algn="ctr">
              <a:defRPr sz="3200"/>
            </a:lvl3pPr>
            <a:lvl4pPr algn="ctr">
              <a:defRPr sz="3200"/>
            </a:lvl4pPr>
            <a:lvl5pPr algn="ctr">
              <a:defRPr sz="32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4" name="Rectangle 8"/>
          <p:cNvSpPr/>
          <p:nvPr/>
        </p:nvSpPr>
        <p:spPr bwMode="auto">
          <a:xfrm>
            <a:off x="11454348" y="5305993"/>
            <a:ext cx="1553848" cy="91438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B2B2B2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B2B2B2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21"/>
          </p:nvPr>
        </p:nvSpPr>
        <p:spPr bwMode="auto">
          <a:xfrm>
            <a:off x="3173483" y="7458076"/>
            <a:ext cx="18040222" cy="24003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77942688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5768166" y="3938096"/>
            <a:ext cx="6926764" cy="429150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8066053" y="3938103"/>
            <a:ext cx="7128082" cy="550330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" name="Text Placeholder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5768173" y="8556338"/>
            <a:ext cx="6981446" cy="146178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8066053" y="4700107"/>
            <a:ext cx="7128082" cy="329105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931612634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 bwMode="auto">
          <a:xfrm>
            <a:off x="-1" y="1457323"/>
            <a:ext cx="22749614" cy="1087233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65" name="Picture Placeholder 13"/>
          <p:cNvSpPr>
            <a:spLocks noGrp="1"/>
          </p:cNvSpPr>
          <p:nvPr>
            <p:ph type="pic" idx="21"/>
          </p:nvPr>
        </p:nvSpPr>
        <p:spPr bwMode="auto">
          <a:xfrm>
            <a:off x="-349805" y="1864518"/>
            <a:ext cx="22553158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6" name="Picture Placeholder 14"/>
          <p:cNvSpPr>
            <a:spLocks noGrp="1"/>
          </p:cNvSpPr>
          <p:nvPr>
            <p:ph type="pic" idx="22"/>
          </p:nvPr>
        </p:nvSpPr>
        <p:spPr bwMode="auto">
          <a:xfrm>
            <a:off x="-349808" y="1864518"/>
            <a:ext cx="22553156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2775886"/>
            <a:ext cx="10518342" cy="144649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2260788"/>
            <a:ext cx="10518342" cy="72446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149342444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286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6859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9" name="Straight Connector 7"/>
          <p:cNvSpPr/>
          <p:nvPr/>
        </p:nvSpPr>
        <p:spPr bwMode="auto">
          <a:xfrm>
            <a:off x="1676838" y="23717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80" name="Picture Placeholder 11"/>
          <p:cNvSpPr>
            <a:spLocks noGrp="1"/>
          </p:cNvSpPr>
          <p:nvPr>
            <p:ph type="pic" sz="quarter" idx="21"/>
          </p:nvPr>
        </p:nvSpPr>
        <p:spPr bwMode="auto">
          <a:xfrm>
            <a:off x="5239062" y="3918325"/>
            <a:ext cx="2939628" cy="293809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80449518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1" y="0"/>
            <a:ext cx="14807446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8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807451" y="0"/>
            <a:ext cx="958291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11055" y="2931886"/>
            <a:ext cx="6402470" cy="2210028"/>
          </a:xfrm>
          <a:prstGeom prst="rect">
            <a:avLst/>
          </a:prstGeom>
        </p:spPr>
        <p:txBody>
          <a:bodyPr/>
          <a:lstStyle>
            <a:lvl1pPr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9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382015" y="4875221"/>
            <a:ext cx="6331510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9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732757588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" name="Picture Placeholder 57"/>
          <p:cNvSpPr>
            <a:spLocks noGrp="1"/>
          </p:cNvSpPr>
          <p:nvPr>
            <p:ph type="pic" sz="half" idx="21"/>
          </p:nvPr>
        </p:nvSpPr>
        <p:spPr bwMode="auto">
          <a:xfrm>
            <a:off x="-228720" y="-235851"/>
            <a:ext cx="6925512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99" name="Picture Placeholder 60"/>
          <p:cNvSpPr>
            <a:spLocks noGrp="1"/>
          </p:cNvSpPr>
          <p:nvPr>
            <p:ph type="pic" sz="half" idx="22"/>
          </p:nvPr>
        </p:nvSpPr>
        <p:spPr bwMode="auto">
          <a:xfrm>
            <a:off x="4018456" y="-235857"/>
            <a:ext cx="8742460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0" name="Picture Placeholder 63"/>
          <p:cNvSpPr>
            <a:spLocks noGrp="1"/>
          </p:cNvSpPr>
          <p:nvPr>
            <p:ph type="pic" idx="23"/>
          </p:nvPr>
        </p:nvSpPr>
        <p:spPr bwMode="auto">
          <a:xfrm>
            <a:off x="10003309" y="-235853"/>
            <a:ext cx="9858630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1" name="Picture Placeholder 67"/>
          <p:cNvSpPr>
            <a:spLocks noGrp="1"/>
          </p:cNvSpPr>
          <p:nvPr>
            <p:ph type="pic" sz="half" idx="24"/>
          </p:nvPr>
        </p:nvSpPr>
        <p:spPr bwMode="auto">
          <a:xfrm>
            <a:off x="17266401" y="-235855"/>
            <a:ext cx="7238322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2" name="Picture Placeholder 8"/>
          <p:cNvSpPr>
            <a:spLocks noGrp="1"/>
          </p:cNvSpPr>
          <p:nvPr>
            <p:ph type="pic" idx="25"/>
          </p:nvPr>
        </p:nvSpPr>
        <p:spPr bwMode="auto">
          <a:xfrm>
            <a:off x="-831705" y="-651331"/>
            <a:ext cx="25797034" cy="149352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759459"/>
            <a:ext cx="21036680" cy="109855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685800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0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031784836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618573"/>
            <a:ext cx="21036680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1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1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88629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722743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55918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95641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9" name="Picture Placeholder 17"/>
          <p:cNvSpPr>
            <a:spLocks noGrp="1"/>
          </p:cNvSpPr>
          <p:nvPr>
            <p:ph type="pic" sz="quarter" idx="25"/>
          </p:nvPr>
        </p:nvSpPr>
        <p:spPr bwMode="auto">
          <a:xfrm>
            <a:off x="3468915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0" name="Picture Placeholder 20"/>
          <p:cNvSpPr>
            <a:spLocks noGrp="1"/>
          </p:cNvSpPr>
          <p:nvPr>
            <p:ph type="pic" sz="quarter" idx="26"/>
          </p:nvPr>
        </p:nvSpPr>
        <p:spPr bwMode="auto">
          <a:xfrm>
            <a:off x="9277180" y="7772403"/>
            <a:ext cx="2674904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1" name="Picture Placeholder 23"/>
          <p:cNvSpPr>
            <a:spLocks noGrp="1"/>
          </p:cNvSpPr>
          <p:nvPr>
            <p:ph type="pic" sz="quarter" idx="27"/>
          </p:nvPr>
        </p:nvSpPr>
        <p:spPr bwMode="auto">
          <a:xfrm>
            <a:off x="15099109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2" name="Picture Placeholder 26"/>
          <p:cNvSpPr>
            <a:spLocks noGrp="1"/>
          </p:cNvSpPr>
          <p:nvPr>
            <p:ph type="pic" sz="quarter" idx="28"/>
          </p:nvPr>
        </p:nvSpPr>
        <p:spPr bwMode="auto">
          <a:xfrm>
            <a:off x="20935563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3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3653159" y="7897812"/>
            <a:ext cx="2312982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4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453096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5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528006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6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111651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7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886293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8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886293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9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6686239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0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6686239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1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255918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2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255918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3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35913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4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35913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586672975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479052"/>
            <a:ext cx="21036680" cy="15212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4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4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04212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5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215778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6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604212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7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215778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8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2220597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49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2220597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2220597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7677155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677153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7677155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2213213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5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2213213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6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2213213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7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7669775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8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7669775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9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7669775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945367784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9297"/>
            <a:ext cx="21036680" cy="147096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6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6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69" name="Picture Placeholder 9"/>
          <p:cNvSpPr>
            <a:spLocks noGrp="1"/>
          </p:cNvSpPr>
          <p:nvPr>
            <p:ph type="pic" sz="quarter" idx="21"/>
          </p:nvPr>
        </p:nvSpPr>
        <p:spPr bwMode="auto">
          <a:xfrm>
            <a:off x="121681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0" name="Picture Placeholder 10"/>
          <p:cNvSpPr>
            <a:spLocks noGrp="1"/>
          </p:cNvSpPr>
          <p:nvPr>
            <p:ph type="pic" sz="quarter" idx="22"/>
          </p:nvPr>
        </p:nvSpPr>
        <p:spPr bwMode="auto">
          <a:xfrm>
            <a:off x="586259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1050837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2" name="Picture Placeholder 12"/>
          <p:cNvSpPr>
            <a:spLocks noGrp="1"/>
          </p:cNvSpPr>
          <p:nvPr>
            <p:ph type="pic" sz="quarter" idx="24"/>
          </p:nvPr>
        </p:nvSpPr>
        <p:spPr bwMode="auto">
          <a:xfrm>
            <a:off x="1515415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3" name="Picture Placeholder 13"/>
          <p:cNvSpPr>
            <a:spLocks noGrp="1"/>
          </p:cNvSpPr>
          <p:nvPr>
            <p:ph type="pic" sz="quarter" idx="25"/>
          </p:nvPr>
        </p:nvSpPr>
        <p:spPr bwMode="auto">
          <a:xfrm>
            <a:off x="19799930" y="3936820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966801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66801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66801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561797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5617975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61797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0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026914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1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0269147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2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026914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3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4920323" y="804436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4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4920321" y="938798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5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4920323" y="863549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6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9571495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7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9571493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8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9571495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853329763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95884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9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753159"/>
            <a:ext cx="10064082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9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7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57959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0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1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457959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2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3929356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3" name="Text Placeholder 2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048790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4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57952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5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6577384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6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6457952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7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6577384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8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3929356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9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4048790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009757933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1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38744" y="9144000"/>
            <a:ext cx="1225161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3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4814230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4933662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25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7009408" y="6561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6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128842" y="6660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27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4910412" y="11133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8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029846" y="11232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187567921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36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7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8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9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0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7071342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7190774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4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4814232" y="6575845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3" name="Text Placeholder 2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4933664" y="6675438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44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5093510" y="1225709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4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8718" y="9466730"/>
            <a:ext cx="21036680" cy="1142536"/>
          </a:xfrm>
          <a:prstGeom prst="rect">
            <a:avLst/>
          </a:prstGeom>
        </p:spPr>
        <p:txBody>
          <a:bodyPr/>
          <a:lstStyle>
            <a:lvl1pPr algn="ctr">
              <a:defRPr sz="7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680321616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" name="Picture Placeholder 11"/>
          <p:cNvSpPr>
            <a:spLocks noGrp="1"/>
          </p:cNvSpPr>
          <p:nvPr>
            <p:ph type="pic" idx="21"/>
          </p:nvPr>
        </p:nvSpPr>
        <p:spPr bwMode="auto">
          <a:xfrm>
            <a:off x="-3" y="-2"/>
            <a:ext cx="24390358" cy="1365409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54" name="Picture Placeholder 10"/>
          <p:cNvSpPr>
            <a:spLocks noGrp="1"/>
          </p:cNvSpPr>
          <p:nvPr>
            <p:ph type="pic" idx="22"/>
          </p:nvPr>
        </p:nvSpPr>
        <p:spPr bwMode="auto">
          <a:xfrm>
            <a:off x="-39339693" y="-17373600"/>
            <a:ext cx="24390358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6474"/>
            <a:ext cx="21036680" cy="155690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5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83385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57" name="Picture Placeholder 9"/>
          <p:cNvSpPr>
            <a:spLocks noGrp="1"/>
          </p:cNvSpPr>
          <p:nvPr>
            <p:ph type="pic" sz="quarter" idx="23"/>
          </p:nvPr>
        </p:nvSpPr>
        <p:spPr bwMode="auto">
          <a:xfrm>
            <a:off x="20060730" y="7347746"/>
            <a:ext cx="2089444" cy="2088356"/>
          </a:xfrm>
          <a:prstGeom prst="rect">
            <a:avLst/>
          </a:prstGeom>
          <a:ln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63128679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 bwMode="auto">
          <a:xfrm>
            <a:off x="12195185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65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2" y="0"/>
            <a:ext cx="1223330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6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349303"/>
            <a:ext cx="9124796" cy="3406774"/>
          </a:xfrm>
          <a:prstGeom prst="rect">
            <a:avLst/>
          </a:prstGeom>
          <a:ln w="9525">
            <a:solidFill>
              <a:schemeClr val="accent2"/>
            </a:solidFill>
            <a:round/>
          </a:ln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4240415088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75" name="Rectangle 6"/>
          <p:cNvSpPr/>
          <p:nvPr/>
        </p:nvSpPr>
        <p:spPr bwMode="auto">
          <a:xfrm>
            <a:off x="7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444898"/>
            <a:ext cx="9124796" cy="3406776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4143145549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9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9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22920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9880" y="7348957"/>
            <a:ext cx="3295912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00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34740" y="7448548"/>
            <a:ext cx="3014864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511526415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0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0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310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1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2254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2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27767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3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4504261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4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287843" y="876300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5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3287843" y="944246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6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504259" y="871631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7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504259" y="939577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8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4504252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9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4689765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452245106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2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2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329" name="Text Placeholder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546443" y="4145287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0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546443" y="4886331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2573097" y="4145287"/>
            <a:ext cx="2339242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2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546443" y="8208871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546443" y="8949917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4" name="Picture Placeholder 11"/>
          <p:cNvSpPr>
            <a:spLocks noGrp="1"/>
          </p:cNvSpPr>
          <p:nvPr>
            <p:ph type="pic" sz="quarter" idx="26"/>
          </p:nvPr>
        </p:nvSpPr>
        <p:spPr bwMode="auto">
          <a:xfrm>
            <a:off x="2573097" y="8208864"/>
            <a:ext cx="2339242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6311048" y="4145287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311048" y="4886331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7" name="Picture Placeholder 11"/>
          <p:cNvSpPr>
            <a:spLocks noGrp="1"/>
          </p:cNvSpPr>
          <p:nvPr>
            <p:ph type="pic" sz="quarter" idx="29"/>
          </p:nvPr>
        </p:nvSpPr>
        <p:spPr bwMode="auto">
          <a:xfrm>
            <a:off x="13337700" y="4145287"/>
            <a:ext cx="2339240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6311048" y="8208871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6311048" y="8949917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40" name="Picture Placeholder 11"/>
          <p:cNvSpPr>
            <a:spLocks noGrp="1"/>
          </p:cNvSpPr>
          <p:nvPr>
            <p:ph type="pic" sz="quarter" idx="32"/>
          </p:nvPr>
        </p:nvSpPr>
        <p:spPr bwMode="auto">
          <a:xfrm>
            <a:off x="13337700" y="8208864"/>
            <a:ext cx="2339240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74353338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48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1" y="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4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466491" y="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0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9923875" y="685800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2" name="Picture Placeholder 8"/>
          <p:cNvSpPr>
            <a:spLocks noGrp="1"/>
          </p:cNvSpPr>
          <p:nvPr>
            <p:ph type="pic" sz="half" idx="25"/>
          </p:nvPr>
        </p:nvSpPr>
        <p:spPr bwMode="auto">
          <a:xfrm>
            <a:off x="4508606" y="3390909"/>
            <a:ext cx="15339132" cy="6858002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5183871" y="3950260"/>
            <a:ext cx="13825238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5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5183871" y="5007543"/>
            <a:ext cx="13825238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569975453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62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2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3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6260920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4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8129436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5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-205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6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6258870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7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812738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8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34983" y="5873750"/>
            <a:ext cx="11512198" cy="19685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7068063" y="6329362"/>
            <a:ext cx="10254242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927315635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3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9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7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0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1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2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6359671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3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6359671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4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6359671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5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6819826" y="10414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6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6819826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7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6819826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8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6819826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9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6819826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00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6819826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684758645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08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11149"/>
            <a:ext cx="12195178" cy="1370485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0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-1" y="8040921"/>
            <a:ext cx="12195178" cy="567508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0" name="Picture Placeholder 8"/>
          <p:cNvSpPr>
            <a:spLocks noGrp="1"/>
          </p:cNvSpPr>
          <p:nvPr>
            <p:ph type="pic" idx="23"/>
          </p:nvPr>
        </p:nvSpPr>
        <p:spPr bwMode="auto">
          <a:xfrm>
            <a:off x="12195176" y="2"/>
            <a:ext cx="1219518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76" y="8036300"/>
            <a:ext cx="12195180" cy="56797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676845" y="9174297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1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76845" y="10014865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45" y="8510335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126591" y="9144819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126591" y="9985387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4126591" y="8480857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966940089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5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6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2195185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7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8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85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2636186" y="4572007"/>
            <a:ext cx="9558992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95185" y="4572007"/>
            <a:ext cx="9558990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2636186" y="6829426"/>
            <a:ext cx="9558992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2195185" y="6829426"/>
            <a:ext cx="9558990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62651270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" name="Picture Placeholder 11"/>
          <p:cNvSpPr>
            <a:spLocks noGrp="1"/>
          </p:cNvSpPr>
          <p:nvPr>
            <p:ph type="pic" sz="half" idx="21"/>
          </p:nvPr>
        </p:nvSpPr>
        <p:spPr bwMode="auto">
          <a:xfrm>
            <a:off x="0" y="-2"/>
            <a:ext cx="13873096" cy="80083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0" name="Picture Placeholder 14"/>
          <p:cNvSpPr>
            <a:spLocks noGrp="1"/>
          </p:cNvSpPr>
          <p:nvPr>
            <p:ph type="pic" sz="half" idx="22"/>
          </p:nvPr>
        </p:nvSpPr>
        <p:spPr bwMode="auto">
          <a:xfrm>
            <a:off x="11655359" y="2"/>
            <a:ext cx="12735002" cy="80083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1" name="Picture Placeholder 17"/>
          <p:cNvSpPr>
            <a:spLocks noGrp="1"/>
          </p:cNvSpPr>
          <p:nvPr>
            <p:ph type="pic" sz="quarter" idx="23"/>
          </p:nvPr>
        </p:nvSpPr>
        <p:spPr bwMode="auto">
          <a:xfrm>
            <a:off x="0" y="8977932"/>
            <a:ext cx="11655352" cy="47378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2" name="Picture Placeholder 20"/>
          <p:cNvSpPr>
            <a:spLocks noGrp="1"/>
          </p:cNvSpPr>
          <p:nvPr>
            <p:ph type="pic" sz="quarter" idx="24"/>
          </p:nvPr>
        </p:nvSpPr>
        <p:spPr bwMode="auto">
          <a:xfrm>
            <a:off x="12598619" y="8978159"/>
            <a:ext cx="11791742" cy="47378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49656" y="7922742"/>
            <a:ext cx="21091040" cy="1231528"/>
          </a:xfrm>
          <a:prstGeom prst="rect">
            <a:avLst/>
          </a:prstGeom>
        </p:spPr>
        <p:txBody>
          <a:bodyPr/>
          <a:lstStyle>
            <a:lvl1pPr algn="ctr">
              <a:defRPr sz="60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4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9154277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4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835993476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5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6" y="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76" y="457200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79" y="9144000"/>
            <a:ext cx="635966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9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6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5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5835517" y="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6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5835517" y="4572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7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5835517" y="9144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8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-1" y="31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9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-1" y="4603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0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-1" y="9175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1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460169" y="10727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2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460169" y="16823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3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460169" y="5530409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4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460169" y="61400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5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460169" y="101591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6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460169" y="107687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349553613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973606"/>
            <a:ext cx="12195178" cy="552002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4" name="Picture Placeholder 13"/>
          <p:cNvSpPr>
            <a:spLocks noGrp="1"/>
          </p:cNvSpPr>
          <p:nvPr>
            <p:ph type="pic" sz="quarter" idx="22"/>
          </p:nvPr>
        </p:nvSpPr>
        <p:spPr bwMode="auto">
          <a:xfrm>
            <a:off x="-792853" y="7220230"/>
            <a:ext cx="7957522" cy="170488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8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8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88" name="Text Placeholder 28"/>
          <p:cNvSpPr>
            <a:spLocks noGrp="1"/>
          </p:cNvSpPr>
          <p:nvPr>
            <p:ph type="body" sz="quarter" idx="23"/>
          </p:nvPr>
        </p:nvSpPr>
        <p:spPr bwMode="auto">
          <a:xfrm>
            <a:off x="779590" y="7543249"/>
            <a:ext cx="5660800" cy="1087906"/>
          </a:xfrm>
          <a:prstGeom prst="rect">
            <a:avLst/>
          </a:prstGeom>
        </p:spPr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9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3566742" y="3973613"/>
            <a:ext cx="7932856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90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3566742" y="4653058"/>
            <a:ext cx="7932856" cy="428074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91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38" y="10220324"/>
            <a:ext cx="10518340" cy="162990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933100672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804511" y="3993785"/>
            <a:ext cx="759538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9533" y="3993778"/>
            <a:ext cx="7576322" cy="385604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01" name="Picture Placeholder 14"/>
          <p:cNvSpPr>
            <a:spLocks noGrp="1"/>
          </p:cNvSpPr>
          <p:nvPr>
            <p:ph type="pic" sz="quarter" idx="23"/>
          </p:nvPr>
        </p:nvSpPr>
        <p:spPr bwMode="auto">
          <a:xfrm>
            <a:off x="6150213" y="3993785"/>
            <a:ext cx="1208994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0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872513046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4000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4573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512" name="Straight Connector 7"/>
          <p:cNvSpPr/>
          <p:nvPr/>
        </p:nvSpPr>
        <p:spPr bwMode="auto">
          <a:xfrm>
            <a:off x="1676838" y="21431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1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524603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829682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21347683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219517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524603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9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829682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0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21347683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1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219517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2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1524603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3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829682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4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21347683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5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19517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6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1524603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7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1829682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8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21347683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114651674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2" y="4622612"/>
            <a:ext cx="24380824" cy="50327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3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3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3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4173635995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2" y="3665156"/>
            <a:ext cx="2438082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7" name="Picture Placeholder 8"/>
          <p:cNvSpPr>
            <a:spLocks noGrp="1"/>
          </p:cNvSpPr>
          <p:nvPr>
            <p:ph type="pic" idx="22"/>
          </p:nvPr>
        </p:nvSpPr>
        <p:spPr bwMode="auto">
          <a:xfrm>
            <a:off x="9" y="3665156"/>
            <a:ext cx="2439035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49" name="CLICK TO EDIT MASTER TITLE STYLE"/>
          <p:cNvSpPr txBox="1">
            <a:spLocks noGrp="1"/>
          </p:cNvSpPr>
          <p:nvPr>
            <p:ph type="title" hasCustomPrompt="1"/>
          </p:nvPr>
        </p:nvSpPr>
        <p:spPr bwMode="auto">
          <a:xfrm>
            <a:off x="1604219" y="5850395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55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7232071"/>
            <a:ext cx="21145402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594267074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7620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5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5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8957480" y="6130927"/>
            <a:ext cx="2534972" cy="42640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982234" y="2514605"/>
            <a:ext cx="10212944" cy="3159126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6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982234" y="5673726"/>
            <a:ext cx="10212944" cy="457200"/>
          </a:xfrm>
          <a:prstGeom prst="rect">
            <a:avLst/>
          </a:prstGeom>
        </p:spPr>
        <p:txBody>
          <a:bodyPr/>
          <a:lstStyle>
            <a:lvl1pPr algn="r">
              <a:defRPr sz="3200">
                <a:solidFill>
                  <a:schemeClr val="accent4"/>
                </a:solidFill>
              </a:defRPr>
            </a:lvl1pPr>
            <a:lvl2pPr algn="r">
              <a:defRPr sz="3200">
                <a:solidFill>
                  <a:schemeClr val="accent4"/>
                </a:solidFill>
              </a:defRPr>
            </a:lvl2pPr>
            <a:lvl3pPr algn="r">
              <a:defRPr sz="3200">
                <a:solidFill>
                  <a:schemeClr val="accent4"/>
                </a:solidFill>
              </a:defRPr>
            </a:lvl3pPr>
            <a:lvl4pPr algn="r">
              <a:defRPr sz="3200">
                <a:solidFill>
                  <a:schemeClr val="accent4"/>
                </a:solidFill>
              </a:defRPr>
            </a:lvl4pPr>
            <a:lvl5pPr algn="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922229533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1029351" y="6261101"/>
            <a:ext cx="2528618" cy="42545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7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406056281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3516609" y="5902878"/>
            <a:ext cx="5563102" cy="28296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8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8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596765777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8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758112" y="7389635"/>
            <a:ext cx="5548180" cy="422031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9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9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979803178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9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043654" y="4658204"/>
            <a:ext cx="6235192" cy="455150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0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0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940694216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0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728123" y="5610227"/>
            <a:ext cx="6373642" cy="35623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448346821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19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2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5476321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45402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293882257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4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7" y="6429375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4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84582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881532142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5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4829183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5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170740725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57246"/>
            <a:ext cx="5991984" cy="68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6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8237446"/>
            <a:ext cx="5991982" cy="147133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  <a:lvl2pPr>
              <a:defRPr>
                <a:solidFill>
                  <a:srgbClr val="888888"/>
                </a:solidFill>
              </a:defRPr>
            </a:lvl2pPr>
            <a:lvl3pPr>
              <a:defRPr>
                <a:solidFill>
                  <a:srgbClr val="888888"/>
                </a:solidFill>
              </a:defRPr>
            </a:lvl3pPr>
            <a:lvl4pPr>
              <a:defRPr>
                <a:solidFill>
                  <a:srgbClr val="888888"/>
                </a:solidFill>
              </a:defRPr>
            </a:lvl4pPr>
            <a:lvl5pPr indent="3656686">
              <a:defRPr>
                <a:solidFill>
                  <a:srgbClr val="888888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6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225036696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7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10518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21036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1554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610518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221036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831554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3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4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610518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5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221036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6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1831554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7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339537" y="6994526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30436842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95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676841" y="3651250"/>
            <a:ext cx="10365902" cy="870267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9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497923668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15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12" y="3362333"/>
            <a:ext cx="10318264" cy="1647826"/>
          </a:xfrm>
          <a:prstGeom prst="rect">
            <a:avLst/>
          </a:prstGeom>
        </p:spPr>
        <p:txBody>
          <a:bodyPr anchor="b"/>
          <a:lstStyle>
            <a:lvl1pPr>
              <a:defRPr sz="4700"/>
            </a:lvl1pPr>
            <a:lvl2pPr>
              <a:defRPr sz="4700"/>
            </a:lvl2pPr>
            <a:lvl3pPr>
              <a:defRPr sz="4700"/>
            </a:lvl3pPr>
            <a:lvl4pPr>
              <a:defRPr sz="4700"/>
            </a:lvl4pPr>
            <a:lvl5pPr indent="3656686">
              <a:defRPr sz="47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05" name="Text Placeholder 4"/>
          <p:cNvSpPr>
            <a:spLocks noGrp="1"/>
          </p:cNvSpPr>
          <p:nvPr>
            <p:ph type="body" sz="quarter" idx="21"/>
          </p:nvPr>
        </p:nvSpPr>
        <p:spPr bwMode="auto">
          <a:xfrm>
            <a:off x="12347625" y="3362333"/>
            <a:ext cx="10369078" cy="1647826"/>
          </a:xfrm>
          <a:prstGeom prst="rect">
            <a:avLst/>
          </a:prstGeom>
        </p:spPr>
        <p:txBody>
          <a:bodyPr anchor="b"/>
          <a:lstStyle/>
          <a:p>
            <a:pPr>
              <a:defRPr sz="4700"/>
            </a:pPr>
            <a:endParaRPr/>
          </a:p>
        </p:txBody>
      </p:sp>
      <p:sp>
        <p:nvSpPr>
          <p:cNvPr id="70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327775431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15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2555627" y="5297495"/>
            <a:ext cx="5301838" cy="1828802"/>
          </a:xfrm>
          <a:prstGeom prst="rect">
            <a:avLst/>
          </a:prstGeom>
        </p:spPr>
        <p:txBody>
          <a:bodyPr/>
          <a:lstStyle>
            <a:lvl1pPr>
              <a:defRPr sz="8800">
                <a:latin typeface="Montserrat Semi Bold"/>
                <a:ea typeface="Montserrat Semi Bold"/>
                <a:cs typeface="Montserrat Semi Bold"/>
              </a:defRPr>
            </a:lvl1pPr>
            <a:lvl2pPr>
              <a:defRPr sz="8800">
                <a:latin typeface="Montserrat Semi Bold"/>
                <a:ea typeface="Montserrat Semi Bold"/>
                <a:cs typeface="Montserrat Semi Bold"/>
              </a:defRPr>
            </a:lvl2pPr>
            <a:lvl3pPr>
              <a:defRPr sz="8800">
                <a:latin typeface="Montserrat Semi Bold"/>
                <a:ea typeface="Montserrat Semi Bold"/>
                <a:cs typeface="Montserrat Semi Bold"/>
              </a:defRPr>
            </a:lvl3pPr>
            <a:lvl4pPr>
              <a:defRPr sz="8800">
                <a:latin typeface="Montserrat Semi Bold"/>
                <a:ea typeface="Montserrat Semi Bold"/>
                <a:cs typeface="Montserrat Semi Bold"/>
              </a:defRPr>
            </a:lvl4pPr>
            <a:lvl5pPr>
              <a:defRPr sz="8800"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16" name="Text Placeholder 7"/>
          <p:cNvSpPr>
            <a:spLocks noGrp="1"/>
          </p:cNvSpPr>
          <p:nvPr>
            <p:ph type="body" sz="quarter" idx="21"/>
          </p:nvPr>
        </p:nvSpPr>
        <p:spPr bwMode="auto">
          <a:xfrm>
            <a:off x="2582620" y="7423155"/>
            <a:ext cx="5274836" cy="153193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" name="Text Placeholder 9"/>
          <p:cNvSpPr>
            <a:spLocks noGrp="1"/>
          </p:cNvSpPr>
          <p:nvPr>
            <p:ph type="body" sz="quarter" idx="22"/>
          </p:nvPr>
        </p:nvSpPr>
        <p:spPr bwMode="auto">
          <a:xfrm>
            <a:off x="8798313" y="5303847"/>
            <a:ext cx="5301838" cy="1828802"/>
          </a:xfrm>
          <a:prstGeom prst="rect">
            <a:avLst/>
          </a:prstGeom>
        </p:spPr>
        <p:txBody>
          <a:bodyPr/>
          <a:lstStyle/>
          <a:p>
            <a:pPr>
              <a:defRPr sz="3200">
                <a:latin typeface="Montserrat Semi Bold"/>
                <a:ea typeface="Montserrat Semi Bold"/>
                <a:cs typeface="Montserrat Semi Bold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63229128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621136350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32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/>
          <a:lstStyle>
            <a:lvl1pPr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33" name="Text Placeholder 3"/>
          <p:cNvSpPr>
            <a:spLocks noGrp="1"/>
          </p:cNvSpPr>
          <p:nvPr>
            <p:ph type="body" sz="quarter" idx="2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/>
          <a:p>
            <a:pPr>
              <a:defRPr sz="3100"/>
            </a:pPr>
            <a:endParaRPr/>
          </a:p>
        </p:txBody>
      </p:sp>
      <p:sp>
        <p:nvSpPr>
          <p:cNvPr id="73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576609509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42" name="Picture Placeholder 2"/>
          <p:cNvSpPr>
            <a:spLocks noGrp="1"/>
          </p:cNvSpPr>
          <p:nvPr>
            <p:ph type="pic" sz="half" idx="2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>
            <a:lvl1pPr>
              <a:defRPr sz="3100"/>
            </a:lvl1pPr>
            <a:lvl2pPr>
              <a:defRPr sz="3100"/>
            </a:lvl2pPr>
            <a:lvl3pPr>
              <a:defRPr sz="3100"/>
            </a:lvl3pPr>
            <a:lvl4pPr>
              <a:defRPr sz="3100"/>
            </a:lvl4pPr>
            <a:lvl5pPr indent="3656686">
              <a:defRPr sz="31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4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142527923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4939815" y="4114800"/>
            <a:ext cx="8233890" cy="54864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987865768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5243970" y="4297681"/>
            <a:ext cx="9146384" cy="54864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465804903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824453143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" name="Picture Placeholder 6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8686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2758734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slideLayout" Target="../slideLayouts/slideLayout54.xml"/><Relationship Id="rId3" Type="http://schemas.openxmlformats.org/officeDocument/2006/relationships/slideLayout" Target="../slideLayouts/slideLayout55.xml"/><Relationship Id="rId4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7.xml"/><Relationship Id="rId6" Type="http://schemas.openxmlformats.org/officeDocument/2006/relationships/slideLayout" Target="../slideLayouts/slideLayout58.xml"/><Relationship Id="rId7" Type="http://schemas.openxmlformats.org/officeDocument/2006/relationships/slideLayout" Target="../slideLayouts/slideLayout59.xml"/><Relationship Id="rId8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4.xml"/><Relationship Id="rId13" Type="http://schemas.openxmlformats.org/officeDocument/2006/relationships/slideLayout" Target="../slideLayouts/slideLayout65.xml"/><Relationship Id="rId14" Type="http://schemas.openxmlformats.org/officeDocument/2006/relationships/slideLayout" Target="../slideLayouts/slideLayout66.xml"/><Relationship Id="rId15" Type="http://schemas.openxmlformats.org/officeDocument/2006/relationships/slideLayout" Target="../slideLayouts/slideLayout67.xml"/><Relationship Id="rId16" Type="http://schemas.openxmlformats.org/officeDocument/2006/relationships/slideLayout" Target="../slideLayouts/slideLayout68.xml"/><Relationship Id="rId17" Type="http://schemas.openxmlformats.org/officeDocument/2006/relationships/slideLayout" Target="../slideLayouts/slideLayout69.xml"/><Relationship Id="rId18" Type="http://schemas.openxmlformats.org/officeDocument/2006/relationships/slideLayout" Target="../slideLayouts/slideLayout70.xml"/><Relationship Id="rId19" Type="http://schemas.openxmlformats.org/officeDocument/2006/relationships/slideLayout" Target="../slideLayouts/slideLayout71.xml"/><Relationship Id="rId20" Type="http://schemas.openxmlformats.org/officeDocument/2006/relationships/slideLayout" Target="../slideLayouts/slideLayout72.xml"/><Relationship Id="rId21" Type="http://schemas.openxmlformats.org/officeDocument/2006/relationships/slideLayout" Target="../slideLayouts/slideLayout73.xml"/><Relationship Id="rId22" Type="http://schemas.openxmlformats.org/officeDocument/2006/relationships/slideLayout" Target="../slideLayouts/slideLayout74.xml"/><Relationship Id="rId23" Type="http://schemas.openxmlformats.org/officeDocument/2006/relationships/slideLayout" Target="../slideLayouts/slideLayout75.xml"/><Relationship Id="rId24" Type="http://schemas.openxmlformats.org/officeDocument/2006/relationships/slideLayout" Target="../slideLayouts/slideLayout76.xml"/><Relationship Id="rId25" Type="http://schemas.openxmlformats.org/officeDocument/2006/relationships/slideLayout" Target="../slideLayouts/slideLayout77.xml"/><Relationship Id="rId26" Type="http://schemas.openxmlformats.org/officeDocument/2006/relationships/slideLayout" Target="../slideLayouts/slideLayout78.xml"/><Relationship Id="rId27" Type="http://schemas.openxmlformats.org/officeDocument/2006/relationships/slideLayout" Target="../slideLayouts/slideLayout79.xml"/><Relationship Id="rId28" Type="http://schemas.openxmlformats.org/officeDocument/2006/relationships/slideLayout" Target="../slideLayouts/slideLayout80.xml"/><Relationship Id="rId29" Type="http://schemas.openxmlformats.org/officeDocument/2006/relationships/slideLayout" Target="../slideLayouts/slideLayout81.xml"/><Relationship Id="rId30" Type="http://schemas.openxmlformats.org/officeDocument/2006/relationships/slideLayout" Target="../slideLayouts/slideLayout82.xml"/><Relationship Id="rId31" Type="http://schemas.openxmlformats.org/officeDocument/2006/relationships/slideLayout" Target="../slideLayouts/slideLayout83.xml"/><Relationship Id="rId32" Type="http://schemas.openxmlformats.org/officeDocument/2006/relationships/slideLayout" Target="../slideLayouts/slideLayout84.xml"/><Relationship Id="rId33" Type="http://schemas.openxmlformats.org/officeDocument/2006/relationships/slideLayout" Target="../slideLayouts/slideLayout85.xml"/><Relationship Id="rId34" Type="http://schemas.openxmlformats.org/officeDocument/2006/relationships/slideLayout" Target="../slideLayouts/slideLayout86.xml"/><Relationship Id="rId35" Type="http://schemas.openxmlformats.org/officeDocument/2006/relationships/slideLayout" Target="../slideLayouts/slideLayout87.xml"/><Relationship Id="rId36" Type="http://schemas.openxmlformats.org/officeDocument/2006/relationships/slideLayout" Target="../slideLayouts/slideLayout88.xml"/><Relationship Id="rId37" Type="http://schemas.openxmlformats.org/officeDocument/2006/relationships/slideLayout" Target="../slideLayouts/slideLayout89.xml"/><Relationship Id="rId38" Type="http://schemas.openxmlformats.org/officeDocument/2006/relationships/slideLayout" Target="../slideLayouts/slideLayout90.xml"/><Relationship Id="rId39" Type="http://schemas.openxmlformats.org/officeDocument/2006/relationships/slideLayout" Target="../slideLayouts/slideLayout91.xml"/><Relationship Id="rId40" Type="http://schemas.openxmlformats.org/officeDocument/2006/relationships/slideLayout" Target="../slideLayouts/slideLayout92.xml"/><Relationship Id="rId41" Type="http://schemas.openxmlformats.org/officeDocument/2006/relationships/slideLayout" Target="../slideLayouts/slideLayout93.xml"/><Relationship Id="rId42" Type="http://schemas.openxmlformats.org/officeDocument/2006/relationships/slideLayout" Target="../slideLayouts/slideLayout94.xml"/><Relationship Id="rId43" Type="http://schemas.openxmlformats.org/officeDocument/2006/relationships/slideLayout" Target="../slideLayouts/slideLayout95.xml"/><Relationship Id="rId44" Type="http://schemas.openxmlformats.org/officeDocument/2006/relationships/slideLayout" Target="../slideLayouts/slideLayout96.xml"/><Relationship Id="rId45" Type="http://schemas.openxmlformats.org/officeDocument/2006/relationships/slideLayout" Target="../slideLayouts/slideLayout97.xml"/><Relationship Id="rId46" Type="http://schemas.openxmlformats.org/officeDocument/2006/relationships/slideLayout" Target="../slideLayouts/slideLayout98.xml"/><Relationship Id="rId47" Type="http://schemas.openxmlformats.org/officeDocument/2006/relationships/slideLayout" Target="../slideLayouts/slideLayout99.xml"/><Relationship Id="rId48" Type="http://schemas.openxmlformats.org/officeDocument/2006/relationships/slideLayout" Target="../slideLayouts/slideLayout100.xml"/><Relationship Id="rId49" Type="http://schemas.openxmlformats.org/officeDocument/2006/relationships/slideLayout" Target="../slideLayouts/slideLayout101.xml"/><Relationship Id="rId50" Type="http://schemas.openxmlformats.org/officeDocument/2006/relationships/slideLayout" Target="../slideLayouts/slideLayout102.xml"/><Relationship Id="rId51" Type="http://schemas.openxmlformats.org/officeDocument/2006/relationships/slideLayout" Target="../slideLayouts/slideLayout103.xml"/><Relationship Id="rId52" Type="http://schemas.openxmlformats.org/officeDocument/2006/relationships/slideLayout" Target="../slideLayouts/slideLayout104.xml"/><Relationship Id="rId53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5.xml"/><Relationship Id="rId2" Type="http://schemas.openxmlformats.org/officeDocument/2006/relationships/slideLayout" Target="../slideLayouts/slideLayout106.xml"/><Relationship Id="rId3" Type="http://schemas.openxmlformats.org/officeDocument/2006/relationships/slideLayout" Target="../slideLayouts/slideLayout107.xml"/><Relationship Id="rId4" Type="http://schemas.openxmlformats.org/officeDocument/2006/relationships/slideLayout" Target="../slideLayouts/slideLayout108.xml"/><Relationship Id="rId5" Type="http://schemas.openxmlformats.org/officeDocument/2006/relationships/slideLayout" Target="../slideLayouts/slideLayout109.xml"/><Relationship Id="rId6" Type="http://schemas.openxmlformats.org/officeDocument/2006/relationships/slideLayout" Target="../slideLayouts/slideLayout110.xml"/><Relationship Id="rId7" Type="http://schemas.openxmlformats.org/officeDocument/2006/relationships/slideLayout" Target="../slideLayouts/slideLayout111.xml"/><Relationship Id="rId8" Type="http://schemas.openxmlformats.org/officeDocument/2006/relationships/slideLayout" Target="../slideLayouts/slideLayout112.xml"/><Relationship Id="rId9" Type="http://schemas.openxmlformats.org/officeDocument/2006/relationships/slideLayout" Target="../slideLayouts/slideLayout113.xml"/><Relationship Id="rId10" Type="http://schemas.openxmlformats.org/officeDocument/2006/relationships/slideLayout" Target="../slideLayouts/slideLayout114.xml"/><Relationship Id="rId11" Type="http://schemas.openxmlformats.org/officeDocument/2006/relationships/slideLayout" Target="../slideLayouts/slideLayout115.xml"/><Relationship Id="rId12" Type="http://schemas.openxmlformats.org/officeDocument/2006/relationships/slideLayout" Target="../slideLayouts/slideLayout116.xml"/><Relationship Id="rId13" Type="http://schemas.openxmlformats.org/officeDocument/2006/relationships/slideLayout" Target="../slideLayouts/slideLayout117.xml"/><Relationship Id="rId14" Type="http://schemas.openxmlformats.org/officeDocument/2006/relationships/slideLayout" Target="../slideLayouts/slideLayout118.xml"/><Relationship Id="rId15" Type="http://schemas.openxmlformats.org/officeDocument/2006/relationships/slideLayout" Target="../slideLayouts/slideLayout119.xml"/><Relationship Id="rId16" Type="http://schemas.openxmlformats.org/officeDocument/2006/relationships/slideLayout" Target="../slideLayouts/slideLayout120.xml"/><Relationship Id="rId17" Type="http://schemas.openxmlformats.org/officeDocument/2006/relationships/slideLayout" Target="../slideLayouts/slideLayout121.xml"/><Relationship Id="rId18" Type="http://schemas.openxmlformats.org/officeDocument/2006/relationships/slideLayout" Target="../slideLayouts/slideLayout122.xml"/><Relationship Id="rId19" Type="http://schemas.openxmlformats.org/officeDocument/2006/relationships/slideLayout" Target="../slideLayouts/slideLayout123.xml"/><Relationship Id="rId20" Type="http://schemas.openxmlformats.org/officeDocument/2006/relationships/slideLayout" Target="../slideLayouts/slideLayout124.xml"/><Relationship Id="rId21" Type="http://schemas.openxmlformats.org/officeDocument/2006/relationships/slideLayout" Target="../slideLayouts/slideLayout125.xml"/><Relationship Id="rId22" Type="http://schemas.openxmlformats.org/officeDocument/2006/relationships/slideLayout" Target="../slideLayouts/slideLayout126.xml"/><Relationship Id="rId23" Type="http://schemas.openxmlformats.org/officeDocument/2006/relationships/slideLayout" Target="../slideLayouts/slideLayout127.xml"/><Relationship Id="rId24" Type="http://schemas.openxmlformats.org/officeDocument/2006/relationships/slideLayout" Target="../slideLayouts/slideLayout128.xml"/><Relationship Id="rId25" Type="http://schemas.openxmlformats.org/officeDocument/2006/relationships/slideLayout" Target="../slideLayouts/slideLayout129.xml"/><Relationship Id="rId26" Type="http://schemas.openxmlformats.org/officeDocument/2006/relationships/slideLayout" Target="../slideLayouts/slideLayout130.xml"/><Relationship Id="rId27" Type="http://schemas.openxmlformats.org/officeDocument/2006/relationships/slideLayout" Target="../slideLayouts/slideLayout131.xml"/><Relationship Id="rId28" Type="http://schemas.openxmlformats.org/officeDocument/2006/relationships/slideLayout" Target="../slideLayouts/slideLayout132.xml"/><Relationship Id="rId29" Type="http://schemas.openxmlformats.org/officeDocument/2006/relationships/slideLayout" Target="../slideLayouts/slideLayout133.xml"/><Relationship Id="rId30" Type="http://schemas.openxmlformats.org/officeDocument/2006/relationships/slideLayout" Target="../slideLayouts/slideLayout134.xml"/><Relationship Id="rId31" Type="http://schemas.openxmlformats.org/officeDocument/2006/relationships/slideLayout" Target="../slideLayouts/slideLayout135.xml"/><Relationship Id="rId32" Type="http://schemas.openxmlformats.org/officeDocument/2006/relationships/slideLayout" Target="../slideLayouts/slideLayout136.xml"/><Relationship Id="rId33" Type="http://schemas.openxmlformats.org/officeDocument/2006/relationships/slideLayout" Target="../slideLayouts/slideLayout137.xml"/><Relationship Id="rId34" Type="http://schemas.openxmlformats.org/officeDocument/2006/relationships/slideLayout" Target="../slideLayouts/slideLayout138.xml"/><Relationship Id="rId35" Type="http://schemas.openxmlformats.org/officeDocument/2006/relationships/slideLayout" Target="../slideLayouts/slideLayout139.xml"/><Relationship Id="rId36" Type="http://schemas.openxmlformats.org/officeDocument/2006/relationships/slideLayout" Target="../slideLayouts/slideLayout140.xml"/><Relationship Id="rId37" Type="http://schemas.openxmlformats.org/officeDocument/2006/relationships/slideLayout" Target="../slideLayouts/slideLayout141.xml"/><Relationship Id="rId38" Type="http://schemas.openxmlformats.org/officeDocument/2006/relationships/slideLayout" Target="../slideLayouts/slideLayout142.xml"/><Relationship Id="rId39" Type="http://schemas.openxmlformats.org/officeDocument/2006/relationships/slideLayout" Target="../slideLayouts/slideLayout143.xml"/><Relationship Id="rId40" Type="http://schemas.openxmlformats.org/officeDocument/2006/relationships/slideLayout" Target="../slideLayouts/slideLayout144.xml"/><Relationship Id="rId41" Type="http://schemas.openxmlformats.org/officeDocument/2006/relationships/slideLayout" Target="../slideLayouts/slideLayout145.xml"/><Relationship Id="rId42" Type="http://schemas.openxmlformats.org/officeDocument/2006/relationships/slideLayout" Target="../slideLayouts/slideLayout146.xml"/><Relationship Id="rId43" Type="http://schemas.openxmlformats.org/officeDocument/2006/relationships/slideLayout" Target="../slideLayouts/slideLayout147.xml"/><Relationship Id="rId44" Type="http://schemas.openxmlformats.org/officeDocument/2006/relationships/slideLayout" Target="../slideLayouts/slideLayout148.xml"/><Relationship Id="rId45" Type="http://schemas.openxmlformats.org/officeDocument/2006/relationships/slideLayout" Target="../slideLayouts/slideLayout149.xml"/><Relationship Id="rId46" Type="http://schemas.openxmlformats.org/officeDocument/2006/relationships/slideLayout" Target="../slideLayouts/slideLayout150.xml"/><Relationship Id="rId47" Type="http://schemas.openxmlformats.org/officeDocument/2006/relationships/slideLayout" Target="../slideLayouts/slideLayout151.xml"/><Relationship Id="rId48" Type="http://schemas.openxmlformats.org/officeDocument/2006/relationships/slideLayout" Target="../slideLayouts/slideLayout152.xml"/><Relationship Id="rId49" Type="http://schemas.openxmlformats.org/officeDocument/2006/relationships/slideLayout" Target="../slideLayouts/slideLayout153.xml"/><Relationship Id="rId50" Type="http://schemas.openxmlformats.org/officeDocument/2006/relationships/slideLayout" Target="../slideLayouts/slideLayout154.xml"/><Relationship Id="rId51" Type="http://schemas.openxmlformats.org/officeDocument/2006/relationships/slideLayout" Target="../slideLayouts/slideLayout155.xml"/><Relationship Id="rId52" Type="http://schemas.openxmlformats.org/officeDocument/2006/relationships/slideLayout" Target="../slideLayouts/slideLayout156.xml"/><Relationship Id="rId5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22262114" y="12854688"/>
            <a:ext cx="451404" cy="44627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2300">
                <a:solidFill>
                  <a:srgbClr val="888888"/>
                </a:solidFill>
              </a:defRPr>
            </a:lvl1pPr>
          </a:lstStyle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219200" y="184150"/>
            <a:ext cx="21945600" cy="3016252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" name="Уровень текста 1…"/>
          <p:cNvSpPr txBox="1">
            <a:spLocks noGrp="1"/>
          </p:cNvSpPr>
          <p:nvPr>
            <p:ph type="body" idx="1"/>
          </p:nvPr>
        </p:nvSpPr>
        <p:spPr bwMode="auto">
          <a:xfrm>
            <a:off x="1219200" y="3200400"/>
            <a:ext cx="21945600" cy="105156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4264823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  <p:sldLayoutId id="2147483671" r:id="rId20"/>
    <p:sldLayoutId id="2147483672" r:id="rId21"/>
    <p:sldLayoutId id="2147483673" r:id="rId22"/>
    <p:sldLayoutId id="2147483674" r:id="rId23"/>
    <p:sldLayoutId id="2147483675" r:id="rId24"/>
    <p:sldLayoutId id="2147483676" r:id="rId25"/>
    <p:sldLayoutId id="2147483677" r:id="rId26"/>
    <p:sldLayoutId id="2147483678" r:id="rId27"/>
    <p:sldLayoutId id="2147483679" r:id="rId28"/>
    <p:sldLayoutId id="2147483680" r:id="rId29"/>
    <p:sldLayoutId id="2147483681" r:id="rId30"/>
    <p:sldLayoutId id="2147483682" r:id="rId31"/>
    <p:sldLayoutId id="2147483683" r:id="rId32"/>
    <p:sldLayoutId id="2147483684" r:id="rId33"/>
    <p:sldLayoutId id="2147483685" r:id="rId34"/>
    <p:sldLayoutId id="2147483686" r:id="rId35"/>
    <p:sldLayoutId id="2147483687" r:id="rId36"/>
    <p:sldLayoutId id="2147483688" r:id="rId37"/>
    <p:sldLayoutId id="2147483689" r:id="rId38"/>
    <p:sldLayoutId id="2147483690" r:id="rId39"/>
    <p:sldLayoutId id="2147483691" r:id="rId40"/>
    <p:sldLayoutId id="2147483692" r:id="rId41"/>
    <p:sldLayoutId id="2147483693" r:id="rId42"/>
    <p:sldLayoutId id="2147483694" r:id="rId43"/>
    <p:sldLayoutId id="2147483695" r:id="rId44"/>
    <p:sldLayoutId id="2147483696" r:id="rId45"/>
    <p:sldLayoutId id="2147483697" r:id="rId46"/>
    <p:sldLayoutId id="2147483698" r:id="rId47"/>
    <p:sldLayoutId id="2147483699" r:id="rId48"/>
    <p:sldLayoutId id="2147483700" r:id="rId49"/>
    <p:sldLayoutId id="2147483701" r:id="rId50"/>
    <p:sldLayoutId id="2147483702" r:id="rId51"/>
    <p:sldLayoutId id="2147483703" r:id="rId52"/>
  </p:sldLayoutIdLst>
  <p:txStyles>
    <p:titleStyle>
      <a:lvl1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1pPr>
      <a:lvl2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2pPr>
      <a:lvl3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3pPr>
      <a:lvl4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4pPr>
      <a:lvl5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5pPr>
      <a:lvl6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6pPr>
      <a:lvl7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7pPr>
      <a:lvl8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8pPr>
      <a:lvl9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9pPr>
    </p:titleStyle>
    <p:bodyStyle>
      <a:lvl1pPr marL="0" marR="0" indent="0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1pPr>
      <a:lvl2pPr marL="0" marR="0" indent="914172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2pPr>
      <a:lvl3pPr marL="0" marR="0" indent="182834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3pPr>
      <a:lvl4pPr marL="0" marR="0" indent="274251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4pPr>
      <a:lvl5pPr marL="0" marR="0" indent="365668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5pPr>
      <a:lvl6pPr marL="493652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6pPr>
      <a:lvl7pPr marL="585069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7pPr>
      <a:lvl8pPr marL="676487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8pPr>
      <a:lvl9pPr marL="767904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9pPr>
    </p:bodyStyle>
    <p:otherStyle>
      <a:lvl1pPr marL="0" marR="0" indent="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91421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182843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2742652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365686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457108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548530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639952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731373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22262114" y="12854688"/>
            <a:ext cx="451404" cy="44627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2300">
                <a:solidFill>
                  <a:srgbClr val="888888"/>
                </a:solidFill>
              </a:defRPr>
            </a:lvl1pPr>
          </a:lstStyle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219200" y="184150"/>
            <a:ext cx="21945600" cy="3016252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" name="Уровень текста 1…"/>
          <p:cNvSpPr txBox="1">
            <a:spLocks noGrp="1"/>
          </p:cNvSpPr>
          <p:nvPr>
            <p:ph type="body" idx="1"/>
          </p:nvPr>
        </p:nvSpPr>
        <p:spPr bwMode="auto">
          <a:xfrm>
            <a:off x="1219200" y="3200400"/>
            <a:ext cx="21945600" cy="105156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218385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  <p:sldLayoutId id="2147483718" r:id="rId14"/>
    <p:sldLayoutId id="2147483719" r:id="rId15"/>
    <p:sldLayoutId id="2147483720" r:id="rId16"/>
    <p:sldLayoutId id="2147483721" r:id="rId17"/>
    <p:sldLayoutId id="2147483722" r:id="rId18"/>
    <p:sldLayoutId id="2147483723" r:id="rId19"/>
    <p:sldLayoutId id="2147483724" r:id="rId20"/>
    <p:sldLayoutId id="2147483725" r:id="rId21"/>
    <p:sldLayoutId id="2147483726" r:id="rId22"/>
    <p:sldLayoutId id="2147483727" r:id="rId23"/>
    <p:sldLayoutId id="2147483728" r:id="rId24"/>
    <p:sldLayoutId id="2147483729" r:id="rId25"/>
    <p:sldLayoutId id="2147483730" r:id="rId26"/>
    <p:sldLayoutId id="2147483731" r:id="rId27"/>
    <p:sldLayoutId id="2147483732" r:id="rId28"/>
    <p:sldLayoutId id="2147483733" r:id="rId29"/>
    <p:sldLayoutId id="2147483734" r:id="rId30"/>
    <p:sldLayoutId id="2147483735" r:id="rId31"/>
    <p:sldLayoutId id="2147483736" r:id="rId32"/>
    <p:sldLayoutId id="2147483737" r:id="rId33"/>
    <p:sldLayoutId id="2147483738" r:id="rId34"/>
    <p:sldLayoutId id="2147483739" r:id="rId35"/>
    <p:sldLayoutId id="2147483740" r:id="rId36"/>
    <p:sldLayoutId id="2147483741" r:id="rId37"/>
    <p:sldLayoutId id="2147483742" r:id="rId38"/>
    <p:sldLayoutId id="2147483743" r:id="rId39"/>
    <p:sldLayoutId id="2147483744" r:id="rId40"/>
    <p:sldLayoutId id="2147483745" r:id="rId41"/>
    <p:sldLayoutId id="2147483746" r:id="rId42"/>
    <p:sldLayoutId id="2147483747" r:id="rId43"/>
    <p:sldLayoutId id="2147483748" r:id="rId44"/>
    <p:sldLayoutId id="2147483749" r:id="rId45"/>
    <p:sldLayoutId id="2147483750" r:id="rId46"/>
    <p:sldLayoutId id="2147483751" r:id="rId47"/>
    <p:sldLayoutId id="2147483752" r:id="rId48"/>
    <p:sldLayoutId id="2147483753" r:id="rId49"/>
    <p:sldLayoutId id="2147483754" r:id="rId50"/>
    <p:sldLayoutId id="2147483755" r:id="rId51"/>
    <p:sldLayoutId id="2147483756" r:id="rId52"/>
  </p:sldLayoutIdLst>
  <p:txStyles>
    <p:titleStyle>
      <a:lvl1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1pPr>
      <a:lvl2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2pPr>
      <a:lvl3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3pPr>
      <a:lvl4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4pPr>
      <a:lvl5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5pPr>
      <a:lvl6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6pPr>
      <a:lvl7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7pPr>
      <a:lvl8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8pPr>
      <a:lvl9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9pPr>
    </p:titleStyle>
    <p:bodyStyle>
      <a:lvl1pPr marL="0" marR="0" indent="0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1pPr>
      <a:lvl2pPr marL="0" marR="0" indent="914172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2pPr>
      <a:lvl3pPr marL="0" marR="0" indent="182834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3pPr>
      <a:lvl4pPr marL="0" marR="0" indent="274251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4pPr>
      <a:lvl5pPr marL="0" marR="0" indent="365668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5pPr>
      <a:lvl6pPr marL="493652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6pPr>
      <a:lvl7pPr marL="585069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7pPr>
      <a:lvl8pPr marL="676487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8pPr>
      <a:lvl9pPr marL="767904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9pPr>
    </p:bodyStyle>
    <p:otherStyle>
      <a:lvl1pPr marL="0" marR="0" indent="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91421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182843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2742652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365686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457108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548530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639952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731373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22262114" y="12854688"/>
            <a:ext cx="451404" cy="44627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2300">
                <a:solidFill>
                  <a:srgbClr val="888888"/>
                </a:solidFill>
              </a:defRPr>
            </a:lvl1pPr>
          </a:lstStyle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219200" y="184150"/>
            <a:ext cx="21945600" cy="3016252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" name="Уровень текста 1…"/>
          <p:cNvSpPr txBox="1">
            <a:spLocks noGrp="1"/>
          </p:cNvSpPr>
          <p:nvPr>
            <p:ph type="body" idx="1"/>
          </p:nvPr>
        </p:nvSpPr>
        <p:spPr bwMode="auto">
          <a:xfrm>
            <a:off x="1219200" y="3200400"/>
            <a:ext cx="21945600" cy="105156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264266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  <p:sldLayoutId id="2147483770" r:id="rId13"/>
    <p:sldLayoutId id="2147483771" r:id="rId14"/>
    <p:sldLayoutId id="2147483772" r:id="rId15"/>
    <p:sldLayoutId id="2147483773" r:id="rId16"/>
    <p:sldLayoutId id="2147483774" r:id="rId17"/>
    <p:sldLayoutId id="2147483775" r:id="rId18"/>
    <p:sldLayoutId id="2147483776" r:id="rId19"/>
    <p:sldLayoutId id="2147483777" r:id="rId20"/>
    <p:sldLayoutId id="2147483778" r:id="rId21"/>
    <p:sldLayoutId id="2147483779" r:id="rId22"/>
    <p:sldLayoutId id="2147483780" r:id="rId23"/>
    <p:sldLayoutId id="2147483781" r:id="rId24"/>
    <p:sldLayoutId id="2147483782" r:id="rId25"/>
    <p:sldLayoutId id="2147483783" r:id="rId26"/>
    <p:sldLayoutId id="2147483784" r:id="rId27"/>
    <p:sldLayoutId id="2147483785" r:id="rId28"/>
    <p:sldLayoutId id="2147483786" r:id="rId29"/>
    <p:sldLayoutId id="2147483787" r:id="rId30"/>
    <p:sldLayoutId id="2147483788" r:id="rId31"/>
    <p:sldLayoutId id="2147483789" r:id="rId32"/>
    <p:sldLayoutId id="2147483790" r:id="rId33"/>
    <p:sldLayoutId id="2147483791" r:id="rId34"/>
    <p:sldLayoutId id="2147483792" r:id="rId35"/>
    <p:sldLayoutId id="2147483793" r:id="rId36"/>
    <p:sldLayoutId id="2147483794" r:id="rId37"/>
    <p:sldLayoutId id="2147483795" r:id="rId38"/>
    <p:sldLayoutId id="2147483796" r:id="rId39"/>
    <p:sldLayoutId id="2147483797" r:id="rId40"/>
    <p:sldLayoutId id="2147483798" r:id="rId41"/>
    <p:sldLayoutId id="2147483799" r:id="rId42"/>
    <p:sldLayoutId id="2147483800" r:id="rId43"/>
    <p:sldLayoutId id="2147483801" r:id="rId44"/>
    <p:sldLayoutId id="2147483802" r:id="rId45"/>
    <p:sldLayoutId id="2147483803" r:id="rId46"/>
    <p:sldLayoutId id="2147483804" r:id="rId47"/>
    <p:sldLayoutId id="2147483805" r:id="rId48"/>
    <p:sldLayoutId id="2147483806" r:id="rId49"/>
    <p:sldLayoutId id="2147483807" r:id="rId50"/>
    <p:sldLayoutId id="2147483808" r:id="rId51"/>
    <p:sldLayoutId id="2147483809" r:id="rId52"/>
  </p:sldLayoutIdLst>
  <p:txStyles>
    <p:titleStyle>
      <a:lvl1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1pPr>
      <a:lvl2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2pPr>
      <a:lvl3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3pPr>
      <a:lvl4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4pPr>
      <a:lvl5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5pPr>
      <a:lvl6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6pPr>
      <a:lvl7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7pPr>
      <a:lvl8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8pPr>
      <a:lvl9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9pPr>
    </p:titleStyle>
    <p:bodyStyle>
      <a:lvl1pPr marL="0" marR="0" indent="0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1pPr>
      <a:lvl2pPr marL="0" marR="0" indent="914172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2pPr>
      <a:lvl3pPr marL="0" marR="0" indent="182834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3pPr>
      <a:lvl4pPr marL="0" marR="0" indent="274251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4pPr>
      <a:lvl5pPr marL="0" marR="0" indent="365668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5pPr>
      <a:lvl6pPr marL="493652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6pPr>
      <a:lvl7pPr marL="585069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7pPr>
      <a:lvl8pPr marL="676487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8pPr>
      <a:lvl9pPr marL="767904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9pPr>
    </p:bodyStyle>
    <p:otherStyle>
      <a:lvl1pPr marL="0" marR="0" indent="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91421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182843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2742652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365686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457108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548530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639952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731373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4.xml"/><Relationship Id="rId2" Type="http://schemas.openxmlformats.org/officeDocument/2006/relationships/image" Target="../media/image1.jpeg"/><Relationship Id="rId3" Type="http://schemas.openxmlformats.org/officeDocument/2006/relationships/notesSlide" Target="../notesSlides/notes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4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4.xml"/><Relationship Id="rId2" Type="http://schemas.openxmlformats.org/officeDocument/2006/relationships/image" Target="../media/image4.jpeg"/><Relationship Id="rId3" Type="http://schemas.openxmlformats.org/officeDocument/2006/relationships/diagramData" Target="../diagrams/data1.xml"/><Relationship Id="rId4" Type="http://schemas.openxmlformats.org/officeDocument/2006/relationships/diagramLayout" Target="../diagrams/layout1.xml"/><Relationship Id="rId5" Type="http://schemas.openxmlformats.org/officeDocument/2006/relationships/diagramQuickStyle" Target="../diagrams/quickStyle1.xml"/><Relationship Id="rId6" Type="http://schemas.openxmlformats.org/officeDocument/2006/relationships/diagramColors" Target="../diagrams/colors1.xml"/><Relationship Id="rId7" Type="http://schemas.microsoft.com/office/2007/relationships/diagramDrawing" Target="../diagrams/drawing1.xml"/><Relationship Id="rId8" Type="http://schemas.openxmlformats.org/officeDocument/2006/relationships/notesSlide" Target="../notesSlides/notes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4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4.xml"/><Relationship Id="rId2" Type="http://schemas.openxmlformats.org/officeDocument/2006/relationships/image" Target="../media/image6.jpeg"/><Relationship Id="rId3" Type="http://schemas.openxmlformats.org/officeDocument/2006/relationships/notesSlide" Target="../notesSlides/notes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4.xml"/><Relationship Id="rId2" Type="http://schemas.openxmlformats.org/officeDocument/2006/relationships/diagramData" Target="../diagrams/data2.xml"/><Relationship Id="rId3" Type="http://schemas.openxmlformats.org/officeDocument/2006/relationships/diagramLayout" Target="../diagrams/layout2.xml"/><Relationship Id="rId4" Type="http://schemas.openxmlformats.org/officeDocument/2006/relationships/diagramQuickStyle" Target="../diagrams/quickStyle2.xml"/><Relationship Id="rId5" Type="http://schemas.openxmlformats.org/officeDocument/2006/relationships/diagramColors" Target="../diagrams/colors2.xml"/><Relationship Id="rId6" Type="http://schemas.microsoft.com/office/2007/relationships/diagramDrawing" Target="../diagrams/drawing2.xml"/><Relationship Id="rId7" Type="http://schemas.openxmlformats.org/officeDocument/2006/relationships/notesSlide" Target="../notesSlides/notes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4.xml"/><Relationship Id="rId2" Type="http://schemas.openxmlformats.org/officeDocument/2006/relationships/notesSlide" Target="../notesSlides/notes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4.xml"/><Relationship Id="rId2" Type="http://schemas.openxmlformats.org/officeDocument/2006/relationships/notesSlide" Target="../notesSlides/notesSlide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4.xml"/><Relationship Id="rId2" Type="http://schemas.openxmlformats.org/officeDocument/2006/relationships/notesSlide" Target="../notesSlides/notes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4.xml"/><Relationship Id="rId2" Type="http://schemas.openxmlformats.org/officeDocument/2006/relationships/image" Target="../media/image7.jpeg"/><Relationship Id="rId3" Type="http://schemas.openxmlformats.org/officeDocument/2006/relationships/notesSlide" Target="../notesSlides/notesSlide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4" name="Rectangle 32"/>
          <p:cNvSpPr/>
          <p:nvPr/>
        </p:nvSpPr>
        <p:spPr bwMode="auto">
          <a:xfrm>
            <a:off x="955385" y="5993904"/>
            <a:ext cx="4621490" cy="1872208"/>
          </a:xfrm>
          <a:prstGeom prst="rect">
            <a:avLst/>
          </a:prstGeom>
          <a:solidFill>
            <a:srgbClr val="E6E6E6"/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855" name="Text Placeholder 1"/>
          <p:cNvSpPr txBox="1"/>
          <p:nvPr/>
        </p:nvSpPr>
        <p:spPr bwMode="auto">
          <a:xfrm>
            <a:off x="1780894" y="6112348"/>
            <a:ext cx="19616066" cy="157443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Autofit/>
          </a:bodyPr>
          <a:lstStyle/>
          <a:p>
            <a:pPr defTabSz="914400" rtl="0">
              <a:lnSpc>
                <a:spcPct val="100000"/>
              </a:lnSpc>
              <a:defRPr sz="7200" spc="30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lang="ru-RU" sz="4400" b="1" spc="300" dirty="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  <a:sym typeface="Stem"/>
              </a:rPr>
              <a:t>МЕТОДИКА РАЗРАБОТКИ РАБОЧЕЙ ПРОГРАММЫ</a:t>
            </a:r>
          </a:p>
        </p:txBody>
      </p:sp>
      <p:sp>
        <p:nvSpPr>
          <p:cNvPr id="845" name="Rectangle 13"/>
          <p:cNvSpPr/>
          <p:nvPr/>
        </p:nvSpPr>
        <p:spPr bwMode="auto">
          <a:xfrm>
            <a:off x="19104768" y="0"/>
            <a:ext cx="5409365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846" name="Rectangle 5"/>
          <p:cNvSpPr/>
          <p:nvPr/>
        </p:nvSpPr>
        <p:spPr bwMode="auto">
          <a:xfrm>
            <a:off x="1780897" y="7272000"/>
            <a:ext cx="15547554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954314538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3D134331-EEDD-4F5C-BBF4-D44A67C1FE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3728" y="2604670"/>
            <a:ext cx="14122796" cy="10553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algn="ctr" defTabSz="1828434" rtl="0">
              <a:lnSpc>
                <a:spcPct val="100000"/>
              </a:lnSpc>
              <a:defRPr/>
            </a:pPr>
            <a:fld id="{86CB4B4D-7CA3-9044-876B-883B54F8677D}" type="slidenum">
              <a:rPr>
                <a:latin typeface="Open Sans Light"/>
                <a:cs typeface="Calibri"/>
                <a:sym typeface="Open Sans"/>
              </a:rPr>
              <a:pPr algn="ctr" defTabSz="1828434" rtl="0">
                <a:lnSpc>
                  <a:spcPct val="100000"/>
                </a:lnSpc>
                <a:defRPr/>
              </a:pPr>
              <a:t>2</a:t>
            </a:fld>
            <a:endParaRPr>
              <a:latin typeface="Open Sans Light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52" y="1845675"/>
            <a:ext cx="24280504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defTabSz="457200" rtl="0">
              <a:lnSpc>
                <a:spcPct val="100000"/>
              </a:lnSpc>
              <a:defRPr/>
            </a:pPr>
            <a:r>
              <a:rPr lang="ru-RU" sz="4600" dirty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  <a:sym typeface="Stem"/>
              </a:rPr>
              <a:t>ШАГ 1. СОЗДАНИЕ РАБОЧЕЙ ГРУППЫ</a:t>
            </a:r>
          </a:p>
        </p:txBody>
      </p:sp>
      <p:sp>
        <p:nvSpPr>
          <p:cNvPr id="22" name="Rectangle 29"/>
          <p:cNvSpPr/>
          <p:nvPr/>
        </p:nvSpPr>
        <p:spPr bwMode="auto">
          <a:xfrm>
            <a:off x="2061254" y="2604670"/>
            <a:ext cx="10974744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6350" y="2676670"/>
            <a:ext cx="9876490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 dirty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</a:rPr>
              <a:t>Методика разработки учебной программы</a:t>
            </a:r>
          </a:p>
        </p:txBody>
      </p:sp>
      <p:sp>
        <p:nvSpPr>
          <p:cNvPr id="8" name="Прямоугольник 7"/>
          <p:cNvSpPr/>
          <p:nvPr/>
        </p:nvSpPr>
        <p:spPr bwMode="auto">
          <a:xfrm>
            <a:off x="2190730" y="5040688"/>
            <a:ext cx="7881292" cy="3384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800" dirty="0"/>
              <a:t>Для повышения качества разработки </a:t>
            </a:r>
            <a:r>
              <a:rPr lang="ru-RU" sz="2800" b="1" dirty="0"/>
              <a:t>дополнительной профессиональной программы</a:t>
            </a:r>
            <a:r>
              <a:rPr lang="ru-RU" sz="2800" dirty="0"/>
              <a:t> (ДПП) с учетом требований профессиональных стандартов в группу разработчиков рекомендуется включить </a:t>
            </a:r>
            <a:r>
              <a:rPr lang="ru-RU" sz="2800" b="1" dirty="0"/>
              <a:t>представителей работодателей </a:t>
            </a:r>
            <a:r>
              <a:rPr lang="ru-RU" sz="2800" dirty="0"/>
              <a:t>и (или) объединений работодателей.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3261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52" y="1845675"/>
            <a:ext cx="24280504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 rtl="0">
              <a:lnSpc>
                <a:spcPct val="100000"/>
              </a:lnSpc>
              <a:defRPr/>
            </a:pPr>
            <a:r>
              <a:rPr lang="ru-RU" sz="4600" dirty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  <a:sym typeface="Stem"/>
              </a:rPr>
              <a:t>ШАГ 2. ВЫБОР ПРОФЕССИОНАЛЬНЫХ СТАНДАРТОВ</a:t>
            </a:r>
            <a:endParaRPr kumimoji="0" lang="ru-RU" sz="4600" b="0" i="0" u="none" strike="noStrike" kern="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PFDinDisplayPro-Regular"/>
              <a:ea typeface="PFDinDisplayPro-Regular"/>
              <a:cs typeface="PFDinDisplayPro-Regular"/>
              <a:sym typeface="Stem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49" y="2604670"/>
            <a:ext cx="15364642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1606824" y="2897560"/>
            <a:ext cx="7595321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 fontScale="92500"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 dirty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</a:rPr>
              <a:t>Методика разработки учебной программы</a:t>
            </a:r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2061249" y="4449329"/>
            <a:ext cx="9961031" cy="6702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800" b="1" dirty="0"/>
              <a:t>Алгоритм работы с </a:t>
            </a:r>
            <a:r>
              <a:rPr lang="ru-RU" sz="2800" b="1" dirty="0" err="1"/>
              <a:t>профстандартами</a:t>
            </a:r>
            <a:r>
              <a:rPr lang="ru-RU" sz="2800" b="1" dirty="0"/>
              <a:t> для ДПП:</a:t>
            </a:r>
          </a:p>
          <a:p>
            <a:pPr>
              <a:defRPr/>
            </a:pPr>
            <a:endParaRPr lang="ru-RU" sz="2800" b="1" dirty="0"/>
          </a:p>
          <a:p>
            <a:pPr marL="514350" indent="-514350">
              <a:buFont typeface="+mj-lt"/>
              <a:buAutoNum type="arabicPeriod"/>
              <a:defRPr/>
            </a:pPr>
            <a:r>
              <a:rPr lang="ru-RU" sz="2800" dirty="0"/>
              <a:t>Найти подходящий ПС на сайте Минтруда (profstandart.rosmintrud.ru) по названию.</a:t>
            </a:r>
          </a:p>
          <a:p>
            <a:pPr marL="514350" indent="-514350">
              <a:buFont typeface="+mj-lt"/>
              <a:buAutoNum type="arabicPeriod"/>
              <a:defRPr/>
            </a:pPr>
            <a:endParaRPr lang="ru-RU" sz="2800" dirty="0"/>
          </a:p>
          <a:p>
            <a:pPr marL="514350" indent="-514350">
              <a:buFont typeface="+mj-lt"/>
              <a:buAutoNum type="arabicPeriod"/>
              <a:defRPr/>
            </a:pPr>
            <a:r>
              <a:rPr lang="ru-RU" sz="2800" dirty="0"/>
              <a:t>Выбрать из него нужные обобщённые трудовые функции (ОТФ) и трудовые функции (ТФ).</a:t>
            </a:r>
          </a:p>
          <a:p>
            <a:pPr marL="514350" indent="-514350">
              <a:buFont typeface="+mj-lt"/>
              <a:buAutoNum type="arabicPeriod"/>
              <a:defRPr/>
            </a:pPr>
            <a:endParaRPr lang="ru-RU" sz="2800" dirty="0"/>
          </a:p>
          <a:p>
            <a:pPr marL="514350" indent="-514350">
              <a:buFont typeface="+mj-lt"/>
              <a:buAutoNum type="arabicPeriod"/>
              <a:defRPr/>
            </a:pPr>
            <a:r>
              <a:rPr lang="ru-RU" sz="2800" dirty="0"/>
              <a:t>Уровень квалификации выбранных ОТФ/ТФ не должен превышать возможностей программы — с учётом:</a:t>
            </a:r>
          </a:p>
          <a:p>
            <a:pPr marL="457200" indent="-457200">
              <a:buFont typeface="Wingdings" panose="05000000000000000000" pitchFamily="2" charset="2"/>
              <a:buChar char="§"/>
              <a:defRPr/>
            </a:pPr>
            <a:r>
              <a:rPr lang="ru-RU" sz="2800" dirty="0"/>
              <a:t>заявленного уровня квалификации ДПП;</a:t>
            </a:r>
          </a:p>
          <a:p>
            <a:pPr marL="457200" indent="-457200">
              <a:buFont typeface="Wingdings" panose="05000000000000000000" pitchFamily="2" charset="2"/>
              <a:buChar char="§"/>
              <a:defRPr/>
            </a:pPr>
            <a:r>
              <a:rPr lang="ru-RU" sz="2800" dirty="0"/>
              <a:t>срока обучения;</a:t>
            </a:r>
          </a:p>
          <a:p>
            <a:pPr marL="457200" indent="-457200">
              <a:buFont typeface="Wingdings" panose="05000000000000000000" pitchFamily="2" charset="2"/>
              <a:buChar char="§"/>
              <a:defRPr/>
            </a:pPr>
            <a:r>
              <a:rPr lang="ru-RU" sz="2800" dirty="0"/>
              <a:t>исходного образования слушателей.</a:t>
            </a:r>
            <a:endParaRPr dirty="0"/>
          </a:p>
        </p:txBody>
      </p:sp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C0B1F744-6737-4ED2-AB2A-86E093E794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192"/>
          <a:stretch/>
        </p:blipFill>
        <p:spPr bwMode="auto">
          <a:xfrm>
            <a:off x="11907784" y="3404890"/>
            <a:ext cx="11607774" cy="9496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Picture background">
            <a:extLst>
              <a:ext uri="{FF2B5EF4-FFF2-40B4-BE49-F238E27FC236}">
                <a16:creationId xmlns:a16="http://schemas.microsoft.com/office/drawing/2014/main" id="{5D616467-A948-4F4F-9722-5D26001717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66050" y="3458687"/>
            <a:ext cx="2261350" cy="936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7896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074" name="Picture 2" descr="Picture background">
            <a:extLst>
              <a:ext uri="{FF2B5EF4-FFF2-40B4-BE49-F238E27FC236}">
                <a16:creationId xmlns:a16="http://schemas.microsoft.com/office/drawing/2014/main" id="{16BFACD0-E938-429D-9C97-DFB344A2DB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3528" y="3250295"/>
            <a:ext cx="7094644" cy="3990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49" y="1822842"/>
            <a:ext cx="24280504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defTabSz="914400" rtl="0">
              <a:lnSpc>
                <a:spcPct val="100000"/>
              </a:lnSpc>
              <a:defRPr/>
            </a:pPr>
            <a:r>
              <a:rPr lang="ru-RU" sz="4600" dirty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</a:rPr>
              <a:t>ШАГ 3. СОПОСТАВЛЕНИЕ ФГОС И ОС</a:t>
            </a:r>
            <a:endParaRPr lang="ru-RU" sz="4600" dirty="0">
              <a:solidFill>
                <a:srgbClr val="404040"/>
              </a:solidFill>
              <a:latin typeface="PFDinDisplayPro-Regular"/>
              <a:ea typeface="PFDinDisplayPro-Regular"/>
              <a:cs typeface="PFDinDisplayPro-Regular"/>
              <a:sym typeface="Stem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70" y="2604670"/>
            <a:ext cx="10866198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1606824" y="2897560"/>
            <a:ext cx="7595321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 fontScale="92500"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 dirty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</a:rPr>
              <a:t>Методика разработки учебной программы</a:t>
            </a:r>
          </a:p>
        </p:txBody>
      </p:sp>
      <p:graphicFrame>
        <p:nvGraphicFramePr>
          <p:cNvPr id="4" name="Схема 3">
            <a:extLst>
              <a:ext uri="{FF2B5EF4-FFF2-40B4-BE49-F238E27FC236}">
                <a16:creationId xmlns:a16="http://schemas.microsoft.com/office/drawing/2014/main" id="{7C89D448-A462-4710-ACFC-01A2C3B8109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01556398"/>
              </p:ext>
            </p:extLst>
          </p:nvPr>
        </p:nvGraphicFramePr>
        <p:xfrm>
          <a:off x="3767064" y="6094424"/>
          <a:ext cx="15889245" cy="57880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77317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70" y="1088651"/>
            <a:ext cx="15985776" cy="1508105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 rtl="0">
              <a:lnSpc>
                <a:spcPct val="100000"/>
              </a:lnSpc>
              <a:defRPr/>
            </a:pPr>
            <a:r>
              <a:rPr lang="ru-RU" sz="4600" dirty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</a:rPr>
              <a:t>ШАГ 4. ФОРМИРОВАНИЕ РЕЗУЛЬТАТОВ ОСВОЕНИЯ ПРОГРАММЫ С УЧЕТОМ ПРОФСТАНДАРТА</a:t>
            </a:r>
            <a:endParaRPr kumimoji="0" lang="ru-RU" sz="4600" b="0" i="0" u="none" strike="noStrike" kern="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PFDinDisplayPro-Regular"/>
              <a:ea typeface="PFDinDisplayPro-Regular"/>
              <a:cs typeface="PFDinDisplayPro-Regular"/>
              <a:sym typeface="Stem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50" y="2604670"/>
            <a:ext cx="15192554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1606824" y="2897560"/>
            <a:ext cx="7595321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 fontScale="92500"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 dirty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</a:rPr>
              <a:t>Методика разработки учебной программы</a:t>
            </a:r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2458093" y="4111696"/>
            <a:ext cx="8978622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/>
            </a:pPr>
            <a:r>
              <a:rPr lang="ru-RU" sz="2800" dirty="0"/>
              <a:t>Программы повышения квалификации обеспечивают ее </a:t>
            </a:r>
            <a:r>
              <a:rPr lang="ru-RU" sz="2800" b="1" dirty="0"/>
              <a:t>актуализацию</a:t>
            </a:r>
            <a:r>
              <a:rPr lang="ru-RU" sz="2800" dirty="0"/>
              <a:t> в условиях изменения целей, содержания, технологий, нормативно-правового обеспечения профессиональной деятельности в той или иной сфере.</a:t>
            </a:r>
            <a:endParaRPr dirty="0"/>
          </a:p>
          <a:p>
            <a:pPr>
              <a:lnSpc>
                <a:spcPct val="100000"/>
              </a:lnSpc>
              <a:defRPr/>
            </a:pPr>
            <a:endParaRPr lang="ru-RU" sz="2800" dirty="0"/>
          </a:p>
        </p:txBody>
      </p:sp>
      <p:graphicFrame>
        <p:nvGraphicFramePr>
          <p:cNvPr id="11" name="Таблица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7976177"/>
              </p:ext>
            </p:extLst>
          </p:nvPr>
        </p:nvGraphicFramePr>
        <p:xfrm>
          <a:off x="3705559" y="7722096"/>
          <a:ext cx="16256000" cy="5462519"/>
        </p:xfrm>
        <a:graphic>
          <a:graphicData uri="http://schemas.openxmlformats.org/drawingml/2006/table">
            <a:tbl>
              <a:tblPr firstRow="1" bandRow="1">
                <a:tableStyleId>{08189E3A-E3F6-D0A8-1688-B7342F2906A8}</a:tableStyleId>
              </a:tblPr>
              <a:tblGrid>
                <a:gridCol w="325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51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51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42976">
                <a:tc gridSpan="5"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ru-RU" sz="2800" b="1" dirty="0">
                          <a:latin typeface="Open Sans"/>
                        </a:rPr>
                        <a:t>Результаты освоения программы повышения квалификации</a:t>
                      </a:r>
                    </a:p>
                  </a:txBody>
                  <a:tcPr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solidFill>
                        <a:schemeClr val="tx1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091">
                <a:tc gridSpan="5"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ru-RU" dirty="0">
                          <a:latin typeface="Open Sans"/>
                        </a:rPr>
                        <a:t>Имеющаяся квалификация (требования к слушателям):</a:t>
                      </a:r>
                    </a:p>
                  </a:txBody>
                  <a:tcPr>
                    <a:lnT w="12700" algn="ctr">
                      <a:solidFill>
                        <a:schemeClr val="tx1"/>
                      </a:solidFill>
                    </a:lnT>
                    <a:lnB w="12700" algn="ctr"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91">
                <a:tc gridSpan="5"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>
                          <a:latin typeface="Open Sans"/>
                        </a:rPr>
                        <a:t>______________________________________________________________________________________________</a:t>
                      </a:r>
                      <a:endParaRPr lang="ru-RU">
                        <a:latin typeface="Open Sans"/>
                      </a:endParaRPr>
                    </a:p>
                  </a:txBody>
                  <a:tcPr>
                    <a:lnT w="12700" algn="ctr">
                      <a:noFill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7221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ru-RU">
                          <a:latin typeface="Open Sans"/>
                        </a:rPr>
                        <a:t>Виды деятельности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ru-RU" dirty="0">
                          <a:latin typeface="Open Sans"/>
                        </a:rPr>
                        <a:t>Профессиональные компетенции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ru-RU">
                          <a:latin typeface="Open Sans"/>
                        </a:rPr>
                        <a:t>Практический опыт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ru-RU">
                          <a:latin typeface="Open Sans"/>
                        </a:rPr>
                        <a:t>Умения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ru-RU">
                          <a:latin typeface="Open Sans"/>
                        </a:rPr>
                        <a:t>Знания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6428">
                <a:tc rowSpan="2"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ru-RU">
                          <a:latin typeface="Open Sans"/>
                        </a:rPr>
                        <a:t>ВД 1 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ru-RU">
                          <a:latin typeface="Open Sans"/>
                        </a:rPr>
                        <a:t>ПК 1.1, 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ru-RU">
                        <a:latin typeface="Open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ru-RU">
                        <a:latin typeface="Open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ru-RU">
                        <a:latin typeface="Open San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6428"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ru-RU">
                        <a:latin typeface="Open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ru-RU">
                          <a:latin typeface="Open Sans"/>
                        </a:rPr>
                        <a:t>ПК 1.</a:t>
                      </a:r>
                      <a:r>
                        <a:rPr lang="en-US">
                          <a:latin typeface="Open Sans"/>
                        </a:rPr>
                        <a:t>n </a:t>
                      </a:r>
                      <a:r>
                        <a:rPr lang="ru-RU">
                          <a:latin typeface="Open San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ru-RU">
                        <a:latin typeface="Open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ru-RU">
                        <a:latin typeface="Open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ru-RU">
                        <a:latin typeface="Open San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6428">
                <a:tc rowSpan="2"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ru-RU">
                          <a:latin typeface="Open Sans"/>
                        </a:rPr>
                        <a:t>ВД </a:t>
                      </a:r>
                      <a:r>
                        <a:rPr lang="en-US">
                          <a:latin typeface="Open Sans"/>
                        </a:rPr>
                        <a:t>n </a:t>
                      </a:r>
                      <a:r>
                        <a:rPr lang="ru-RU">
                          <a:latin typeface="Open Sans"/>
                        </a:rPr>
                        <a:t>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ru-RU">
                          <a:latin typeface="Open Sans"/>
                        </a:rPr>
                        <a:t>ПК </a:t>
                      </a:r>
                      <a:r>
                        <a:rPr lang="en-US">
                          <a:latin typeface="Open Sans"/>
                        </a:rPr>
                        <a:t>n</a:t>
                      </a:r>
                      <a:r>
                        <a:rPr lang="ru-RU">
                          <a:latin typeface="Open Sans"/>
                        </a:rPr>
                        <a:t>.1, 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ru-RU">
                        <a:latin typeface="Open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ru-RU">
                        <a:latin typeface="Open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ru-RU">
                        <a:latin typeface="Open San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6428"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ru-RU">
                        <a:latin typeface="Open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ru-RU">
                          <a:latin typeface="Open Sans"/>
                        </a:rPr>
                        <a:t>ПК </a:t>
                      </a:r>
                      <a:r>
                        <a:rPr lang="en-US">
                          <a:latin typeface="Open Sans"/>
                        </a:rPr>
                        <a:t>n</a:t>
                      </a:r>
                      <a:r>
                        <a:rPr lang="ru-RU">
                          <a:latin typeface="Open Sans"/>
                        </a:rPr>
                        <a:t>.</a:t>
                      </a:r>
                      <a:r>
                        <a:rPr lang="en-US">
                          <a:latin typeface="Open Sans"/>
                        </a:rPr>
                        <a:t>n </a:t>
                      </a:r>
                      <a:r>
                        <a:rPr lang="ru-RU">
                          <a:latin typeface="Open Sans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ru-RU">
                        <a:latin typeface="Open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ru-RU">
                        <a:latin typeface="Open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ru-RU">
                        <a:latin typeface="Open San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6428">
                <a:tc gridSpan="5"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ru-RU" dirty="0">
                          <a:latin typeface="Open Sans"/>
                        </a:rPr>
                        <a:t>Общие компетенции (при наличии) ________________________________________________________________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24D90D0-EF64-40CD-A8D4-72AE63832730}"/>
              </a:ext>
            </a:extLst>
          </p:cNvPr>
          <p:cNvSpPr/>
          <p:nvPr/>
        </p:nvSpPr>
        <p:spPr>
          <a:xfrm>
            <a:off x="11833559" y="4132298"/>
            <a:ext cx="11568869" cy="29104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/>
              <a:t>В таблице результатов освоения программы повышения квалификации в соответствии с требованиями к таким программам необходимо представить перечень профессиональных компетенций в рамках имеющейся квалификации, качественное изменение которых осуществляется в результате обучения. 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94D9B57-FC3A-41F2-80C3-3F8D4E0210B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74776" y="4045524"/>
            <a:ext cx="1470026" cy="1456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6414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098" name="Picture 2" descr="Picture background">
            <a:extLst>
              <a:ext uri="{FF2B5EF4-FFF2-40B4-BE49-F238E27FC236}">
                <a16:creationId xmlns:a16="http://schemas.microsoft.com/office/drawing/2014/main" id="{C30FF152-F667-4A19-BCC6-8C17730F43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27904" y="3237297"/>
            <a:ext cx="12803410" cy="9367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70" y="1088651"/>
            <a:ext cx="15985776" cy="1508105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 rtl="0">
              <a:lnSpc>
                <a:spcPct val="100000"/>
              </a:lnSpc>
              <a:defRPr/>
            </a:pPr>
            <a:r>
              <a:rPr lang="ru-RU" sz="4600" dirty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</a:rPr>
              <a:t>ШАГ 5. РАЗРАБОТКА ПРОЦЕДУР И СРЕДСТВ ОЦЕНКИ РЕЗУЛЬТАТОВ ОБУЧЕНИЯ ПО ПРОГРАММЕ</a:t>
            </a:r>
            <a:endParaRPr kumimoji="0" lang="ru-RU" sz="4600" b="0" i="0" u="none" strike="noStrike" kern="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PFDinDisplayPro-Regular"/>
              <a:ea typeface="PFDinDisplayPro-Regular"/>
              <a:cs typeface="PFDinDisplayPro-Regular"/>
              <a:sym typeface="Stem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49" y="2604670"/>
            <a:ext cx="15494393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1606824" y="2897560"/>
            <a:ext cx="7595321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 fontScale="92500"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 dirty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</a:rPr>
              <a:t>Методика разработки учебной программы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6C6ED1D-1FF4-45B4-A005-2F81D0AD82CC}"/>
              </a:ext>
            </a:extLst>
          </p:cNvPr>
          <p:cNvSpPr/>
          <p:nvPr/>
        </p:nvSpPr>
        <p:spPr>
          <a:xfrm>
            <a:off x="2829107" y="5273824"/>
            <a:ext cx="8943843" cy="4332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/>
              <a:t>Цель освоения программ под </a:t>
            </a:r>
            <a:r>
              <a:rPr lang="ru-RU" sz="2800" dirty="0" err="1"/>
              <a:t>профстандарты</a:t>
            </a:r>
            <a:r>
              <a:rPr lang="ru-RU" sz="2800" dirty="0"/>
              <a:t> — получение профессиональной квалификации.</a:t>
            </a:r>
          </a:p>
          <a:p>
            <a:endParaRPr lang="ru-RU" sz="2800" dirty="0"/>
          </a:p>
          <a:p>
            <a:r>
              <a:rPr lang="ru-RU" sz="2800" dirty="0"/>
              <a:t>Итоговую аттестацию по ДПП организация проводит в любой форме по своему усмотрению.</a:t>
            </a:r>
          </a:p>
          <a:p>
            <a:endParaRPr lang="ru-RU" sz="2800" dirty="0"/>
          </a:p>
          <a:p>
            <a:r>
              <a:rPr lang="ru-RU" sz="2800" dirty="0"/>
              <a:t>Закон не ограничивает ни содержание программ переподготовки, ни порядок проведения квалификационных экзаменов.</a:t>
            </a:r>
          </a:p>
        </p:txBody>
      </p:sp>
    </p:spTree>
    <p:extLst>
      <p:ext uri="{BB962C8B-B14F-4D97-AF65-F5344CB8AC3E}">
        <p14:creationId xmlns:p14="http://schemas.microsoft.com/office/powerpoint/2010/main" val="9874029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70" y="1088651"/>
            <a:ext cx="15985776" cy="1508105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defTabSz="914400" rtl="0">
              <a:lnSpc>
                <a:spcPct val="100000"/>
              </a:lnSpc>
              <a:defRPr/>
            </a:pPr>
            <a:r>
              <a:rPr lang="ru-RU" sz="4600" dirty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</a:rPr>
              <a:t>ШАГ 5. РАЗРАБОТКА ПРОЦЕДУР И СРЕДСТВ ОЦЕНКИ РЕЗУЛЬТАТОВ ОБУЧЕНИЯ ПО ПРОГРАММЕ</a:t>
            </a:r>
            <a:endParaRPr lang="ru-RU" sz="4600" dirty="0">
              <a:solidFill>
                <a:srgbClr val="404040"/>
              </a:solidFill>
              <a:latin typeface="PFDinDisplayPro-Regular"/>
              <a:ea typeface="PFDinDisplayPro-Regular"/>
              <a:cs typeface="PFDinDisplayPro-Regular"/>
              <a:sym typeface="Stem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49" y="2604670"/>
            <a:ext cx="15494393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1606824" y="2897560"/>
            <a:ext cx="7595321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 fontScale="92500"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 dirty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</a:rPr>
              <a:t>Методика разработки учебной программы</a:t>
            </a:r>
          </a:p>
        </p:txBody>
      </p:sp>
      <p:graphicFrame>
        <p:nvGraphicFramePr>
          <p:cNvPr id="10" name="Схема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39179036"/>
              </p:ext>
            </p:extLst>
          </p:nvPr>
        </p:nvGraphicFramePr>
        <p:xfrm>
          <a:off x="1894856" y="2977474"/>
          <a:ext cx="21394980" cy="99128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700577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70" y="1088651"/>
            <a:ext cx="15985776" cy="1508105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 rtl="0">
              <a:lnSpc>
                <a:spcPct val="100000"/>
              </a:lnSpc>
              <a:defRPr/>
            </a:pPr>
            <a:r>
              <a:rPr lang="ru-RU" sz="4600" dirty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</a:rPr>
              <a:t>ШАГ 6. ФОРМИРОВАНИЕ СТРУКТУРЫ</a:t>
            </a:r>
            <a:br>
              <a:rPr lang="ru-RU" sz="4600" dirty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</a:rPr>
            </a:br>
            <a:r>
              <a:rPr lang="ru-RU" sz="4600" dirty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</a:rPr>
              <a:t>И СОДЕРЖАНИЯ ПРОГРАММЫ</a:t>
            </a:r>
            <a:endParaRPr kumimoji="0" lang="ru-RU" sz="4600" b="0" i="0" u="none" strike="noStrike" kern="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PFDinDisplayPro-Regular"/>
              <a:ea typeface="PFDinDisplayPro-Regular"/>
              <a:cs typeface="PFDinDisplayPro-Regular"/>
              <a:sym typeface="Stem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71" y="2604670"/>
            <a:ext cx="10765585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1606824" y="2897560"/>
            <a:ext cx="7595321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 fontScale="92500"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 dirty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</a:rPr>
              <a:t>Методика разработки учебной программы</a:t>
            </a:r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3310207"/>
              </p:ext>
            </p:extLst>
          </p:nvPr>
        </p:nvGraphicFramePr>
        <p:xfrm>
          <a:off x="3335016" y="4053840"/>
          <a:ext cx="15625736" cy="7057490"/>
        </p:xfrm>
        <a:graphic>
          <a:graphicData uri="http://schemas.openxmlformats.org/drawingml/2006/table">
            <a:tbl>
              <a:tblPr firstRow="1" bandRow="1"/>
              <a:tblGrid>
                <a:gridCol w="78128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128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04101">
                <a:tc>
                  <a:txBody>
                    <a:bodyPr/>
                    <a:lstStyle>
                      <a:lvl1pPr marL="0" marR="0" indent="0" algn="r" defTabSz="1828434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3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0" marR="0" indent="914216" algn="r" defTabSz="1828434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3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0" marR="0" indent="1828434" algn="r" defTabSz="1828434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3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0" marR="0" indent="2742652" algn="r" defTabSz="1828434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3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0" marR="0" indent="3656868" algn="r" defTabSz="1828434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3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0" marR="0" indent="4571086" algn="r" defTabSz="1828434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3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0" marR="0" indent="5485304" algn="r" defTabSz="1828434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3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0" marR="0" indent="6399520" algn="r" defTabSz="1828434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3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0" marR="0" indent="7313738" algn="r" defTabSz="1828434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3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>
                        <a:defRPr/>
                      </a:pPr>
                      <a:r>
                        <a:rPr lang="ru-RU" sz="2800" b="1">
                          <a:latin typeface="Open Sans"/>
                        </a:rPr>
                        <a:t>Результаты (освоенные компетенции)</a:t>
                      </a:r>
                    </a:p>
                  </a:txBody>
                  <a:tcPr anchor="ctr">
                    <a:lnL w="12700">
                      <a:solidFill>
                        <a:srgbClr val="535353"/>
                      </a:solidFill>
                    </a:lnL>
                    <a:lnR w="12700">
                      <a:solidFill>
                        <a:srgbClr val="535353"/>
                      </a:solidFill>
                    </a:lnR>
                    <a:lnT w="12700">
                      <a:solidFill>
                        <a:srgbClr val="535353"/>
                      </a:solidFill>
                    </a:lnT>
                    <a:lnB w="12700">
                      <a:solidFill>
                        <a:srgbClr val="535353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marR="0" indent="0" algn="r" defTabSz="1828434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3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0" marR="0" indent="914216" algn="r" defTabSz="1828434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3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0" marR="0" indent="1828434" algn="r" defTabSz="1828434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3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0" marR="0" indent="2742652" algn="r" defTabSz="1828434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3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0" marR="0" indent="3656868" algn="r" defTabSz="1828434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3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0" marR="0" indent="4571086" algn="r" defTabSz="1828434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3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0" marR="0" indent="5485304" algn="r" defTabSz="1828434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3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0" marR="0" indent="6399520" algn="r" defTabSz="1828434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3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0" marR="0" indent="7313738" algn="r" defTabSz="1828434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3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>
                        <a:defRPr/>
                      </a:pPr>
                      <a:r>
                        <a:rPr lang="ru-RU" sz="2800" b="1" dirty="0">
                          <a:latin typeface="Open Sans"/>
                        </a:rPr>
                        <a:t>Виды работ на практике (стажировке)</a:t>
                      </a:r>
                    </a:p>
                  </a:txBody>
                  <a:tcPr anchor="ctr">
                    <a:lnL w="12700">
                      <a:solidFill>
                        <a:srgbClr val="535353"/>
                      </a:solidFill>
                    </a:lnL>
                    <a:lnR w="12700">
                      <a:solidFill>
                        <a:srgbClr val="535353"/>
                      </a:solidFill>
                    </a:lnR>
                    <a:lnT w="12700">
                      <a:solidFill>
                        <a:srgbClr val="535353"/>
                      </a:solidFill>
                    </a:lnT>
                    <a:lnB w="12700">
                      <a:solidFill>
                        <a:srgbClr val="535353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12322">
                <a:tc>
                  <a:txBody>
                    <a:bodyPr/>
                    <a:lstStyle>
                      <a:lvl1pPr marL="0" marR="0" indent="0" algn="r" defTabSz="1828434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3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0" marR="0" indent="914216" algn="r" defTabSz="1828434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3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0" marR="0" indent="1828434" algn="r" defTabSz="1828434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3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0" marR="0" indent="2742652" algn="r" defTabSz="1828434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3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0" marR="0" indent="3656868" algn="r" defTabSz="1828434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3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0" marR="0" indent="4571086" algn="r" defTabSz="1828434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3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0" marR="0" indent="5485304" algn="r" defTabSz="1828434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3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0" marR="0" indent="6399520" algn="r" defTabSz="1828434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3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0" marR="0" indent="7313738" algn="r" defTabSz="1828434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3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>
                        <a:defRPr/>
                      </a:pPr>
                      <a:r>
                        <a:rPr lang="ru-RU" dirty="0">
                          <a:latin typeface="Open Sans"/>
                        </a:rPr>
                        <a:t>1</a:t>
                      </a:r>
                    </a:p>
                  </a:txBody>
                  <a:tcPr anchor="ctr">
                    <a:lnL w="12700">
                      <a:solidFill>
                        <a:srgbClr val="535353"/>
                      </a:solidFill>
                    </a:lnL>
                    <a:lnR w="12700">
                      <a:solidFill>
                        <a:srgbClr val="535353"/>
                      </a:solidFill>
                    </a:lnR>
                    <a:lnT w="12700">
                      <a:solidFill>
                        <a:srgbClr val="535353"/>
                      </a:solidFill>
                    </a:lnT>
                    <a:lnB w="12700">
                      <a:solidFill>
                        <a:srgbClr val="535353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marR="0" indent="0" algn="r" defTabSz="1828434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3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0" marR="0" indent="914216" algn="r" defTabSz="1828434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3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0" marR="0" indent="1828434" algn="r" defTabSz="1828434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3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0" marR="0" indent="2742652" algn="r" defTabSz="1828434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3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0" marR="0" indent="3656868" algn="r" defTabSz="1828434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3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0" marR="0" indent="4571086" algn="r" defTabSz="1828434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3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0" marR="0" indent="5485304" algn="r" defTabSz="1828434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3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0" marR="0" indent="6399520" algn="r" defTabSz="1828434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3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0" marR="0" indent="7313738" algn="r" defTabSz="1828434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3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 algn="ctr">
                        <a:defRPr/>
                      </a:pPr>
                      <a:r>
                        <a:rPr lang="ru-RU" dirty="0">
                          <a:latin typeface="Open Sans"/>
                        </a:rPr>
                        <a:t>2</a:t>
                      </a:r>
                    </a:p>
                  </a:txBody>
                  <a:tcPr anchor="ctr">
                    <a:lnL w="12700">
                      <a:solidFill>
                        <a:srgbClr val="535353"/>
                      </a:solidFill>
                    </a:lnL>
                    <a:lnR w="12700">
                      <a:solidFill>
                        <a:srgbClr val="535353"/>
                      </a:solidFill>
                    </a:lnR>
                    <a:lnT w="12700">
                      <a:solidFill>
                        <a:srgbClr val="535353"/>
                      </a:solidFill>
                    </a:lnT>
                    <a:lnB w="12700">
                      <a:solidFill>
                        <a:srgbClr val="535353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41067">
                <a:tc gridSpan="2">
                  <a:txBody>
                    <a:bodyPr/>
                    <a:lstStyle>
                      <a:lvl1pPr marL="0" marR="0" indent="0" algn="r" defTabSz="1828434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3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1pPr>
                      <a:lvl2pPr marL="0" marR="0" indent="914216" algn="r" defTabSz="1828434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3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2pPr>
                      <a:lvl3pPr marL="0" marR="0" indent="1828434" algn="r" defTabSz="1828434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3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3pPr>
                      <a:lvl4pPr marL="0" marR="0" indent="2742652" algn="r" defTabSz="1828434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3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4pPr>
                      <a:lvl5pPr marL="0" marR="0" indent="3656868" algn="r" defTabSz="1828434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3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5pPr>
                      <a:lvl6pPr marL="0" marR="0" indent="4571086" algn="r" defTabSz="1828434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3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6pPr>
                      <a:lvl7pPr marL="0" marR="0" indent="5485304" algn="r" defTabSz="1828434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3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7pPr>
                      <a:lvl8pPr marL="0" marR="0" indent="6399520" algn="r" defTabSz="1828434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3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8pPr>
                      <a:lvl9pPr marL="0" marR="0" indent="7313738" algn="r" defTabSz="1828434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 sz="2300" b="0" i="0" u="none" strike="noStrike" cap="none" spc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defRPr>
                      </a:lvl9pPr>
                    </a:lstStyle>
                    <a:p>
                      <a:pPr>
                        <a:defRPr/>
                      </a:pPr>
                      <a:endParaRPr lang="ru-RU" dirty="0">
                        <a:latin typeface="Open Sans"/>
                      </a:endParaRPr>
                    </a:p>
                    <a:p>
                      <a:pPr algn="l">
                        <a:defRPr/>
                      </a:pPr>
                      <a:r>
                        <a:rPr lang="ru-RU" dirty="0">
                          <a:latin typeface="Open Sans"/>
                        </a:rPr>
                        <a:t>Вид деятельности _________________________________________________________________________________________________</a:t>
                      </a:r>
                      <a:endParaRPr dirty="0"/>
                    </a:p>
                    <a:p>
                      <a:pPr algn="l">
                        <a:defRPr/>
                      </a:pPr>
                      <a:endParaRPr lang="ru-RU" dirty="0">
                        <a:latin typeface="Open Sans"/>
                      </a:endParaRPr>
                    </a:p>
                    <a:p>
                      <a:pPr algn="l">
                        <a:defRPr/>
                      </a:pPr>
                      <a:endParaRPr lang="ru-RU" dirty="0">
                        <a:latin typeface="Open Sans"/>
                      </a:endParaRPr>
                    </a:p>
                    <a:p>
                      <a:pPr algn="l">
                        <a:defRPr/>
                      </a:pPr>
                      <a:r>
                        <a:rPr lang="ru-RU" dirty="0">
                          <a:latin typeface="Open Sans"/>
                        </a:rPr>
                        <a:t>Объем практики/стажировки (в неделях/часах и (или) зачетных единицах)___________________________________</a:t>
                      </a:r>
                      <a:endParaRPr dirty="0"/>
                    </a:p>
                    <a:p>
                      <a:pPr algn="l">
                        <a:defRPr/>
                      </a:pPr>
                      <a:endParaRPr dirty="0"/>
                    </a:p>
                    <a:p>
                      <a:pPr>
                        <a:defRPr/>
                      </a:pPr>
                      <a:endParaRPr lang="ru-RU" dirty="0">
                        <a:latin typeface="Open Sans"/>
                      </a:endParaRPr>
                    </a:p>
                  </a:txBody>
                  <a:tcPr anchor="ctr">
                    <a:lnL w="12700">
                      <a:solidFill>
                        <a:srgbClr val="535353"/>
                      </a:solidFill>
                    </a:lnL>
                    <a:lnR w="12700">
                      <a:solidFill>
                        <a:srgbClr val="535353"/>
                      </a:solidFill>
                    </a:lnR>
                    <a:lnT w="12700">
                      <a:solidFill>
                        <a:srgbClr val="535353"/>
                      </a:solidFill>
                    </a:lnT>
                    <a:lnB w="12700">
                      <a:solidFill>
                        <a:srgbClr val="535353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12297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70" y="1088651"/>
            <a:ext cx="15985776" cy="1508105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FDinDisplayPro-Regular"/>
                <a:ea typeface="PFDinDisplayPro-Regular"/>
                <a:cs typeface="PFDinDisplayPro-Regular"/>
              </a:rPr>
              <a:t>ШАГ 6. ФОРМИРОВАНИЕ СТРУКТУРЫ</a:t>
            </a:r>
            <a:br>
              <a:rPr kumimoji="0" lang="ru-RU" sz="4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FDinDisplayPro-Regular"/>
                <a:ea typeface="PFDinDisplayPro-Regular"/>
                <a:cs typeface="PFDinDisplayPro-Regular"/>
              </a:rPr>
            </a:br>
            <a:r>
              <a:rPr kumimoji="0" lang="ru-RU" sz="4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FDinDisplayPro-Regular"/>
                <a:ea typeface="PFDinDisplayPro-Regular"/>
                <a:cs typeface="PFDinDisplayPro-Regular"/>
              </a:rPr>
              <a:t>И СОДЕРЖАНИЯ ПРОГРАММЫ</a:t>
            </a:r>
            <a:endParaRPr kumimoji="0" lang="ru-RU" sz="4600" b="0" i="0" u="none" strike="noStrike" kern="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PFDinDisplayPro-Regular"/>
              <a:ea typeface="PFDinDisplayPro-Regular"/>
              <a:cs typeface="PFDinDisplayPro-Regular"/>
              <a:sym typeface="Stem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71" y="2604670"/>
            <a:ext cx="10765585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1606824" y="2897560"/>
            <a:ext cx="7595321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 fontScale="92500"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 dirty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</a:rPr>
              <a:t>Методика разработки учебной программы</a:t>
            </a:r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9293340"/>
              </p:ext>
            </p:extLst>
          </p:nvPr>
        </p:nvGraphicFramePr>
        <p:xfrm>
          <a:off x="1607568" y="4286842"/>
          <a:ext cx="18000000" cy="3840480"/>
        </p:xfrm>
        <a:graphic>
          <a:graphicData uri="http://schemas.openxmlformats.org/drawingml/2006/table">
            <a:tbl>
              <a:tblPr firstRow="1" bandRow="1">
                <a:tableStyleId>{08189E3A-E3F6-D0A8-1688-B7342F2906A8}</a:tableStyleId>
              </a:tblPr>
              <a:tblGrid>
                <a:gridCol w="60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6302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ru-RU" sz="2800" b="1" dirty="0">
                          <a:latin typeface="Open Sans"/>
                        </a:rPr>
                        <a:t>Результаты обучения (компетенции)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ru-RU" sz="2800" b="1" dirty="0">
                          <a:latin typeface="Open Sans"/>
                        </a:rPr>
                        <a:t>Умения и знания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ru-RU" sz="2800" b="1" dirty="0">
                          <a:latin typeface="Open Sans"/>
                        </a:rPr>
                        <a:t>Учебные курсы, дисциплины, программы (выбрать необходимое)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ru-RU">
                          <a:latin typeface="Open Sans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ru-RU">
                          <a:latin typeface="Open Sans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ru-RU" dirty="0">
                          <a:latin typeface="Open Sans"/>
                        </a:rPr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ru-RU">
                        <a:latin typeface="Open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ru-RU" dirty="0">
                          <a:latin typeface="Open Sans"/>
                        </a:rPr>
                        <a:t>Должен уметь ___________</a:t>
                      </a:r>
                      <a:endParaRPr dirty="0"/>
                    </a:p>
                    <a:p>
                      <a:pPr algn="l">
                        <a:defRPr/>
                      </a:pPr>
                      <a:r>
                        <a:rPr lang="ru-RU" dirty="0">
                          <a:latin typeface="Open Sans"/>
                        </a:rPr>
                        <a:t>Должен знать ___________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ru-RU">
                        <a:latin typeface="Open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ru-RU">
                        <a:latin typeface="Open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/>
                      </a:pPr>
                      <a:r>
                        <a:rPr lang="ru-RU" dirty="0">
                          <a:latin typeface="Open Sans"/>
                        </a:rPr>
                        <a:t>Должен уметь ___________</a:t>
                      </a:r>
                      <a:endParaRPr dirty="0"/>
                    </a:p>
                    <a:p>
                      <a:pPr algn="l">
                        <a:defRPr/>
                      </a:pPr>
                      <a:r>
                        <a:rPr lang="ru-RU" dirty="0">
                          <a:latin typeface="Open Sans"/>
                        </a:rPr>
                        <a:t>Должен знать ___________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ru-RU">
                        <a:latin typeface="Open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ru-RU">
                          <a:latin typeface="Open Sans"/>
                        </a:rPr>
                        <a:t>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ru-RU">
                          <a:latin typeface="Open Sans"/>
                        </a:rPr>
                        <a:t>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ru-RU" dirty="0">
                        <a:latin typeface="Open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1374375"/>
              </p:ext>
            </p:extLst>
          </p:nvPr>
        </p:nvGraphicFramePr>
        <p:xfrm>
          <a:off x="1607568" y="9521272"/>
          <a:ext cx="18000000" cy="2255520"/>
        </p:xfrm>
        <a:graphic>
          <a:graphicData uri="http://schemas.openxmlformats.org/drawingml/2006/table">
            <a:tbl>
              <a:tblPr firstRow="1" bandRow="1">
                <a:tableStyleId>{08189E3A-E3F6-D0A8-1688-B7342F2906A8}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ru-RU" sz="2800" b="1" dirty="0">
                          <a:latin typeface="Open Sans"/>
                        </a:rPr>
                        <a:t>Результаты (освоенные компетенции)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ru-RU" sz="2800" b="1" dirty="0">
                          <a:latin typeface="Open Sans"/>
                        </a:rPr>
                        <a:t>Должен уметь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ru-RU" sz="2800" b="1" dirty="0">
                          <a:latin typeface="Open Sans"/>
                        </a:rPr>
                        <a:t>Темы и виды занятий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ru-RU" sz="2800" b="1" dirty="0">
                          <a:latin typeface="Open Sans"/>
                        </a:rPr>
                        <a:t>Должен знать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ru-RU" sz="2800" b="1" dirty="0">
                          <a:latin typeface="Open Sans"/>
                        </a:rPr>
                        <a:t>Темы теоретической части обучения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ru-RU">
                          <a:latin typeface="Open Sans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ru-RU">
                          <a:latin typeface="Open Sans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ru-RU">
                          <a:latin typeface="Open Sans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ru-RU">
                          <a:latin typeface="Open Sans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ru-RU" dirty="0">
                          <a:latin typeface="Open Sans"/>
                        </a:rPr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ru-RU">
                        <a:latin typeface="Open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ru-RU">
                        <a:latin typeface="Open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ru-RU">
                        <a:latin typeface="Open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ru-RU">
                        <a:latin typeface="Open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ru-RU" dirty="0">
                        <a:latin typeface="Open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 bwMode="auto">
          <a:xfrm>
            <a:off x="15470997" y="3611687"/>
            <a:ext cx="4136571" cy="658640"/>
          </a:xfrm>
          <a:prstGeom prst="rect">
            <a:avLst/>
          </a:prstGeom>
          <a:noFill/>
          <a:ln w="254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91439" tIns="91439" rIns="91439" bIns="91439" numCol="1" spcCol="38100" rtlCol="0" anchor="t">
            <a:spAutoFit/>
          </a:bodyPr>
          <a:lstStyle/>
          <a:p>
            <a: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800" b="1" i="0" u="none" strike="noStrike" cap="none" spc="0">
                <a:ln>
                  <a:noFill/>
                </a:ln>
                <a:solidFill>
                  <a:srgbClr val="535353"/>
                </a:solidFill>
                <a:latin typeface="Open Sans"/>
                <a:ea typeface="Open Sans"/>
                <a:cs typeface="Open Sans"/>
              </a:rPr>
              <a:t>Таблица 1</a:t>
            </a:r>
            <a:endParaRPr lang="ru-RU" sz="2400" b="1" i="0" u="none" strike="noStrike" cap="none" spc="0">
              <a:ln>
                <a:noFill/>
              </a:ln>
              <a:solidFill>
                <a:srgbClr val="535353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1" name="TextBox 10"/>
          <p:cNvSpPr txBox="1"/>
          <p:nvPr/>
        </p:nvSpPr>
        <p:spPr bwMode="auto">
          <a:xfrm>
            <a:off x="15470996" y="8787034"/>
            <a:ext cx="4136571" cy="658640"/>
          </a:xfrm>
          <a:prstGeom prst="rect">
            <a:avLst/>
          </a:prstGeom>
          <a:noFill/>
          <a:ln w="254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91439" tIns="91439" rIns="91439" bIns="91439" numCol="1" spcCol="38100" rtlCol="0" anchor="t">
            <a:spAutoFit/>
          </a:bodyPr>
          <a:lstStyle/>
          <a:p>
            <a: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800" b="1" i="0" u="none" strike="noStrike" cap="none" spc="0">
                <a:ln>
                  <a:noFill/>
                </a:ln>
                <a:solidFill>
                  <a:srgbClr val="535353"/>
                </a:solidFill>
                <a:latin typeface="Open Sans"/>
                <a:ea typeface="Open Sans"/>
                <a:cs typeface="Open Sans"/>
              </a:rPr>
              <a:t>Таблица 2</a:t>
            </a:r>
            <a:endParaRPr lang="ru-RU" sz="2400" b="1" i="0" u="none" strike="noStrike" cap="none" spc="0">
              <a:ln>
                <a:noFill/>
              </a:ln>
              <a:solidFill>
                <a:srgbClr val="535353"/>
              </a:solidFill>
              <a:latin typeface="Open Sans"/>
              <a:ea typeface="Open Sans"/>
              <a:cs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0068860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70" y="1088651"/>
            <a:ext cx="15985776" cy="1508105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 rtl="0">
              <a:lnSpc>
                <a:spcPct val="100000"/>
              </a:lnSpc>
              <a:defRPr/>
            </a:pPr>
            <a:r>
              <a:rPr lang="ru-RU" sz="4600" dirty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</a:rPr>
              <a:t>ШАГ 7. РАЗРАБОТКА УЧЕБНОГО ПЛАНА </a:t>
            </a:r>
            <a:br>
              <a:rPr lang="ru-RU" sz="4600" dirty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</a:rPr>
            </a:br>
            <a:r>
              <a:rPr lang="ru-RU" sz="4600" dirty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</a:rPr>
              <a:t>И КАЛЕНДАРНОГО УЧЕБНОГО ГРАФИКА</a:t>
            </a:r>
            <a:endParaRPr kumimoji="0" lang="ru-RU" sz="4600" b="0" i="0" u="none" strike="noStrike" kern="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PFDinDisplayPro-Regular"/>
              <a:ea typeface="PFDinDisplayPro-Regular"/>
              <a:cs typeface="PFDinDisplayPro-Regular"/>
              <a:sym typeface="Stem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70" y="2604670"/>
            <a:ext cx="11553289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1606824" y="2897560"/>
            <a:ext cx="7595321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 fontScale="92500"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 dirty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</a:rPr>
              <a:t>Методика разработки учебной программы</a:t>
            </a:r>
          </a:p>
        </p:txBody>
      </p:sp>
      <p:sp>
        <p:nvSpPr>
          <p:cNvPr id="12" name="Прямоугольник 11"/>
          <p:cNvSpPr/>
          <p:nvPr/>
        </p:nvSpPr>
        <p:spPr bwMode="auto">
          <a:xfrm>
            <a:off x="1623592" y="3820001"/>
            <a:ext cx="21394980" cy="10035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800"/>
              <a:t>На этом шаге по результатам проведенной работы составляется </a:t>
            </a:r>
            <a:r>
              <a:rPr lang="ru-RU" sz="2800" b="1"/>
              <a:t>учебный план </a:t>
            </a:r>
            <a:r>
              <a:rPr lang="ru-RU" sz="2800"/>
              <a:t>и </a:t>
            </a:r>
            <a:r>
              <a:rPr lang="ru-RU" sz="2800" b="1"/>
              <a:t>календарный учебный график</a:t>
            </a:r>
            <a:r>
              <a:rPr lang="ru-RU" sz="2800"/>
              <a:t>, проводится корректировка часов по всем элементам образовательной программы, определяется их последовательность.</a:t>
            </a:r>
            <a:endParaRPr/>
          </a:p>
        </p:txBody>
      </p:sp>
      <p:graphicFrame>
        <p:nvGraphicFramePr>
          <p:cNvPr id="13" name="Таблица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9579110"/>
              </p:ext>
            </p:extLst>
          </p:nvPr>
        </p:nvGraphicFramePr>
        <p:xfrm>
          <a:off x="1623592" y="5257650"/>
          <a:ext cx="11130356" cy="7687845"/>
        </p:xfrm>
        <a:graphic>
          <a:graphicData uri="http://schemas.openxmlformats.org/drawingml/2006/table">
            <a:tbl>
              <a:tblPr firstRow="1" firstCol="1" bandRow="1">
                <a:tableStyleId>{08189E3A-E3F6-D0A8-1688-B7342F2906A8}</a:tableStyleId>
              </a:tblPr>
              <a:tblGrid>
                <a:gridCol w="7150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918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95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63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63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1120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77445">
                <a:tc gridSpan="6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2400" b="1" dirty="0">
                          <a:latin typeface="Open Sans"/>
                          <a:ea typeface="Times New Roman"/>
                          <a:cs typeface="Times New Roman"/>
                        </a:rPr>
                        <a:t>УЧЕБНЫЙ ПЛАН</a:t>
                      </a:r>
                    </a:p>
                  </a:txBody>
                  <a:tcPr marL="68580" marR="68580" marT="0" marB="0" anchor="ctr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solidFill>
                        <a:schemeClr val="tx1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2000" b="1">
                          <a:latin typeface="Open Sans"/>
                        </a:rPr>
                        <a:t>№ п/п</a:t>
                      </a:r>
                      <a:endParaRPr lang="ru-RU" sz="2000" b="1">
                        <a:latin typeface="Open San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T w="12700" algn="ctr">
                      <a:solidFill>
                        <a:schemeClr val="tx1"/>
                      </a:solidFill>
                    </a:lnT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2000" b="1">
                          <a:latin typeface="Open Sans"/>
                        </a:rPr>
                        <a:t>Наименование раздела</a:t>
                      </a:r>
                      <a:endParaRPr lang="ru-RU" sz="2000" b="1">
                        <a:latin typeface="Open San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T w="12700" algn="ctr">
                      <a:solidFill>
                        <a:schemeClr val="tx1"/>
                      </a:solidFill>
                    </a:lnT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2000" b="1">
                          <a:latin typeface="Open Sans"/>
                        </a:rPr>
                        <a:t>Общая трудоемкость, часов</a:t>
                      </a:r>
                      <a:endParaRPr lang="ru-RU" sz="2000" b="1">
                        <a:latin typeface="Open San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T w="12700" algn="ctr">
                      <a:solidFill>
                        <a:schemeClr val="tx1"/>
                      </a:solidFill>
                    </a:lnT>
                  </a:tcPr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2000" b="1">
                          <a:latin typeface="Open Sans"/>
                        </a:rPr>
                        <a:t>В том числе</a:t>
                      </a:r>
                      <a:endParaRPr lang="ru-RU" sz="2000" b="1">
                        <a:latin typeface="Open San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T w="12700" algn="ctr">
                      <a:solidFill>
                        <a:schemeClr val="tx1"/>
                      </a:solidFill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2000" b="1">
                          <a:latin typeface="Open Sans"/>
                        </a:rPr>
                        <a:t>Форма контроля</a:t>
                      </a:r>
                      <a:endParaRPr lang="ru-RU" sz="2000" b="1">
                        <a:latin typeface="Open San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T w="12700" algn="ctr">
                      <a:solidFill>
                        <a:schemeClr val="tx1"/>
                      </a:solidFill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2000" b="1">
                          <a:latin typeface="Open Sans"/>
                        </a:rPr>
                        <a:t>Лекции</a:t>
                      </a:r>
                      <a:endParaRPr lang="ru-RU" sz="2000" b="1">
                        <a:latin typeface="Open San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2000" b="1">
                          <a:latin typeface="Open Sans"/>
                        </a:rPr>
                        <a:t>Практ. занятия и семинары</a:t>
                      </a:r>
                      <a:endParaRPr lang="ru-RU" sz="2000" b="1">
                        <a:latin typeface="Open San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2000">
                          <a:latin typeface="Open Sans"/>
                        </a:rPr>
                        <a:t>1.</a:t>
                      </a:r>
                      <a:endParaRPr lang="ru-RU" sz="2000" b="1">
                        <a:latin typeface="Open San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2000" dirty="0">
                          <a:latin typeface="Open Sans"/>
                        </a:rPr>
                        <a:t>Организационно-правовые аспекты оказания первой помощи</a:t>
                      </a:r>
                      <a:endParaRPr lang="ru-RU" sz="2000" b="1" dirty="0">
                        <a:latin typeface="Open San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2000">
                          <a:latin typeface="Open Sans"/>
                        </a:rPr>
                        <a:t>2</a:t>
                      </a:r>
                      <a:endParaRPr lang="ru-RU" sz="2000">
                        <a:latin typeface="Open San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2000">
                          <a:latin typeface="Open Sans"/>
                        </a:rPr>
                        <a:t>2</a:t>
                      </a:r>
                      <a:endParaRPr lang="ru-RU" sz="2000">
                        <a:latin typeface="Open San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2000">
                          <a:latin typeface="Open Sans"/>
                        </a:rPr>
                        <a:t>-</a:t>
                      </a:r>
                      <a:endParaRPr lang="ru-RU" sz="2000">
                        <a:latin typeface="Open San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2000">
                          <a:latin typeface="Open Sans"/>
                        </a:rPr>
                        <a:t>-</a:t>
                      </a:r>
                      <a:endParaRPr lang="ru-RU" sz="2000">
                        <a:latin typeface="Open San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2000">
                          <a:latin typeface="Open Sans"/>
                        </a:rPr>
                        <a:t>2.</a:t>
                      </a:r>
                      <a:endParaRPr lang="ru-RU" sz="2000" b="1">
                        <a:latin typeface="Open San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2000">
                          <a:latin typeface="Open Sans"/>
                        </a:rPr>
                        <a:t>Оказание первой помощи при отсутствии сознания, остановке дыхания и кровообращения</a:t>
                      </a:r>
                      <a:endParaRPr lang="ru-RU" sz="2000" b="1">
                        <a:latin typeface="Open San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2000">
                          <a:latin typeface="Open Sans"/>
                        </a:rPr>
                        <a:t>4</a:t>
                      </a:r>
                      <a:endParaRPr lang="ru-RU" sz="2000">
                        <a:latin typeface="Open San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2000">
                          <a:latin typeface="Open Sans"/>
                        </a:rPr>
                        <a:t>2</a:t>
                      </a:r>
                      <a:endParaRPr lang="ru-RU" sz="2000">
                        <a:latin typeface="Open San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2000">
                          <a:latin typeface="Open Sans"/>
                        </a:rPr>
                        <a:t>2</a:t>
                      </a:r>
                      <a:endParaRPr lang="ru-RU" sz="2000">
                        <a:latin typeface="Open San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2000">
                          <a:latin typeface="Open Sans"/>
                        </a:rPr>
                        <a:t>-</a:t>
                      </a:r>
                      <a:endParaRPr lang="ru-RU" sz="2000">
                        <a:latin typeface="Open San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2000">
                          <a:latin typeface="Open Sans"/>
                        </a:rPr>
                        <a:t>3.</a:t>
                      </a:r>
                      <a:endParaRPr lang="ru-RU" sz="2000">
                        <a:latin typeface="Open San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2000" spc="5">
                          <a:latin typeface="Open Sans"/>
                        </a:rPr>
                        <a:t>Оказание первой помощи при наружных кровотечениях и травмах</a:t>
                      </a:r>
                      <a:endParaRPr lang="ru-RU" sz="2000">
                        <a:latin typeface="Open San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2000">
                          <a:latin typeface="Open Sans"/>
                        </a:rPr>
                        <a:t>4</a:t>
                      </a:r>
                      <a:endParaRPr lang="ru-RU" sz="2000">
                        <a:latin typeface="Open San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2000">
                          <a:latin typeface="Open Sans"/>
                        </a:rPr>
                        <a:t>2</a:t>
                      </a:r>
                      <a:endParaRPr lang="ru-RU" sz="2000">
                        <a:latin typeface="Open San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2000">
                          <a:latin typeface="Open Sans"/>
                        </a:rPr>
                        <a:t>2</a:t>
                      </a:r>
                      <a:endParaRPr lang="ru-RU" sz="2000">
                        <a:latin typeface="Open San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2000">
                          <a:latin typeface="Open Sans"/>
                        </a:rPr>
                        <a:t>-</a:t>
                      </a:r>
                      <a:endParaRPr lang="ru-RU" sz="2000">
                        <a:latin typeface="Open San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2000">
                          <a:latin typeface="Open Sans"/>
                        </a:rPr>
                        <a:t>4.</a:t>
                      </a:r>
                      <a:endParaRPr lang="ru-RU" sz="2000">
                        <a:latin typeface="Open San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2000">
                          <a:latin typeface="Open Sans"/>
                        </a:rPr>
                        <a:t>Оказание первой помощи при прочих состояниях</a:t>
                      </a:r>
                      <a:endParaRPr lang="ru-RU" sz="2000">
                        <a:latin typeface="Open San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2000">
                          <a:latin typeface="Open Sans"/>
                        </a:rPr>
                        <a:t>4</a:t>
                      </a:r>
                      <a:endParaRPr lang="ru-RU" sz="2000">
                        <a:latin typeface="Open San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2000">
                          <a:latin typeface="Open Sans"/>
                        </a:rPr>
                        <a:t>2</a:t>
                      </a:r>
                      <a:endParaRPr lang="ru-RU" sz="2000">
                        <a:latin typeface="Open San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2000">
                          <a:latin typeface="Open Sans"/>
                        </a:rPr>
                        <a:t>2</a:t>
                      </a:r>
                      <a:endParaRPr lang="ru-RU" sz="2000">
                        <a:latin typeface="Open San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2000">
                          <a:latin typeface="Open Sans"/>
                        </a:rPr>
                        <a:t>-</a:t>
                      </a:r>
                      <a:endParaRPr lang="ru-RU" sz="2000">
                        <a:latin typeface="Open San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2000">
                          <a:latin typeface="Open Sans"/>
                        </a:rPr>
                        <a:t>5.</a:t>
                      </a:r>
                      <a:endParaRPr lang="ru-RU" sz="2000">
                        <a:latin typeface="Open San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2000" dirty="0">
                          <a:latin typeface="Open Sans"/>
                        </a:rPr>
                        <a:t>Итоговый контроль</a:t>
                      </a:r>
                      <a:endParaRPr lang="ru-RU" sz="2000" dirty="0">
                        <a:latin typeface="Open San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2000">
                          <a:latin typeface="Open Sans"/>
                        </a:rPr>
                        <a:t>2</a:t>
                      </a:r>
                      <a:endParaRPr lang="ru-RU" sz="2000">
                        <a:latin typeface="Open San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2000">
                          <a:latin typeface="Open Sans"/>
                        </a:rPr>
                        <a:t>-</a:t>
                      </a:r>
                      <a:endParaRPr lang="ru-RU" sz="2000">
                        <a:latin typeface="Open San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2000">
                          <a:latin typeface="Open Sans"/>
                        </a:rPr>
                        <a:t>2</a:t>
                      </a:r>
                      <a:endParaRPr lang="ru-RU" sz="2000">
                        <a:latin typeface="Open San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2000">
                          <a:latin typeface="Open Sans"/>
                        </a:rPr>
                        <a:t>Итоговое тестирование</a:t>
                      </a:r>
                      <a:endParaRPr lang="ru-RU" sz="2000">
                        <a:latin typeface="Open San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1168">
                <a:tc gridSpan="2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2000">
                          <a:latin typeface="Open Sans"/>
                        </a:rPr>
                        <a:t>Итого:</a:t>
                      </a:r>
                      <a:endParaRPr lang="ru-RU" sz="2000">
                        <a:latin typeface="Open San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2000">
                          <a:latin typeface="Open Sans"/>
                        </a:rPr>
                        <a:t>16</a:t>
                      </a:r>
                      <a:endParaRPr lang="ru-RU" sz="2000">
                        <a:latin typeface="Open San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2000">
                          <a:latin typeface="Open Sans"/>
                        </a:rPr>
                        <a:t>8</a:t>
                      </a:r>
                      <a:endParaRPr lang="ru-RU" sz="2000">
                        <a:latin typeface="Open San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2000">
                          <a:latin typeface="Open Sans"/>
                        </a:rPr>
                        <a:t>8</a:t>
                      </a:r>
                      <a:endParaRPr lang="ru-RU" sz="2000">
                        <a:latin typeface="Open San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2000" dirty="0">
                          <a:latin typeface="Open Sans"/>
                        </a:rPr>
                        <a:t>-</a:t>
                      </a:r>
                      <a:endParaRPr lang="ru-RU" sz="2000" dirty="0">
                        <a:latin typeface="Open San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4" name="Таблица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1210453"/>
              </p:ext>
            </p:extLst>
          </p:nvPr>
        </p:nvGraphicFramePr>
        <p:xfrm>
          <a:off x="13056096" y="4823545"/>
          <a:ext cx="9481675" cy="6951468"/>
        </p:xfrm>
        <a:graphic>
          <a:graphicData uri="http://schemas.openxmlformats.org/drawingml/2006/table">
            <a:tbl>
              <a:tblPr firstRow="1" firstCol="1" bandRow="1">
                <a:tableStyleId>{08189E3A-E3F6-D0A8-1688-B7342F2906A8}</a:tableStyleId>
              </a:tblPr>
              <a:tblGrid>
                <a:gridCol w="9620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4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38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38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45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160153">
                <a:tc gridSpan="5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2400" b="1" dirty="0">
                          <a:latin typeface="Open Sans"/>
                          <a:ea typeface="Times New Roman"/>
                          <a:cs typeface="Times New Roman"/>
                        </a:rPr>
                        <a:t>КАЛЕНДАРНЫЙ УЧЕБНЫЙ ГРАФИК</a:t>
                      </a:r>
                    </a:p>
                  </a:txBody>
                  <a:tcPr marL="68580" marR="68580" marT="0" marB="0" anchor="ctr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solidFill>
                        <a:schemeClr val="tx1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2130"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2000" b="1">
                          <a:latin typeface="Open Sans"/>
                        </a:rPr>
                        <a:t>№ п/п</a:t>
                      </a:r>
                      <a:endParaRPr lang="ru-RU" sz="2000" b="1">
                        <a:latin typeface="Open San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T w="12700" algn="ctr">
                      <a:solidFill>
                        <a:schemeClr val="tx1"/>
                      </a:solidFill>
                    </a:lnT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2000" b="1">
                          <a:latin typeface="Open Sans"/>
                        </a:rPr>
                        <a:t>Наименование раздела</a:t>
                      </a:r>
                      <a:endParaRPr lang="ru-RU" sz="2000" b="1">
                        <a:latin typeface="Open San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T w="12700" algn="ctr">
                      <a:solidFill>
                        <a:schemeClr val="tx1"/>
                      </a:solidFill>
                    </a:lnT>
                  </a:tcPr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2000" b="1">
                          <a:latin typeface="Open Sans"/>
                        </a:rPr>
                        <a:t>Количество учебных часов по дням (Д)</a:t>
                      </a:r>
                      <a:endParaRPr lang="ru-RU" sz="2000" b="1">
                        <a:latin typeface="Open San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T w="12700" algn="ctr">
                      <a:solidFill>
                        <a:schemeClr val="tx1"/>
                      </a:solidFill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2000" b="1">
                          <a:latin typeface="Open Sans"/>
                        </a:rPr>
                        <a:t>Итого</a:t>
                      </a:r>
                      <a:endParaRPr lang="ru-RU" sz="2000" b="1">
                        <a:latin typeface="Open San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T w="12700" algn="ctr">
                      <a:solidFill>
                        <a:schemeClr val="tx1"/>
                      </a:solidFill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1065"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2000" b="1">
                          <a:latin typeface="Open Sans"/>
                        </a:rPr>
                        <a:t>Д1</a:t>
                      </a:r>
                      <a:endParaRPr lang="ru-RU" sz="2000" b="1">
                        <a:latin typeface="Open San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2000" b="1">
                          <a:latin typeface="Open Sans"/>
                        </a:rPr>
                        <a:t>Д</a:t>
                      </a:r>
                      <a:r>
                        <a:rPr lang="en-US" sz="2000" b="1">
                          <a:latin typeface="Open Sans"/>
                        </a:rPr>
                        <a:t>2</a:t>
                      </a:r>
                      <a:endParaRPr lang="ru-RU" sz="2000" b="1">
                        <a:latin typeface="Open San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pPr>
                        <a:defRPr/>
                      </a:pPr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213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2000">
                          <a:latin typeface="Open Sans"/>
                        </a:rPr>
                        <a:t>1.</a:t>
                      </a:r>
                      <a:endParaRPr lang="ru-RU" sz="2000" b="1">
                        <a:latin typeface="Open San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2000" dirty="0">
                          <a:latin typeface="Open Sans"/>
                        </a:rPr>
                        <a:t>Организационно-правовые аспекты оказания первой помощи</a:t>
                      </a:r>
                      <a:endParaRPr lang="ru-RU" sz="2000" dirty="0">
                        <a:latin typeface="Open San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2000">
                          <a:latin typeface="Open Sans"/>
                        </a:rPr>
                        <a:t>2</a:t>
                      </a:r>
                      <a:endParaRPr lang="ru-RU" sz="2000">
                        <a:latin typeface="Open San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2000">
                          <a:latin typeface="Open Sans"/>
                        </a:rPr>
                        <a:t>- </a:t>
                      </a:r>
                      <a:endParaRPr lang="ru-RU" sz="2000">
                        <a:latin typeface="Open San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2000">
                          <a:latin typeface="Open Sans"/>
                        </a:rPr>
                        <a:t> 2</a:t>
                      </a:r>
                      <a:endParaRPr lang="ru-RU" sz="2000">
                        <a:latin typeface="Open San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4213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2000">
                          <a:latin typeface="Open Sans"/>
                        </a:rPr>
                        <a:t>2.</a:t>
                      </a:r>
                      <a:endParaRPr lang="ru-RU" sz="2000">
                        <a:latin typeface="Open San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2000" dirty="0">
                          <a:latin typeface="Open Sans"/>
                        </a:rPr>
                        <a:t>Оказание первой помощи при отсутствии сознания, остановке дыхания и кровообращения</a:t>
                      </a:r>
                      <a:endParaRPr lang="ru-RU" sz="2000" dirty="0">
                        <a:latin typeface="Open San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2000">
                          <a:latin typeface="Open Sans"/>
                        </a:rPr>
                        <a:t>4</a:t>
                      </a:r>
                      <a:endParaRPr lang="ru-RU" sz="2000">
                        <a:latin typeface="Open San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2000">
                          <a:latin typeface="Open Sans"/>
                        </a:rPr>
                        <a:t> -</a:t>
                      </a:r>
                      <a:endParaRPr lang="ru-RU" sz="2000">
                        <a:latin typeface="Open San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2000">
                          <a:latin typeface="Open Sans"/>
                        </a:rPr>
                        <a:t> 4</a:t>
                      </a:r>
                      <a:endParaRPr lang="ru-RU" sz="2000">
                        <a:latin typeface="Open San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4213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2000">
                          <a:latin typeface="Open Sans"/>
                        </a:rPr>
                        <a:t>3.</a:t>
                      </a:r>
                      <a:endParaRPr lang="ru-RU" sz="2000">
                        <a:latin typeface="Open San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2000" dirty="0">
                          <a:latin typeface="Open Sans"/>
                        </a:rPr>
                        <a:t>Оказание первой помощи при наружных кровотечениях и травмах</a:t>
                      </a:r>
                      <a:endParaRPr lang="ru-RU" sz="2000" dirty="0">
                        <a:latin typeface="Open San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2000">
                          <a:latin typeface="Open Sans"/>
                        </a:rPr>
                        <a:t>2</a:t>
                      </a:r>
                      <a:endParaRPr lang="ru-RU" sz="2000">
                        <a:latin typeface="Open San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2000">
                          <a:latin typeface="Open Sans"/>
                        </a:rPr>
                        <a:t>2</a:t>
                      </a:r>
                      <a:endParaRPr lang="ru-RU" sz="2000">
                        <a:latin typeface="Open San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2000">
                          <a:latin typeface="Open Sans"/>
                        </a:rPr>
                        <a:t> 4</a:t>
                      </a:r>
                      <a:endParaRPr lang="ru-RU" sz="2000">
                        <a:latin typeface="Open San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106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2000">
                          <a:latin typeface="Open Sans"/>
                        </a:rPr>
                        <a:t>4.</a:t>
                      </a:r>
                      <a:endParaRPr lang="ru-RU" sz="2000">
                        <a:latin typeface="Open San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2000" dirty="0">
                          <a:latin typeface="Open Sans"/>
                        </a:rPr>
                        <a:t>Оказание первой помощи при прочих состояниях</a:t>
                      </a:r>
                      <a:endParaRPr lang="ru-RU" sz="2000" dirty="0">
                        <a:latin typeface="Open San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2000">
                          <a:latin typeface="Open Sans"/>
                        </a:rPr>
                        <a:t> -</a:t>
                      </a:r>
                      <a:endParaRPr lang="ru-RU" sz="2000">
                        <a:latin typeface="Open San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2000">
                          <a:latin typeface="Open Sans"/>
                        </a:rPr>
                        <a:t>4</a:t>
                      </a:r>
                      <a:endParaRPr lang="ru-RU" sz="2000">
                        <a:latin typeface="Open San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2000">
                          <a:latin typeface="Open Sans"/>
                        </a:rPr>
                        <a:t> 4</a:t>
                      </a:r>
                      <a:endParaRPr lang="ru-RU" sz="2000">
                        <a:latin typeface="Open San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106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2000">
                          <a:latin typeface="Open Sans"/>
                        </a:rPr>
                        <a:t>5.</a:t>
                      </a:r>
                      <a:endParaRPr lang="ru-RU" sz="2000">
                        <a:latin typeface="Open San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2000" dirty="0">
                          <a:latin typeface="Open Sans"/>
                        </a:rPr>
                        <a:t>Итоговый контроль</a:t>
                      </a:r>
                      <a:endParaRPr lang="ru-RU" sz="2000" dirty="0">
                        <a:latin typeface="Open San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2000">
                          <a:latin typeface="Open Sans"/>
                        </a:rPr>
                        <a:t> -</a:t>
                      </a:r>
                      <a:endParaRPr lang="ru-RU" sz="2000">
                        <a:latin typeface="Open San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2000">
                          <a:latin typeface="Open Sans"/>
                        </a:rPr>
                        <a:t>2</a:t>
                      </a:r>
                      <a:endParaRPr lang="ru-RU" sz="2000">
                        <a:latin typeface="Open San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2000">
                          <a:latin typeface="Open Sans"/>
                        </a:rPr>
                        <a:t>2 </a:t>
                      </a:r>
                      <a:endParaRPr lang="ru-RU" sz="2000">
                        <a:latin typeface="Open San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1065">
                <a:tc gridSpan="2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/>
                      </a:pPr>
                      <a:r>
                        <a:rPr lang="ru-RU" sz="2000">
                          <a:latin typeface="Open Sans"/>
                        </a:rPr>
                        <a:t>Всего учебных часов:</a:t>
                      </a:r>
                      <a:endParaRPr lang="ru-RU" sz="2000">
                        <a:latin typeface="Open San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2000">
                          <a:latin typeface="Open Sans"/>
                        </a:rPr>
                        <a:t>8</a:t>
                      </a:r>
                      <a:endParaRPr lang="ru-RU" sz="2000">
                        <a:latin typeface="Open San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2000">
                          <a:latin typeface="Open Sans"/>
                        </a:rPr>
                        <a:t>8</a:t>
                      </a:r>
                      <a:endParaRPr lang="ru-RU" sz="2000">
                        <a:latin typeface="Open San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2000" dirty="0">
                          <a:latin typeface="Open Sans"/>
                        </a:rPr>
                        <a:t>16</a:t>
                      </a:r>
                      <a:endParaRPr lang="ru-RU" sz="2000" dirty="0">
                        <a:latin typeface="Open Sans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98970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70" y="1088651"/>
            <a:ext cx="15985776" cy="1508105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 rtl="0">
              <a:lnSpc>
                <a:spcPct val="100000"/>
              </a:lnSpc>
              <a:defRPr/>
            </a:pPr>
            <a:r>
              <a:rPr lang="ru-RU" sz="4600" dirty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</a:rPr>
              <a:t>ШАГ 8. ЭКСПЕРТИЗА ДОПОЛНИТЕЛЬНОЙ</a:t>
            </a:r>
            <a:br>
              <a:rPr lang="ru-RU" sz="4600" dirty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</a:rPr>
            </a:br>
            <a:r>
              <a:rPr lang="ru-RU" sz="4600" dirty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</a:rPr>
              <a:t>ПРОФЕССИОНАЛЬНОЙ ПРОГРАММЫ</a:t>
            </a:r>
            <a:endParaRPr kumimoji="0" lang="ru-RU" sz="4600" b="0" i="0" u="none" strike="noStrike" kern="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PFDinDisplayPro-Regular"/>
              <a:ea typeface="PFDinDisplayPro-Regular"/>
              <a:cs typeface="PFDinDisplayPro-Regular"/>
              <a:sym typeface="Stem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70" y="2604670"/>
            <a:ext cx="11981189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1606824" y="2897560"/>
            <a:ext cx="7595321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 fontScale="92500"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 dirty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</a:rPr>
              <a:t>Методика разработки учебной программы</a:t>
            </a:r>
          </a:p>
        </p:txBody>
      </p:sp>
      <p:sp>
        <p:nvSpPr>
          <p:cNvPr id="9" name="Прямоугольник 8"/>
          <p:cNvSpPr/>
          <p:nvPr/>
        </p:nvSpPr>
        <p:spPr bwMode="auto">
          <a:xfrm>
            <a:off x="1817503" y="4265712"/>
            <a:ext cx="10374497" cy="7176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800" dirty="0"/>
              <a:t>Данный шаг позволяет обеспечить качество ДПП за счет ее оценки всеми участниками образовательного процесса. </a:t>
            </a:r>
          </a:p>
          <a:p>
            <a:pPr>
              <a:defRPr/>
            </a:pPr>
            <a:endParaRPr lang="ru-RU" sz="2800" b="1" dirty="0"/>
          </a:p>
          <a:p>
            <a:pPr>
              <a:defRPr/>
            </a:pPr>
            <a:r>
              <a:rPr lang="ru-RU" sz="2800" b="1" dirty="0"/>
              <a:t>К экспертизе целесообразно привлечь:</a:t>
            </a:r>
            <a:endParaRPr dirty="0"/>
          </a:p>
          <a:p>
            <a:pPr>
              <a:defRPr/>
            </a:pPr>
            <a:r>
              <a:rPr lang="ru-RU" sz="2800" dirty="0"/>
              <a:t> </a:t>
            </a:r>
          </a:p>
          <a:p>
            <a:pPr marL="457200" indent="-457200">
              <a:buFont typeface="Wingdings"/>
              <a:buChar char="q"/>
              <a:defRPr/>
            </a:pPr>
            <a:r>
              <a:rPr lang="ru-RU" sz="2800" dirty="0"/>
              <a:t>представителей работодателей и объединений работодателей; </a:t>
            </a:r>
            <a:endParaRPr dirty="0"/>
          </a:p>
          <a:p>
            <a:pPr marL="457200" indent="-457200">
              <a:buFont typeface="Wingdings"/>
              <a:buChar char="q"/>
              <a:defRPr/>
            </a:pPr>
            <a:endParaRPr lang="ru-RU" sz="2800" dirty="0"/>
          </a:p>
          <a:p>
            <a:pPr marL="457200" indent="-457200">
              <a:buFont typeface="Wingdings"/>
              <a:buChar char="q"/>
              <a:defRPr/>
            </a:pPr>
            <a:r>
              <a:rPr lang="ru-RU" sz="2800" dirty="0"/>
              <a:t>слушателей, осваивающих дополнительные профессиональные программы, или выпускников этих программ; </a:t>
            </a:r>
            <a:endParaRPr dirty="0"/>
          </a:p>
          <a:p>
            <a:pPr marL="457200" indent="-457200">
              <a:buFont typeface="Wingdings"/>
              <a:buChar char="q"/>
              <a:defRPr/>
            </a:pPr>
            <a:endParaRPr lang="ru-RU" sz="2800" dirty="0"/>
          </a:p>
          <a:p>
            <a:pPr marL="457200" indent="-457200">
              <a:buFont typeface="Wingdings"/>
              <a:buChar char="q"/>
              <a:defRPr/>
            </a:pPr>
            <a:r>
              <a:rPr lang="ru-RU" sz="2800" dirty="0"/>
              <a:t>педагогов, принимающих участие в реализации образовательной программы.</a:t>
            </a:r>
          </a:p>
        </p:txBody>
      </p:sp>
      <p:pic>
        <p:nvPicPr>
          <p:cNvPr id="5122" name="Picture 2" descr="Picture background">
            <a:extLst>
              <a:ext uri="{FF2B5EF4-FFF2-40B4-BE49-F238E27FC236}">
                <a16:creationId xmlns:a16="http://schemas.microsoft.com/office/drawing/2014/main" id="{4FD23480-1BA9-48E0-9535-4DD641F4B2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9805" y="4265712"/>
            <a:ext cx="13474195" cy="7833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79911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Rectangle 13"/>
          <p:cNvSpPr/>
          <p:nvPr/>
        </p:nvSpPr>
        <p:spPr bwMode="auto">
          <a:xfrm>
            <a:off x="6350" y="0"/>
            <a:ext cx="24371300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937" name="Rectangle 10"/>
          <p:cNvSpPr/>
          <p:nvPr/>
        </p:nvSpPr>
        <p:spPr bwMode="auto">
          <a:xfrm>
            <a:off x="6352" y="0"/>
            <a:ext cx="7435516" cy="13716000"/>
          </a:xfrm>
          <a:prstGeom prst="rect">
            <a:avLst/>
          </a:prstGeom>
          <a:solidFill>
            <a:srgbClr val="6F6F6F">
              <a:alpha val="50195"/>
            </a:srgbClr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 sz="8600">
                <a:solidFill>
                  <a:srgbClr val="FFFFFF"/>
                </a:solidFill>
              </a:defRPr>
            </a:pPr>
            <a:endParaRPr sz="86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10" name="Text Placeholder 1"/>
          <p:cNvSpPr txBox="1"/>
          <p:nvPr/>
        </p:nvSpPr>
        <p:spPr bwMode="auto">
          <a:xfrm>
            <a:off x="9221446" y="5351780"/>
            <a:ext cx="14011088" cy="301244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rmAutofit/>
          </a:bodyPr>
          <a:lstStyle/>
          <a:p>
            <a:pPr defTabSz="914400" rtl="0">
              <a:lnSpc>
                <a:spcPct val="90000"/>
              </a:lnSpc>
              <a:spcBef>
                <a:spcPts val="1000"/>
              </a:spcBef>
              <a:defRPr sz="7200" spc="30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lang="ru-RU" sz="6600" b="1" spc="300" dirty="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  <a:sym typeface="Open Sans"/>
              </a:rPr>
              <a:t>БЛАГОДАРИМ ЗА ВНИМАНИЕ</a:t>
            </a:r>
            <a:endParaRPr sz="7200" spc="300" dirty="0">
              <a:solidFill>
                <a:srgbClr val="4D4D4D"/>
              </a:solidFill>
              <a:latin typeface="Montserrat Semi Bold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092757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4_Office Theme">
  <a:themeElements>
    <a:clrScheme name="Office Theme">
      <a:dk1>
        <a:srgbClr val="000000"/>
      </a:dk1>
      <a:lt1>
        <a:srgbClr val="F8F8F8"/>
      </a:lt1>
      <a:dk2>
        <a:srgbClr val="A7A7A7"/>
      </a:dk2>
      <a:lt2>
        <a:srgbClr val="535353"/>
      </a:lt2>
      <a:accent1>
        <a:srgbClr val="7C7C7C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11_Office Theme">
  <a:themeElements>
    <a:clrScheme name="Office Theme">
      <a:dk1>
        <a:srgbClr val="000000"/>
      </a:dk1>
      <a:lt1>
        <a:srgbClr val="F8F8F8"/>
      </a:lt1>
      <a:dk2>
        <a:srgbClr val="A7A7A7"/>
      </a:dk2>
      <a:lt2>
        <a:srgbClr val="535353"/>
      </a:lt2>
      <a:accent1>
        <a:srgbClr val="7C7C7C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13_Office Theme">
  <a:themeElements>
    <a:clrScheme name="Office Theme">
      <a:dk1>
        <a:srgbClr val="000000"/>
      </a:dk1>
      <a:lt1>
        <a:srgbClr val="F8F8F8"/>
      </a:lt1>
      <a:dk2>
        <a:srgbClr val="A7A7A7"/>
      </a:dk2>
      <a:lt2>
        <a:srgbClr val="535353"/>
      </a:lt2>
      <a:accent1>
        <a:srgbClr val="7C7C7C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ppt/theme/theme4.xml><?xml version="1.0" encoding="utf-8"?>
<a:theme xmlns:a="http://schemas.openxmlformats.org/drawingml/2006/main" name="Тема Office">
  <a:themeElements>
    <a:clrScheme name="Тема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Тема Offic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Тема 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25400" cap="flat">
          <a:solidFill>
            <a:schemeClr val="accent1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25400" cap="flat">
          <a:solidFill>
            <a:schemeClr val="accent1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254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</TotalTime>
  <Words>844</Words>
  <Application>Microsoft Office PowerPoint</Application>
  <DocSecurity>0</DocSecurity>
  <PresentationFormat>Произвольный</PresentationFormat>
  <Paragraphs>202</Paragraphs>
  <Slides>12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12</vt:i4>
      </vt:variant>
    </vt:vector>
  </HeadingPairs>
  <TitlesOfParts>
    <vt:vector size="24" baseType="lpstr">
      <vt:lpstr>Arial</vt:lpstr>
      <vt:lpstr>Calibri</vt:lpstr>
      <vt:lpstr>Montserrat Semi Bold</vt:lpstr>
      <vt:lpstr>Open Sans</vt:lpstr>
      <vt:lpstr>Open Sans Light</vt:lpstr>
      <vt:lpstr>PFDinDisplayPro-Regular</vt:lpstr>
      <vt:lpstr>Stem</vt:lpstr>
      <vt:lpstr>Times New Roman</vt:lpstr>
      <vt:lpstr>Wingdings</vt:lpstr>
      <vt:lpstr>14_Office Theme</vt:lpstr>
      <vt:lpstr>11_Office Theme</vt:lpstr>
      <vt:lpstr>13_Office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ИНТЕЛЛЕКТУАЛЬНОЕ ОБУЧЕНИЕ ЗАГОЛОВОК</dc:title>
  <dc:subject/>
  <dc:creator>ASUS</dc:creator>
  <cp:keywords/>
  <dc:description/>
  <cp:lastModifiedBy>Lukina Marina</cp:lastModifiedBy>
  <cp:revision>192</cp:revision>
  <dcterms:modified xsi:type="dcterms:W3CDTF">2026-08-20T10:44:19Z</dcterms:modified>
  <cp:category/>
  <dc:identifier/>
  <cp:contentStatus/>
  <dc:language/>
  <cp:version/>
</cp:coreProperties>
</file>