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51" r:id="rId1"/>
    <p:sldMasterId id="2147483704" r:id="rId2"/>
    <p:sldMasterId id="2147483757" r:id="rId3"/>
  </p:sldMasterIdLst>
  <p:notesMasterIdLst>
    <p:notesMasterId r:id="rId23"/>
  </p:notesMasterIdLst>
  <p:sldIdLst>
    <p:sldId id="277" r:id="rId4"/>
    <p:sldId id="278" r:id="rId5"/>
    <p:sldId id="280" r:id="rId6"/>
    <p:sldId id="281" r:id="rId7"/>
    <p:sldId id="286" r:id="rId8"/>
    <p:sldId id="287" r:id="rId9"/>
    <p:sldId id="289" r:id="rId10"/>
    <p:sldId id="290" r:id="rId11"/>
    <p:sldId id="282" r:id="rId12"/>
    <p:sldId id="283" r:id="rId13"/>
    <p:sldId id="284" r:id="rId14"/>
    <p:sldId id="285" r:id="rId15"/>
    <p:sldId id="291" r:id="rId16"/>
    <p:sldId id="288" r:id="rId17"/>
    <p:sldId id="294" r:id="rId18"/>
    <p:sldId id="295" r:id="rId19"/>
    <p:sldId id="296" r:id="rId20"/>
    <p:sldId id="297" r:id="rId21"/>
    <p:sldId id="279" r:id="rId22"/>
  </p:sldIdLst>
  <p:sldSz cx="24384000" cy="13716000"/>
  <p:notesSz cx="24384000" cy="13716000"/>
  <p:defaultTextStyle>
    <a:defPPr marL="0" marR="0" indent="0" algn="l" defTabSz="914400">
      <a:lnSpc>
        <a:spcPct val="100000"/>
      </a:lnSpc>
      <a:spcBef>
        <a:spcPts val="0"/>
      </a:spcBef>
      <a:spcAft>
        <a:spcPts val="0"/>
      </a:spcAft>
      <a:buClrTx/>
      <a:buSzTx/>
      <a:buFontTx/>
      <a:buNone/>
      <a:defRPr sz="1800" b="0" i="0" u="none" strike="noStrike" cap="none" spc="0">
        <a:ln>
          <a:noFill/>
        </a:ln>
        <a:solidFill>
          <a:srgbClr val="000000"/>
        </a:solidFill>
      </a:defRPr>
    </a:defPPr>
    <a:lvl1pPr marL="0" marR="0" indent="0" algn="l" defTabSz="1828800">
      <a:lnSpc>
        <a:spcPct val="110000"/>
      </a:lnSpc>
      <a:spcBef>
        <a:spcPts val="0"/>
      </a:spcBef>
      <a:spcAft>
        <a:spcPts val="0"/>
      </a:spcAft>
      <a:buClrTx/>
      <a:buSzTx/>
      <a:buFontTx/>
      <a:buNone/>
      <a:defRPr sz="2400" b="0" i="0" u="none" strike="noStrike" cap="none" spc="0">
        <a:ln>
          <a:noFill/>
        </a:ln>
        <a:solidFill>
          <a:srgbClr val="535353"/>
        </a:solidFill>
        <a:latin typeface="Open Sans"/>
        <a:ea typeface="Open Sans"/>
        <a:cs typeface="Open Sans"/>
      </a:defRPr>
    </a:lvl1pPr>
    <a:lvl2pPr marL="0" marR="0" indent="457200" algn="l" defTabSz="1828800">
      <a:lnSpc>
        <a:spcPct val="110000"/>
      </a:lnSpc>
      <a:spcBef>
        <a:spcPts val="0"/>
      </a:spcBef>
      <a:spcAft>
        <a:spcPts val="0"/>
      </a:spcAft>
      <a:buClrTx/>
      <a:buSzTx/>
      <a:buFontTx/>
      <a:buNone/>
      <a:defRPr sz="2400" b="0" i="0" u="none" strike="noStrike" cap="none" spc="0">
        <a:ln>
          <a:noFill/>
        </a:ln>
        <a:solidFill>
          <a:srgbClr val="535353"/>
        </a:solidFill>
        <a:latin typeface="Open Sans"/>
        <a:ea typeface="Open Sans"/>
        <a:cs typeface="Open Sans"/>
      </a:defRPr>
    </a:lvl2pPr>
    <a:lvl3pPr marL="0" marR="0" indent="914400" algn="l" defTabSz="1828800">
      <a:lnSpc>
        <a:spcPct val="110000"/>
      </a:lnSpc>
      <a:spcBef>
        <a:spcPts val="0"/>
      </a:spcBef>
      <a:spcAft>
        <a:spcPts val="0"/>
      </a:spcAft>
      <a:buClrTx/>
      <a:buSzTx/>
      <a:buFontTx/>
      <a:buNone/>
      <a:defRPr sz="2400" b="0" i="0" u="none" strike="noStrike" cap="none" spc="0">
        <a:ln>
          <a:noFill/>
        </a:ln>
        <a:solidFill>
          <a:srgbClr val="535353"/>
        </a:solidFill>
        <a:latin typeface="Open Sans"/>
        <a:ea typeface="Open Sans"/>
        <a:cs typeface="Open Sans"/>
      </a:defRPr>
    </a:lvl3pPr>
    <a:lvl4pPr marL="0" marR="0" indent="1371600" algn="l" defTabSz="1828800">
      <a:lnSpc>
        <a:spcPct val="110000"/>
      </a:lnSpc>
      <a:spcBef>
        <a:spcPts val="0"/>
      </a:spcBef>
      <a:spcAft>
        <a:spcPts val="0"/>
      </a:spcAft>
      <a:buClrTx/>
      <a:buSzTx/>
      <a:buFontTx/>
      <a:buNone/>
      <a:defRPr sz="2400" b="0" i="0" u="none" strike="noStrike" cap="none" spc="0">
        <a:ln>
          <a:noFill/>
        </a:ln>
        <a:solidFill>
          <a:srgbClr val="535353"/>
        </a:solidFill>
        <a:latin typeface="Open Sans"/>
        <a:ea typeface="Open Sans"/>
        <a:cs typeface="Open Sans"/>
      </a:defRPr>
    </a:lvl4pPr>
    <a:lvl5pPr marL="0" marR="0" indent="1828800" algn="l" defTabSz="1828800">
      <a:lnSpc>
        <a:spcPct val="110000"/>
      </a:lnSpc>
      <a:spcBef>
        <a:spcPts val="0"/>
      </a:spcBef>
      <a:spcAft>
        <a:spcPts val="0"/>
      </a:spcAft>
      <a:buClrTx/>
      <a:buSzTx/>
      <a:buFontTx/>
      <a:buNone/>
      <a:defRPr sz="2400" b="0" i="0" u="none" strike="noStrike" cap="none" spc="0">
        <a:ln>
          <a:noFill/>
        </a:ln>
        <a:solidFill>
          <a:srgbClr val="535353"/>
        </a:solidFill>
        <a:latin typeface="Open Sans"/>
        <a:ea typeface="Open Sans"/>
        <a:cs typeface="Open Sans"/>
      </a:defRPr>
    </a:lvl5pPr>
    <a:lvl6pPr marL="0" marR="0" indent="2286000" algn="l" defTabSz="1828800">
      <a:lnSpc>
        <a:spcPct val="110000"/>
      </a:lnSpc>
      <a:spcBef>
        <a:spcPts val="0"/>
      </a:spcBef>
      <a:spcAft>
        <a:spcPts val="0"/>
      </a:spcAft>
      <a:buClrTx/>
      <a:buSzTx/>
      <a:buFontTx/>
      <a:buNone/>
      <a:defRPr sz="2400" b="0" i="0" u="none" strike="noStrike" cap="none" spc="0">
        <a:ln>
          <a:noFill/>
        </a:ln>
        <a:solidFill>
          <a:srgbClr val="535353"/>
        </a:solidFill>
        <a:latin typeface="Open Sans"/>
        <a:ea typeface="Open Sans"/>
        <a:cs typeface="Open Sans"/>
      </a:defRPr>
    </a:lvl6pPr>
    <a:lvl7pPr marL="0" marR="0" indent="2743200" algn="l" defTabSz="1828800">
      <a:lnSpc>
        <a:spcPct val="110000"/>
      </a:lnSpc>
      <a:spcBef>
        <a:spcPts val="0"/>
      </a:spcBef>
      <a:spcAft>
        <a:spcPts val="0"/>
      </a:spcAft>
      <a:buClrTx/>
      <a:buSzTx/>
      <a:buFontTx/>
      <a:buNone/>
      <a:defRPr sz="2400" b="0" i="0" u="none" strike="noStrike" cap="none" spc="0">
        <a:ln>
          <a:noFill/>
        </a:ln>
        <a:solidFill>
          <a:srgbClr val="535353"/>
        </a:solidFill>
        <a:latin typeface="Open Sans"/>
        <a:ea typeface="Open Sans"/>
        <a:cs typeface="Open Sans"/>
      </a:defRPr>
    </a:lvl7pPr>
    <a:lvl8pPr marL="0" marR="0" indent="3200400" algn="l" defTabSz="1828800">
      <a:lnSpc>
        <a:spcPct val="110000"/>
      </a:lnSpc>
      <a:spcBef>
        <a:spcPts val="0"/>
      </a:spcBef>
      <a:spcAft>
        <a:spcPts val="0"/>
      </a:spcAft>
      <a:buClrTx/>
      <a:buSzTx/>
      <a:buFontTx/>
      <a:buNone/>
      <a:defRPr sz="2400" b="0" i="0" u="none" strike="noStrike" cap="none" spc="0">
        <a:ln>
          <a:noFill/>
        </a:ln>
        <a:solidFill>
          <a:srgbClr val="535353"/>
        </a:solidFill>
        <a:latin typeface="Open Sans"/>
        <a:ea typeface="Open Sans"/>
        <a:cs typeface="Open Sans"/>
      </a:defRPr>
    </a:lvl8pPr>
    <a:lvl9pPr marL="0" marR="0" indent="3657600" algn="l" defTabSz="1828800">
      <a:lnSpc>
        <a:spcPct val="110000"/>
      </a:lnSpc>
      <a:spcBef>
        <a:spcPts val="0"/>
      </a:spcBef>
      <a:spcAft>
        <a:spcPts val="0"/>
      </a:spcAft>
      <a:buClrTx/>
      <a:buSzTx/>
      <a:buFontTx/>
      <a:buNone/>
      <a:defRPr sz="2400" b="0" i="0" u="none" strike="noStrike" cap="none" spc="0">
        <a:ln>
          <a:noFill/>
        </a:ln>
        <a:solidFill>
          <a:srgbClr val="535353"/>
        </a:solidFill>
        <a:latin typeface="Open Sans"/>
        <a:ea typeface="Open Sans"/>
        <a:cs typeface="Open San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5088" autoAdjust="0"/>
  </p:normalViewPr>
  <p:slideViewPr>
    <p:cSldViewPr>
      <p:cViewPr varScale="1">
        <p:scale>
          <a:sx n="50" d="100"/>
          <a:sy n="50" d="100"/>
        </p:scale>
        <p:origin x="48" y="19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B714776-6A87-45BD-9406-DF3B43AB516C}" type="doc">
      <dgm:prSet loTypeId="urn:microsoft.com/office/officeart/2005/8/layout/default" loCatId="list" qsTypeId="urn:microsoft.com/office/officeart/2005/8/quickstyle/simple1" qsCatId="simple" csTypeId="urn:microsoft.com/office/officeart/2005/8/colors/accent0_1" csCatId="mainScheme" phldr="1"/>
      <dgm:spPr/>
      <dgm:t>
        <a:bodyPr/>
        <a:lstStyle/>
        <a:p>
          <a:endParaRPr lang="ru-RU"/>
        </a:p>
      </dgm:t>
    </dgm:pt>
    <dgm:pt modelId="{37E432D3-8553-4DCA-8196-784FD8409AA2}">
      <dgm:prSet/>
      <dgm:spPr/>
      <dgm:t>
        <a:bodyPr/>
        <a:lstStyle/>
        <a:p>
          <a:r>
            <a:rPr lang="ru-RU" b="1" i="0" dirty="0">
              <a:latin typeface="Open Sans" pitchFamily="2" charset="0"/>
              <a:ea typeface="Open Sans" pitchFamily="2" charset="0"/>
              <a:cs typeface="Open Sans" pitchFamily="2" charset="0"/>
            </a:rPr>
            <a:t>ЗАДАНИЕ 1. </a:t>
          </a:r>
          <a:endParaRPr lang="ru-RU" b="1" dirty="0">
            <a:latin typeface="Open Sans" pitchFamily="2" charset="0"/>
            <a:ea typeface="Open Sans" pitchFamily="2" charset="0"/>
            <a:cs typeface="Open Sans" pitchFamily="2" charset="0"/>
          </a:endParaRPr>
        </a:p>
      </dgm:t>
    </dgm:pt>
    <dgm:pt modelId="{C9D36217-4282-4417-9830-AAC8B7C4E1A6}" type="parTrans" cxnId="{0BDBD1E7-CEAA-402C-901E-CB6D0B74B81B}">
      <dgm:prSet/>
      <dgm:spPr/>
      <dgm:t>
        <a:bodyPr/>
        <a:lstStyle/>
        <a:p>
          <a:endParaRPr lang="ru-RU">
            <a:latin typeface="Open Sans" pitchFamily="2" charset="0"/>
            <a:ea typeface="Open Sans" pitchFamily="2" charset="0"/>
            <a:cs typeface="Open Sans" pitchFamily="2" charset="0"/>
          </a:endParaRPr>
        </a:p>
      </dgm:t>
    </dgm:pt>
    <dgm:pt modelId="{DB5B0412-985B-446D-8DDA-EF4BA14503CA}" type="sibTrans" cxnId="{0BDBD1E7-CEAA-402C-901E-CB6D0B74B81B}">
      <dgm:prSet/>
      <dgm:spPr/>
      <dgm:t>
        <a:bodyPr/>
        <a:lstStyle/>
        <a:p>
          <a:endParaRPr lang="ru-RU">
            <a:latin typeface="Open Sans" pitchFamily="2" charset="0"/>
            <a:ea typeface="Open Sans" pitchFamily="2" charset="0"/>
            <a:cs typeface="Open Sans" pitchFamily="2" charset="0"/>
          </a:endParaRPr>
        </a:p>
      </dgm:t>
    </dgm:pt>
    <dgm:pt modelId="{8C8A2401-55B1-440B-82A3-9553F2C08FF8}">
      <dgm:prSet/>
      <dgm:spPr/>
      <dgm:t>
        <a:bodyPr/>
        <a:lstStyle/>
        <a:p>
          <a:r>
            <a:rPr lang="ru-RU" b="1" i="0" dirty="0">
              <a:latin typeface="Open Sans" pitchFamily="2" charset="0"/>
              <a:ea typeface="Open Sans" pitchFamily="2" charset="0"/>
              <a:cs typeface="Open Sans" pitchFamily="2" charset="0"/>
            </a:rPr>
            <a:t>ЗАДАНИЕ 2. </a:t>
          </a:r>
          <a:endParaRPr lang="ru-RU" b="1" dirty="0">
            <a:latin typeface="Open Sans" pitchFamily="2" charset="0"/>
            <a:ea typeface="Open Sans" pitchFamily="2" charset="0"/>
            <a:cs typeface="Open Sans" pitchFamily="2" charset="0"/>
          </a:endParaRPr>
        </a:p>
      </dgm:t>
    </dgm:pt>
    <dgm:pt modelId="{D5F6D70D-065F-4720-A89B-F4E1CB664F29}" type="parTrans" cxnId="{043D35E4-A3D3-4816-A34B-662E75B255A4}">
      <dgm:prSet/>
      <dgm:spPr/>
      <dgm:t>
        <a:bodyPr/>
        <a:lstStyle/>
        <a:p>
          <a:endParaRPr lang="ru-RU">
            <a:latin typeface="Open Sans" pitchFamily="2" charset="0"/>
            <a:ea typeface="Open Sans" pitchFamily="2" charset="0"/>
            <a:cs typeface="Open Sans" pitchFamily="2" charset="0"/>
          </a:endParaRPr>
        </a:p>
      </dgm:t>
    </dgm:pt>
    <dgm:pt modelId="{B3C4E5DF-A389-4B82-B0BE-1E384E3D332C}" type="sibTrans" cxnId="{043D35E4-A3D3-4816-A34B-662E75B255A4}">
      <dgm:prSet/>
      <dgm:spPr/>
      <dgm:t>
        <a:bodyPr/>
        <a:lstStyle/>
        <a:p>
          <a:endParaRPr lang="ru-RU">
            <a:latin typeface="Open Sans" pitchFamily="2" charset="0"/>
            <a:ea typeface="Open Sans" pitchFamily="2" charset="0"/>
            <a:cs typeface="Open Sans" pitchFamily="2" charset="0"/>
          </a:endParaRPr>
        </a:p>
      </dgm:t>
    </dgm:pt>
    <dgm:pt modelId="{F9B20B96-5BD8-4B9C-8B02-8E9D9126992B}">
      <dgm:prSet/>
      <dgm:spPr/>
      <dgm:t>
        <a:bodyPr/>
        <a:lstStyle/>
        <a:p>
          <a:r>
            <a:rPr lang="ru-RU" b="1" i="0" dirty="0">
              <a:latin typeface="Open Sans" pitchFamily="2" charset="0"/>
              <a:ea typeface="Open Sans" pitchFamily="2" charset="0"/>
              <a:cs typeface="Open Sans" pitchFamily="2" charset="0"/>
            </a:rPr>
            <a:t>ЗАДАНИЕ 3. </a:t>
          </a:r>
          <a:endParaRPr lang="ru-RU" b="1" dirty="0">
            <a:latin typeface="Open Sans" pitchFamily="2" charset="0"/>
            <a:ea typeface="Open Sans" pitchFamily="2" charset="0"/>
            <a:cs typeface="Open Sans" pitchFamily="2" charset="0"/>
          </a:endParaRPr>
        </a:p>
      </dgm:t>
    </dgm:pt>
    <dgm:pt modelId="{6C8291F1-EBB0-4BE7-A397-33C4FAC36260}" type="parTrans" cxnId="{2C9D3EC3-E81B-4377-85AE-4FFD365CDAA1}">
      <dgm:prSet/>
      <dgm:spPr/>
      <dgm:t>
        <a:bodyPr/>
        <a:lstStyle/>
        <a:p>
          <a:endParaRPr lang="ru-RU">
            <a:latin typeface="Open Sans" pitchFamily="2" charset="0"/>
            <a:ea typeface="Open Sans" pitchFamily="2" charset="0"/>
            <a:cs typeface="Open Sans" pitchFamily="2" charset="0"/>
          </a:endParaRPr>
        </a:p>
      </dgm:t>
    </dgm:pt>
    <dgm:pt modelId="{B37FE0BD-9C63-4D76-90D2-44958ABE4C01}" type="sibTrans" cxnId="{2C9D3EC3-E81B-4377-85AE-4FFD365CDAA1}">
      <dgm:prSet/>
      <dgm:spPr/>
      <dgm:t>
        <a:bodyPr/>
        <a:lstStyle/>
        <a:p>
          <a:endParaRPr lang="ru-RU">
            <a:latin typeface="Open Sans" pitchFamily="2" charset="0"/>
            <a:ea typeface="Open Sans" pitchFamily="2" charset="0"/>
            <a:cs typeface="Open Sans" pitchFamily="2" charset="0"/>
          </a:endParaRPr>
        </a:p>
      </dgm:t>
    </dgm:pt>
    <dgm:pt modelId="{49FABFF7-97F7-43F9-88A4-EF3144FCCC1E}">
      <dgm:prSet/>
      <dgm:spPr/>
      <dgm:t>
        <a:bodyPr/>
        <a:lstStyle/>
        <a:p>
          <a:r>
            <a:rPr lang="ru-RU" b="1" i="0" dirty="0">
              <a:latin typeface="Open Sans" pitchFamily="2" charset="0"/>
              <a:ea typeface="Open Sans" pitchFamily="2" charset="0"/>
              <a:cs typeface="Open Sans" pitchFamily="2" charset="0"/>
            </a:rPr>
            <a:t>ЗАДАНИЕ 4. </a:t>
          </a:r>
          <a:endParaRPr lang="ru-RU" b="1" dirty="0">
            <a:latin typeface="Open Sans" pitchFamily="2" charset="0"/>
            <a:ea typeface="Open Sans" pitchFamily="2" charset="0"/>
            <a:cs typeface="Open Sans" pitchFamily="2" charset="0"/>
          </a:endParaRPr>
        </a:p>
      </dgm:t>
    </dgm:pt>
    <dgm:pt modelId="{AC492325-6477-45BA-8BA7-5CBECA18BEE4}" type="parTrans" cxnId="{13915851-37CC-4E1C-A6DA-0C64EC1641C8}">
      <dgm:prSet/>
      <dgm:spPr/>
      <dgm:t>
        <a:bodyPr/>
        <a:lstStyle/>
        <a:p>
          <a:endParaRPr lang="ru-RU">
            <a:latin typeface="Open Sans" pitchFamily="2" charset="0"/>
            <a:ea typeface="Open Sans" pitchFamily="2" charset="0"/>
            <a:cs typeface="Open Sans" pitchFamily="2" charset="0"/>
          </a:endParaRPr>
        </a:p>
      </dgm:t>
    </dgm:pt>
    <dgm:pt modelId="{82EF68C9-882F-492F-8887-A062AA713206}" type="sibTrans" cxnId="{13915851-37CC-4E1C-A6DA-0C64EC1641C8}">
      <dgm:prSet/>
      <dgm:spPr/>
      <dgm:t>
        <a:bodyPr/>
        <a:lstStyle/>
        <a:p>
          <a:endParaRPr lang="ru-RU">
            <a:latin typeface="Open Sans" pitchFamily="2" charset="0"/>
            <a:ea typeface="Open Sans" pitchFamily="2" charset="0"/>
            <a:cs typeface="Open Sans" pitchFamily="2" charset="0"/>
          </a:endParaRPr>
        </a:p>
      </dgm:t>
    </dgm:pt>
    <dgm:pt modelId="{2A3BF1D6-CA14-4806-BE18-560F349656D1}">
      <dgm:prSet/>
      <dgm:spPr/>
      <dgm:t>
        <a:bodyPr/>
        <a:lstStyle/>
        <a:p>
          <a:r>
            <a:rPr lang="ru-RU" b="1" i="0" dirty="0">
              <a:latin typeface="Open Sans" pitchFamily="2" charset="0"/>
              <a:ea typeface="Open Sans" pitchFamily="2" charset="0"/>
              <a:cs typeface="Open Sans" pitchFamily="2" charset="0"/>
            </a:rPr>
            <a:t>ЗАДАНИЕ 5. </a:t>
          </a:r>
          <a:endParaRPr lang="ru-RU" b="1" dirty="0">
            <a:latin typeface="Open Sans" pitchFamily="2" charset="0"/>
            <a:ea typeface="Open Sans" pitchFamily="2" charset="0"/>
            <a:cs typeface="Open Sans" pitchFamily="2" charset="0"/>
          </a:endParaRPr>
        </a:p>
      </dgm:t>
    </dgm:pt>
    <dgm:pt modelId="{50551D4D-5A8B-42A9-B2ED-4959E9190307}" type="parTrans" cxnId="{FDDCC501-B1DB-437D-AB7E-B8B6758923BC}">
      <dgm:prSet/>
      <dgm:spPr/>
      <dgm:t>
        <a:bodyPr/>
        <a:lstStyle/>
        <a:p>
          <a:endParaRPr lang="ru-RU">
            <a:latin typeface="Open Sans" pitchFamily="2" charset="0"/>
            <a:ea typeface="Open Sans" pitchFamily="2" charset="0"/>
            <a:cs typeface="Open Sans" pitchFamily="2" charset="0"/>
          </a:endParaRPr>
        </a:p>
      </dgm:t>
    </dgm:pt>
    <dgm:pt modelId="{E02B5A10-A765-48AB-92F9-67B2F03E3FA0}" type="sibTrans" cxnId="{FDDCC501-B1DB-437D-AB7E-B8B6758923BC}">
      <dgm:prSet/>
      <dgm:spPr/>
      <dgm:t>
        <a:bodyPr/>
        <a:lstStyle/>
        <a:p>
          <a:endParaRPr lang="ru-RU">
            <a:latin typeface="Open Sans" pitchFamily="2" charset="0"/>
            <a:ea typeface="Open Sans" pitchFamily="2" charset="0"/>
            <a:cs typeface="Open Sans" pitchFamily="2" charset="0"/>
          </a:endParaRPr>
        </a:p>
      </dgm:t>
    </dgm:pt>
    <dgm:pt modelId="{523F1C2B-3866-447E-8A55-F5471EBA2EED}">
      <dgm:prSet/>
      <dgm:spPr/>
      <dgm:t>
        <a:bodyPr/>
        <a:lstStyle/>
        <a:p>
          <a:r>
            <a:rPr lang="ru-RU" b="0" i="0" dirty="0">
              <a:latin typeface="Open Sans" pitchFamily="2" charset="0"/>
              <a:ea typeface="Open Sans" pitchFamily="2" charset="0"/>
              <a:cs typeface="Open Sans" pitchFamily="2" charset="0"/>
            </a:rPr>
            <a:t>Отработка проведения обзорного осмотра пострадавшего (пострадавших).</a:t>
          </a:r>
          <a:endParaRPr lang="ru-RU" dirty="0">
            <a:latin typeface="Open Sans" pitchFamily="2" charset="0"/>
            <a:ea typeface="Open Sans" pitchFamily="2" charset="0"/>
            <a:cs typeface="Open Sans" pitchFamily="2" charset="0"/>
          </a:endParaRPr>
        </a:p>
      </dgm:t>
    </dgm:pt>
    <dgm:pt modelId="{66C9604B-7F42-4F94-9A55-F3675FFE242C}" type="parTrans" cxnId="{6F444621-DC8D-4CB8-8EFB-965289457870}">
      <dgm:prSet/>
      <dgm:spPr/>
      <dgm:t>
        <a:bodyPr/>
        <a:lstStyle/>
        <a:p>
          <a:endParaRPr lang="ru-RU">
            <a:latin typeface="Open Sans" pitchFamily="2" charset="0"/>
            <a:ea typeface="Open Sans" pitchFamily="2" charset="0"/>
            <a:cs typeface="Open Sans" pitchFamily="2" charset="0"/>
          </a:endParaRPr>
        </a:p>
      </dgm:t>
    </dgm:pt>
    <dgm:pt modelId="{838839ED-DB62-4C76-9525-A77046D3C3E7}" type="sibTrans" cxnId="{6F444621-DC8D-4CB8-8EFB-965289457870}">
      <dgm:prSet/>
      <dgm:spPr/>
      <dgm:t>
        <a:bodyPr/>
        <a:lstStyle/>
        <a:p>
          <a:endParaRPr lang="ru-RU">
            <a:latin typeface="Open Sans" pitchFamily="2" charset="0"/>
            <a:ea typeface="Open Sans" pitchFamily="2" charset="0"/>
            <a:cs typeface="Open Sans" pitchFamily="2" charset="0"/>
          </a:endParaRPr>
        </a:p>
      </dgm:t>
    </dgm:pt>
    <dgm:pt modelId="{D9ABCFBC-D067-4AD3-A2ED-DF614BD0A5E5}">
      <dgm:prSet/>
      <dgm:spPr/>
      <dgm:t>
        <a:bodyPr/>
        <a:lstStyle/>
        <a:p>
          <a:r>
            <a:rPr lang="ru-RU" b="0" i="0" dirty="0">
              <a:latin typeface="Open Sans" pitchFamily="2" charset="0"/>
              <a:ea typeface="Open Sans" pitchFamily="2" charset="0"/>
              <a:cs typeface="Open Sans" pitchFamily="2" charset="0"/>
            </a:rPr>
            <a:t>Отработка временной остановки наружного кровотечения при ранении головы, шеи, груди, спины, живота, конечностей и смежных зон с помощью прямого давления на рану.</a:t>
          </a:r>
          <a:endParaRPr lang="ru-RU" dirty="0">
            <a:latin typeface="Open Sans" pitchFamily="2" charset="0"/>
            <a:ea typeface="Open Sans" pitchFamily="2" charset="0"/>
            <a:cs typeface="Open Sans" pitchFamily="2" charset="0"/>
          </a:endParaRPr>
        </a:p>
      </dgm:t>
    </dgm:pt>
    <dgm:pt modelId="{41FB18F4-DA55-4D35-BD33-3559F66378B7}" type="parTrans" cxnId="{A80FAC17-6037-4510-9668-2D793CF4ADFD}">
      <dgm:prSet/>
      <dgm:spPr/>
      <dgm:t>
        <a:bodyPr/>
        <a:lstStyle/>
        <a:p>
          <a:endParaRPr lang="ru-RU">
            <a:latin typeface="Open Sans" pitchFamily="2" charset="0"/>
            <a:ea typeface="Open Sans" pitchFamily="2" charset="0"/>
            <a:cs typeface="Open Sans" pitchFamily="2" charset="0"/>
          </a:endParaRPr>
        </a:p>
      </dgm:t>
    </dgm:pt>
    <dgm:pt modelId="{504170F0-B6A7-414D-976C-C4B62C889F18}" type="sibTrans" cxnId="{A80FAC17-6037-4510-9668-2D793CF4ADFD}">
      <dgm:prSet/>
      <dgm:spPr/>
      <dgm:t>
        <a:bodyPr/>
        <a:lstStyle/>
        <a:p>
          <a:endParaRPr lang="ru-RU">
            <a:latin typeface="Open Sans" pitchFamily="2" charset="0"/>
            <a:ea typeface="Open Sans" pitchFamily="2" charset="0"/>
            <a:cs typeface="Open Sans" pitchFamily="2" charset="0"/>
          </a:endParaRPr>
        </a:p>
      </dgm:t>
    </dgm:pt>
    <dgm:pt modelId="{8FB58995-F028-48AC-A14B-4330F54A6BCF}">
      <dgm:prSet/>
      <dgm:spPr/>
      <dgm:t>
        <a:bodyPr/>
        <a:lstStyle/>
        <a:p>
          <a:r>
            <a:rPr lang="ru-RU" b="0" i="0" dirty="0">
              <a:latin typeface="Open Sans" pitchFamily="2" charset="0"/>
              <a:ea typeface="Open Sans" pitchFamily="2" charset="0"/>
              <a:cs typeface="Open Sans" pitchFamily="2" charset="0"/>
            </a:rPr>
            <a:t>Отработка наложения давящей повязки при ранении головы, груди, спины, живота, конечностей и смежных зон.</a:t>
          </a:r>
          <a:endParaRPr lang="ru-RU" dirty="0">
            <a:latin typeface="Open Sans" pitchFamily="2" charset="0"/>
            <a:ea typeface="Open Sans" pitchFamily="2" charset="0"/>
            <a:cs typeface="Open Sans" pitchFamily="2" charset="0"/>
          </a:endParaRPr>
        </a:p>
      </dgm:t>
    </dgm:pt>
    <dgm:pt modelId="{62F42877-C056-4C82-AB79-AFA78E39F02D}" type="parTrans" cxnId="{17041461-57F2-470E-B015-7D325C525E4C}">
      <dgm:prSet/>
      <dgm:spPr/>
      <dgm:t>
        <a:bodyPr/>
        <a:lstStyle/>
        <a:p>
          <a:endParaRPr lang="ru-RU">
            <a:latin typeface="Open Sans" pitchFamily="2" charset="0"/>
            <a:ea typeface="Open Sans" pitchFamily="2" charset="0"/>
            <a:cs typeface="Open Sans" pitchFamily="2" charset="0"/>
          </a:endParaRPr>
        </a:p>
      </dgm:t>
    </dgm:pt>
    <dgm:pt modelId="{21C146EC-56FC-4BFD-B2F8-4B2D87CB3D09}" type="sibTrans" cxnId="{17041461-57F2-470E-B015-7D325C525E4C}">
      <dgm:prSet/>
      <dgm:spPr/>
      <dgm:t>
        <a:bodyPr/>
        <a:lstStyle/>
        <a:p>
          <a:endParaRPr lang="ru-RU">
            <a:latin typeface="Open Sans" pitchFamily="2" charset="0"/>
            <a:ea typeface="Open Sans" pitchFamily="2" charset="0"/>
            <a:cs typeface="Open Sans" pitchFamily="2" charset="0"/>
          </a:endParaRPr>
        </a:p>
      </dgm:t>
    </dgm:pt>
    <dgm:pt modelId="{B642C12D-82CC-4899-903E-21C6905F517E}">
      <dgm:prSet/>
      <dgm:spPr/>
      <dgm:t>
        <a:bodyPr/>
        <a:lstStyle/>
        <a:p>
          <a:r>
            <a:rPr lang="ru-RU" b="0" i="0" dirty="0">
              <a:latin typeface="Open Sans" pitchFamily="2" charset="0"/>
              <a:ea typeface="Open Sans" pitchFamily="2" charset="0"/>
              <a:cs typeface="Open Sans" pitchFamily="2" charset="0"/>
            </a:rPr>
            <a:t>Отработка приемов наложения табельных и импровизированных кровоостанавливающих жгутов разных конструкций при ранении конечностей.</a:t>
          </a:r>
          <a:endParaRPr lang="ru-RU" dirty="0">
            <a:latin typeface="Open Sans" pitchFamily="2" charset="0"/>
            <a:ea typeface="Open Sans" pitchFamily="2" charset="0"/>
            <a:cs typeface="Open Sans" pitchFamily="2" charset="0"/>
          </a:endParaRPr>
        </a:p>
      </dgm:t>
    </dgm:pt>
    <dgm:pt modelId="{05A1F4F0-3DE7-4BF2-8BFB-C728A1813153}" type="parTrans" cxnId="{0B383CBC-12B3-4207-9996-65DAF5CB024C}">
      <dgm:prSet/>
      <dgm:spPr/>
      <dgm:t>
        <a:bodyPr/>
        <a:lstStyle/>
        <a:p>
          <a:endParaRPr lang="ru-RU">
            <a:latin typeface="Open Sans" pitchFamily="2" charset="0"/>
            <a:ea typeface="Open Sans" pitchFamily="2" charset="0"/>
            <a:cs typeface="Open Sans" pitchFamily="2" charset="0"/>
          </a:endParaRPr>
        </a:p>
      </dgm:t>
    </dgm:pt>
    <dgm:pt modelId="{8F5622CF-2809-413B-BF3F-4472EB1F8684}" type="sibTrans" cxnId="{0B383CBC-12B3-4207-9996-65DAF5CB024C}">
      <dgm:prSet/>
      <dgm:spPr/>
      <dgm:t>
        <a:bodyPr/>
        <a:lstStyle/>
        <a:p>
          <a:endParaRPr lang="ru-RU">
            <a:latin typeface="Open Sans" pitchFamily="2" charset="0"/>
            <a:ea typeface="Open Sans" pitchFamily="2" charset="0"/>
            <a:cs typeface="Open Sans" pitchFamily="2" charset="0"/>
          </a:endParaRPr>
        </a:p>
      </dgm:t>
    </dgm:pt>
    <dgm:pt modelId="{D6DE258D-B5AD-4DEB-AB9A-055203FA3E39}">
      <dgm:prSet/>
      <dgm:spPr/>
      <dgm:t>
        <a:bodyPr/>
        <a:lstStyle/>
        <a:p>
          <a:r>
            <a:rPr lang="ru-RU" b="0" i="0" dirty="0">
              <a:latin typeface="Open Sans" pitchFamily="2" charset="0"/>
              <a:ea typeface="Open Sans" pitchFamily="2" charset="0"/>
              <a:cs typeface="Open Sans" pitchFamily="2" charset="0"/>
            </a:rPr>
            <a:t>Отработка приемов наложения давящей повязки с фиксацией инородного предмета в ране живота, груди, спины, конечностей.</a:t>
          </a:r>
          <a:endParaRPr lang="ru-RU" dirty="0">
            <a:latin typeface="Open Sans" pitchFamily="2" charset="0"/>
            <a:ea typeface="Open Sans" pitchFamily="2" charset="0"/>
            <a:cs typeface="Open Sans" pitchFamily="2" charset="0"/>
          </a:endParaRPr>
        </a:p>
      </dgm:t>
    </dgm:pt>
    <dgm:pt modelId="{FF6B7592-E5FC-4D99-95D3-C88863A0FBDD}" type="parTrans" cxnId="{233E13E6-B0ED-4671-A26F-ACFDF3C07941}">
      <dgm:prSet/>
      <dgm:spPr/>
      <dgm:t>
        <a:bodyPr/>
        <a:lstStyle/>
        <a:p>
          <a:endParaRPr lang="ru-RU">
            <a:latin typeface="Open Sans" pitchFamily="2" charset="0"/>
            <a:ea typeface="Open Sans" pitchFamily="2" charset="0"/>
            <a:cs typeface="Open Sans" pitchFamily="2" charset="0"/>
          </a:endParaRPr>
        </a:p>
      </dgm:t>
    </dgm:pt>
    <dgm:pt modelId="{527ECB87-B580-4AF6-BCA4-BCB57D3986E0}" type="sibTrans" cxnId="{233E13E6-B0ED-4671-A26F-ACFDF3C07941}">
      <dgm:prSet/>
      <dgm:spPr/>
      <dgm:t>
        <a:bodyPr/>
        <a:lstStyle/>
        <a:p>
          <a:endParaRPr lang="ru-RU">
            <a:latin typeface="Open Sans" pitchFamily="2" charset="0"/>
            <a:ea typeface="Open Sans" pitchFamily="2" charset="0"/>
            <a:cs typeface="Open Sans" pitchFamily="2" charset="0"/>
          </a:endParaRPr>
        </a:p>
      </dgm:t>
    </dgm:pt>
    <dgm:pt modelId="{47C50442-FAC1-41BF-8C68-CD3B409B15A3}" type="pres">
      <dgm:prSet presAssocID="{AB714776-6A87-45BD-9406-DF3B43AB516C}" presName="diagram" presStyleCnt="0">
        <dgm:presLayoutVars>
          <dgm:dir/>
          <dgm:resizeHandles val="exact"/>
        </dgm:presLayoutVars>
      </dgm:prSet>
      <dgm:spPr/>
    </dgm:pt>
    <dgm:pt modelId="{83B0F178-CECE-4D41-A7FD-558B1B01C4D5}" type="pres">
      <dgm:prSet presAssocID="{37E432D3-8553-4DCA-8196-784FD8409AA2}" presName="node" presStyleLbl="node1" presStyleIdx="0" presStyleCnt="5">
        <dgm:presLayoutVars>
          <dgm:bulletEnabled val="1"/>
        </dgm:presLayoutVars>
      </dgm:prSet>
      <dgm:spPr/>
    </dgm:pt>
    <dgm:pt modelId="{9EF34053-4608-43AE-BA95-19A840E3656C}" type="pres">
      <dgm:prSet presAssocID="{DB5B0412-985B-446D-8DDA-EF4BA14503CA}" presName="sibTrans" presStyleCnt="0"/>
      <dgm:spPr/>
    </dgm:pt>
    <dgm:pt modelId="{90AA358F-5E67-4DC0-8B61-D309360661D1}" type="pres">
      <dgm:prSet presAssocID="{8C8A2401-55B1-440B-82A3-9553F2C08FF8}" presName="node" presStyleLbl="node1" presStyleIdx="1" presStyleCnt="5">
        <dgm:presLayoutVars>
          <dgm:bulletEnabled val="1"/>
        </dgm:presLayoutVars>
      </dgm:prSet>
      <dgm:spPr/>
    </dgm:pt>
    <dgm:pt modelId="{E79C3CF9-E078-4B81-AC75-FE140012E1DA}" type="pres">
      <dgm:prSet presAssocID="{B3C4E5DF-A389-4B82-B0BE-1E384E3D332C}" presName="sibTrans" presStyleCnt="0"/>
      <dgm:spPr/>
    </dgm:pt>
    <dgm:pt modelId="{408C0AD2-580A-4A78-B716-0FA00D494C47}" type="pres">
      <dgm:prSet presAssocID="{F9B20B96-5BD8-4B9C-8B02-8E9D9126992B}" presName="node" presStyleLbl="node1" presStyleIdx="2" presStyleCnt="5">
        <dgm:presLayoutVars>
          <dgm:bulletEnabled val="1"/>
        </dgm:presLayoutVars>
      </dgm:prSet>
      <dgm:spPr/>
    </dgm:pt>
    <dgm:pt modelId="{B40CA990-DFE9-4464-A1D1-AD25A78F3F18}" type="pres">
      <dgm:prSet presAssocID="{B37FE0BD-9C63-4D76-90D2-44958ABE4C01}" presName="sibTrans" presStyleCnt="0"/>
      <dgm:spPr/>
    </dgm:pt>
    <dgm:pt modelId="{919C7380-B27F-4323-B432-F72FC94471A0}" type="pres">
      <dgm:prSet presAssocID="{49FABFF7-97F7-43F9-88A4-EF3144FCCC1E}" presName="node" presStyleLbl="node1" presStyleIdx="3" presStyleCnt="5">
        <dgm:presLayoutVars>
          <dgm:bulletEnabled val="1"/>
        </dgm:presLayoutVars>
      </dgm:prSet>
      <dgm:spPr/>
    </dgm:pt>
    <dgm:pt modelId="{C9A2A141-1B7B-4E88-9F2A-9F0CC34AE745}" type="pres">
      <dgm:prSet presAssocID="{82EF68C9-882F-492F-8887-A062AA713206}" presName="sibTrans" presStyleCnt="0"/>
      <dgm:spPr/>
    </dgm:pt>
    <dgm:pt modelId="{8016838C-7710-4FF5-880B-E00904CE7EF2}" type="pres">
      <dgm:prSet presAssocID="{2A3BF1D6-CA14-4806-BE18-560F349656D1}" presName="node" presStyleLbl="node1" presStyleIdx="4" presStyleCnt="5">
        <dgm:presLayoutVars>
          <dgm:bulletEnabled val="1"/>
        </dgm:presLayoutVars>
      </dgm:prSet>
      <dgm:spPr/>
    </dgm:pt>
  </dgm:ptLst>
  <dgm:cxnLst>
    <dgm:cxn modelId="{BCADA100-DA45-4DC0-8566-5D5C11A8A525}" type="presOf" srcId="{2A3BF1D6-CA14-4806-BE18-560F349656D1}" destId="{8016838C-7710-4FF5-880B-E00904CE7EF2}" srcOrd="0" destOrd="0" presId="urn:microsoft.com/office/officeart/2005/8/layout/default"/>
    <dgm:cxn modelId="{FDDCC501-B1DB-437D-AB7E-B8B6758923BC}" srcId="{AB714776-6A87-45BD-9406-DF3B43AB516C}" destId="{2A3BF1D6-CA14-4806-BE18-560F349656D1}" srcOrd="4" destOrd="0" parTransId="{50551D4D-5A8B-42A9-B2ED-4959E9190307}" sibTransId="{E02B5A10-A765-48AB-92F9-67B2F03E3FA0}"/>
    <dgm:cxn modelId="{7C913B04-A8DF-4934-B62F-A13AF9BA2670}" type="presOf" srcId="{49FABFF7-97F7-43F9-88A4-EF3144FCCC1E}" destId="{919C7380-B27F-4323-B432-F72FC94471A0}" srcOrd="0" destOrd="0" presId="urn:microsoft.com/office/officeart/2005/8/layout/default"/>
    <dgm:cxn modelId="{A80FAC17-6037-4510-9668-2D793CF4ADFD}" srcId="{8C8A2401-55B1-440B-82A3-9553F2C08FF8}" destId="{D9ABCFBC-D067-4AD3-A2ED-DF614BD0A5E5}" srcOrd="0" destOrd="0" parTransId="{41FB18F4-DA55-4D35-BD33-3559F66378B7}" sibTransId="{504170F0-B6A7-414D-976C-C4B62C889F18}"/>
    <dgm:cxn modelId="{6F444621-DC8D-4CB8-8EFB-965289457870}" srcId="{37E432D3-8553-4DCA-8196-784FD8409AA2}" destId="{523F1C2B-3866-447E-8A55-F5471EBA2EED}" srcOrd="0" destOrd="0" parTransId="{66C9604B-7F42-4F94-9A55-F3675FFE242C}" sibTransId="{838839ED-DB62-4C76-9525-A77046D3C3E7}"/>
    <dgm:cxn modelId="{E6592424-0D32-4B8F-9D9E-E032BEF1085A}" type="presOf" srcId="{D6DE258D-B5AD-4DEB-AB9A-055203FA3E39}" destId="{8016838C-7710-4FF5-880B-E00904CE7EF2}" srcOrd="0" destOrd="1" presId="urn:microsoft.com/office/officeart/2005/8/layout/default"/>
    <dgm:cxn modelId="{A4A7CA30-B28C-41FF-850F-C27EB1597B74}" type="presOf" srcId="{37E432D3-8553-4DCA-8196-784FD8409AA2}" destId="{83B0F178-CECE-4D41-A7FD-558B1B01C4D5}" srcOrd="0" destOrd="0" presId="urn:microsoft.com/office/officeart/2005/8/layout/default"/>
    <dgm:cxn modelId="{1CCE3F5C-13B1-4648-BCB3-0A8FD99258A0}" type="presOf" srcId="{B642C12D-82CC-4899-903E-21C6905F517E}" destId="{919C7380-B27F-4323-B432-F72FC94471A0}" srcOrd="0" destOrd="1" presId="urn:microsoft.com/office/officeart/2005/8/layout/default"/>
    <dgm:cxn modelId="{17041461-57F2-470E-B015-7D325C525E4C}" srcId="{F9B20B96-5BD8-4B9C-8B02-8E9D9126992B}" destId="{8FB58995-F028-48AC-A14B-4330F54A6BCF}" srcOrd="0" destOrd="0" parTransId="{62F42877-C056-4C82-AB79-AFA78E39F02D}" sibTransId="{21C146EC-56FC-4BFD-B2F8-4B2D87CB3D09}"/>
    <dgm:cxn modelId="{13915851-37CC-4E1C-A6DA-0C64EC1641C8}" srcId="{AB714776-6A87-45BD-9406-DF3B43AB516C}" destId="{49FABFF7-97F7-43F9-88A4-EF3144FCCC1E}" srcOrd="3" destOrd="0" parTransId="{AC492325-6477-45BA-8BA7-5CBECA18BEE4}" sibTransId="{82EF68C9-882F-492F-8887-A062AA713206}"/>
    <dgm:cxn modelId="{D6DA80A0-00D0-46E9-9CD8-4732544E39C0}" type="presOf" srcId="{AB714776-6A87-45BD-9406-DF3B43AB516C}" destId="{47C50442-FAC1-41BF-8C68-CD3B409B15A3}" srcOrd="0" destOrd="0" presId="urn:microsoft.com/office/officeart/2005/8/layout/default"/>
    <dgm:cxn modelId="{D35469AB-592B-4AD1-9613-6E12DD807CFA}" type="presOf" srcId="{523F1C2B-3866-447E-8A55-F5471EBA2EED}" destId="{83B0F178-CECE-4D41-A7FD-558B1B01C4D5}" srcOrd="0" destOrd="1" presId="urn:microsoft.com/office/officeart/2005/8/layout/default"/>
    <dgm:cxn modelId="{AF6F52B7-0BAB-4573-814C-891218F273D2}" type="presOf" srcId="{8FB58995-F028-48AC-A14B-4330F54A6BCF}" destId="{408C0AD2-580A-4A78-B716-0FA00D494C47}" srcOrd="0" destOrd="1" presId="urn:microsoft.com/office/officeart/2005/8/layout/default"/>
    <dgm:cxn modelId="{0B383CBC-12B3-4207-9996-65DAF5CB024C}" srcId="{49FABFF7-97F7-43F9-88A4-EF3144FCCC1E}" destId="{B642C12D-82CC-4899-903E-21C6905F517E}" srcOrd="0" destOrd="0" parTransId="{05A1F4F0-3DE7-4BF2-8BFB-C728A1813153}" sibTransId="{8F5622CF-2809-413B-BF3F-4472EB1F8684}"/>
    <dgm:cxn modelId="{2C9D3EC3-E81B-4377-85AE-4FFD365CDAA1}" srcId="{AB714776-6A87-45BD-9406-DF3B43AB516C}" destId="{F9B20B96-5BD8-4B9C-8B02-8E9D9126992B}" srcOrd="2" destOrd="0" parTransId="{6C8291F1-EBB0-4BE7-A397-33C4FAC36260}" sibTransId="{B37FE0BD-9C63-4D76-90D2-44958ABE4C01}"/>
    <dgm:cxn modelId="{043D35E4-A3D3-4816-A34B-662E75B255A4}" srcId="{AB714776-6A87-45BD-9406-DF3B43AB516C}" destId="{8C8A2401-55B1-440B-82A3-9553F2C08FF8}" srcOrd="1" destOrd="0" parTransId="{D5F6D70D-065F-4720-A89B-F4E1CB664F29}" sibTransId="{B3C4E5DF-A389-4B82-B0BE-1E384E3D332C}"/>
    <dgm:cxn modelId="{233E13E6-B0ED-4671-A26F-ACFDF3C07941}" srcId="{2A3BF1D6-CA14-4806-BE18-560F349656D1}" destId="{D6DE258D-B5AD-4DEB-AB9A-055203FA3E39}" srcOrd="0" destOrd="0" parTransId="{FF6B7592-E5FC-4D99-95D3-C88863A0FBDD}" sibTransId="{527ECB87-B580-4AF6-BCA4-BCB57D3986E0}"/>
    <dgm:cxn modelId="{0BDBD1E7-CEAA-402C-901E-CB6D0B74B81B}" srcId="{AB714776-6A87-45BD-9406-DF3B43AB516C}" destId="{37E432D3-8553-4DCA-8196-784FD8409AA2}" srcOrd="0" destOrd="0" parTransId="{C9D36217-4282-4417-9830-AAC8B7C4E1A6}" sibTransId="{DB5B0412-985B-446D-8DDA-EF4BA14503CA}"/>
    <dgm:cxn modelId="{C4BF03E9-8CC4-4A27-A757-13391E183D34}" type="presOf" srcId="{F9B20B96-5BD8-4B9C-8B02-8E9D9126992B}" destId="{408C0AD2-580A-4A78-B716-0FA00D494C47}" srcOrd="0" destOrd="0" presId="urn:microsoft.com/office/officeart/2005/8/layout/default"/>
    <dgm:cxn modelId="{E3833AE9-DE05-409B-8106-FE2AF60BA150}" type="presOf" srcId="{D9ABCFBC-D067-4AD3-A2ED-DF614BD0A5E5}" destId="{90AA358F-5E67-4DC0-8B61-D309360661D1}" srcOrd="0" destOrd="1" presId="urn:microsoft.com/office/officeart/2005/8/layout/default"/>
    <dgm:cxn modelId="{71B10BEE-7957-4484-B607-7537C776B157}" type="presOf" srcId="{8C8A2401-55B1-440B-82A3-9553F2C08FF8}" destId="{90AA358F-5E67-4DC0-8B61-D309360661D1}" srcOrd="0" destOrd="0" presId="urn:microsoft.com/office/officeart/2005/8/layout/default"/>
    <dgm:cxn modelId="{836F910C-492C-412F-BE76-AC982F21C367}" type="presParOf" srcId="{47C50442-FAC1-41BF-8C68-CD3B409B15A3}" destId="{83B0F178-CECE-4D41-A7FD-558B1B01C4D5}" srcOrd="0" destOrd="0" presId="urn:microsoft.com/office/officeart/2005/8/layout/default"/>
    <dgm:cxn modelId="{2FD3FB44-823B-4DD2-B52E-06C0A3CE749A}" type="presParOf" srcId="{47C50442-FAC1-41BF-8C68-CD3B409B15A3}" destId="{9EF34053-4608-43AE-BA95-19A840E3656C}" srcOrd="1" destOrd="0" presId="urn:microsoft.com/office/officeart/2005/8/layout/default"/>
    <dgm:cxn modelId="{7A6B2F06-5DAD-4EFB-85AE-CBE252BB8DC4}" type="presParOf" srcId="{47C50442-FAC1-41BF-8C68-CD3B409B15A3}" destId="{90AA358F-5E67-4DC0-8B61-D309360661D1}" srcOrd="2" destOrd="0" presId="urn:microsoft.com/office/officeart/2005/8/layout/default"/>
    <dgm:cxn modelId="{0837668A-82C4-4FE3-8520-4BBF98205D41}" type="presParOf" srcId="{47C50442-FAC1-41BF-8C68-CD3B409B15A3}" destId="{E79C3CF9-E078-4B81-AC75-FE140012E1DA}" srcOrd="3" destOrd="0" presId="urn:microsoft.com/office/officeart/2005/8/layout/default"/>
    <dgm:cxn modelId="{4546D769-437B-4F07-A5A5-AAA75A46F095}" type="presParOf" srcId="{47C50442-FAC1-41BF-8C68-CD3B409B15A3}" destId="{408C0AD2-580A-4A78-B716-0FA00D494C47}" srcOrd="4" destOrd="0" presId="urn:microsoft.com/office/officeart/2005/8/layout/default"/>
    <dgm:cxn modelId="{DB9CD1E8-026C-4189-8CCF-C27D19AC7209}" type="presParOf" srcId="{47C50442-FAC1-41BF-8C68-CD3B409B15A3}" destId="{B40CA990-DFE9-4464-A1D1-AD25A78F3F18}" srcOrd="5" destOrd="0" presId="urn:microsoft.com/office/officeart/2005/8/layout/default"/>
    <dgm:cxn modelId="{345A8DA2-0E14-4BC1-A06C-861E25C5B97F}" type="presParOf" srcId="{47C50442-FAC1-41BF-8C68-CD3B409B15A3}" destId="{919C7380-B27F-4323-B432-F72FC94471A0}" srcOrd="6" destOrd="0" presId="urn:microsoft.com/office/officeart/2005/8/layout/default"/>
    <dgm:cxn modelId="{F89D8744-A333-41FD-9BB6-E8DC552185CD}" type="presParOf" srcId="{47C50442-FAC1-41BF-8C68-CD3B409B15A3}" destId="{C9A2A141-1B7B-4E88-9F2A-9F0CC34AE745}" srcOrd="7" destOrd="0" presId="urn:microsoft.com/office/officeart/2005/8/layout/default"/>
    <dgm:cxn modelId="{F8EB2E2C-5F46-4F51-8ACE-1508A3F4109E}" type="presParOf" srcId="{47C50442-FAC1-41BF-8C68-CD3B409B15A3}" destId="{8016838C-7710-4FF5-880B-E00904CE7EF2}"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DD524CB-3E43-4D78-8A9D-5E2206C665F6}" type="doc">
      <dgm:prSet loTypeId="urn:microsoft.com/office/officeart/2005/8/layout/default" loCatId="list" qsTypeId="urn:microsoft.com/office/officeart/2005/8/quickstyle/simple1" qsCatId="simple" csTypeId="urn:microsoft.com/office/officeart/2005/8/colors/accent0_1" csCatId="mainScheme" phldr="1"/>
      <dgm:spPr/>
      <dgm:t>
        <a:bodyPr/>
        <a:lstStyle/>
        <a:p>
          <a:endParaRPr lang="ru-RU"/>
        </a:p>
      </dgm:t>
    </dgm:pt>
    <dgm:pt modelId="{C082EDA6-D383-4160-9B02-47F13109683C}">
      <dgm:prSet/>
      <dgm:spPr/>
      <dgm:t>
        <a:bodyPr/>
        <a:lstStyle/>
        <a:p>
          <a:r>
            <a:rPr lang="ru-RU" b="0" i="0" dirty="0">
              <a:latin typeface="Open Sans" pitchFamily="2" charset="0"/>
              <a:ea typeface="Open Sans" pitchFamily="2" charset="0"/>
              <a:cs typeface="Open Sans" pitchFamily="2" charset="0"/>
            </a:rPr>
            <a:t>ЗАДАНИЕ 1. </a:t>
          </a:r>
          <a:endParaRPr lang="ru-RU" dirty="0">
            <a:latin typeface="Open Sans" pitchFamily="2" charset="0"/>
            <a:ea typeface="Open Sans" pitchFamily="2" charset="0"/>
            <a:cs typeface="Open Sans" pitchFamily="2" charset="0"/>
          </a:endParaRPr>
        </a:p>
      </dgm:t>
    </dgm:pt>
    <dgm:pt modelId="{C9FE4C94-2765-44CE-8076-7DAA037656AC}" type="parTrans" cxnId="{F5BEC6A6-E5F6-46CF-AE9D-4FE773F7921D}">
      <dgm:prSet/>
      <dgm:spPr/>
      <dgm:t>
        <a:bodyPr/>
        <a:lstStyle/>
        <a:p>
          <a:endParaRPr lang="ru-RU">
            <a:latin typeface="Open Sans" pitchFamily="2" charset="0"/>
            <a:ea typeface="Open Sans" pitchFamily="2" charset="0"/>
            <a:cs typeface="Open Sans" pitchFamily="2" charset="0"/>
          </a:endParaRPr>
        </a:p>
      </dgm:t>
    </dgm:pt>
    <dgm:pt modelId="{1DD7556C-F622-4CA7-874E-5CACBA95D964}" type="sibTrans" cxnId="{F5BEC6A6-E5F6-46CF-AE9D-4FE773F7921D}">
      <dgm:prSet/>
      <dgm:spPr/>
      <dgm:t>
        <a:bodyPr/>
        <a:lstStyle/>
        <a:p>
          <a:endParaRPr lang="ru-RU">
            <a:latin typeface="Open Sans" pitchFamily="2" charset="0"/>
            <a:ea typeface="Open Sans" pitchFamily="2" charset="0"/>
            <a:cs typeface="Open Sans" pitchFamily="2" charset="0"/>
          </a:endParaRPr>
        </a:p>
      </dgm:t>
    </dgm:pt>
    <dgm:pt modelId="{F22582DD-6A1B-4638-BD3A-B16E40468A0D}">
      <dgm:prSet/>
      <dgm:spPr/>
      <dgm:t>
        <a:bodyPr/>
        <a:lstStyle/>
        <a:p>
          <a:r>
            <a:rPr lang="ru-RU" b="0" i="0" dirty="0">
              <a:latin typeface="Open Sans" pitchFamily="2" charset="0"/>
              <a:ea typeface="Open Sans" pitchFamily="2" charset="0"/>
              <a:cs typeface="Open Sans" pitchFamily="2" charset="0"/>
            </a:rPr>
            <a:t>ЗАДАНИЕ 2. </a:t>
          </a:r>
          <a:endParaRPr lang="ru-RU" dirty="0">
            <a:latin typeface="Open Sans" pitchFamily="2" charset="0"/>
            <a:ea typeface="Open Sans" pitchFamily="2" charset="0"/>
            <a:cs typeface="Open Sans" pitchFamily="2" charset="0"/>
          </a:endParaRPr>
        </a:p>
      </dgm:t>
    </dgm:pt>
    <dgm:pt modelId="{CB96153C-1707-475E-8381-045531E00FBC}" type="parTrans" cxnId="{05C1F00E-C120-43B2-8D9A-78CA4D115127}">
      <dgm:prSet/>
      <dgm:spPr/>
      <dgm:t>
        <a:bodyPr/>
        <a:lstStyle/>
        <a:p>
          <a:endParaRPr lang="ru-RU">
            <a:latin typeface="Open Sans" pitchFamily="2" charset="0"/>
            <a:ea typeface="Open Sans" pitchFamily="2" charset="0"/>
            <a:cs typeface="Open Sans" pitchFamily="2" charset="0"/>
          </a:endParaRPr>
        </a:p>
      </dgm:t>
    </dgm:pt>
    <dgm:pt modelId="{39ACCF19-ED2C-434F-B6FA-8FA5F21DF505}" type="sibTrans" cxnId="{05C1F00E-C120-43B2-8D9A-78CA4D115127}">
      <dgm:prSet/>
      <dgm:spPr/>
      <dgm:t>
        <a:bodyPr/>
        <a:lstStyle/>
        <a:p>
          <a:endParaRPr lang="ru-RU">
            <a:latin typeface="Open Sans" pitchFamily="2" charset="0"/>
            <a:ea typeface="Open Sans" pitchFamily="2" charset="0"/>
            <a:cs typeface="Open Sans" pitchFamily="2" charset="0"/>
          </a:endParaRPr>
        </a:p>
      </dgm:t>
    </dgm:pt>
    <dgm:pt modelId="{0C748ABD-0CC5-4BF9-9CEF-2AF126B8F551}">
      <dgm:prSet/>
      <dgm:spPr/>
      <dgm:t>
        <a:bodyPr/>
        <a:lstStyle/>
        <a:p>
          <a:r>
            <a:rPr lang="ru-RU" b="0" i="0" dirty="0">
              <a:latin typeface="Open Sans" pitchFamily="2" charset="0"/>
              <a:ea typeface="Open Sans" pitchFamily="2" charset="0"/>
              <a:cs typeface="Open Sans" pitchFamily="2" charset="0"/>
            </a:rPr>
            <a:t>ЗАДАНИЕ 3. </a:t>
          </a:r>
          <a:endParaRPr lang="ru-RU" dirty="0">
            <a:latin typeface="Open Sans" pitchFamily="2" charset="0"/>
            <a:ea typeface="Open Sans" pitchFamily="2" charset="0"/>
            <a:cs typeface="Open Sans" pitchFamily="2" charset="0"/>
          </a:endParaRPr>
        </a:p>
      </dgm:t>
    </dgm:pt>
    <dgm:pt modelId="{770D1CB7-1050-4790-94C5-15A787DF944E}" type="parTrans" cxnId="{526DE3C6-6744-4001-9F1C-E07BCEE07058}">
      <dgm:prSet/>
      <dgm:spPr/>
      <dgm:t>
        <a:bodyPr/>
        <a:lstStyle/>
        <a:p>
          <a:endParaRPr lang="ru-RU">
            <a:latin typeface="Open Sans" pitchFamily="2" charset="0"/>
            <a:ea typeface="Open Sans" pitchFamily="2" charset="0"/>
            <a:cs typeface="Open Sans" pitchFamily="2" charset="0"/>
          </a:endParaRPr>
        </a:p>
      </dgm:t>
    </dgm:pt>
    <dgm:pt modelId="{9A759176-3AB5-488D-BB0F-1D732883FEDC}" type="sibTrans" cxnId="{526DE3C6-6744-4001-9F1C-E07BCEE07058}">
      <dgm:prSet/>
      <dgm:spPr/>
      <dgm:t>
        <a:bodyPr/>
        <a:lstStyle/>
        <a:p>
          <a:endParaRPr lang="ru-RU">
            <a:latin typeface="Open Sans" pitchFamily="2" charset="0"/>
            <a:ea typeface="Open Sans" pitchFamily="2" charset="0"/>
            <a:cs typeface="Open Sans" pitchFamily="2" charset="0"/>
          </a:endParaRPr>
        </a:p>
      </dgm:t>
    </dgm:pt>
    <dgm:pt modelId="{293D005D-58BE-47B8-B9B4-E6CD3CF15F6C}">
      <dgm:prSet/>
      <dgm:spPr/>
      <dgm:t>
        <a:bodyPr/>
        <a:lstStyle/>
        <a:p>
          <a:r>
            <a:rPr lang="ru-RU" b="0" i="0" dirty="0">
              <a:latin typeface="Open Sans" pitchFamily="2" charset="0"/>
              <a:ea typeface="Open Sans" pitchFamily="2" charset="0"/>
              <a:cs typeface="Open Sans" pitchFamily="2" charset="0"/>
            </a:rPr>
            <a:t>ЗАДАНИЕ 4. </a:t>
          </a:r>
          <a:endParaRPr lang="ru-RU" dirty="0">
            <a:latin typeface="Open Sans" pitchFamily="2" charset="0"/>
            <a:ea typeface="Open Sans" pitchFamily="2" charset="0"/>
            <a:cs typeface="Open Sans" pitchFamily="2" charset="0"/>
          </a:endParaRPr>
        </a:p>
      </dgm:t>
    </dgm:pt>
    <dgm:pt modelId="{51DBEC20-F25C-4E45-A500-2E831D8459D5}" type="parTrans" cxnId="{5B026A8C-5DB8-4F6B-BAEB-F1B15B78C9EF}">
      <dgm:prSet/>
      <dgm:spPr/>
      <dgm:t>
        <a:bodyPr/>
        <a:lstStyle/>
        <a:p>
          <a:endParaRPr lang="ru-RU">
            <a:latin typeface="Open Sans" pitchFamily="2" charset="0"/>
            <a:ea typeface="Open Sans" pitchFamily="2" charset="0"/>
            <a:cs typeface="Open Sans" pitchFamily="2" charset="0"/>
          </a:endParaRPr>
        </a:p>
      </dgm:t>
    </dgm:pt>
    <dgm:pt modelId="{183F429E-D60E-4050-A351-F1417DBFB42C}" type="sibTrans" cxnId="{5B026A8C-5DB8-4F6B-BAEB-F1B15B78C9EF}">
      <dgm:prSet/>
      <dgm:spPr/>
      <dgm:t>
        <a:bodyPr/>
        <a:lstStyle/>
        <a:p>
          <a:endParaRPr lang="ru-RU">
            <a:latin typeface="Open Sans" pitchFamily="2" charset="0"/>
            <a:ea typeface="Open Sans" pitchFamily="2" charset="0"/>
            <a:cs typeface="Open Sans" pitchFamily="2" charset="0"/>
          </a:endParaRPr>
        </a:p>
      </dgm:t>
    </dgm:pt>
    <dgm:pt modelId="{88A2008D-57F8-459F-84AA-7B3077CBEE43}">
      <dgm:prSet/>
      <dgm:spPr/>
      <dgm:t>
        <a:bodyPr/>
        <a:lstStyle/>
        <a:p>
          <a:r>
            <a:rPr lang="ru-RU" b="0" i="0" dirty="0">
              <a:latin typeface="Open Sans" pitchFamily="2" charset="0"/>
              <a:ea typeface="Open Sans" pitchFamily="2" charset="0"/>
              <a:cs typeface="Open Sans" pitchFamily="2" charset="0"/>
            </a:rPr>
            <a:t>ЗАДАНИЕ 5. </a:t>
          </a:r>
          <a:endParaRPr lang="ru-RU" dirty="0">
            <a:latin typeface="Open Sans" pitchFamily="2" charset="0"/>
            <a:ea typeface="Open Sans" pitchFamily="2" charset="0"/>
            <a:cs typeface="Open Sans" pitchFamily="2" charset="0"/>
          </a:endParaRPr>
        </a:p>
      </dgm:t>
    </dgm:pt>
    <dgm:pt modelId="{900ACFDF-A3AE-405E-ABEE-1BE78A09AE0A}" type="parTrans" cxnId="{EA51AB0C-05AD-4FEF-8367-42B37F7BDA8B}">
      <dgm:prSet/>
      <dgm:spPr/>
      <dgm:t>
        <a:bodyPr/>
        <a:lstStyle/>
        <a:p>
          <a:endParaRPr lang="ru-RU">
            <a:latin typeface="Open Sans" pitchFamily="2" charset="0"/>
            <a:ea typeface="Open Sans" pitchFamily="2" charset="0"/>
            <a:cs typeface="Open Sans" pitchFamily="2" charset="0"/>
          </a:endParaRPr>
        </a:p>
      </dgm:t>
    </dgm:pt>
    <dgm:pt modelId="{1632DFA2-3A4C-4283-9B06-4C0BD73166F0}" type="sibTrans" cxnId="{EA51AB0C-05AD-4FEF-8367-42B37F7BDA8B}">
      <dgm:prSet/>
      <dgm:spPr/>
      <dgm:t>
        <a:bodyPr/>
        <a:lstStyle/>
        <a:p>
          <a:endParaRPr lang="ru-RU">
            <a:latin typeface="Open Sans" pitchFamily="2" charset="0"/>
            <a:ea typeface="Open Sans" pitchFamily="2" charset="0"/>
            <a:cs typeface="Open Sans" pitchFamily="2" charset="0"/>
          </a:endParaRPr>
        </a:p>
      </dgm:t>
    </dgm:pt>
    <dgm:pt modelId="{EC8F2D78-CC8E-46D2-8DAE-64B70EFEA514}">
      <dgm:prSet/>
      <dgm:spPr/>
      <dgm:t>
        <a:bodyPr/>
        <a:lstStyle/>
        <a:p>
          <a:r>
            <a:rPr lang="ru-RU" b="0" i="0" dirty="0">
              <a:latin typeface="Open Sans" pitchFamily="2" charset="0"/>
              <a:ea typeface="Open Sans" pitchFamily="2" charset="0"/>
              <a:cs typeface="Open Sans" pitchFamily="2" charset="0"/>
            </a:rPr>
            <a:t>ЗАДАНИЕ 6. </a:t>
          </a:r>
          <a:endParaRPr lang="ru-RU" dirty="0">
            <a:latin typeface="Open Sans" pitchFamily="2" charset="0"/>
            <a:ea typeface="Open Sans" pitchFamily="2" charset="0"/>
            <a:cs typeface="Open Sans" pitchFamily="2" charset="0"/>
          </a:endParaRPr>
        </a:p>
      </dgm:t>
    </dgm:pt>
    <dgm:pt modelId="{81551251-4564-4A19-8AAD-62CADAC8E0CB}" type="parTrans" cxnId="{F59CCEC9-47E1-4385-8D73-A5E57226A32D}">
      <dgm:prSet/>
      <dgm:spPr/>
      <dgm:t>
        <a:bodyPr/>
        <a:lstStyle/>
        <a:p>
          <a:endParaRPr lang="ru-RU">
            <a:latin typeface="Open Sans" pitchFamily="2" charset="0"/>
            <a:ea typeface="Open Sans" pitchFamily="2" charset="0"/>
            <a:cs typeface="Open Sans" pitchFamily="2" charset="0"/>
          </a:endParaRPr>
        </a:p>
      </dgm:t>
    </dgm:pt>
    <dgm:pt modelId="{926A0AFB-8D69-4610-B61C-345B7DB0489C}" type="sibTrans" cxnId="{F59CCEC9-47E1-4385-8D73-A5E57226A32D}">
      <dgm:prSet/>
      <dgm:spPr/>
      <dgm:t>
        <a:bodyPr/>
        <a:lstStyle/>
        <a:p>
          <a:endParaRPr lang="ru-RU">
            <a:latin typeface="Open Sans" pitchFamily="2" charset="0"/>
            <a:ea typeface="Open Sans" pitchFamily="2" charset="0"/>
            <a:cs typeface="Open Sans" pitchFamily="2" charset="0"/>
          </a:endParaRPr>
        </a:p>
      </dgm:t>
    </dgm:pt>
    <dgm:pt modelId="{C713FED0-D58A-4FB5-AA87-7818703330FC}">
      <dgm:prSet/>
      <dgm:spPr/>
      <dgm:t>
        <a:bodyPr/>
        <a:lstStyle/>
        <a:p>
          <a:r>
            <a:rPr lang="ru-RU" b="0" i="0" dirty="0">
              <a:latin typeface="Open Sans" pitchFamily="2" charset="0"/>
              <a:ea typeface="Open Sans" pitchFamily="2" charset="0"/>
              <a:cs typeface="Open Sans" pitchFamily="2" charset="0"/>
            </a:rPr>
            <a:t>ЗАДАНИЕ 7. </a:t>
          </a:r>
          <a:endParaRPr lang="ru-RU" dirty="0">
            <a:latin typeface="Open Sans" pitchFamily="2" charset="0"/>
            <a:ea typeface="Open Sans" pitchFamily="2" charset="0"/>
            <a:cs typeface="Open Sans" pitchFamily="2" charset="0"/>
          </a:endParaRPr>
        </a:p>
      </dgm:t>
    </dgm:pt>
    <dgm:pt modelId="{65C3086C-4D05-427D-9F77-7BE9D0B27EEF}" type="parTrans" cxnId="{1256549B-2973-45AF-9151-CCED6A11AF1E}">
      <dgm:prSet/>
      <dgm:spPr/>
      <dgm:t>
        <a:bodyPr/>
        <a:lstStyle/>
        <a:p>
          <a:endParaRPr lang="ru-RU">
            <a:latin typeface="Open Sans" pitchFamily="2" charset="0"/>
            <a:ea typeface="Open Sans" pitchFamily="2" charset="0"/>
            <a:cs typeface="Open Sans" pitchFamily="2" charset="0"/>
          </a:endParaRPr>
        </a:p>
      </dgm:t>
    </dgm:pt>
    <dgm:pt modelId="{6DC5FCF5-32A9-4085-915F-3AB7878824AF}" type="sibTrans" cxnId="{1256549B-2973-45AF-9151-CCED6A11AF1E}">
      <dgm:prSet/>
      <dgm:spPr/>
      <dgm:t>
        <a:bodyPr/>
        <a:lstStyle/>
        <a:p>
          <a:endParaRPr lang="ru-RU">
            <a:latin typeface="Open Sans" pitchFamily="2" charset="0"/>
            <a:ea typeface="Open Sans" pitchFamily="2" charset="0"/>
            <a:cs typeface="Open Sans" pitchFamily="2" charset="0"/>
          </a:endParaRPr>
        </a:p>
      </dgm:t>
    </dgm:pt>
    <dgm:pt modelId="{FB5882E4-2B4A-40DF-86D8-8320AABA51C4}">
      <dgm:prSet/>
      <dgm:spPr/>
      <dgm:t>
        <a:bodyPr/>
        <a:lstStyle/>
        <a:p>
          <a:r>
            <a:rPr lang="ru-RU" b="0" i="0" dirty="0">
              <a:latin typeface="Open Sans" pitchFamily="2" charset="0"/>
              <a:ea typeface="Open Sans" pitchFamily="2" charset="0"/>
              <a:cs typeface="Open Sans" pitchFamily="2" charset="0"/>
            </a:rPr>
            <a:t>ЗАДАНИЕ 8. </a:t>
          </a:r>
          <a:endParaRPr lang="ru-RU" dirty="0">
            <a:latin typeface="Open Sans" pitchFamily="2" charset="0"/>
            <a:ea typeface="Open Sans" pitchFamily="2" charset="0"/>
            <a:cs typeface="Open Sans" pitchFamily="2" charset="0"/>
          </a:endParaRPr>
        </a:p>
      </dgm:t>
    </dgm:pt>
    <dgm:pt modelId="{E9436A07-5B7C-4B0D-AC55-9F872E99DEAD}" type="parTrans" cxnId="{4E990BD8-6A6C-4936-A4DA-F8158A4401DA}">
      <dgm:prSet/>
      <dgm:spPr/>
      <dgm:t>
        <a:bodyPr/>
        <a:lstStyle/>
        <a:p>
          <a:endParaRPr lang="ru-RU">
            <a:latin typeface="Open Sans" pitchFamily="2" charset="0"/>
            <a:ea typeface="Open Sans" pitchFamily="2" charset="0"/>
            <a:cs typeface="Open Sans" pitchFamily="2" charset="0"/>
          </a:endParaRPr>
        </a:p>
      </dgm:t>
    </dgm:pt>
    <dgm:pt modelId="{78F34FB9-62DA-4ECB-A0D1-FF69EF3C02D6}" type="sibTrans" cxnId="{4E990BD8-6A6C-4936-A4DA-F8158A4401DA}">
      <dgm:prSet/>
      <dgm:spPr/>
      <dgm:t>
        <a:bodyPr/>
        <a:lstStyle/>
        <a:p>
          <a:endParaRPr lang="ru-RU">
            <a:latin typeface="Open Sans" pitchFamily="2" charset="0"/>
            <a:ea typeface="Open Sans" pitchFamily="2" charset="0"/>
            <a:cs typeface="Open Sans" pitchFamily="2" charset="0"/>
          </a:endParaRPr>
        </a:p>
      </dgm:t>
    </dgm:pt>
    <dgm:pt modelId="{512A4AD9-1692-4A9E-A42B-5FEAC17BB9E0}">
      <dgm:prSet/>
      <dgm:spPr/>
      <dgm:t>
        <a:bodyPr/>
        <a:lstStyle/>
        <a:p>
          <a:r>
            <a:rPr lang="ru-RU" b="0" i="0" dirty="0">
              <a:latin typeface="Open Sans" pitchFamily="2" charset="0"/>
              <a:ea typeface="Open Sans" pitchFamily="2" charset="0"/>
              <a:cs typeface="Open Sans" pitchFamily="2" charset="0"/>
            </a:rPr>
            <a:t>ЗАДАНИЕ 9. </a:t>
          </a:r>
          <a:endParaRPr lang="ru-RU" dirty="0">
            <a:latin typeface="Open Sans" pitchFamily="2" charset="0"/>
            <a:ea typeface="Open Sans" pitchFamily="2" charset="0"/>
            <a:cs typeface="Open Sans" pitchFamily="2" charset="0"/>
          </a:endParaRPr>
        </a:p>
      </dgm:t>
    </dgm:pt>
    <dgm:pt modelId="{4E33DE0C-64F2-4ABC-8D9D-685C06567925}" type="parTrans" cxnId="{59201FEF-74AB-4BC1-A4F1-4C7CC06ACC81}">
      <dgm:prSet/>
      <dgm:spPr/>
      <dgm:t>
        <a:bodyPr/>
        <a:lstStyle/>
        <a:p>
          <a:endParaRPr lang="ru-RU">
            <a:latin typeface="Open Sans" pitchFamily="2" charset="0"/>
            <a:ea typeface="Open Sans" pitchFamily="2" charset="0"/>
            <a:cs typeface="Open Sans" pitchFamily="2" charset="0"/>
          </a:endParaRPr>
        </a:p>
      </dgm:t>
    </dgm:pt>
    <dgm:pt modelId="{452EC4BB-9F8E-473F-AA02-4B9DE31419E8}" type="sibTrans" cxnId="{59201FEF-74AB-4BC1-A4F1-4C7CC06ACC81}">
      <dgm:prSet/>
      <dgm:spPr/>
      <dgm:t>
        <a:bodyPr/>
        <a:lstStyle/>
        <a:p>
          <a:endParaRPr lang="ru-RU">
            <a:latin typeface="Open Sans" pitchFamily="2" charset="0"/>
            <a:ea typeface="Open Sans" pitchFamily="2" charset="0"/>
            <a:cs typeface="Open Sans" pitchFamily="2" charset="0"/>
          </a:endParaRPr>
        </a:p>
      </dgm:t>
    </dgm:pt>
    <dgm:pt modelId="{08E111FD-FF78-416A-A98A-C8C2A3965C1F}">
      <dgm:prSet/>
      <dgm:spPr/>
      <dgm:t>
        <a:bodyPr/>
        <a:lstStyle/>
        <a:p>
          <a:r>
            <a:rPr lang="ru-RU" b="0" i="0" dirty="0">
              <a:latin typeface="Open Sans" pitchFamily="2" charset="0"/>
              <a:ea typeface="Open Sans" pitchFamily="2" charset="0"/>
              <a:cs typeface="Open Sans" pitchFamily="2" charset="0"/>
            </a:rPr>
            <a:t>ЗАДАНИЕ 10.</a:t>
          </a:r>
          <a:endParaRPr lang="ru-RU" dirty="0">
            <a:latin typeface="Open Sans" pitchFamily="2" charset="0"/>
            <a:ea typeface="Open Sans" pitchFamily="2" charset="0"/>
            <a:cs typeface="Open Sans" pitchFamily="2" charset="0"/>
          </a:endParaRPr>
        </a:p>
      </dgm:t>
    </dgm:pt>
    <dgm:pt modelId="{0BCA5820-0FE4-49EB-806E-DD102A82415E}" type="parTrans" cxnId="{BEDDED61-F9C1-48CF-BB02-41B09D61A091}">
      <dgm:prSet/>
      <dgm:spPr/>
      <dgm:t>
        <a:bodyPr/>
        <a:lstStyle/>
        <a:p>
          <a:endParaRPr lang="ru-RU">
            <a:latin typeface="Open Sans" pitchFamily="2" charset="0"/>
            <a:ea typeface="Open Sans" pitchFamily="2" charset="0"/>
            <a:cs typeface="Open Sans" pitchFamily="2" charset="0"/>
          </a:endParaRPr>
        </a:p>
      </dgm:t>
    </dgm:pt>
    <dgm:pt modelId="{25925678-7B32-4B7B-8E1F-D5E45998188E}" type="sibTrans" cxnId="{BEDDED61-F9C1-48CF-BB02-41B09D61A091}">
      <dgm:prSet/>
      <dgm:spPr/>
      <dgm:t>
        <a:bodyPr/>
        <a:lstStyle/>
        <a:p>
          <a:endParaRPr lang="ru-RU">
            <a:latin typeface="Open Sans" pitchFamily="2" charset="0"/>
            <a:ea typeface="Open Sans" pitchFamily="2" charset="0"/>
            <a:cs typeface="Open Sans" pitchFamily="2" charset="0"/>
          </a:endParaRPr>
        </a:p>
      </dgm:t>
    </dgm:pt>
    <dgm:pt modelId="{8CDF11F9-505F-485F-8918-342E671EC02A}">
      <dgm:prSet/>
      <dgm:spPr/>
      <dgm:t>
        <a:bodyPr/>
        <a:lstStyle/>
        <a:p>
          <a:r>
            <a:rPr lang="ru-RU" b="0" i="0" dirty="0">
              <a:latin typeface="Open Sans" pitchFamily="2" charset="0"/>
              <a:ea typeface="Open Sans" pitchFamily="2" charset="0"/>
              <a:cs typeface="Open Sans" pitchFamily="2" charset="0"/>
            </a:rPr>
            <a:t>ЗАДАНИЕ 11. </a:t>
          </a:r>
          <a:endParaRPr lang="ru-RU" dirty="0">
            <a:latin typeface="Open Sans" pitchFamily="2" charset="0"/>
            <a:ea typeface="Open Sans" pitchFamily="2" charset="0"/>
            <a:cs typeface="Open Sans" pitchFamily="2" charset="0"/>
          </a:endParaRPr>
        </a:p>
      </dgm:t>
    </dgm:pt>
    <dgm:pt modelId="{6796B11B-E968-41C9-AD3F-691AE5A1955F}" type="parTrans" cxnId="{FB462F97-E6FF-44FE-8DBE-A70F255E90E8}">
      <dgm:prSet/>
      <dgm:spPr/>
      <dgm:t>
        <a:bodyPr/>
        <a:lstStyle/>
        <a:p>
          <a:endParaRPr lang="ru-RU">
            <a:latin typeface="Open Sans" pitchFamily="2" charset="0"/>
            <a:ea typeface="Open Sans" pitchFamily="2" charset="0"/>
            <a:cs typeface="Open Sans" pitchFamily="2" charset="0"/>
          </a:endParaRPr>
        </a:p>
      </dgm:t>
    </dgm:pt>
    <dgm:pt modelId="{2EB2B825-C15C-4F33-A336-513E5D3C79B0}" type="sibTrans" cxnId="{FB462F97-E6FF-44FE-8DBE-A70F255E90E8}">
      <dgm:prSet/>
      <dgm:spPr/>
      <dgm:t>
        <a:bodyPr/>
        <a:lstStyle/>
        <a:p>
          <a:endParaRPr lang="ru-RU">
            <a:latin typeface="Open Sans" pitchFamily="2" charset="0"/>
            <a:ea typeface="Open Sans" pitchFamily="2" charset="0"/>
            <a:cs typeface="Open Sans" pitchFamily="2" charset="0"/>
          </a:endParaRPr>
        </a:p>
      </dgm:t>
    </dgm:pt>
    <dgm:pt modelId="{D72C25D9-34D9-4CD9-9251-4BB8543433A7}">
      <dgm:prSet/>
      <dgm:spPr/>
      <dgm:t>
        <a:bodyPr/>
        <a:lstStyle/>
        <a:p>
          <a:r>
            <a:rPr lang="ru-RU" b="0" i="0" dirty="0">
              <a:latin typeface="Open Sans" pitchFamily="2" charset="0"/>
              <a:ea typeface="Open Sans" pitchFamily="2" charset="0"/>
              <a:cs typeface="Open Sans" pitchFamily="2" charset="0"/>
            </a:rPr>
            <a:t>Отработка последовательности выполнения реанимационных мероприятий.</a:t>
          </a:r>
          <a:endParaRPr lang="ru-RU" dirty="0">
            <a:latin typeface="Open Sans" pitchFamily="2" charset="0"/>
            <a:ea typeface="Open Sans" pitchFamily="2" charset="0"/>
            <a:cs typeface="Open Sans" pitchFamily="2" charset="0"/>
          </a:endParaRPr>
        </a:p>
      </dgm:t>
    </dgm:pt>
    <dgm:pt modelId="{CA73E378-E3B2-4DB5-8DCD-A16ADF416567}" type="parTrans" cxnId="{B1725D03-1793-4D3F-94CD-56BED42EDA0B}">
      <dgm:prSet/>
      <dgm:spPr/>
      <dgm:t>
        <a:bodyPr/>
        <a:lstStyle/>
        <a:p>
          <a:endParaRPr lang="ru-RU">
            <a:latin typeface="Open Sans" pitchFamily="2" charset="0"/>
            <a:ea typeface="Open Sans" pitchFamily="2" charset="0"/>
            <a:cs typeface="Open Sans" pitchFamily="2" charset="0"/>
          </a:endParaRPr>
        </a:p>
      </dgm:t>
    </dgm:pt>
    <dgm:pt modelId="{72775175-D894-4AF6-A76F-6EF1ED42C4D8}" type="sibTrans" cxnId="{B1725D03-1793-4D3F-94CD-56BED42EDA0B}">
      <dgm:prSet/>
      <dgm:spPr/>
      <dgm:t>
        <a:bodyPr/>
        <a:lstStyle/>
        <a:p>
          <a:endParaRPr lang="ru-RU">
            <a:latin typeface="Open Sans" pitchFamily="2" charset="0"/>
            <a:ea typeface="Open Sans" pitchFamily="2" charset="0"/>
            <a:cs typeface="Open Sans" pitchFamily="2" charset="0"/>
          </a:endParaRPr>
        </a:p>
      </dgm:t>
    </dgm:pt>
    <dgm:pt modelId="{D951C4F4-6D3C-485E-B2DC-655C425AD2DC}">
      <dgm:prSet/>
      <dgm:spPr/>
      <dgm:t>
        <a:bodyPr/>
        <a:lstStyle/>
        <a:p>
          <a:r>
            <a:rPr lang="ru-RU" b="0" i="0" dirty="0">
              <a:latin typeface="Open Sans" pitchFamily="2" charset="0"/>
              <a:ea typeface="Open Sans" pitchFamily="2" charset="0"/>
              <a:cs typeface="Open Sans" pitchFamily="2" charset="0"/>
            </a:rPr>
            <a:t>Оценка обстановки на месте происшествия.</a:t>
          </a:r>
          <a:endParaRPr lang="ru-RU" dirty="0">
            <a:latin typeface="Open Sans" pitchFamily="2" charset="0"/>
            <a:ea typeface="Open Sans" pitchFamily="2" charset="0"/>
            <a:cs typeface="Open Sans" pitchFamily="2" charset="0"/>
          </a:endParaRPr>
        </a:p>
      </dgm:t>
    </dgm:pt>
    <dgm:pt modelId="{668B54A3-80EE-4196-85B4-A30996C68B34}" type="parTrans" cxnId="{D71CA0D4-A89A-4332-BD7E-FF759549AEF3}">
      <dgm:prSet/>
      <dgm:spPr/>
      <dgm:t>
        <a:bodyPr/>
        <a:lstStyle/>
        <a:p>
          <a:endParaRPr lang="ru-RU">
            <a:latin typeface="Open Sans" pitchFamily="2" charset="0"/>
            <a:ea typeface="Open Sans" pitchFamily="2" charset="0"/>
            <a:cs typeface="Open Sans" pitchFamily="2" charset="0"/>
          </a:endParaRPr>
        </a:p>
      </dgm:t>
    </dgm:pt>
    <dgm:pt modelId="{2EED6C03-78A0-417A-9C27-9E3AB30158D7}" type="sibTrans" cxnId="{D71CA0D4-A89A-4332-BD7E-FF759549AEF3}">
      <dgm:prSet/>
      <dgm:spPr/>
      <dgm:t>
        <a:bodyPr/>
        <a:lstStyle/>
        <a:p>
          <a:endParaRPr lang="ru-RU">
            <a:latin typeface="Open Sans" pitchFamily="2" charset="0"/>
            <a:ea typeface="Open Sans" pitchFamily="2" charset="0"/>
            <a:cs typeface="Open Sans" pitchFamily="2" charset="0"/>
          </a:endParaRPr>
        </a:p>
      </dgm:t>
    </dgm:pt>
    <dgm:pt modelId="{34B4CEAE-B590-4FD9-9FDC-FFDD6A1858FB}">
      <dgm:prSet/>
      <dgm:spPr/>
      <dgm:t>
        <a:bodyPr/>
        <a:lstStyle/>
        <a:p>
          <a:r>
            <a:rPr lang="ru-RU" b="0" i="0" dirty="0">
              <a:latin typeface="Open Sans" pitchFamily="2" charset="0"/>
              <a:ea typeface="Open Sans" pitchFamily="2" charset="0"/>
              <a:cs typeface="Open Sans" pitchFamily="2" charset="0"/>
            </a:rPr>
            <a:t>Отработка приемов определения сознания у пострадавшего.</a:t>
          </a:r>
          <a:endParaRPr lang="ru-RU" dirty="0">
            <a:latin typeface="Open Sans" pitchFamily="2" charset="0"/>
            <a:ea typeface="Open Sans" pitchFamily="2" charset="0"/>
            <a:cs typeface="Open Sans" pitchFamily="2" charset="0"/>
          </a:endParaRPr>
        </a:p>
      </dgm:t>
    </dgm:pt>
    <dgm:pt modelId="{17548B9F-5756-4E6F-AE55-F3B247FBFD9D}" type="parTrans" cxnId="{E79B4F67-B3BE-400A-99FE-12712C8AFEE8}">
      <dgm:prSet/>
      <dgm:spPr/>
      <dgm:t>
        <a:bodyPr/>
        <a:lstStyle/>
        <a:p>
          <a:endParaRPr lang="ru-RU">
            <a:latin typeface="Open Sans" pitchFamily="2" charset="0"/>
            <a:ea typeface="Open Sans" pitchFamily="2" charset="0"/>
            <a:cs typeface="Open Sans" pitchFamily="2" charset="0"/>
          </a:endParaRPr>
        </a:p>
      </dgm:t>
    </dgm:pt>
    <dgm:pt modelId="{CFBE4BF1-EAB3-4F44-8BE3-C912AD25FE42}" type="sibTrans" cxnId="{E79B4F67-B3BE-400A-99FE-12712C8AFEE8}">
      <dgm:prSet/>
      <dgm:spPr/>
      <dgm:t>
        <a:bodyPr/>
        <a:lstStyle/>
        <a:p>
          <a:endParaRPr lang="ru-RU">
            <a:latin typeface="Open Sans" pitchFamily="2" charset="0"/>
            <a:ea typeface="Open Sans" pitchFamily="2" charset="0"/>
            <a:cs typeface="Open Sans" pitchFamily="2" charset="0"/>
          </a:endParaRPr>
        </a:p>
      </dgm:t>
    </dgm:pt>
    <dgm:pt modelId="{DAA6E98F-AAB9-4B88-9F8B-E6F155C4D756}">
      <dgm:prSet/>
      <dgm:spPr/>
      <dgm:t>
        <a:bodyPr/>
        <a:lstStyle/>
        <a:p>
          <a:r>
            <a:rPr lang="ru-RU" b="0" i="0" dirty="0">
              <a:latin typeface="Open Sans" pitchFamily="2" charset="0"/>
              <a:ea typeface="Open Sans" pitchFamily="2" charset="0"/>
              <a:cs typeface="Open Sans" pitchFamily="2" charset="0"/>
            </a:rPr>
            <a:t>Отработка приемов восстановления проходимости верхних дыхательных путей.</a:t>
          </a:r>
          <a:endParaRPr lang="ru-RU" dirty="0">
            <a:latin typeface="Open Sans" pitchFamily="2" charset="0"/>
            <a:ea typeface="Open Sans" pitchFamily="2" charset="0"/>
            <a:cs typeface="Open Sans" pitchFamily="2" charset="0"/>
          </a:endParaRPr>
        </a:p>
      </dgm:t>
    </dgm:pt>
    <dgm:pt modelId="{0FF4A77C-F107-4CDA-8E0A-D42603D6ED23}" type="parTrans" cxnId="{69A07D5F-C456-43CE-82BC-EF28F19CDD26}">
      <dgm:prSet/>
      <dgm:spPr/>
      <dgm:t>
        <a:bodyPr/>
        <a:lstStyle/>
        <a:p>
          <a:endParaRPr lang="ru-RU">
            <a:latin typeface="Open Sans" pitchFamily="2" charset="0"/>
            <a:ea typeface="Open Sans" pitchFamily="2" charset="0"/>
            <a:cs typeface="Open Sans" pitchFamily="2" charset="0"/>
          </a:endParaRPr>
        </a:p>
      </dgm:t>
    </dgm:pt>
    <dgm:pt modelId="{6B7B3134-3DA6-4227-B314-55FBA1AE894B}" type="sibTrans" cxnId="{69A07D5F-C456-43CE-82BC-EF28F19CDD26}">
      <dgm:prSet/>
      <dgm:spPr/>
      <dgm:t>
        <a:bodyPr/>
        <a:lstStyle/>
        <a:p>
          <a:endParaRPr lang="ru-RU">
            <a:latin typeface="Open Sans" pitchFamily="2" charset="0"/>
            <a:ea typeface="Open Sans" pitchFamily="2" charset="0"/>
            <a:cs typeface="Open Sans" pitchFamily="2" charset="0"/>
          </a:endParaRPr>
        </a:p>
      </dgm:t>
    </dgm:pt>
    <dgm:pt modelId="{458FEDAA-B658-492D-9585-6E530D5B09BC}">
      <dgm:prSet/>
      <dgm:spPr/>
      <dgm:t>
        <a:bodyPr/>
        <a:lstStyle/>
        <a:p>
          <a:r>
            <a:rPr lang="ru-RU" b="0" i="0" dirty="0">
              <a:latin typeface="Open Sans" pitchFamily="2" charset="0"/>
              <a:ea typeface="Open Sans" pitchFamily="2" charset="0"/>
              <a:cs typeface="Open Sans" pitchFamily="2" charset="0"/>
            </a:rPr>
            <a:t>Оценка признаков жизни у пострадавшего.</a:t>
          </a:r>
          <a:endParaRPr lang="ru-RU" dirty="0">
            <a:latin typeface="Open Sans" pitchFamily="2" charset="0"/>
            <a:ea typeface="Open Sans" pitchFamily="2" charset="0"/>
            <a:cs typeface="Open Sans" pitchFamily="2" charset="0"/>
          </a:endParaRPr>
        </a:p>
      </dgm:t>
    </dgm:pt>
    <dgm:pt modelId="{64A856FC-9E72-432E-AE21-34C6C418C0BA}" type="parTrans" cxnId="{10AC6ADE-5A00-4E12-84B3-B9AD18F53D20}">
      <dgm:prSet/>
      <dgm:spPr/>
      <dgm:t>
        <a:bodyPr/>
        <a:lstStyle/>
        <a:p>
          <a:endParaRPr lang="ru-RU">
            <a:latin typeface="Open Sans" pitchFamily="2" charset="0"/>
            <a:ea typeface="Open Sans" pitchFamily="2" charset="0"/>
            <a:cs typeface="Open Sans" pitchFamily="2" charset="0"/>
          </a:endParaRPr>
        </a:p>
      </dgm:t>
    </dgm:pt>
    <dgm:pt modelId="{74FDD92E-C880-46D8-B8F1-CF6D361C2A15}" type="sibTrans" cxnId="{10AC6ADE-5A00-4E12-84B3-B9AD18F53D20}">
      <dgm:prSet/>
      <dgm:spPr/>
      <dgm:t>
        <a:bodyPr/>
        <a:lstStyle/>
        <a:p>
          <a:endParaRPr lang="ru-RU">
            <a:latin typeface="Open Sans" pitchFamily="2" charset="0"/>
            <a:ea typeface="Open Sans" pitchFamily="2" charset="0"/>
            <a:cs typeface="Open Sans" pitchFamily="2" charset="0"/>
          </a:endParaRPr>
        </a:p>
      </dgm:t>
    </dgm:pt>
    <dgm:pt modelId="{09703911-6B32-4E79-AC89-5FF4ADDD9DF2}">
      <dgm:prSet/>
      <dgm:spPr/>
      <dgm:t>
        <a:bodyPr/>
        <a:lstStyle/>
        <a:p>
          <a:r>
            <a:rPr lang="ru-RU" b="0" i="0" dirty="0">
              <a:latin typeface="Open Sans" pitchFamily="2" charset="0"/>
              <a:ea typeface="Open Sans" pitchFamily="2" charset="0"/>
              <a:cs typeface="Open Sans" pitchFamily="2" charset="0"/>
            </a:rPr>
            <a:t>Отработка вызова скорой медицинской помощи, других специальных служб.</a:t>
          </a:r>
          <a:endParaRPr lang="ru-RU" dirty="0">
            <a:latin typeface="Open Sans" pitchFamily="2" charset="0"/>
            <a:ea typeface="Open Sans" pitchFamily="2" charset="0"/>
            <a:cs typeface="Open Sans" pitchFamily="2" charset="0"/>
          </a:endParaRPr>
        </a:p>
      </dgm:t>
    </dgm:pt>
    <dgm:pt modelId="{BBD7BDDB-961B-44AC-84DE-E1526640C8F8}" type="parTrans" cxnId="{1BA99421-1C97-4118-8257-0E944DEADA9E}">
      <dgm:prSet/>
      <dgm:spPr/>
      <dgm:t>
        <a:bodyPr/>
        <a:lstStyle/>
        <a:p>
          <a:endParaRPr lang="ru-RU">
            <a:latin typeface="Open Sans" pitchFamily="2" charset="0"/>
            <a:ea typeface="Open Sans" pitchFamily="2" charset="0"/>
            <a:cs typeface="Open Sans" pitchFamily="2" charset="0"/>
          </a:endParaRPr>
        </a:p>
      </dgm:t>
    </dgm:pt>
    <dgm:pt modelId="{36BB6CC8-C7E4-484C-B10D-950F9E941B08}" type="sibTrans" cxnId="{1BA99421-1C97-4118-8257-0E944DEADA9E}">
      <dgm:prSet/>
      <dgm:spPr/>
      <dgm:t>
        <a:bodyPr/>
        <a:lstStyle/>
        <a:p>
          <a:endParaRPr lang="ru-RU">
            <a:latin typeface="Open Sans" pitchFamily="2" charset="0"/>
            <a:ea typeface="Open Sans" pitchFamily="2" charset="0"/>
            <a:cs typeface="Open Sans" pitchFamily="2" charset="0"/>
          </a:endParaRPr>
        </a:p>
      </dgm:t>
    </dgm:pt>
    <dgm:pt modelId="{7E2F0E27-D760-4B96-8AB2-7DD9A784A30A}">
      <dgm:prSet/>
      <dgm:spPr/>
      <dgm:t>
        <a:bodyPr/>
        <a:lstStyle/>
        <a:p>
          <a:r>
            <a:rPr lang="ru-RU" b="0" i="0" dirty="0">
              <a:latin typeface="Open Sans" pitchFamily="2" charset="0"/>
              <a:ea typeface="Open Sans" pitchFamily="2" charset="0"/>
              <a:cs typeface="Open Sans" pitchFamily="2" charset="0"/>
            </a:rPr>
            <a:t>Отработка приемов давления руками на грудину пострадавшего.</a:t>
          </a:r>
          <a:endParaRPr lang="ru-RU" dirty="0">
            <a:latin typeface="Open Sans" pitchFamily="2" charset="0"/>
            <a:ea typeface="Open Sans" pitchFamily="2" charset="0"/>
            <a:cs typeface="Open Sans" pitchFamily="2" charset="0"/>
          </a:endParaRPr>
        </a:p>
      </dgm:t>
    </dgm:pt>
    <dgm:pt modelId="{FBAE450E-3529-4DE8-B393-4ABC0FA96EAC}" type="parTrans" cxnId="{15BC82A8-7A12-4300-BFF9-E8A7070360A9}">
      <dgm:prSet/>
      <dgm:spPr/>
      <dgm:t>
        <a:bodyPr/>
        <a:lstStyle/>
        <a:p>
          <a:endParaRPr lang="ru-RU">
            <a:latin typeface="Open Sans" pitchFamily="2" charset="0"/>
            <a:ea typeface="Open Sans" pitchFamily="2" charset="0"/>
            <a:cs typeface="Open Sans" pitchFamily="2" charset="0"/>
          </a:endParaRPr>
        </a:p>
      </dgm:t>
    </dgm:pt>
    <dgm:pt modelId="{086042BB-96BF-4126-BE60-6C5ECA48A226}" type="sibTrans" cxnId="{15BC82A8-7A12-4300-BFF9-E8A7070360A9}">
      <dgm:prSet/>
      <dgm:spPr/>
      <dgm:t>
        <a:bodyPr/>
        <a:lstStyle/>
        <a:p>
          <a:endParaRPr lang="ru-RU">
            <a:latin typeface="Open Sans" pitchFamily="2" charset="0"/>
            <a:ea typeface="Open Sans" pitchFamily="2" charset="0"/>
            <a:cs typeface="Open Sans" pitchFamily="2" charset="0"/>
          </a:endParaRPr>
        </a:p>
      </dgm:t>
    </dgm:pt>
    <dgm:pt modelId="{A474B6AB-2C75-464F-BBAB-C1A43A3385CE}">
      <dgm:prSet/>
      <dgm:spPr/>
      <dgm:t>
        <a:bodyPr/>
        <a:lstStyle/>
        <a:p>
          <a:r>
            <a:rPr lang="ru-RU" b="0" i="0" dirty="0">
              <a:latin typeface="Open Sans" pitchFamily="2" charset="0"/>
              <a:ea typeface="Open Sans" pitchFamily="2" charset="0"/>
              <a:cs typeface="Open Sans" pitchFamily="2" charset="0"/>
            </a:rPr>
            <a:t>Отработка приемов искусственного дыхания "рот ко рту", "рот к носу" с применением устройств для искусственного дыхания.</a:t>
          </a:r>
          <a:endParaRPr lang="ru-RU" dirty="0">
            <a:latin typeface="Open Sans" pitchFamily="2" charset="0"/>
            <a:ea typeface="Open Sans" pitchFamily="2" charset="0"/>
            <a:cs typeface="Open Sans" pitchFamily="2" charset="0"/>
          </a:endParaRPr>
        </a:p>
      </dgm:t>
    </dgm:pt>
    <dgm:pt modelId="{E07303F8-2B7F-4F80-B141-B135E9C1147D}" type="parTrans" cxnId="{225547E7-092F-4629-9677-48797FCDB778}">
      <dgm:prSet/>
      <dgm:spPr/>
      <dgm:t>
        <a:bodyPr/>
        <a:lstStyle/>
        <a:p>
          <a:endParaRPr lang="ru-RU">
            <a:latin typeface="Open Sans" pitchFamily="2" charset="0"/>
            <a:ea typeface="Open Sans" pitchFamily="2" charset="0"/>
            <a:cs typeface="Open Sans" pitchFamily="2" charset="0"/>
          </a:endParaRPr>
        </a:p>
      </dgm:t>
    </dgm:pt>
    <dgm:pt modelId="{BE249A31-A263-4008-80C8-8AA83E10A2B5}" type="sibTrans" cxnId="{225547E7-092F-4629-9677-48797FCDB778}">
      <dgm:prSet/>
      <dgm:spPr/>
      <dgm:t>
        <a:bodyPr/>
        <a:lstStyle/>
        <a:p>
          <a:endParaRPr lang="ru-RU">
            <a:latin typeface="Open Sans" pitchFamily="2" charset="0"/>
            <a:ea typeface="Open Sans" pitchFamily="2" charset="0"/>
            <a:cs typeface="Open Sans" pitchFamily="2" charset="0"/>
          </a:endParaRPr>
        </a:p>
      </dgm:t>
    </dgm:pt>
    <dgm:pt modelId="{DA02CC71-C168-4F84-B061-5FEB3D858555}">
      <dgm:prSet/>
      <dgm:spPr/>
      <dgm:t>
        <a:bodyPr/>
        <a:lstStyle/>
        <a:p>
          <a:r>
            <a:rPr lang="ru-RU" b="0" i="0" dirty="0">
              <a:latin typeface="Open Sans" pitchFamily="2" charset="0"/>
              <a:ea typeface="Open Sans" pitchFamily="2" charset="0"/>
              <a:cs typeface="Open Sans" pitchFamily="2" charset="0"/>
            </a:rPr>
            <a:t>Отработка приема перевода пострадавшего в устойчивое боковое положение.</a:t>
          </a:r>
          <a:endParaRPr lang="ru-RU" dirty="0">
            <a:latin typeface="Open Sans" pitchFamily="2" charset="0"/>
            <a:ea typeface="Open Sans" pitchFamily="2" charset="0"/>
            <a:cs typeface="Open Sans" pitchFamily="2" charset="0"/>
          </a:endParaRPr>
        </a:p>
      </dgm:t>
    </dgm:pt>
    <dgm:pt modelId="{ABB6F294-DD8E-4F3C-BB6B-B929059494B9}" type="parTrans" cxnId="{64D090EA-0F77-4210-8F1F-8D39E5256FA9}">
      <dgm:prSet/>
      <dgm:spPr/>
      <dgm:t>
        <a:bodyPr/>
        <a:lstStyle/>
        <a:p>
          <a:endParaRPr lang="ru-RU">
            <a:latin typeface="Open Sans" pitchFamily="2" charset="0"/>
            <a:ea typeface="Open Sans" pitchFamily="2" charset="0"/>
            <a:cs typeface="Open Sans" pitchFamily="2" charset="0"/>
          </a:endParaRPr>
        </a:p>
      </dgm:t>
    </dgm:pt>
    <dgm:pt modelId="{03356AAC-F30E-4B33-970D-3DBD6DDBCE2A}" type="sibTrans" cxnId="{64D090EA-0F77-4210-8F1F-8D39E5256FA9}">
      <dgm:prSet/>
      <dgm:spPr/>
      <dgm:t>
        <a:bodyPr/>
        <a:lstStyle/>
        <a:p>
          <a:endParaRPr lang="ru-RU">
            <a:latin typeface="Open Sans" pitchFamily="2" charset="0"/>
            <a:ea typeface="Open Sans" pitchFamily="2" charset="0"/>
            <a:cs typeface="Open Sans" pitchFamily="2" charset="0"/>
          </a:endParaRPr>
        </a:p>
      </dgm:t>
    </dgm:pt>
    <dgm:pt modelId="{07073A21-37F7-49AE-91DB-D58C0E9CB74C}">
      <dgm:prSet/>
      <dgm:spPr/>
      <dgm:t>
        <a:bodyPr/>
        <a:lstStyle/>
        <a:p>
          <a:r>
            <a:rPr lang="ru-RU" b="0" i="0" dirty="0">
              <a:latin typeface="Open Sans" pitchFamily="2" charset="0"/>
              <a:ea typeface="Open Sans" pitchFamily="2" charset="0"/>
              <a:cs typeface="Open Sans" pitchFamily="2" charset="0"/>
            </a:rPr>
            <a:t>Отработка алгоритма применения автоматического наружного дефибриллятора.</a:t>
          </a:r>
          <a:endParaRPr lang="ru-RU" dirty="0">
            <a:latin typeface="Open Sans" pitchFamily="2" charset="0"/>
            <a:ea typeface="Open Sans" pitchFamily="2" charset="0"/>
            <a:cs typeface="Open Sans" pitchFamily="2" charset="0"/>
          </a:endParaRPr>
        </a:p>
      </dgm:t>
    </dgm:pt>
    <dgm:pt modelId="{72C2D779-DCAB-405F-BBEA-757FCE2BE96C}" type="parTrans" cxnId="{4A40344B-8BE8-4E7E-9D32-50F669049CFE}">
      <dgm:prSet/>
      <dgm:spPr/>
      <dgm:t>
        <a:bodyPr/>
        <a:lstStyle/>
        <a:p>
          <a:endParaRPr lang="ru-RU">
            <a:latin typeface="Open Sans" pitchFamily="2" charset="0"/>
            <a:ea typeface="Open Sans" pitchFamily="2" charset="0"/>
            <a:cs typeface="Open Sans" pitchFamily="2" charset="0"/>
          </a:endParaRPr>
        </a:p>
      </dgm:t>
    </dgm:pt>
    <dgm:pt modelId="{C9E3D327-DF43-4A00-B350-E17E8AE88994}" type="sibTrans" cxnId="{4A40344B-8BE8-4E7E-9D32-50F669049CFE}">
      <dgm:prSet/>
      <dgm:spPr/>
      <dgm:t>
        <a:bodyPr/>
        <a:lstStyle/>
        <a:p>
          <a:endParaRPr lang="ru-RU">
            <a:latin typeface="Open Sans" pitchFamily="2" charset="0"/>
            <a:ea typeface="Open Sans" pitchFamily="2" charset="0"/>
            <a:cs typeface="Open Sans" pitchFamily="2" charset="0"/>
          </a:endParaRPr>
        </a:p>
      </dgm:t>
    </dgm:pt>
    <dgm:pt modelId="{CCF9420E-CD45-4901-A9B0-6F1305E04E78}">
      <dgm:prSet/>
      <dgm:spPr/>
      <dgm:t>
        <a:bodyPr/>
        <a:lstStyle/>
        <a:p>
          <a:r>
            <a:rPr lang="ru-RU" b="0" i="0" dirty="0">
              <a:latin typeface="Open Sans" pitchFamily="2" charset="0"/>
              <a:ea typeface="Open Sans" pitchFamily="2" charset="0"/>
              <a:cs typeface="Open Sans" pitchFamily="2" charset="0"/>
            </a:rPr>
            <a:t>Отработка приемов удаления инородного тела из верхних дыхательных путей пострадавшего.</a:t>
          </a:r>
          <a:endParaRPr lang="ru-RU" dirty="0">
            <a:latin typeface="Open Sans" pitchFamily="2" charset="0"/>
            <a:ea typeface="Open Sans" pitchFamily="2" charset="0"/>
            <a:cs typeface="Open Sans" pitchFamily="2" charset="0"/>
          </a:endParaRPr>
        </a:p>
      </dgm:t>
    </dgm:pt>
    <dgm:pt modelId="{804ACDFD-02C8-4BF4-BAB5-67DCDE69A226}" type="parTrans" cxnId="{D96F8138-6B8C-4FD8-879D-1D4A9D25A465}">
      <dgm:prSet/>
      <dgm:spPr/>
      <dgm:t>
        <a:bodyPr/>
        <a:lstStyle/>
        <a:p>
          <a:endParaRPr lang="ru-RU">
            <a:latin typeface="Open Sans" pitchFamily="2" charset="0"/>
            <a:ea typeface="Open Sans" pitchFamily="2" charset="0"/>
            <a:cs typeface="Open Sans" pitchFamily="2" charset="0"/>
          </a:endParaRPr>
        </a:p>
      </dgm:t>
    </dgm:pt>
    <dgm:pt modelId="{E1642D35-872D-4EC4-B9BF-FC346A1A2056}" type="sibTrans" cxnId="{D96F8138-6B8C-4FD8-879D-1D4A9D25A465}">
      <dgm:prSet/>
      <dgm:spPr/>
      <dgm:t>
        <a:bodyPr/>
        <a:lstStyle/>
        <a:p>
          <a:endParaRPr lang="ru-RU">
            <a:latin typeface="Open Sans" pitchFamily="2" charset="0"/>
            <a:ea typeface="Open Sans" pitchFamily="2" charset="0"/>
            <a:cs typeface="Open Sans" pitchFamily="2" charset="0"/>
          </a:endParaRPr>
        </a:p>
      </dgm:t>
    </dgm:pt>
    <dgm:pt modelId="{F713DC7E-5A82-456F-BF33-DF78C9D07F91}" type="pres">
      <dgm:prSet presAssocID="{1DD524CB-3E43-4D78-8A9D-5E2206C665F6}" presName="diagram" presStyleCnt="0">
        <dgm:presLayoutVars>
          <dgm:dir/>
          <dgm:resizeHandles val="exact"/>
        </dgm:presLayoutVars>
      </dgm:prSet>
      <dgm:spPr/>
    </dgm:pt>
    <dgm:pt modelId="{CD24BDED-9E4E-4BF7-9A95-972C806DF990}" type="pres">
      <dgm:prSet presAssocID="{C082EDA6-D383-4160-9B02-47F13109683C}" presName="node" presStyleLbl="node1" presStyleIdx="0" presStyleCnt="11">
        <dgm:presLayoutVars>
          <dgm:bulletEnabled val="1"/>
        </dgm:presLayoutVars>
      </dgm:prSet>
      <dgm:spPr/>
    </dgm:pt>
    <dgm:pt modelId="{C1728F81-F095-4F39-B78E-0659BDAED308}" type="pres">
      <dgm:prSet presAssocID="{1DD7556C-F622-4CA7-874E-5CACBA95D964}" presName="sibTrans" presStyleCnt="0"/>
      <dgm:spPr/>
    </dgm:pt>
    <dgm:pt modelId="{2DBE7530-AFBC-422A-B6C4-A851B271B0E5}" type="pres">
      <dgm:prSet presAssocID="{F22582DD-6A1B-4638-BD3A-B16E40468A0D}" presName="node" presStyleLbl="node1" presStyleIdx="1" presStyleCnt="11">
        <dgm:presLayoutVars>
          <dgm:bulletEnabled val="1"/>
        </dgm:presLayoutVars>
      </dgm:prSet>
      <dgm:spPr/>
    </dgm:pt>
    <dgm:pt modelId="{0C73C2F0-2F83-46F5-BC87-203B3BD01F65}" type="pres">
      <dgm:prSet presAssocID="{39ACCF19-ED2C-434F-B6FA-8FA5F21DF505}" presName="sibTrans" presStyleCnt="0"/>
      <dgm:spPr/>
    </dgm:pt>
    <dgm:pt modelId="{DC33B9A4-8E33-4E6B-A291-314F9E750084}" type="pres">
      <dgm:prSet presAssocID="{0C748ABD-0CC5-4BF9-9CEF-2AF126B8F551}" presName="node" presStyleLbl="node1" presStyleIdx="2" presStyleCnt="11">
        <dgm:presLayoutVars>
          <dgm:bulletEnabled val="1"/>
        </dgm:presLayoutVars>
      </dgm:prSet>
      <dgm:spPr/>
    </dgm:pt>
    <dgm:pt modelId="{00C589E2-53D2-4861-89A1-56FF8FF5662D}" type="pres">
      <dgm:prSet presAssocID="{9A759176-3AB5-488D-BB0F-1D732883FEDC}" presName="sibTrans" presStyleCnt="0"/>
      <dgm:spPr/>
    </dgm:pt>
    <dgm:pt modelId="{987E8920-7738-4BF0-8691-1EA0FEB46BC4}" type="pres">
      <dgm:prSet presAssocID="{293D005D-58BE-47B8-B9B4-E6CD3CF15F6C}" presName="node" presStyleLbl="node1" presStyleIdx="3" presStyleCnt="11">
        <dgm:presLayoutVars>
          <dgm:bulletEnabled val="1"/>
        </dgm:presLayoutVars>
      </dgm:prSet>
      <dgm:spPr/>
    </dgm:pt>
    <dgm:pt modelId="{5FBA7D0F-98F5-45E4-97A9-7DB35BD88306}" type="pres">
      <dgm:prSet presAssocID="{183F429E-D60E-4050-A351-F1417DBFB42C}" presName="sibTrans" presStyleCnt="0"/>
      <dgm:spPr/>
    </dgm:pt>
    <dgm:pt modelId="{5DB06DE1-9722-4819-96C2-FED8001F9CEF}" type="pres">
      <dgm:prSet presAssocID="{88A2008D-57F8-459F-84AA-7B3077CBEE43}" presName="node" presStyleLbl="node1" presStyleIdx="4" presStyleCnt="11">
        <dgm:presLayoutVars>
          <dgm:bulletEnabled val="1"/>
        </dgm:presLayoutVars>
      </dgm:prSet>
      <dgm:spPr/>
    </dgm:pt>
    <dgm:pt modelId="{62D3A53F-E41D-4704-B89D-8EDE8DD10EC9}" type="pres">
      <dgm:prSet presAssocID="{1632DFA2-3A4C-4283-9B06-4C0BD73166F0}" presName="sibTrans" presStyleCnt="0"/>
      <dgm:spPr/>
    </dgm:pt>
    <dgm:pt modelId="{EA790DE0-E97C-4DA4-A920-32DE7FEBEB10}" type="pres">
      <dgm:prSet presAssocID="{EC8F2D78-CC8E-46D2-8DAE-64B70EFEA514}" presName="node" presStyleLbl="node1" presStyleIdx="5" presStyleCnt="11">
        <dgm:presLayoutVars>
          <dgm:bulletEnabled val="1"/>
        </dgm:presLayoutVars>
      </dgm:prSet>
      <dgm:spPr/>
    </dgm:pt>
    <dgm:pt modelId="{9906A6A9-334E-4BB4-9256-C2C676AFCC2C}" type="pres">
      <dgm:prSet presAssocID="{926A0AFB-8D69-4610-B61C-345B7DB0489C}" presName="sibTrans" presStyleCnt="0"/>
      <dgm:spPr/>
    </dgm:pt>
    <dgm:pt modelId="{01707571-AF65-42A1-BB50-E3C6E27C5EDE}" type="pres">
      <dgm:prSet presAssocID="{C713FED0-D58A-4FB5-AA87-7818703330FC}" presName="node" presStyleLbl="node1" presStyleIdx="6" presStyleCnt="11">
        <dgm:presLayoutVars>
          <dgm:bulletEnabled val="1"/>
        </dgm:presLayoutVars>
      </dgm:prSet>
      <dgm:spPr/>
    </dgm:pt>
    <dgm:pt modelId="{E0B9F673-1914-403F-9191-444AE724C97C}" type="pres">
      <dgm:prSet presAssocID="{6DC5FCF5-32A9-4085-915F-3AB7878824AF}" presName="sibTrans" presStyleCnt="0"/>
      <dgm:spPr/>
    </dgm:pt>
    <dgm:pt modelId="{F36AF69D-E20E-4711-9591-3D82FF40F1BC}" type="pres">
      <dgm:prSet presAssocID="{FB5882E4-2B4A-40DF-86D8-8320AABA51C4}" presName="node" presStyleLbl="node1" presStyleIdx="7" presStyleCnt="11">
        <dgm:presLayoutVars>
          <dgm:bulletEnabled val="1"/>
        </dgm:presLayoutVars>
      </dgm:prSet>
      <dgm:spPr/>
    </dgm:pt>
    <dgm:pt modelId="{B11D97E9-F9E7-495E-AA9D-A396654CABBD}" type="pres">
      <dgm:prSet presAssocID="{78F34FB9-62DA-4ECB-A0D1-FF69EF3C02D6}" presName="sibTrans" presStyleCnt="0"/>
      <dgm:spPr/>
    </dgm:pt>
    <dgm:pt modelId="{C83C00B0-694B-491E-8869-FD484766ECEB}" type="pres">
      <dgm:prSet presAssocID="{512A4AD9-1692-4A9E-A42B-5FEAC17BB9E0}" presName="node" presStyleLbl="node1" presStyleIdx="8" presStyleCnt="11">
        <dgm:presLayoutVars>
          <dgm:bulletEnabled val="1"/>
        </dgm:presLayoutVars>
      </dgm:prSet>
      <dgm:spPr/>
    </dgm:pt>
    <dgm:pt modelId="{EF5FEE0F-D76D-4EFD-B499-6D1B4BB40DCC}" type="pres">
      <dgm:prSet presAssocID="{452EC4BB-9F8E-473F-AA02-4B9DE31419E8}" presName="sibTrans" presStyleCnt="0"/>
      <dgm:spPr/>
    </dgm:pt>
    <dgm:pt modelId="{B53053D2-AD3E-4EDA-A4C5-BE016F3D52D9}" type="pres">
      <dgm:prSet presAssocID="{08E111FD-FF78-416A-A98A-C8C2A3965C1F}" presName="node" presStyleLbl="node1" presStyleIdx="9" presStyleCnt="11">
        <dgm:presLayoutVars>
          <dgm:bulletEnabled val="1"/>
        </dgm:presLayoutVars>
      </dgm:prSet>
      <dgm:spPr/>
    </dgm:pt>
    <dgm:pt modelId="{B6E575BE-F4AF-4864-A9EF-2DF81F98DB9A}" type="pres">
      <dgm:prSet presAssocID="{25925678-7B32-4B7B-8E1F-D5E45998188E}" presName="sibTrans" presStyleCnt="0"/>
      <dgm:spPr/>
    </dgm:pt>
    <dgm:pt modelId="{426CE2CD-9ED0-4AB7-8A01-4A9F3456D38E}" type="pres">
      <dgm:prSet presAssocID="{8CDF11F9-505F-485F-8918-342E671EC02A}" presName="node" presStyleLbl="node1" presStyleIdx="10" presStyleCnt="11">
        <dgm:presLayoutVars>
          <dgm:bulletEnabled val="1"/>
        </dgm:presLayoutVars>
      </dgm:prSet>
      <dgm:spPr/>
    </dgm:pt>
  </dgm:ptLst>
  <dgm:cxnLst>
    <dgm:cxn modelId="{B1725D03-1793-4D3F-94CD-56BED42EDA0B}" srcId="{C082EDA6-D383-4160-9B02-47F13109683C}" destId="{D72C25D9-34D9-4CD9-9251-4BB8543433A7}" srcOrd="0" destOrd="0" parTransId="{CA73E378-E3B2-4DB5-8DCD-A16ADF416567}" sibTransId="{72775175-D894-4AF6-A76F-6EF1ED42C4D8}"/>
    <dgm:cxn modelId="{C9238A07-A2FE-4F08-BA3C-80094B8E5ACF}" type="presOf" srcId="{DA02CC71-C168-4F84-B061-5FEB3D858555}" destId="{C83C00B0-694B-491E-8869-FD484766ECEB}" srcOrd="0" destOrd="1" presId="urn:microsoft.com/office/officeart/2005/8/layout/default"/>
    <dgm:cxn modelId="{EA51AB0C-05AD-4FEF-8367-42B37F7BDA8B}" srcId="{1DD524CB-3E43-4D78-8A9D-5E2206C665F6}" destId="{88A2008D-57F8-459F-84AA-7B3077CBEE43}" srcOrd="4" destOrd="0" parTransId="{900ACFDF-A3AE-405E-ABEE-1BE78A09AE0A}" sibTransId="{1632DFA2-3A4C-4283-9B06-4C0BD73166F0}"/>
    <dgm:cxn modelId="{B8BEB30D-CC57-4AF2-9BC8-F690CB6BCC52}" type="presOf" srcId="{D951C4F4-6D3C-485E-B2DC-655C425AD2DC}" destId="{2DBE7530-AFBC-422A-B6C4-A851B271B0E5}" srcOrd="0" destOrd="1" presId="urn:microsoft.com/office/officeart/2005/8/layout/default"/>
    <dgm:cxn modelId="{05C1F00E-C120-43B2-8D9A-78CA4D115127}" srcId="{1DD524CB-3E43-4D78-8A9D-5E2206C665F6}" destId="{F22582DD-6A1B-4638-BD3A-B16E40468A0D}" srcOrd="1" destOrd="0" parTransId="{CB96153C-1707-475E-8381-045531E00FBC}" sibTransId="{39ACCF19-ED2C-434F-B6FA-8FA5F21DF505}"/>
    <dgm:cxn modelId="{065F5417-AF3A-40C2-9BF7-CC166E6A4CE5}" type="presOf" srcId="{8CDF11F9-505F-485F-8918-342E671EC02A}" destId="{426CE2CD-9ED0-4AB7-8A01-4A9F3456D38E}" srcOrd="0" destOrd="0" presId="urn:microsoft.com/office/officeart/2005/8/layout/default"/>
    <dgm:cxn modelId="{1BA99421-1C97-4118-8257-0E944DEADA9E}" srcId="{EC8F2D78-CC8E-46D2-8DAE-64B70EFEA514}" destId="{09703911-6B32-4E79-AC89-5FF4ADDD9DF2}" srcOrd="0" destOrd="0" parTransId="{BBD7BDDB-961B-44AC-84DE-E1526640C8F8}" sibTransId="{36BB6CC8-C7E4-484C-B10D-950F9E941B08}"/>
    <dgm:cxn modelId="{771A7B29-9A14-4673-AEEB-7A9A9230308E}" type="presOf" srcId="{EC8F2D78-CC8E-46D2-8DAE-64B70EFEA514}" destId="{EA790DE0-E97C-4DA4-A920-32DE7FEBEB10}" srcOrd="0" destOrd="0" presId="urn:microsoft.com/office/officeart/2005/8/layout/default"/>
    <dgm:cxn modelId="{E24E332C-7745-48C7-BAF5-A99EC696E593}" type="presOf" srcId="{08E111FD-FF78-416A-A98A-C8C2A3965C1F}" destId="{B53053D2-AD3E-4EDA-A4C5-BE016F3D52D9}" srcOrd="0" destOrd="0" presId="urn:microsoft.com/office/officeart/2005/8/layout/default"/>
    <dgm:cxn modelId="{DF5A5038-A6F1-4D17-A513-F5CAECCF50D2}" type="presOf" srcId="{458FEDAA-B658-492D-9585-6E530D5B09BC}" destId="{5DB06DE1-9722-4819-96C2-FED8001F9CEF}" srcOrd="0" destOrd="1" presId="urn:microsoft.com/office/officeart/2005/8/layout/default"/>
    <dgm:cxn modelId="{D96F8138-6B8C-4FD8-879D-1D4A9D25A465}" srcId="{8CDF11F9-505F-485F-8918-342E671EC02A}" destId="{CCF9420E-CD45-4901-A9B0-6F1305E04E78}" srcOrd="0" destOrd="0" parTransId="{804ACDFD-02C8-4BF4-BAB5-67DCDE69A226}" sibTransId="{E1642D35-872D-4EC4-B9BF-FC346A1A2056}"/>
    <dgm:cxn modelId="{69A07D5F-C456-43CE-82BC-EF28F19CDD26}" srcId="{293D005D-58BE-47B8-B9B4-E6CD3CF15F6C}" destId="{DAA6E98F-AAB9-4B88-9F8B-E6F155C4D756}" srcOrd="0" destOrd="0" parTransId="{0FF4A77C-F107-4CDA-8E0A-D42603D6ED23}" sibTransId="{6B7B3134-3DA6-4227-B314-55FBA1AE894B}"/>
    <dgm:cxn modelId="{BEDDED61-F9C1-48CF-BB02-41B09D61A091}" srcId="{1DD524CB-3E43-4D78-8A9D-5E2206C665F6}" destId="{08E111FD-FF78-416A-A98A-C8C2A3965C1F}" srcOrd="9" destOrd="0" parTransId="{0BCA5820-0FE4-49EB-806E-DD102A82415E}" sibTransId="{25925678-7B32-4B7B-8E1F-D5E45998188E}"/>
    <dgm:cxn modelId="{AEC15C67-CC49-4137-8177-04730BE03F28}" type="presOf" srcId="{0C748ABD-0CC5-4BF9-9CEF-2AF126B8F551}" destId="{DC33B9A4-8E33-4E6B-A291-314F9E750084}" srcOrd="0" destOrd="0" presId="urn:microsoft.com/office/officeart/2005/8/layout/default"/>
    <dgm:cxn modelId="{E79B4F67-B3BE-400A-99FE-12712C8AFEE8}" srcId="{0C748ABD-0CC5-4BF9-9CEF-2AF126B8F551}" destId="{34B4CEAE-B590-4FD9-9FDC-FFDD6A1858FB}" srcOrd="0" destOrd="0" parTransId="{17548B9F-5756-4E6F-AE55-F3B247FBFD9D}" sibTransId="{CFBE4BF1-EAB3-4F44-8BE3-C912AD25FE42}"/>
    <dgm:cxn modelId="{587AB748-7151-48F8-9C0C-0D713CED98D0}" type="presOf" srcId="{D72C25D9-34D9-4CD9-9251-4BB8543433A7}" destId="{CD24BDED-9E4E-4BF7-9A95-972C806DF990}" srcOrd="0" destOrd="1" presId="urn:microsoft.com/office/officeart/2005/8/layout/default"/>
    <dgm:cxn modelId="{4A40344B-8BE8-4E7E-9D32-50F669049CFE}" srcId="{08E111FD-FF78-416A-A98A-C8C2A3965C1F}" destId="{07073A21-37F7-49AE-91DB-D58C0E9CB74C}" srcOrd="0" destOrd="0" parTransId="{72C2D779-DCAB-405F-BBEA-757FCE2BE96C}" sibTransId="{C9E3D327-DF43-4A00-B350-E17E8AE88994}"/>
    <dgm:cxn modelId="{9D54494F-46CE-443F-9043-56C8D3AED9C0}" type="presOf" srcId="{512A4AD9-1692-4A9E-A42B-5FEAC17BB9E0}" destId="{C83C00B0-694B-491E-8869-FD484766ECEB}" srcOrd="0" destOrd="0" presId="urn:microsoft.com/office/officeart/2005/8/layout/default"/>
    <dgm:cxn modelId="{C8017479-FE15-488C-A472-5AD4E7586319}" type="presOf" srcId="{F22582DD-6A1B-4638-BD3A-B16E40468A0D}" destId="{2DBE7530-AFBC-422A-B6C4-A851B271B0E5}" srcOrd="0" destOrd="0" presId="urn:microsoft.com/office/officeart/2005/8/layout/default"/>
    <dgm:cxn modelId="{47B9F65A-C008-40A1-B98A-123E54D9672B}" type="presOf" srcId="{293D005D-58BE-47B8-B9B4-E6CD3CF15F6C}" destId="{987E8920-7738-4BF0-8691-1EA0FEB46BC4}" srcOrd="0" destOrd="0" presId="urn:microsoft.com/office/officeart/2005/8/layout/default"/>
    <dgm:cxn modelId="{68223E80-7353-4C82-9E26-BC1661DD1762}" type="presOf" srcId="{34B4CEAE-B590-4FD9-9FDC-FFDD6A1858FB}" destId="{DC33B9A4-8E33-4E6B-A291-314F9E750084}" srcOrd="0" destOrd="1" presId="urn:microsoft.com/office/officeart/2005/8/layout/default"/>
    <dgm:cxn modelId="{5B026A8C-5DB8-4F6B-BAEB-F1B15B78C9EF}" srcId="{1DD524CB-3E43-4D78-8A9D-5E2206C665F6}" destId="{293D005D-58BE-47B8-B9B4-E6CD3CF15F6C}" srcOrd="3" destOrd="0" parTransId="{51DBEC20-F25C-4E45-A500-2E831D8459D5}" sibTransId="{183F429E-D60E-4050-A351-F1417DBFB42C}"/>
    <dgm:cxn modelId="{E31F7994-8DB9-4D40-B36A-5216B9508F81}" type="presOf" srcId="{C713FED0-D58A-4FB5-AA87-7818703330FC}" destId="{01707571-AF65-42A1-BB50-E3C6E27C5EDE}" srcOrd="0" destOrd="0" presId="urn:microsoft.com/office/officeart/2005/8/layout/default"/>
    <dgm:cxn modelId="{FB462F97-E6FF-44FE-8DBE-A70F255E90E8}" srcId="{1DD524CB-3E43-4D78-8A9D-5E2206C665F6}" destId="{8CDF11F9-505F-485F-8918-342E671EC02A}" srcOrd="10" destOrd="0" parTransId="{6796B11B-E968-41C9-AD3F-691AE5A1955F}" sibTransId="{2EB2B825-C15C-4F33-A336-513E5D3C79B0}"/>
    <dgm:cxn modelId="{1256549B-2973-45AF-9151-CCED6A11AF1E}" srcId="{1DD524CB-3E43-4D78-8A9D-5E2206C665F6}" destId="{C713FED0-D58A-4FB5-AA87-7818703330FC}" srcOrd="6" destOrd="0" parTransId="{65C3086C-4D05-427D-9F77-7BE9D0B27EEF}" sibTransId="{6DC5FCF5-32A9-4085-915F-3AB7878824AF}"/>
    <dgm:cxn modelId="{0AD57DA2-44EF-4BF2-935F-AAE65012B7D8}" type="presOf" srcId="{88A2008D-57F8-459F-84AA-7B3077CBEE43}" destId="{5DB06DE1-9722-4819-96C2-FED8001F9CEF}" srcOrd="0" destOrd="0" presId="urn:microsoft.com/office/officeart/2005/8/layout/default"/>
    <dgm:cxn modelId="{972910A6-DFEE-4B56-84A8-1A98C3E5AAAA}" type="presOf" srcId="{CCF9420E-CD45-4901-A9B0-6F1305E04E78}" destId="{426CE2CD-9ED0-4AB7-8A01-4A9F3456D38E}" srcOrd="0" destOrd="1" presId="urn:microsoft.com/office/officeart/2005/8/layout/default"/>
    <dgm:cxn modelId="{F5BEC6A6-E5F6-46CF-AE9D-4FE773F7921D}" srcId="{1DD524CB-3E43-4D78-8A9D-5E2206C665F6}" destId="{C082EDA6-D383-4160-9B02-47F13109683C}" srcOrd="0" destOrd="0" parTransId="{C9FE4C94-2765-44CE-8076-7DAA037656AC}" sibTransId="{1DD7556C-F622-4CA7-874E-5CACBA95D964}"/>
    <dgm:cxn modelId="{15BC82A8-7A12-4300-BFF9-E8A7070360A9}" srcId="{C713FED0-D58A-4FB5-AA87-7818703330FC}" destId="{7E2F0E27-D760-4B96-8AB2-7DD9A784A30A}" srcOrd="0" destOrd="0" parTransId="{FBAE450E-3529-4DE8-B393-4ABC0FA96EAC}" sibTransId="{086042BB-96BF-4126-BE60-6C5ECA48A226}"/>
    <dgm:cxn modelId="{8D98BBB0-1B65-4F9F-A723-DA2138FCF276}" type="presOf" srcId="{FB5882E4-2B4A-40DF-86D8-8320AABA51C4}" destId="{F36AF69D-E20E-4711-9591-3D82FF40F1BC}" srcOrd="0" destOrd="0" presId="urn:microsoft.com/office/officeart/2005/8/layout/default"/>
    <dgm:cxn modelId="{F7A402B9-B67A-466C-A73A-9338BC457427}" type="presOf" srcId="{DAA6E98F-AAB9-4B88-9F8B-E6F155C4D756}" destId="{987E8920-7738-4BF0-8691-1EA0FEB46BC4}" srcOrd="0" destOrd="1" presId="urn:microsoft.com/office/officeart/2005/8/layout/default"/>
    <dgm:cxn modelId="{526DE3C6-6744-4001-9F1C-E07BCEE07058}" srcId="{1DD524CB-3E43-4D78-8A9D-5E2206C665F6}" destId="{0C748ABD-0CC5-4BF9-9CEF-2AF126B8F551}" srcOrd="2" destOrd="0" parTransId="{770D1CB7-1050-4790-94C5-15A787DF944E}" sibTransId="{9A759176-3AB5-488D-BB0F-1D732883FEDC}"/>
    <dgm:cxn modelId="{F59CCEC9-47E1-4385-8D73-A5E57226A32D}" srcId="{1DD524CB-3E43-4D78-8A9D-5E2206C665F6}" destId="{EC8F2D78-CC8E-46D2-8DAE-64B70EFEA514}" srcOrd="5" destOrd="0" parTransId="{81551251-4564-4A19-8AAD-62CADAC8E0CB}" sibTransId="{926A0AFB-8D69-4610-B61C-345B7DB0489C}"/>
    <dgm:cxn modelId="{DCD60FCB-4054-47F3-867F-706619E894C9}" type="presOf" srcId="{07073A21-37F7-49AE-91DB-D58C0E9CB74C}" destId="{B53053D2-AD3E-4EDA-A4C5-BE016F3D52D9}" srcOrd="0" destOrd="1" presId="urn:microsoft.com/office/officeart/2005/8/layout/default"/>
    <dgm:cxn modelId="{3F80C3CF-7AD3-46B7-A754-0422358BD9F1}" type="presOf" srcId="{C082EDA6-D383-4160-9B02-47F13109683C}" destId="{CD24BDED-9E4E-4BF7-9A95-972C806DF990}" srcOrd="0" destOrd="0" presId="urn:microsoft.com/office/officeart/2005/8/layout/default"/>
    <dgm:cxn modelId="{D71CA0D4-A89A-4332-BD7E-FF759549AEF3}" srcId="{F22582DD-6A1B-4638-BD3A-B16E40468A0D}" destId="{D951C4F4-6D3C-485E-B2DC-655C425AD2DC}" srcOrd="0" destOrd="0" parTransId="{668B54A3-80EE-4196-85B4-A30996C68B34}" sibTransId="{2EED6C03-78A0-417A-9C27-9E3AB30158D7}"/>
    <dgm:cxn modelId="{4E990BD8-6A6C-4936-A4DA-F8158A4401DA}" srcId="{1DD524CB-3E43-4D78-8A9D-5E2206C665F6}" destId="{FB5882E4-2B4A-40DF-86D8-8320AABA51C4}" srcOrd="7" destOrd="0" parTransId="{E9436A07-5B7C-4B0D-AC55-9F872E99DEAD}" sibTransId="{78F34FB9-62DA-4ECB-A0D1-FF69EF3C02D6}"/>
    <dgm:cxn modelId="{10AC6ADE-5A00-4E12-84B3-B9AD18F53D20}" srcId="{88A2008D-57F8-459F-84AA-7B3077CBEE43}" destId="{458FEDAA-B658-492D-9585-6E530D5B09BC}" srcOrd="0" destOrd="0" parTransId="{64A856FC-9E72-432E-AE21-34C6C418C0BA}" sibTransId="{74FDD92E-C880-46D8-B8F1-CF6D361C2A15}"/>
    <dgm:cxn modelId="{788D74E6-0635-4FE6-A428-A0A99E68B6A7}" type="presOf" srcId="{09703911-6B32-4E79-AC89-5FF4ADDD9DF2}" destId="{EA790DE0-E97C-4DA4-A920-32DE7FEBEB10}" srcOrd="0" destOrd="1" presId="urn:microsoft.com/office/officeart/2005/8/layout/default"/>
    <dgm:cxn modelId="{225547E7-092F-4629-9677-48797FCDB778}" srcId="{FB5882E4-2B4A-40DF-86D8-8320AABA51C4}" destId="{A474B6AB-2C75-464F-BBAB-C1A43A3385CE}" srcOrd="0" destOrd="0" parTransId="{E07303F8-2B7F-4F80-B141-B135E9C1147D}" sibTransId="{BE249A31-A263-4008-80C8-8AA83E10A2B5}"/>
    <dgm:cxn modelId="{64D090EA-0F77-4210-8F1F-8D39E5256FA9}" srcId="{512A4AD9-1692-4A9E-A42B-5FEAC17BB9E0}" destId="{DA02CC71-C168-4F84-B061-5FEB3D858555}" srcOrd="0" destOrd="0" parTransId="{ABB6F294-DD8E-4F3C-BB6B-B929059494B9}" sibTransId="{03356AAC-F30E-4B33-970D-3DBD6DDBCE2A}"/>
    <dgm:cxn modelId="{F203CFEC-62EC-4EFF-9C24-5993E3BB89DC}" type="presOf" srcId="{1DD524CB-3E43-4D78-8A9D-5E2206C665F6}" destId="{F713DC7E-5A82-456F-BF33-DF78C9D07F91}" srcOrd="0" destOrd="0" presId="urn:microsoft.com/office/officeart/2005/8/layout/default"/>
    <dgm:cxn modelId="{59201FEF-74AB-4BC1-A4F1-4C7CC06ACC81}" srcId="{1DD524CB-3E43-4D78-8A9D-5E2206C665F6}" destId="{512A4AD9-1692-4A9E-A42B-5FEAC17BB9E0}" srcOrd="8" destOrd="0" parTransId="{4E33DE0C-64F2-4ABC-8D9D-685C06567925}" sibTransId="{452EC4BB-9F8E-473F-AA02-4B9DE31419E8}"/>
    <dgm:cxn modelId="{5B66ECEF-E5C3-4DFF-828A-04BD35961B82}" type="presOf" srcId="{A474B6AB-2C75-464F-BBAB-C1A43A3385CE}" destId="{F36AF69D-E20E-4711-9591-3D82FF40F1BC}" srcOrd="0" destOrd="1" presId="urn:microsoft.com/office/officeart/2005/8/layout/default"/>
    <dgm:cxn modelId="{749165F6-0C89-4C64-AE68-C4C82C40300B}" type="presOf" srcId="{7E2F0E27-D760-4B96-8AB2-7DD9A784A30A}" destId="{01707571-AF65-42A1-BB50-E3C6E27C5EDE}" srcOrd="0" destOrd="1" presId="urn:microsoft.com/office/officeart/2005/8/layout/default"/>
    <dgm:cxn modelId="{E23CCE3C-8139-425C-8282-44FC31F409A9}" type="presParOf" srcId="{F713DC7E-5A82-456F-BF33-DF78C9D07F91}" destId="{CD24BDED-9E4E-4BF7-9A95-972C806DF990}" srcOrd="0" destOrd="0" presId="urn:microsoft.com/office/officeart/2005/8/layout/default"/>
    <dgm:cxn modelId="{8550DFDE-6DFA-4992-855D-F711E3EC5014}" type="presParOf" srcId="{F713DC7E-5A82-456F-BF33-DF78C9D07F91}" destId="{C1728F81-F095-4F39-B78E-0659BDAED308}" srcOrd="1" destOrd="0" presId="urn:microsoft.com/office/officeart/2005/8/layout/default"/>
    <dgm:cxn modelId="{E4EEB623-DEA5-4BA4-98ED-A394E348BA6E}" type="presParOf" srcId="{F713DC7E-5A82-456F-BF33-DF78C9D07F91}" destId="{2DBE7530-AFBC-422A-B6C4-A851B271B0E5}" srcOrd="2" destOrd="0" presId="urn:microsoft.com/office/officeart/2005/8/layout/default"/>
    <dgm:cxn modelId="{343A3728-5750-429C-9693-C1CCBA1C9D3F}" type="presParOf" srcId="{F713DC7E-5A82-456F-BF33-DF78C9D07F91}" destId="{0C73C2F0-2F83-46F5-BC87-203B3BD01F65}" srcOrd="3" destOrd="0" presId="urn:microsoft.com/office/officeart/2005/8/layout/default"/>
    <dgm:cxn modelId="{112E9722-BF51-4CE9-9FC3-1A7E94341D91}" type="presParOf" srcId="{F713DC7E-5A82-456F-BF33-DF78C9D07F91}" destId="{DC33B9A4-8E33-4E6B-A291-314F9E750084}" srcOrd="4" destOrd="0" presId="urn:microsoft.com/office/officeart/2005/8/layout/default"/>
    <dgm:cxn modelId="{9CE619EF-E89A-4ABD-A9A7-2A6ECA9B1903}" type="presParOf" srcId="{F713DC7E-5A82-456F-BF33-DF78C9D07F91}" destId="{00C589E2-53D2-4861-89A1-56FF8FF5662D}" srcOrd="5" destOrd="0" presId="urn:microsoft.com/office/officeart/2005/8/layout/default"/>
    <dgm:cxn modelId="{3156E711-6774-4480-B366-2D879F5DE35B}" type="presParOf" srcId="{F713DC7E-5A82-456F-BF33-DF78C9D07F91}" destId="{987E8920-7738-4BF0-8691-1EA0FEB46BC4}" srcOrd="6" destOrd="0" presId="urn:microsoft.com/office/officeart/2005/8/layout/default"/>
    <dgm:cxn modelId="{D56889AB-C668-48EA-94D4-D7A22ECB4522}" type="presParOf" srcId="{F713DC7E-5A82-456F-BF33-DF78C9D07F91}" destId="{5FBA7D0F-98F5-45E4-97A9-7DB35BD88306}" srcOrd="7" destOrd="0" presId="urn:microsoft.com/office/officeart/2005/8/layout/default"/>
    <dgm:cxn modelId="{EEC9E28A-B5B6-4F56-A293-CB23EDA72B13}" type="presParOf" srcId="{F713DC7E-5A82-456F-BF33-DF78C9D07F91}" destId="{5DB06DE1-9722-4819-96C2-FED8001F9CEF}" srcOrd="8" destOrd="0" presId="urn:microsoft.com/office/officeart/2005/8/layout/default"/>
    <dgm:cxn modelId="{E1A14923-2E90-4674-BFD8-238D28F40C07}" type="presParOf" srcId="{F713DC7E-5A82-456F-BF33-DF78C9D07F91}" destId="{62D3A53F-E41D-4704-B89D-8EDE8DD10EC9}" srcOrd="9" destOrd="0" presId="urn:microsoft.com/office/officeart/2005/8/layout/default"/>
    <dgm:cxn modelId="{214B6FAC-C2D0-4835-8DB2-730F51FB1850}" type="presParOf" srcId="{F713DC7E-5A82-456F-BF33-DF78C9D07F91}" destId="{EA790DE0-E97C-4DA4-A920-32DE7FEBEB10}" srcOrd="10" destOrd="0" presId="urn:microsoft.com/office/officeart/2005/8/layout/default"/>
    <dgm:cxn modelId="{F81FAC37-0341-4D9B-B3AE-80EE0589D4B5}" type="presParOf" srcId="{F713DC7E-5A82-456F-BF33-DF78C9D07F91}" destId="{9906A6A9-334E-4BB4-9256-C2C676AFCC2C}" srcOrd="11" destOrd="0" presId="urn:microsoft.com/office/officeart/2005/8/layout/default"/>
    <dgm:cxn modelId="{99D127D4-CE56-4E86-8721-869F2C0B9192}" type="presParOf" srcId="{F713DC7E-5A82-456F-BF33-DF78C9D07F91}" destId="{01707571-AF65-42A1-BB50-E3C6E27C5EDE}" srcOrd="12" destOrd="0" presId="urn:microsoft.com/office/officeart/2005/8/layout/default"/>
    <dgm:cxn modelId="{5E0783FE-9682-4392-91DD-62C4D47B230C}" type="presParOf" srcId="{F713DC7E-5A82-456F-BF33-DF78C9D07F91}" destId="{E0B9F673-1914-403F-9191-444AE724C97C}" srcOrd="13" destOrd="0" presId="urn:microsoft.com/office/officeart/2005/8/layout/default"/>
    <dgm:cxn modelId="{52D9E168-AE02-4280-AF00-5DC6A092E2B4}" type="presParOf" srcId="{F713DC7E-5A82-456F-BF33-DF78C9D07F91}" destId="{F36AF69D-E20E-4711-9591-3D82FF40F1BC}" srcOrd="14" destOrd="0" presId="urn:microsoft.com/office/officeart/2005/8/layout/default"/>
    <dgm:cxn modelId="{27FDF6F4-DF4A-43C9-8598-832A18E4ED8E}" type="presParOf" srcId="{F713DC7E-5A82-456F-BF33-DF78C9D07F91}" destId="{B11D97E9-F9E7-495E-AA9D-A396654CABBD}" srcOrd="15" destOrd="0" presId="urn:microsoft.com/office/officeart/2005/8/layout/default"/>
    <dgm:cxn modelId="{62171D9D-920E-40AE-97E6-94736847CD6B}" type="presParOf" srcId="{F713DC7E-5A82-456F-BF33-DF78C9D07F91}" destId="{C83C00B0-694B-491E-8869-FD484766ECEB}" srcOrd="16" destOrd="0" presId="urn:microsoft.com/office/officeart/2005/8/layout/default"/>
    <dgm:cxn modelId="{3D209206-A6DF-4597-B573-FE725A129686}" type="presParOf" srcId="{F713DC7E-5A82-456F-BF33-DF78C9D07F91}" destId="{EF5FEE0F-D76D-4EFD-B499-6D1B4BB40DCC}" srcOrd="17" destOrd="0" presId="urn:microsoft.com/office/officeart/2005/8/layout/default"/>
    <dgm:cxn modelId="{902B2CBA-6A95-4342-A5F2-E7CB046D95CA}" type="presParOf" srcId="{F713DC7E-5A82-456F-BF33-DF78C9D07F91}" destId="{B53053D2-AD3E-4EDA-A4C5-BE016F3D52D9}" srcOrd="18" destOrd="0" presId="urn:microsoft.com/office/officeart/2005/8/layout/default"/>
    <dgm:cxn modelId="{15549A1E-DF29-4111-BA4D-BD9A67A74E93}" type="presParOf" srcId="{F713DC7E-5A82-456F-BF33-DF78C9D07F91}" destId="{B6E575BE-F4AF-4864-A9EF-2DF81F98DB9A}" srcOrd="19" destOrd="0" presId="urn:microsoft.com/office/officeart/2005/8/layout/default"/>
    <dgm:cxn modelId="{B1356C63-2A72-4D93-A04F-30B7AEA53FF8}" type="presParOf" srcId="{F713DC7E-5A82-456F-BF33-DF78C9D07F91}" destId="{426CE2CD-9ED0-4AB7-8A01-4A9F3456D38E}" srcOrd="2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C8EF0FC-1CF8-4402-A3B1-AA09F9D6558B}" type="doc">
      <dgm:prSet loTypeId="urn:microsoft.com/office/officeart/2005/8/layout/default" loCatId="list" qsTypeId="urn:microsoft.com/office/officeart/2005/8/quickstyle/simple1" qsCatId="simple" csTypeId="urn:microsoft.com/office/officeart/2005/8/colors/accent0_1" csCatId="mainScheme" phldr="1"/>
      <dgm:spPr/>
      <dgm:t>
        <a:bodyPr/>
        <a:lstStyle/>
        <a:p>
          <a:endParaRPr lang="ru-RU"/>
        </a:p>
      </dgm:t>
    </dgm:pt>
    <dgm:pt modelId="{8BC6B3CC-515B-421A-8C6A-3721009A35ED}">
      <dgm:prSet/>
      <dgm:spPr/>
      <dgm:t>
        <a:bodyPr/>
        <a:lstStyle/>
        <a:p>
          <a:r>
            <a:rPr lang="ru-RU" b="0" i="0" dirty="0">
              <a:latin typeface="Open Sans" pitchFamily="2" charset="0"/>
              <a:ea typeface="Open Sans" pitchFamily="2" charset="0"/>
              <a:cs typeface="Open Sans" pitchFamily="2" charset="0"/>
            </a:rPr>
            <a:t>ЗАДАНИЕ 1.</a:t>
          </a:r>
          <a:endParaRPr lang="ru-RU" dirty="0">
            <a:latin typeface="Open Sans" pitchFamily="2" charset="0"/>
            <a:ea typeface="Open Sans" pitchFamily="2" charset="0"/>
            <a:cs typeface="Open Sans" pitchFamily="2" charset="0"/>
          </a:endParaRPr>
        </a:p>
      </dgm:t>
    </dgm:pt>
    <dgm:pt modelId="{7D21C3D7-D671-4874-B0B9-6C0AF5554E0A}" type="parTrans" cxnId="{5EC65A20-5093-4A01-8A08-D6AFD058AD24}">
      <dgm:prSet/>
      <dgm:spPr/>
      <dgm:t>
        <a:bodyPr/>
        <a:lstStyle/>
        <a:p>
          <a:endParaRPr lang="ru-RU">
            <a:latin typeface="Open Sans" pitchFamily="2" charset="0"/>
            <a:ea typeface="Open Sans" pitchFamily="2" charset="0"/>
            <a:cs typeface="Open Sans" pitchFamily="2" charset="0"/>
          </a:endParaRPr>
        </a:p>
      </dgm:t>
    </dgm:pt>
    <dgm:pt modelId="{6FE11EFF-6922-4C48-8D72-1856411D1786}" type="sibTrans" cxnId="{5EC65A20-5093-4A01-8A08-D6AFD058AD24}">
      <dgm:prSet/>
      <dgm:spPr/>
      <dgm:t>
        <a:bodyPr/>
        <a:lstStyle/>
        <a:p>
          <a:endParaRPr lang="ru-RU">
            <a:latin typeface="Open Sans" pitchFamily="2" charset="0"/>
            <a:ea typeface="Open Sans" pitchFamily="2" charset="0"/>
            <a:cs typeface="Open Sans" pitchFamily="2" charset="0"/>
          </a:endParaRPr>
        </a:p>
      </dgm:t>
    </dgm:pt>
    <dgm:pt modelId="{FBA2E5DC-876A-4BC3-8258-E3C73933FFAF}">
      <dgm:prSet/>
      <dgm:spPr/>
      <dgm:t>
        <a:bodyPr/>
        <a:lstStyle/>
        <a:p>
          <a:r>
            <a:rPr lang="ru-RU" b="0" i="0" dirty="0">
              <a:latin typeface="Open Sans" pitchFamily="2" charset="0"/>
              <a:ea typeface="Open Sans" pitchFamily="2" charset="0"/>
              <a:cs typeface="Open Sans" pitchFamily="2" charset="0"/>
            </a:rPr>
            <a:t>ЗАДАНИЕ 2.</a:t>
          </a:r>
          <a:endParaRPr lang="ru-RU" dirty="0">
            <a:latin typeface="Open Sans" pitchFamily="2" charset="0"/>
            <a:ea typeface="Open Sans" pitchFamily="2" charset="0"/>
            <a:cs typeface="Open Sans" pitchFamily="2" charset="0"/>
          </a:endParaRPr>
        </a:p>
      </dgm:t>
    </dgm:pt>
    <dgm:pt modelId="{B153CD1C-488C-4E97-AA4D-65157C4F4E6D}" type="parTrans" cxnId="{7BC851FE-84E0-4E31-A3C2-6EE3CDF7876C}">
      <dgm:prSet/>
      <dgm:spPr/>
      <dgm:t>
        <a:bodyPr/>
        <a:lstStyle/>
        <a:p>
          <a:endParaRPr lang="ru-RU">
            <a:latin typeface="Open Sans" pitchFamily="2" charset="0"/>
            <a:ea typeface="Open Sans" pitchFamily="2" charset="0"/>
            <a:cs typeface="Open Sans" pitchFamily="2" charset="0"/>
          </a:endParaRPr>
        </a:p>
      </dgm:t>
    </dgm:pt>
    <dgm:pt modelId="{6710A655-AE41-4D94-A7D1-8C40A6BFCA40}" type="sibTrans" cxnId="{7BC851FE-84E0-4E31-A3C2-6EE3CDF7876C}">
      <dgm:prSet/>
      <dgm:spPr/>
      <dgm:t>
        <a:bodyPr/>
        <a:lstStyle/>
        <a:p>
          <a:endParaRPr lang="ru-RU">
            <a:latin typeface="Open Sans" pitchFamily="2" charset="0"/>
            <a:ea typeface="Open Sans" pitchFamily="2" charset="0"/>
            <a:cs typeface="Open Sans" pitchFamily="2" charset="0"/>
          </a:endParaRPr>
        </a:p>
      </dgm:t>
    </dgm:pt>
    <dgm:pt modelId="{0F0A5587-0EDA-4D18-A3A3-132049BA6DF3}">
      <dgm:prSet/>
      <dgm:spPr/>
      <dgm:t>
        <a:bodyPr/>
        <a:lstStyle/>
        <a:p>
          <a:r>
            <a:rPr lang="ru-RU" b="0" i="0" dirty="0">
              <a:latin typeface="Open Sans" pitchFamily="2" charset="0"/>
              <a:ea typeface="Open Sans" pitchFamily="2" charset="0"/>
              <a:cs typeface="Open Sans" pitchFamily="2" charset="0"/>
            </a:rPr>
            <a:t>ЗАДАНИЕ 3.</a:t>
          </a:r>
          <a:endParaRPr lang="ru-RU" dirty="0">
            <a:latin typeface="Open Sans" pitchFamily="2" charset="0"/>
            <a:ea typeface="Open Sans" pitchFamily="2" charset="0"/>
            <a:cs typeface="Open Sans" pitchFamily="2" charset="0"/>
          </a:endParaRPr>
        </a:p>
      </dgm:t>
    </dgm:pt>
    <dgm:pt modelId="{1C7D9392-D4BF-4082-9E2A-369263517386}" type="parTrans" cxnId="{58077970-F819-4345-A85E-BEA3BAFD3340}">
      <dgm:prSet/>
      <dgm:spPr/>
      <dgm:t>
        <a:bodyPr/>
        <a:lstStyle/>
        <a:p>
          <a:endParaRPr lang="ru-RU">
            <a:latin typeface="Open Sans" pitchFamily="2" charset="0"/>
            <a:ea typeface="Open Sans" pitchFamily="2" charset="0"/>
            <a:cs typeface="Open Sans" pitchFamily="2" charset="0"/>
          </a:endParaRPr>
        </a:p>
      </dgm:t>
    </dgm:pt>
    <dgm:pt modelId="{858E3793-B761-4ADC-8672-BBA60441D9AD}" type="sibTrans" cxnId="{58077970-F819-4345-A85E-BEA3BAFD3340}">
      <dgm:prSet/>
      <dgm:spPr/>
      <dgm:t>
        <a:bodyPr/>
        <a:lstStyle/>
        <a:p>
          <a:endParaRPr lang="ru-RU">
            <a:latin typeface="Open Sans" pitchFamily="2" charset="0"/>
            <a:ea typeface="Open Sans" pitchFamily="2" charset="0"/>
            <a:cs typeface="Open Sans" pitchFamily="2" charset="0"/>
          </a:endParaRPr>
        </a:p>
      </dgm:t>
    </dgm:pt>
    <dgm:pt modelId="{66D8F5BA-2E5A-41CD-B3F4-C61A32BFC904}">
      <dgm:prSet/>
      <dgm:spPr/>
      <dgm:t>
        <a:bodyPr/>
        <a:lstStyle/>
        <a:p>
          <a:r>
            <a:rPr lang="ru-RU" b="0" i="0" dirty="0">
              <a:latin typeface="Open Sans" pitchFamily="2" charset="0"/>
              <a:ea typeface="Open Sans" pitchFamily="2" charset="0"/>
              <a:cs typeface="Open Sans" pitchFamily="2" charset="0"/>
            </a:rPr>
            <a:t>ЗАДАНИЕ 4.</a:t>
          </a:r>
          <a:endParaRPr lang="ru-RU" dirty="0">
            <a:latin typeface="Open Sans" pitchFamily="2" charset="0"/>
            <a:ea typeface="Open Sans" pitchFamily="2" charset="0"/>
            <a:cs typeface="Open Sans" pitchFamily="2" charset="0"/>
          </a:endParaRPr>
        </a:p>
      </dgm:t>
    </dgm:pt>
    <dgm:pt modelId="{D408BAA3-ED72-4FF2-BFEA-181A9C22E964}" type="parTrans" cxnId="{9C06A68C-78ED-4AD2-9C3F-5F6C69190052}">
      <dgm:prSet/>
      <dgm:spPr/>
      <dgm:t>
        <a:bodyPr/>
        <a:lstStyle/>
        <a:p>
          <a:endParaRPr lang="ru-RU">
            <a:latin typeface="Open Sans" pitchFamily="2" charset="0"/>
            <a:ea typeface="Open Sans" pitchFamily="2" charset="0"/>
            <a:cs typeface="Open Sans" pitchFamily="2" charset="0"/>
          </a:endParaRPr>
        </a:p>
      </dgm:t>
    </dgm:pt>
    <dgm:pt modelId="{CC3ADB71-C6A0-4517-8C39-3AA6D0996AEA}" type="sibTrans" cxnId="{9C06A68C-78ED-4AD2-9C3F-5F6C69190052}">
      <dgm:prSet/>
      <dgm:spPr/>
      <dgm:t>
        <a:bodyPr/>
        <a:lstStyle/>
        <a:p>
          <a:endParaRPr lang="ru-RU">
            <a:latin typeface="Open Sans" pitchFamily="2" charset="0"/>
            <a:ea typeface="Open Sans" pitchFamily="2" charset="0"/>
            <a:cs typeface="Open Sans" pitchFamily="2" charset="0"/>
          </a:endParaRPr>
        </a:p>
      </dgm:t>
    </dgm:pt>
    <dgm:pt modelId="{AA5DA064-AE4F-493F-A7BF-578199D892E0}">
      <dgm:prSet/>
      <dgm:spPr/>
      <dgm:t>
        <a:bodyPr/>
        <a:lstStyle/>
        <a:p>
          <a:r>
            <a:rPr lang="ru-RU" b="0" i="0" dirty="0">
              <a:latin typeface="Open Sans" pitchFamily="2" charset="0"/>
              <a:ea typeface="Open Sans" pitchFamily="2" charset="0"/>
              <a:cs typeface="Open Sans" pitchFamily="2" charset="0"/>
            </a:rPr>
            <a:t>ЗАДАНИЕ 5.</a:t>
          </a:r>
          <a:endParaRPr lang="ru-RU" dirty="0">
            <a:latin typeface="Open Sans" pitchFamily="2" charset="0"/>
            <a:ea typeface="Open Sans" pitchFamily="2" charset="0"/>
            <a:cs typeface="Open Sans" pitchFamily="2" charset="0"/>
          </a:endParaRPr>
        </a:p>
      </dgm:t>
    </dgm:pt>
    <dgm:pt modelId="{FBC1EC3B-EF8C-4078-8D18-8749FD413283}" type="parTrans" cxnId="{A2A690D1-719B-4D93-A534-D73CDED76158}">
      <dgm:prSet/>
      <dgm:spPr/>
      <dgm:t>
        <a:bodyPr/>
        <a:lstStyle/>
        <a:p>
          <a:endParaRPr lang="ru-RU">
            <a:latin typeface="Open Sans" pitchFamily="2" charset="0"/>
            <a:ea typeface="Open Sans" pitchFamily="2" charset="0"/>
            <a:cs typeface="Open Sans" pitchFamily="2" charset="0"/>
          </a:endParaRPr>
        </a:p>
      </dgm:t>
    </dgm:pt>
    <dgm:pt modelId="{B385898C-C0DE-424F-961F-80E69A21F1CF}" type="sibTrans" cxnId="{A2A690D1-719B-4D93-A534-D73CDED76158}">
      <dgm:prSet/>
      <dgm:spPr/>
      <dgm:t>
        <a:bodyPr/>
        <a:lstStyle/>
        <a:p>
          <a:endParaRPr lang="ru-RU">
            <a:latin typeface="Open Sans" pitchFamily="2" charset="0"/>
            <a:ea typeface="Open Sans" pitchFamily="2" charset="0"/>
            <a:cs typeface="Open Sans" pitchFamily="2" charset="0"/>
          </a:endParaRPr>
        </a:p>
      </dgm:t>
    </dgm:pt>
    <dgm:pt modelId="{2779DEEA-CDC7-43DD-9999-538D67C5E03E}">
      <dgm:prSet/>
      <dgm:spPr/>
      <dgm:t>
        <a:bodyPr/>
        <a:lstStyle/>
        <a:p>
          <a:r>
            <a:rPr lang="ru-RU" b="0" i="0" dirty="0">
              <a:latin typeface="Open Sans" pitchFamily="2" charset="0"/>
              <a:ea typeface="Open Sans" pitchFamily="2" charset="0"/>
              <a:cs typeface="Open Sans" pitchFamily="2" charset="0"/>
            </a:rPr>
            <a:t>ЗАДАНИЕ 6.</a:t>
          </a:r>
          <a:endParaRPr lang="ru-RU" dirty="0">
            <a:latin typeface="Open Sans" pitchFamily="2" charset="0"/>
            <a:ea typeface="Open Sans" pitchFamily="2" charset="0"/>
            <a:cs typeface="Open Sans" pitchFamily="2" charset="0"/>
          </a:endParaRPr>
        </a:p>
      </dgm:t>
    </dgm:pt>
    <dgm:pt modelId="{A36E003E-E419-4C09-B070-F0DF485FF47A}" type="parTrans" cxnId="{A3B30653-5056-4869-9728-DB9B92767749}">
      <dgm:prSet/>
      <dgm:spPr/>
      <dgm:t>
        <a:bodyPr/>
        <a:lstStyle/>
        <a:p>
          <a:endParaRPr lang="ru-RU">
            <a:latin typeface="Open Sans" pitchFamily="2" charset="0"/>
            <a:ea typeface="Open Sans" pitchFamily="2" charset="0"/>
            <a:cs typeface="Open Sans" pitchFamily="2" charset="0"/>
          </a:endParaRPr>
        </a:p>
      </dgm:t>
    </dgm:pt>
    <dgm:pt modelId="{3D86C112-6030-4D4F-A0C8-04353FF0D6E4}" type="sibTrans" cxnId="{A3B30653-5056-4869-9728-DB9B92767749}">
      <dgm:prSet/>
      <dgm:spPr/>
      <dgm:t>
        <a:bodyPr/>
        <a:lstStyle/>
        <a:p>
          <a:endParaRPr lang="ru-RU">
            <a:latin typeface="Open Sans" pitchFamily="2" charset="0"/>
            <a:ea typeface="Open Sans" pitchFamily="2" charset="0"/>
            <a:cs typeface="Open Sans" pitchFamily="2" charset="0"/>
          </a:endParaRPr>
        </a:p>
      </dgm:t>
    </dgm:pt>
    <dgm:pt modelId="{02A2ABC5-FB6A-442C-88B2-1770ACECD78F}">
      <dgm:prSet/>
      <dgm:spPr/>
      <dgm:t>
        <a:bodyPr/>
        <a:lstStyle/>
        <a:p>
          <a:r>
            <a:rPr lang="ru-RU" b="0" i="0" dirty="0">
              <a:latin typeface="Open Sans" pitchFamily="2" charset="0"/>
              <a:ea typeface="Open Sans" pitchFamily="2" charset="0"/>
              <a:cs typeface="Open Sans" pitchFamily="2" charset="0"/>
            </a:rPr>
            <a:t>ЗАДАНИЕ 7.</a:t>
          </a:r>
          <a:endParaRPr lang="ru-RU" dirty="0">
            <a:latin typeface="Open Sans" pitchFamily="2" charset="0"/>
            <a:ea typeface="Open Sans" pitchFamily="2" charset="0"/>
            <a:cs typeface="Open Sans" pitchFamily="2" charset="0"/>
          </a:endParaRPr>
        </a:p>
      </dgm:t>
    </dgm:pt>
    <dgm:pt modelId="{30F0571A-7D67-4CA3-8063-1E6D18755AB2}" type="parTrans" cxnId="{A730B01D-2406-45BE-8063-195211E36D1A}">
      <dgm:prSet/>
      <dgm:spPr/>
      <dgm:t>
        <a:bodyPr/>
        <a:lstStyle/>
        <a:p>
          <a:endParaRPr lang="ru-RU">
            <a:latin typeface="Open Sans" pitchFamily="2" charset="0"/>
            <a:ea typeface="Open Sans" pitchFamily="2" charset="0"/>
            <a:cs typeface="Open Sans" pitchFamily="2" charset="0"/>
          </a:endParaRPr>
        </a:p>
      </dgm:t>
    </dgm:pt>
    <dgm:pt modelId="{1611EA3B-E375-40B0-A96C-1DD7FAEF177E}" type="sibTrans" cxnId="{A730B01D-2406-45BE-8063-195211E36D1A}">
      <dgm:prSet/>
      <dgm:spPr/>
      <dgm:t>
        <a:bodyPr/>
        <a:lstStyle/>
        <a:p>
          <a:endParaRPr lang="ru-RU">
            <a:latin typeface="Open Sans" pitchFamily="2" charset="0"/>
            <a:ea typeface="Open Sans" pitchFamily="2" charset="0"/>
            <a:cs typeface="Open Sans" pitchFamily="2" charset="0"/>
          </a:endParaRPr>
        </a:p>
      </dgm:t>
    </dgm:pt>
    <dgm:pt modelId="{93ED95C7-666D-45DA-8EC9-509384DA585B}">
      <dgm:prSet/>
      <dgm:spPr/>
      <dgm:t>
        <a:bodyPr/>
        <a:lstStyle/>
        <a:p>
          <a:r>
            <a:rPr lang="ru-RU" b="0" i="0" dirty="0">
              <a:latin typeface="Open Sans" pitchFamily="2" charset="0"/>
              <a:ea typeface="Open Sans" pitchFamily="2" charset="0"/>
              <a:cs typeface="Open Sans" pitchFamily="2" charset="0"/>
            </a:rPr>
            <a:t>ЗАДАНИЕ 8.</a:t>
          </a:r>
          <a:endParaRPr lang="ru-RU" dirty="0">
            <a:latin typeface="Open Sans" pitchFamily="2" charset="0"/>
            <a:ea typeface="Open Sans" pitchFamily="2" charset="0"/>
            <a:cs typeface="Open Sans" pitchFamily="2" charset="0"/>
          </a:endParaRPr>
        </a:p>
      </dgm:t>
    </dgm:pt>
    <dgm:pt modelId="{0E20C898-A2A4-4085-8737-26844E8FFB91}" type="parTrans" cxnId="{464BB90B-4D92-4823-8EEC-57E65B9BC06F}">
      <dgm:prSet/>
      <dgm:spPr/>
      <dgm:t>
        <a:bodyPr/>
        <a:lstStyle/>
        <a:p>
          <a:endParaRPr lang="ru-RU">
            <a:latin typeface="Open Sans" pitchFamily="2" charset="0"/>
            <a:ea typeface="Open Sans" pitchFamily="2" charset="0"/>
            <a:cs typeface="Open Sans" pitchFamily="2" charset="0"/>
          </a:endParaRPr>
        </a:p>
      </dgm:t>
    </dgm:pt>
    <dgm:pt modelId="{1E9E59EE-3D03-453E-BFE7-8F14F4619AAE}" type="sibTrans" cxnId="{464BB90B-4D92-4823-8EEC-57E65B9BC06F}">
      <dgm:prSet/>
      <dgm:spPr/>
      <dgm:t>
        <a:bodyPr/>
        <a:lstStyle/>
        <a:p>
          <a:endParaRPr lang="ru-RU">
            <a:latin typeface="Open Sans" pitchFamily="2" charset="0"/>
            <a:ea typeface="Open Sans" pitchFamily="2" charset="0"/>
            <a:cs typeface="Open Sans" pitchFamily="2" charset="0"/>
          </a:endParaRPr>
        </a:p>
      </dgm:t>
    </dgm:pt>
    <dgm:pt modelId="{D2D46C2B-CB9C-45E3-A5EC-F507E5512B7B}">
      <dgm:prSet/>
      <dgm:spPr/>
      <dgm:t>
        <a:bodyPr/>
        <a:lstStyle/>
        <a:p>
          <a:r>
            <a:rPr lang="ru-RU" b="0" i="0" dirty="0">
              <a:latin typeface="Open Sans" pitchFamily="2" charset="0"/>
              <a:ea typeface="Open Sans" pitchFamily="2" charset="0"/>
              <a:cs typeface="Open Sans" pitchFamily="2" charset="0"/>
            </a:rPr>
            <a:t>ЗАДАНИЕ 9.</a:t>
          </a:r>
          <a:endParaRPr lang="ru-RU" dirty="0">
            <a:latin typeface="Open Sans" pitchFamily="2" charset="0"/>
            <a:ea typeface="Open Sans" pitchFamily="2" charset="0"/>
            <a:cs typeface="Open Sans" pitchFamily="2" charset="0"/>
          </a:endParaRPr>
        </a:p>
      </dgm:t>
    </dgm:pt>
    <dgm:pt modelId="{3030AE5F-22BA-4C94-845A-4229E882E086}" type="parTrans" cxnId="{0A555E7D-7AAF-4444-A347-98A9D5A81931}">
      <dgm:prSet/>
      <dgm:spPr/>
      <dgm:t>
        <a:bodyPr/>
        <a:lstStyle/>
        <a:p>
          <a:endParaRPr lang="ru-RU">
            <a:latin typeface="Open Sans" pitchFamily="2" charset="0"/>
            <a:ea typeface="Open Sans" pitchFamily="2" charset="0"/>
            <a:cs typeface="Open Sans" pitchFamily="2" charset="0"/>
          </a:endParaRPr>
        </a:p>
      </dgm:t>
    </dgm:pt>
    <dgm:pt modelId="{7DD3E05F-BFF8-4F27-903A-3D17AB7EC7EA}" type="sibTrans" cxnId="{0A555E7D-7AAF-4444-A347-98A9D5A81931}">
      <dgm:prSet/>
      <dgm:spPr/>
      <dgm:t>
        <a:bodyPr/>
        <a:lstStyle/>
        <a:p>
          <a:endParaRPr lang="ru-RU">
            <a:latin typeface="Open Sans" pitchFamily="2" charset="0"/>
            <a:ea typeface="Open Sans" pitchFamily="2" charset="0"/>
            <a:cs typeface="Open Sans" pitchFamily="2" charset="0"/>
          </a:endParaRPr>
        </a:p>
      </dgm:t>
    </dgm:pt>
    <dgm:pt modelId="{D4E991A0-4317-45A7-BA42-37E96DBB6D68}">
      <dgm:prSet/>
      <dgm:spPr/>
      <dgm:t>
        <a:bodyPr/>
        <a:lstStyle/>
        <a:p>
          <a:r>
            <a:rPr lang="ru-RU" b="0" i="0" dirty="0">
              <a:latin typeface="Open Sans" pitchFamily="2" charset="0"/>
              <a:ea typeface="Open Sans" pitchFamily="2" charset="0"/>
              <a:cs typeface="Open Sans" pitchFamily="2" charset="0"/>
            </a:rPr>
            <a:t>ЗАДАНИЕ 10.</a:t>
          </a:r>
          <a:endParaRPr lang="ru-RU" dirty="0">
            <a:latin typeface="Open Sans" pitchFamily="2" charset="0"/>
            <a:ea typeface="Open Sans" pitchFamily="2" charset="0"/>
            <a:cs typeface="Open Sans" pitchFamily="2" charset="0"/>
          </a:endParaRPr>
        </a:p>
      </dgm:t>
    </dgm:pt>
    <dgm:pt modelId="{A1906BAA-E928-42DF-85AD-70FD5AEF5646}" type="parTrans" cxnId="{A6C0F601-B107-482D-93AB-47BFD96BCC71}">
      <dgm:prSet/>
      <dgm:spPr/>
      <dgm:t>
        <a:bodyPr/>
        <a:lstStyle/>
        <a:p>
          <a:endParaRPr lang="ru-RU">
            <a:latin typeface="Open Sans" pitchFamily="2" charset="0"/>
            <a:ea typeface="Open Sans" pitchFamily="2" charset="0"/>
            <a:cs typeface="Open Sans" pitchFamily="2" charset="0"/>
          </a:endParaRPr>
        </a:p>
      </dgm:t>
    </dgm:pt>
    <dgm:pt modelId="{5E2E165A-8A40-4803-BCCC-9D3A34F7C1B1}" type="sibTrans" cxnId="{A6C0F601-B107-482D-93AB-47BFD96BCC71}">
      <dgm:prSet/>
      <dgm:spPr/>
      <dgm:t>
        <a:bodyPr/>
        <a:lstStyle/>
        <a:p>
          <a:endParaRPr lang="ru-RU">
            <a:latin typeface="Open Sans" pitchFamily="2" charset="0"/>
            <a:ea typeface="Open Sans" pitchFamily="2" charset="0"/>
            <a:cs typeface="Open Sans" pitchFamily="2" charset="0"/>
          </a:endParaRPr>
        </a:p>
      </dgm:t>
    </dgm:pt>
    <dgm:pt modelId="{CB14AADB-108D-42C5-95F5-6B6D71CF2462}">
      <dgm:prSet/>
      <dgm:spPr/>
      <dgm:t>
        <a:bodyPr/>
        <a:lstStyle/>
        <a:p>
          <a:r>
            <a:rPr lang="ru-RU" b="0" i="0" dirty="0">
              <a:latin typeface="Open Sans" pitchFamily="2" charset="0"/>
              <a:ea typeface="Open Sans" pitchFamily="2" charset="0"/>
              <a:cs typeface="Open Sans" pitchFamily="2" charset="0"/>
            </a:rPr>
            <a:t>ЗАДАНИЕ 11.</a:t>
          </a:r>
          <a:endParaRPr lang="ru-RU" dirty="0">
            <a:latin typeface="Open Sans" pitchFamily="2" charset="0"/>
            <a:ea typeface="Open Sans" pitchFamily="2" charset="0"/>
            <a:cs typeface="Open Sans" pitchFamily="2" charset="0"/>
          </a:endParaRPr>
        </a:p>
      </dgm:t>
    </dgm:pt>
    <dgm:pt modelId="{167DE84E-1BA9-4371-9A69-DDBA76FC43D8}" type="parTrans" cxnId="{A6041F92-0738-4916-8646-D52B87FE60A5}">
      <dgm:prSet/>
      <dgm:spPr/>
      <dgm:t>
        <a:bodyPr/>
        <a:lstStyle/>
        <a:p>
          <a:endParaRPr lang="ru-RU">
            <a:latin typeface="Open Sans" pitchFamily="2" charset="0"/>
            <a:ea typeface="Open Sans" pitchFamily="2" charset="0"/>
            <a:cs typeface="Open Sans" pitchFamily="2" charset="0"/>
          </a:endParaRPr>
        </a:p>
      </dgm:t>
    </dgm:pt>
    <dgm:pt modelId="{177811B5-CB9C-445D-8317-3306C9596068}" type="sibTrans" cxnId="{A6041F92-0738-4916-8646-D52B87FE60A5}">
      <dgm:prSet/>
      <dgm:spPr/>
      <dgm:t>
        <a:bodyPr/>
        <a:lstStyle/>
        <a:p>
          <a:endParaRPr lang="ru-RU">
            <a:latin typeface="Open Sans" pitchFamily="2" charset="0"/>
            <a:ea typeface="Open Sans" pitchFamily="2" charset="0"/>
            <a:cs typeface="Open Sans" pitchFamily="2" charset="0"/>
          </a:endParaRPr>
        </a:p>
      </dgm:t>
    </dgm:pt>
    <dgm:pt modelId="{9E589D98-C324-4ED9-AF42-203A183B3D58}">
      <dgm:prSet/>
      <dgm:spPr/>
      <dgm:t>
        <a:bodyPr/>
        <a:lstStyle/>
        <a:p>
          <a:r>
            <a:rPr lang="ru-RU" b="0" i="0" dirty="0">
              <a:latin typeface="Open Sans" pitchFamily="2" charset="0"/>
              <a:ea typeface="Open Sans" pitchFamily="2" charset="0"/>
              <a:cs typeface="Open Sans" pitchFamily="2" charset="0"/>
            </a:rPr>
            <a:t>Проведение подробного осмотра и опроса пострадавшего.</a:t>
          </a:r>
          <a:endParaRPr lang="ru-RU" dirty="0">
            <a:latin typeface="Open Sans" pitchFamily="2" charset="0"/>
            <a:ea typeface="Open Sans" pitchFamily="2" charset="0"/>
            <a:cs typeface="Open Sans" pitchFamily="2" charset="0"/>
          </a:endParaRPr>
        </a:p>
      </dgm:t>
    </dgm:pt>
    <dgm:pt modelId="{56359609-1912-4D6E-BC2E-95E29A807CE7}" type="parTrans" cxnId="{F24A2E1A-E42B-411D-8634-6317A5B1D89D}">
      <dgm:prSet/>
      <dgm:spPr/>
      <dgm:t>
        <a:bodyPr/>
        <a:lstStyle/>
        <a:p>
          <a:endParaRPr lang="ru-RU">
            <a:latin typeface="Open Sans" pitchFamily="2" charset="0"/>
            <a:ea typeface="Open Sans" pitchFamily="2" charset="0"/>
            <a:cs typeface="Open Sans" pitchFamily="2" charset="0"/>
          </a:endParaRPr>
        </a:p>
      </dgm:t>
    </dgm:pt>
    <dgm:pt modelId="{26A5A094-4BC4-4549-BD2B-06B0BDB9EB79}" type="sibTrans" cxnId="{F24A2E1A-E42B-411D-8634-6317A5B1D89D}">
      <dgm:prSet/>
      <dgm:spPr/>
      <dgm:t>
        <a:bodyPr/>
        <a:lstStyle/>
        <a:p>
          <a:endParaRPr lang="ru-RU">
            <a:latin typeface="Open Sans" pitchFamily="2" charset="0"/>
            <a:ea typeface="Open Sans" pitchFamily="2" charset="0"/>
            <a:cs typeface="Open Sans" pitchFamily="2" charset="0"/>
          </a:endParaRPr>
        </a:p>
      </dgm:t>
    </dgm:pt>
    <dgm:pt modelId="{3E051ADE-CA8D-4D01-B4FF-3C8AA58FFFC9}">
      <dgm:prSet/>
      <dgm:spPr/>
      <dgm:t>
        <a:bodyPr/>
        <a:lstStyle/>
        <a:p>
          <a:r>
            <a:rPr lang="ru-RU" b="0" i="0" dirty="0">
              <a:latin typeface="Open Sans" pitchFamily="2" charset="0"/>
              <a:ea typeface="Open Sans" pitchFamily="2" charset="0"/>
              <a:cs typeface="Open Sans" pitchFamily="2" charset="0"/>
            </a:rPr>
            <a:t>Отработка наложения </a:t>
          </a:r>
          <a:r>
            <a:rPr lang="ru-RU" b="0" i="0" dirty="0" err="1">
              <a:latin typeface="Open Sans" pitchFamily="2" charset="0"/>
              <a:ea typeface="Open Sans" pitchFamily="2" charset="0"/>
              <a:cs typeface="Open Sans" pitchFamily="2" charset="0"/>
            </a:rPr>
            <a:t>окклюзионной</a:t>
          </a:r>
          <a:r>
            <a:rPr lang="ru-RU" b="0" i="0" dirty="0">
              <a:latin typeface="Open Sans" pitchFamily="2" charset="0"/>
              <a:ea typeface="Open Sans" pitchFamily="2" charset="0"/>
              <a:cs typeface="Open Sans" pitchFamily="2" charset="0"/>
            </a:rPr>
            <a:t> (герметизирующей) повязки при ранении грудной клетки.</a:t>
          </a:r>
          <a:endParaRPr lang="ru-RU" dirty="0">
            <a:latin typeface="Open Sans" pitchFamily="2" charset="0"/>
            <a:ea typeface="Open Sans" pitchFamily="2" charset="0"/>
            <a:cs typeface="Open Sans" pitchFamily="2" charset="0"/>
          </a:endParaRPr>
        </a:p>
      </dgm:t>
    </dgm:pt>
    <dgm:pt modelId="{72456868-C5D5-469A-A0A7-D749770DF211}" type="parTrans" cxnId="{272477CE-BA77-461A-83F5-D7A8C279FDFE}">
      <dgm:prSet/>
      <dgm:spPr/>
      <dgm:t>
        <a:bodyPr/>
        <a:lstStyle/>
        <a:p>
          <a:endParaRPr lang="ru-RU">
            <a:latin typeface="Open Sans" pitchFamily="2" charset="0"/>
            <a:ea typeface="Open Sans" pitchFamily="2" charset="0"/>
            <a:cs typeface="Open Sans" pitchFamily="2" charset="0"/>
          </a:endParaRPr>
        </a:p>
      </dgm:t>
    </dgm:pt>
    <dgm:pt modelId="{1CE7FA97-447A-4422-9CFE-21DDD64722FA}" type="sibTrans" cxnId="{272477CE-BA77-461A-83F5-D7A8C279FDFE}">
      <dgm:prSet/>
      <dgm:spPr/>
      <dgm:t>
        <a:bodyPr/>
        <a:lstStyle/>
        <a:p>
          <a:endParaRPr lang="ru-RU">
            <a:latin typeface="Open Sans" pitchFamily="2" charset="0"/>
            <a:ea typeface="Open Sans" pitchFamily="2" charset="0"/>
            <a:cs typeface="Open Sans" pitchFamily="2" charset="0"/>
          </a:endParaRPr>
        </a:p>
      </dgm:t>
    </dgm:pt>
    <dgm:pt modelId="{EF0EDD96-4CD8-4255-B7E0-5799C4E6795E}">
      <dgm:prSet/>
      <dgm:spPr/>
      <dgm:t>
        <a:bodyPr/>
        <a:lstStyle/>
        <a:p>
          <a:r>
            <a:rPr lang="ru-RU" b="0" i="0" dirty="0">
              <a:latin typeface="Open Sans" pitchFamily="2" charset="0"/>
              <a:ea typeface="Open Sans" pitchFamily="2" charset="0"/>
              <a:cs typeface="Open Sans" pitchFamily="2" charset="0"/>
            </a:rPr>
            <a:t>Отработка приемов наложения повязок на рану при выпадении органов брюшной полости, при наличии инородного предмета в ране живота, груди, спины, конечностей.</a:t>
          </a:r>
          <a:endParaRPr lang="ru-RU" dirty="0">
            <a:latin typeface="Open Sans" pitchFamily="2" charset="0"/>
            <a:ea typeface="Open Sans" pitchFamily="2" charset="0"/>
            <a:cs typeface="Open Sans" pitchFamily="2" charset="0"/>
          </a:endParaRPr>
        </a:p>
      </dgm:t>
    </dgm:pt>
    <dgm:pt modelId="{9B59F096-3467-4AEE-B084-D370D2E36B9C}" type="parTrans" cxnId="{25098C68-29B4-4EE0-BDD6-AA1A2B8097BA}">
      <dgm:prSet/>
      <dgm:spPr/>
      <dgm:t>
        <a:bodyPr/>
        <a:lstStyle/>
        <a:p>
          <a:endParaRPr lang="ru-RU">
            <a:latin typeface="Open Sans" pitchFamily="2" charset="0"/>
            <a:ea typeface="Open Sans" pitchFamily="2" charset="0"/>
            <a:cs typeface="Open Sans" pitchFamily="2" charset="0"/>
          </a:endParaRPr>
        </a:p>
      </dgm:t>
    </dgm:pt>
    <dgm:pt modelId="{522F0423-400A-4AF3-897C-688BB6CD8A04}" type="sibTrans" cxnId="{25098C68-29B4-4EE0-BDD6-AA1A2B8097BA}">
      <dgm:prSet/>
      <dgm:spPr/>
      <dgm:t>
        <a:bodyPr/>
        <a:lstStyle/>
        <a:p>
          <a:endParaRPr lang="ru-RU">
            <a:latin typeface="Open Sans" pitchFamily="2" charset="0"/>
            <a:ea typeface="Open Sans" pitchFamily="2" charset="0"/>
            <a:cs typeface="Open Sans" pitchFamily="2" charset="0"/>
          </a:endParaRPr>
        </a:p>
      </dgm:t>
    </dgm:pt>
    <dgm:pt modelId="{E0468F0E-2EE9-4CE2-AB2E-0A9ADCA007C5}">
      <dgm:prSet/>
      <dgm:spPr/>
      <dgm:t>
        <a:bodyPr/>
        <a:lstStyle/>
        <a:p>
          <a:r>
            <a:rPr lang="ru-RU" b="0" i="0" dirty="0">
              <a:latin typeface="Open Sans" pitchFamily="2" charset="0"/>
              <a:ea typeface="Open Sans" pitchFamily="2" charset="0"/>
              <a:cs typeface="Open Sans" pitchFamily="2" charset="0"/>
            </a:rPr>
            <a:t>Отработка приемов первой помощи при переломах. Иммобилизация (подручными средствами, </a:t>
          </a:r>
          <a:r>
            <a:rPr lang="ru-RU" b="0" i="0" dirty="0" err="1">
              <a:latin typeface="Open Sans" pitchFamily="2" charset="0"/>
              <a:ea typeface="Open Sans" pitchFamily="2" charset="0"/>
              <a:cs typeface="Open Sans" pitchFamily="2" charset="0"/>
            </a:rPr>
            <a:t>аутоиммобилизация</a:t>
          </a:r>
          <a:r>
            <a:rPr lang="ru-RU" b="0" i="0" dirty="0">
              <a:latin typeface="Open Sans" pitchFamily="2" charset="0"/>
              <a:ea typeface="Open Sans" pitchFamily="2" charset="0"/>
              <a:cs typeface="Open Sans" pitchFamily="2" charset="0"/>
            </a:rPr>
            <a:t>, с использованием медицинских изделий, обездвиживание руками травмированных частей тела).</a:t>
          </a:r>
          <a:endParaRPr lang="ru-RU" dirty="0">
            <a:latin typeface="Open Sans" pitchFamily="2" charset="0"/>
            <a:ea typeface="Open Sans" pitchFamily="2" charset="0"/>
            <a:cs typeface="Open Sans" pitchFamily="2" charset="0"/>
          </a:endParaRPr>
        </a:p>
      </dgm:t>
    </dgm:pt>
    <dgm:pt modelId="{D1E365E9-D368-4C98-BBA0-5DF4B01EF441}" type="parTrans" cxnId="{9693E597-0033-43F7-B3A0-F499DF014EE9}">
      <dgm:prSet/>
      <dgm:spPr/>
      <dgm:t>
        <a:bodyPr/>
        <a:lstStyle/>
        <a:p>
          <a:endParaRPr lang="ru-RU">
            <a:latin typeface="Open Sans" pitchFamily="2" charset="0"/>
            <a:ea typeface="Open Sans" pitchFamily="2" charset="0"/>
            <a:cs typeface="Open Sans" pitchFamily="2" charset="0"/>
          </a:endParaRPr>
        </a:p>
      </dgm:t>
    </dgm:pt>
    <dgm:pt modelId="{45F2927D-2FC0-4DC7-8D4D-704CBEA6649D}" type="sibTrans" cxnId="{9693E597-0033-43F7-B3A0-F499DF014EE9}">
      <dgm:prSet/>
      <dgm:spPr/>
      <dgm:t>
        <a:bodyPr/>
        <a:lstStyle/>
        <a:p>
          <a:endParaRPr lang="ru-RU">
            <a:latin typeface="Open Sans" pitchFamily="2" charset="0"/>
            <a:ea typeface="Open Sans" pitchFamily="2" charset="0"/>
            <a:cs typeface="Open Sans" pitchFamily="2" charset="0"/>
          </a:endParaRPr>
        </a:p>
      </dgm:t>
    </dgm:pt>
    <dgm:pt modelId="{6D88D8E3-B333-41FF-8C1C-99E0D3A5B454}">
      <dgm:prSet/>
      <dgm:spPr/>
      <dgm:t>
        <a:bodyPr/>
        <a:lstStyle/>
        <a:p>
          <a:r>
            <a:rPr lang="ru-RU" b="0" i="0" dirty="0">
              <a:latin typeface="Open Sans" pitchFamily="2" charset="0"/>
              <a:ea typeface="Open Sans" pitchFamily="2" charset="0"/>
              <a:cs typeface="Open Sans" pitchFamily="2" charset="0"/>
            </a:rPr>
            <a:t>Отработка приемов фиксации шейного отдела позвоночника.</a:t>
          </a:r>
          <a:endParaRPr lang="ru-RU" dirty="0">
            <a:latin typeface="Open Sans" pitchFamily="2" charset="0"/>
            <a:ea typeface="Open Sans" pitchFamily="2" charset="0"/>
            <a:cs typeface="Open Sans" pitchFamily="2" charset="0"/>
          </a:endParaRPr>
        </a:p>
      </dgm:t>
    </dgm:pt>
    <dgm:pt modelId="{A20B465C-D458-42AC-A6D0-4BFAF10E70E1}" type="parTrans" cxnId="{179EEAA8-33E1-4D24-BAF8-6D4FA0B7E696}">
      <dgm:prSet/>
      <dgm:spPr/>
      <dgm:t>
        <a:bodyPr/>
        <a:lstStyle/>
        <a:p>
          <a:endParaRPr lang="ru-RU">
            <a:latin typeface="Open Sans" pitchFamily="2" charset="0"/>
            <a:ea typeface="Open Sans" pitchFamily="2" charset="0"/>
            <a:cs typeface="Open Sans" pitchFamily="2" charset="0"/>
          </a:endParaRPr>
        </a:p>
      </dgm:t>
    </dgm:pt>
    <dgm:pt modelId="{D28036BD-7710-462C-BBF4-3175913202C0}" type="sibTrans" cxnId="{179EEAA8-33E1-4D24-BAF8-6D4FA0B7E696}">
      <dgm:prSet/>
      <dgm:spPr/>
      <dgm:t>
        <a:bodyPr/>
        <a:lstStyle/>
        <a:p>
          <a:endParaRPr lang="ru-RU">
            <a:latin typeface="Open Sans" pitchFamily="2" charset="0"/>
            <a:ea typeface="Open Sans" pitchFamily="2" charset="0"/>
            <a:cs typeface="Open Sans" pitchFamily="2" charset="0"/>
          </a:endParaRPr>
        </a:p>
      </dgm:t>
    </dgm:pt>
    <dgm:pt modelId="{A07758FB-E3EC-4370-8A8E-BC83A78BB1C0}">
      <dgm:prSet/>
      <dgm:spPr/>
      <dgm:t>
        <a:bodyPr/>
        <a:lstStyle/>
        <a:p>
          <a:r>
            <a:rPr lang="ru-RU" b="0" i="0" dirty="0">
              <a:latin typeface="Open Sans" pitchFamily="2" charset="0"/>
              <a:ea typeface="Open Sans" pitchFamily="2" charset="0"/>
              <a:cs typeface="Open Sans" pitchFamily="2" charset="0"/>
            </a:rPr>
            <a:t>Отработка приемов наложения повязок при ожогах различных областей тела. Применение местного охлаждения.</a:t>
          </a:r>
          <a:endParaRPr lang="ru-RU" dirty="0">
            <a:latin typeface="Open Sans" pitchFamily="2" charset="0"/>
            <a:ea typeface="Open Sans" pitchFamily="2" charset="0"/>
            <a:cs typeface="Open Sans" pitchFamily="2" charset="0"/>
          </a:endParaRPr>
        </a:p>
      </dgm:t>
    </dgm:pt>
    <dgm:pt modelId="{BA497755-CD76-4C2A-A15A-91A72978AF89}" type="parTrans" cxnId="{FA770698-C144-45D1-8399-732847578208}">
      <dgm:prSet/>
      <dgm:spPr/>
      <dgm:t>
        <a:bodyPr/>
        <a:lstStyle/>
        <a:p>
          <a:endParaRPr lang="ru-RU">
            <a:latin typeface="Open Sans" pitchFamily="2" charset="0"/>
            <a:ea typeface="Open Sans" pitchFamily="2" charset="0"/>
            <a:cs typeface="Open Sans" pitchFamily="2" charset="0"/>
          </a:endParaRPr>
        </a:p>
      </dgm:t>
    </dgm:pt>
    <dgm:pt modelId="{FBF263E7-DA73-4005-AA4C-C447E8D00F3B}" type="sibTrans" cxnId="{FA770698-C144-45D1-8399-732847578208}">
      <dgm:prSet/>
      <dgm:spPr/>
      <dgm:t>
        <a:bodyPr/>
        <a:lstStyle/>
        <a:p>
          <a:endParaRPr lang="ru-RU">
            <a:latin typeface="Open Sans" pitchFamily="2" charset="0"/>
            <a:ea typeface="Open Sans" pitchFamily="2" charset="0"/>
            <a:cs typeface="Open Sans" pitchFamily="2" charset="0"/>
          </a:endParaRPr>
        </a:p>
      </dgm:t>
    </dgm:pt>
    <dgm:pt modelId="{A3A0C377-C4A6-4FAC-A2AB-2EAD74FEDBB0}">
      <dgm:prSet/>
      <dgm:spPr/>
      <dgm:t>
        <a:bodyPr/>
        <a:lstStyle/>
        <a:p>
          <a:r>
            <a:rPr lang="ru-RU" b="0" i="0" dirty="0">
              <a:latin typeface="Open Sans" pitchFamily="2" charset="0"/>
              <a:ea typeface="Open Sans" pitchFamily="2" charset="0"/>
              <a:cs typeface="Open Sans" pitchFamily="2" charset="0"/>
            </a:rPr>
            <a:t>Отработка приемов наложения </a:t>
          </a:r>
          <a:r>
            <a:rPr lang="ru-RU" b="0" i="0" dirty="0" err="1">
              <a:latin typeface="Open Sans" pitchFamily="2" charset="0"/>
              <a:ea typeface="Open Sans" pitchFamily="2" charset="0"/>
              <a:cs typeface="Open Sans" pitchFamily="2" charset="0"/>
            </a:rPr>
            <a:t>термоизолирующей</a:t>
          </a:r>
          <a:r>
            <a:rPr lang="ru-RU" b="0" i="0" dirty="0">
              <a:latin typeface="Open Sans" pitchFamily="2" charset="0"/>
              <a:ea typeface="Open Sans" pitchFamily="2" charset="0"/>
              <a:cs typeface="Open Sans" pitchFamily="2" charset="0"/>
            </a:rPr>
            <a:t> повязки при отморожениях.</a:t>
          </a:r>
          <a:endParaRPr lang="ru-RU" dirty="0">
            <a:latin typeface="Open Sans" pitchFamily="2" charset="0"/>
            <a:ea typeface="Open Sans" pitchFamily="2" charset="0"/>
            <a:cs typeface="Open Sans" pitchFamily="2" charset="0"/>
          </a:endParaRPr>
        </a:p>
      </dgm:t>
    </dgm:pt>
    <dgm:pt modelId="{79F2BD30-F979-46F5-AF94-CDBD7DC47E91}" type="parTrans" cxnId="{B3C54C85-1000-40B8-BD1A-8E76B2BC6F13}">
      <dgm:prSet/>
      <dgm:spPr/>
      <dgm:t>
        <a:bodyPr/>
        <a:lstStyle/>
        <a:p>
          <a:endParaRPr lang="ru-RU">
            <a:latin typeface="Open Sans" pitchFamily="2" charset="0"/>
            <a:ea typeface="Open Sans" pitchFamily="2" charset="0"/>
            <a:cs typeface="Open Sans" pitchFamily="2" charset="0"/>
          </a:endParaRPr>
        </a:p>
      </dgm:t>
    </dgm:pt>
    <dgm:pt modelId="{B2458C7C-89EC-4F28-8B26-835002C9CF87}" type="sibTrans" cxnId="{B3C54C85-1000-40B8-BD1A-8E76B2BC6F13}">
      <dgm:prSet/>
      <dgm:spPr/>
      <dgm:t>
        <a:bodyPr/>
        <a:lstStyle/>
        <a:p>
          <a:endParaRPr lang="ru-RU">
            <a:latin typeface="Open Sans" pitchFamily="2" charset="0"/>
            <a:ea typeface="Open Sans" pitchFamily="2" charset="0"/>
            <a:cs typeface="Open Sans" pitchFamily="2" charset="0"/>
          </a:endParaRPr>
        </a:p>
      </dgm:t>
    </dgm:pt>
    <dgm:pt modelId="{87791CFC-87A1-4209-84B6-036AB09FDF5B}">
      <dgm:prSet/>
      <dgm:spPr/>
      <dgm:t>
        <a:bodyPr/>
        <a:lstStyle/>
        <a:p>
          <a:r>
            <a:rPr lang="ru-RU" b="0" i="0" dirty="0">
              <a:latin typeface="Open Sans" pitchFamily="2" charset="0"/>
              <a:ea typeface="Open Sans" pitchFamily="2" charset="0"/>
              <a:cs typeface="Open Sans" pitchFamily="2" charset="0"/>
            </a:rPr>
            <a:t>Отработка приемов придания оптимального положения тела пострадавшему при отсутствии сознания, травмах различных областей тела, значительной кровопотере.</a:t>
          </a:r>
          <a:endParaRPr lang="ru-RU" dirty="0">
            <a:latin typeface="Open Sans" pitchFamily="2" charset="0"/>
            <a:ea typeface="Open Sans" pitchFamily="2" charset="0"/>
            <a:cs typeface="Open Sans" pitchFamily="2" charset="0"/>
          </a:endParaRPr>
        </a:p>
      </dgm:t>
    </dgm:pt>
    <dgm:pt modelId="{662FA04D-1EE1-46BA-A38A-EAA4837ACB2F}" type="parTrans" cxnId="{8213DA9C-78B4-4C21-8B80-E83AD7A11D5F}">
      <dgm:prSet/>
      <dgm:spPr/>
      <dgm:t>
        <a:bodyPr/>
        <a:lstStyle/>
        <a:p>
          <a:endParaRPr lang="ru-RU">
            <a:latin typeface="Open Sans" pitchFamily="2" charset="0"/>
            <a:ea typeface="Open Sans" pitchFamily="2" charset="0"/>
            <a:cs typeface="Open Sans" pitchFamily="2" charset="0"/>
          </a:endParaRPr>
        </a:p>
      </dgm:t>
    </dgm:pt>
    <dgm:pt modelId="{7DB6EC4A-B265-449B-B331-307A2FF5CC14}" type="sibTrans" cxnId="{8213DA9C-78B4-4C21-8B80-E83AD7A11D5F}">
      <dgm:prSet/>
      <dgm:spPr/>
      <dgm:t>
        <a:bodyPr/>
        <a:lstStyle/>
        <a:p>
          <a:endParaRPr lang="ru-RU">
            <a:latin typeface="Open Sans" pitchFamily="2" charset="0"/>
            <a:ea typeface="Open Sans" pitchFamily="2" charset="0"/>
            <a:cs typeface="Open Sans" pitchFamily="2" charset="0"/>
          </a:endParaRPr>
        </a:p>
      </dgm:t>
    </dgm:pt>
    <dgm:pt modelId="{C8742709-AB02-483A-A026-BB6E5D02B25C}">
      <dgm:prSet/>
      <dgm:spPr/>
      <dgm:t>
        <a:bodyPr/>
        <a:lstStyle/>
        <a:p>
          <a:r>
            <a:rPr lang="ru-RU" b="0" i="0" dirty="0">
              <a:latin typeface="Open Sans" pitchFamily="2" charset="0"/>
              <a:ea typeface="Open Sans" pitchFamily="2" charset="0"/>
              <a:cs typeface="Open Sans" pitchFamily="2" charset="0"/>
            </a:rPr>
            <a:t>Отработка приемов экстренного извлечения пострадавшего из труднодоступного места, отработка основных приемов (пострадавший в сознании, пострадавший без сознания).</a:t>
          </a:r>
          <a:endParaRPr lang="ru-RU" dirty="0">
            <a:latin typeface="Open Sans" pitchFamily="2" charset="0"/>
            <a:ea typeface="Open Sans" pitchFamily="2" charset="0"/>
            <a:cs typeface="Open Sans" pitchFamily="2" charset="0"/>
          </a:endParaRPr>
        </a:p>
      </dgm:t>
    </dgm:pt>
    <dgm:pt modelId="{52DD919E-03FD-4AC0-A897-E72FC966FA68}" type="parTrans" cxnId="{FEF19A9C-B865-4E8A-A6F3-7BCC36793BD9}">
      <dgm:prSet/>
      <dgm:spPr/>
      <dgm:t>
        <a:bodyPr/>
        <a:lstStyle/>
        <a:p>
          <a:endParaRPr lang="ru-RU">
            <a:latin typeface="Open Sans" pitchFamily="2" charset="0"/>
            <a:ea typeface="Open Sans" pitchFamily="2" charset="0"/>
            <a:cs typeface="Open Sans" pitchFamily="2" charset="0"/>
          </a:endParaRPr>
        </a:p>
      </dgm:t>
    </dgm:pt>
    <dgm:pt modelId="{0D66F492-0A0A-41E1-866B-681318C3C508}" type="sibTrans" cxnId="{FEF19A9C-B865-4E8A-A6F3-7BCC36793BD9}">
      <dgm:prSet/>
      <dgm:spPr/>
      <dgm:t>
        <a:bodyPr/>
        <a:lstStyle/>
        <a:p>
          <a:endParaRPr lang="ru-RU">
            <a:latin typeface="Open Sans" pitchFamily="2" charset="0"/>
            <a:ea typeface="Open Sans" pitchFamily="2" charset="0"/>
            <a:cs typeface="Open Sans" pitchFamily="2" charset="0"/>
          </a:endParaRPr>
        </a:p>
      </dgm:t>
    </dgm:pt>
    <dgm:pt modelId="{FDB1F8D4-890F-4A9E-865B-39889BC0A525}">
      <dgm:prSet/>
      <dgm:spPr/>
      <dgm:t>
        <a:bodyPr/>
        <a:lstStyle/>
        <a:p>
          <a:r>
            <a:rPr lang="ru-RU" b="0" i="0" dirty="0">
              <a:latin typeface="Open Sans" pitchFamily="2" charset="0"/>
              <a:ea typeface="Open Sans" pitchFamily="2" charset="0"/>
              <a:cs typeface="Open Sans" pitchFamily="2" charset="0"/>
            </a:rPr>
            <a:t>Отработка приемов перемещения пострадавших на руках одним, 2 и более участниками оказания первой помощи. Отработка приемов перемещения пострадавших с травмами головы, шеи, груди, спины, живота, таза, конечностей и позвоночника.</a:t>
          </a:r>
          <a:endParaRPr lang="ru-RU" dirty="0">
            <a:latin typeface="Open Sans" pitchFamily="2" charset="0"/>
            <a:ea typeface="Open Sans" pitchFamily="2" charset="0"/>
            <a:cs typeface="Open Sans" pitchFamily="2" charset="0"/>
          </a:endParaRPr>
        </a:p>
      </dgm:t>
    </dgm:pt>
    <dgm:pt modelId="{C6642A92-A50A-4DFB-B532-54138057C4D4}" type="parTrans" cxnId="{62693BEB-04D2-458F-9952-19DEEE8BC21B}">
      <dgm:prSet/>
      <dgm:spPr/>
      <dgm:t>
        <a:bodyPr/>
        <a:lstStyle/>
        <a:p>
          <a:endParaRPr lang="ru-RU">
            <a:latin typeface="Open Sans" pitchFamily="2" charset="0"/>
            <a:ea typeface="Open Sans" pitchFamily="2" charset="0"/>
            <a:cs typeface="Open Sans" pitchFamily="2" charset="0"/>
          </a:endParaRPr>
        </a:p>
      </dgm:t>
    </dgm:pt>
    <dgm:pt modelId="{435ACEF7-A9CB-420B-B062-CED95FBEB031}" type="sibTrans" cxnId="{62693BEB-04D2-458F-9952-19DEEE8BC21B}">
      <dgm:prSet/>
      <dgm:spPr/>
      <dgm:t>
        <a:bodyPr/>
        <a:lstStyle/>
        <a:p>
          <a:endParaRPr lang="ru-RU">
            <a:latin typeface="Open Sans" pitchFamily="2" charset="0"/>
            <a:ea typeface="Open Sans" pitchFamily="2" charset="0"/>
            <a:cs typeface="Open Sans" pitchFamily="2" charset="0"/>
          </a:endParaRPr>
        </a:p>
      </dgm:t>
    </dgm:pt>
    <dgm:pt modelId="{FB5A1196-DE69-4949-B92C-C815C3B9C553}">
      <dgm:prSet/>
      <dgm:spPr/>
      <dgm:t>
        <a:bodyPr/>
        <a:lstStyle/>
        <a:p>
          <a:r>
            <a:rPr lang="ru-RU" b="0" i="0" dirty="0">
              <a:latin typeface="Open Sans" pitchFamily="2" charset="0"/>
              <a:ea typeface="Open Sans" pitchFamily="2" charset="0"/>
              <a:cs typeface="Open Sans" pitchFamily="2" charset="0"/>
            </a:rPr>
            <a:t>Отработка приемов оказания психологической поддержки пострадавших при различных острых психологических реакциях на стресс. Способы самопомощи в экстремальных ситуациях.</a:t>
          </a:r>
          <a:endParaRPr lang="ru-RU" dirty="0">
            <a:latin typeface="Open Sans" pitchFamily="2" charset="0"/>
            <a:ea typeface="Open Sans" pitchFamily="2" charset="0"/>
            <a:cs typeface="Open Sans" pitchFamily="2" charset="0"/>
          </a:endParaRPr>
        </a:p>
      </dgm:t>
    </dgm:pt>
    <dgm:pt modelId="{2101FF33-E84C-4769-B760-7CEBAC57A144}" type="parTrans" cxnId="{5C75D444-9E94-4D5D-BB47-899462E779E3}">
      <dgm:prSet/>
      <dgm:spPr/>
      <dgm:t>
        <a:bodyPr/>
        <a:lstStyle/>
        <a:p>
          <a:endParaRPr lang="ru-RU">
            <a:latin typeface="Open Sans" pitchFamily="2" charset="0"/>
            <a:ea typeface="Open Sans" pitchFamily="2" charset="0"/>
            <a:cs typeface="Open Sans" pitchFamily="2" charset="0"/>
          </a:endParaRPr>
        </a:p>
      </dgm:t>
    </dgm:pt>
    <dgm:pt modelId="{68F4958D-8228-415A-8456-7EA959FA81C6}" type="sibTrans" cxnId="{5C75D444-9E94-4D5D-BB47-899462E779E3}">
      <dgm:prSet/>
      <dgm:spPr/>
      <dgm:t>
        <a:bodyPr/>
        <a:lstStyle/>
        <a:p>
          <a:endParaRPr lang="ru-RU">
            <a:latin typeface="Open Sans" pitchFamily="2" charset="0"/>
            <a:ea typeface="Open Sans" pitchFamily="2" charset="0"/>
            <a:cs typeface="Open Sans" pitchFamily="2" charset="0"/>
          </a:endParaRPr>
        </a:p>
      </dgm:t>
    </dgm:pt>
    <dgm:pt modelId="{BF3A6C08-90C3-4C4C-9DE1-E6AE7B2F0B80}" type="pres">
      <dgm:prSet presAssocID="{4C8EF0FC-1CF8-4402-A3B1-AA09F9D6558B}" presName="diagram" presStyleCnt="0">
        <dgm:presLayoutVars>
          <dgm:dir/>
          <dgm:resizeHandles val="exact"/>
        </dgm:presLayoutVars>
      </dgm:prSet>
      <dgm:spPr/>
    </dgm:pt>
    <dgm:pt modelId="{5799AC51-0D49-45CB-8A38-1367EA8B924B}" type="pres">
      <dgm:prSet presAssocID="{8BC6B3CC-515B-421A-8C6A-3721009A35ED}" presName="node" presStyleLbl="node1" presStyleIdx="0" presStyleCnt="11">
        <dgm:presLayoutVars>
          <dgm:bulletEnabled val="1"/>
        </dgm:presLayoutVars>
      </dgm:prSet>
      <dgm:spPr/>
    </dgm:pt>
    <dgm:pt modelId="{DA0C7FF2-3541-4C0A-AEA3-69419E034947}" type="pres">
      <dgm:prSet presAssocID="{6FE11EFF-6922-4C48-8D72-1856411D1786}" presName="sibTrans" presStyleCnt="0"/>
      <dgm:spPr/>
    </dgm:pt>
    <dgm:pt modelId="{0ED8FF4C-2ADD-4811-BEE4-8B110E6AA4BE}" type="pres">
      <dgm:prSet presAssocID="{FBA2E5DC-876A-4BC3-8258-E3C73933FFAF}" presName="node" presStyleLbl="node1" presStyleIdx="1" presStyleCnt="11">
        <dgm:presLayoutVars>
          <dgm:bulletEnabled val="1"/>
        </dgm:presLayoutVars>
      </dgm:prSet>
      <dgm:spPr/>
    </dgm:pt>
    <dgm:pt modelId="{7B56D346-277E-4FDC-A60E-CE1533A5EBAA}" type="pres">
      <dgm:prSet presAssocID="{6710A655-AE41-4D94-A7D1-8C40A6BFCA40}" presName="sibTrans" presStyleCnt="0"/>
      <dgm:spPr/>
    </dgm:pt>
    <dgm:pt modelId="{9BEA1AAE-D9B2-432F-8C9B-9F6643181F87}" type="pres">
      <dgm:prSet presAssocID="{0F0A5587-0EDA-4D18-A3A3-132049BA6DF3}" presName="node" presStyleLbl="node1" presStyleIdx="2" presStyleCnt="11">
        <dgm:presLayoutVars>
          <dgm:bulletEnabled val="1"/>
        </dgm:presLayoutVars>
      </dgm:prSet>
      <dgm:spPr/>
    </dgm:pt>
    <dgm:pt modelId="{FD340E19-3018-4759-A1D4-4D0A3AE15538}" type="pres">
      <dgm:prSet presAssocID="{858E3793-B761-4ADC-8672-BBA60441D9AD}" presName="sibTrans" presStyleCnt="0"/>
      <dgm:spPr/>
    </dgm:pt>
    <dgm:pt modelId="{20F5A229-0AD6-44D2-8542-6AA897DB514E}" type="pres">
      <dgm:prSet presAssocID="{66D8F5BA-2E5A-41CD-B3F4-C61A32BFC904}" presName="node" presStyleLbl="node1" presStyleIdx="3" presStyleCnt="11">
        <dgm:presLayoutVars>
          <dgm:bulletEnabled val="1"/>
        </dgm:presLayoutVars>
      </dgm:prSet>
      <dgm:spPr/>
    </dgm:pt>
    <dgm:pt modelId="{9F394C27-CEDC-4D2F-86B3-20FA2A342402}" type="pres">
      <dgm:prSet presAssocID="{CC3ADB71-C6A0-4517-8C39-3AA6D0996AEA}" presName="sibTrans" presStyleCnt="0"/>
      <dgm:spPr/>
    </dgm:pt>
    <dgm:pt modelId="{898A6807-52DC-4755-BB51-BA6A0AEC4278}" type="pres">
      <dgm:prSet presAssocID="{AA5DA064-AE4F-493F-A7BF-578199D892E0}" presName="node" presStyleLbl="node1" presStyleIdx="4" presStyleCnt="11">
        <dgm:presLayoutVars>
          <dgm:bulletEnabled val="1"/>
        </dgm:presLayoutVars>
      </dgm:prSet>
      <dgm:spPr/>
    </dgm:pt>
    <dgm:pt modelId="{FC3D4E2F-24B8-4E9A-9859-8A54A170CF5F}" type="pres">
      <dgm:prSet presAssocID="{B385898C-C0DE-424F-961F-80E69A21F1CF}" presName="sibTrans" presStyleCnt="0"/>
      <dgm:spPr/>
    </dgm:pt>
    <dgm:pt modelId="{82F3BF8C-3176-40DF-8CB3-FE2A44571A53}" type="pres">
      <dgm:prSet presAssocID="{2779DEEA-CDC7-43DD-9999-538D67C5E03E}" presName="node" presStyleLbl="node1" presStyleIdx="5" presStyleCnt="11">
        <dgm:presLayoutVars>
          <dgm:bulletEnabled val="1"/>
        </dgm:presLayoutVars>
      </dgm:prSet>
      <dgm:spPr/>
    </dgm:pt>
    <dgm:pt modelId="{4CC3E349-2414-4BE6-AD7B-0CE31157F236}" type="pres">
      <dgm:prSet presAssocID="{3D86C112-6030-4D4F-A0C8-04353FF0D6E4}" presName="sibTrans" presStyleCnt="0"/>
      <dgm:spPr/>
    </dgm:pt>
    <dgm:pt modelId="{DE5FE7EB-9A21-48AD-B8B2-0B3E044CB87E}" type="pres">
      <dgm:prSet presAssocID="{02A2ABC5-FB6A-442C-88B2-1770ACECD78F}" presName="node" presStyleLbl="node1" presStyleIdx="6" presStyleCnt="11">
        <dgm:presLayoutVars>
          <dgm:bulletEnabled val="1"/>
        </dgm:presLayoutVars>
      </dgm:prSet>
      <dgm:spPr/>
    </dgm:pt>
    <dgm:pt modelId="{03203E75-B23D-4B98-9739-3C117CC2802F}" type="pres">
      <dgm:prSet presAssocID="{1611EA3B-E375-40B0-A96C-1DD7FAEF177E}" presName="sibTrans" presStyleCnt="0"/>
      <dgm:spPr/>
    </dgm:pt>
    <dgm:pt modelId="{1348D0F9-F445-4F88-838E-4BFD301FE173}" type="pres">
      <dgm:prSet presAssocID="{93ED95C7-666D-45DA-8EC9-509384DA585B}" presName="node" presStyleLbl="node1" presStyleIdx="7" presStyleCnt="11">
        <dgm:presLayoutVars>
          <dgm:bulletEnabled val="1"/>
        </dgm:presLayoutVars>
      </dgm:prSet>
      <dgm:spPr/>
    </dgm:pt>
    <dgm:pt modelId="{68A519DD-213E-4649-8FED-35C27C44596F}" type="pres">
      <dgm:prSet presAssocID="{1E9E59EE-3D03-453E-BFE7-8F14F4619AAE}" presName="sibTrans" presStyleCnt="0"/>
      <dgm:spPr/>
    </dgm:pt>
    <dgm:pt modelId="{B3E7E85F-0E71-41AE-96C9-7B7FD7410FB9}" type="pres">
      <dgm:prSet presAssocID="{D2D46C2B-CB9C-45E3-A5EC-F507E5512B7B}" presName="node" presStyleLbl="node1" presStyleIdx="8" presStyleCnt="11">
        <dgm:presLayoutVars>
          <dgm:bulletEnabled val="1"/>
        </dgm:presLayoutVars>
      </dgm:prSet>
      <dgm:spPr/>
    </dgm:pt>
    <dgm:pt modelId="{C67D871E-E6FB-43D7-A9C0-33FD379924F4}" type="pres">
      <dgm:prSet presAssocID="{7DD3E05F-BFF8-4F27-903A-3D17AB7EC7EA}" presName="sibTrans" presStyleCnt="0"/>
      <dgm:spPr/>
    </dgm:pt>
    <dgm:pt modelId="{A01911F5-05BA-40C1-A05C-FE47E7F8F32F}" type="pres">
      <dgm:prSet presAssocID="{D4E991A0-4317-45A7-BA42-37E96DBB6D68}" presName="node" presStyleLbl="node1" presStyleIdx="9" presStyleCnt="11">
        <dgm:presLayoutVars>
          <dgm:bulletEnabled val="1"/>
        </dgm:presLayoutVars>
      </dgm:prSet>
      <dgm:spPr/>
    </dgm:pt>
    <dgm:pt modelId="{B0A2C208-DA0B-4F44-9F51-6CEFB5F69599}" type="pres">
      <dgm:prSet presAssocID="{5E2E165A-8A40-4803-BCCC-9D3A34F7C1B1}" presName="sibTrans" presStyleCnt="0"/>
      <dgm:spPr/>
    </dgm:pt>
    <dgm:pt modelId="{91626133-DE54-4E68-862E-E4E2CDC3890B}" type="pres">
      <dgm:prSet presAssocID="{CB14AADB-108D-42C5-95F5-6B6D71CF2462}" presName="node" presStyleLbl="node1" presStyleIdx="10" presStyleCnt="11">
        <dgm:presLayoutVars>
          <dgm:bulletEnabled val="1"/>
        </dgm:presLayoutVars>
      </dgm:prSet>
      <dgm:spPr/>
    </dgm:pt>
  </dgm:ptLst>
  <dgm:cxnLst>
    <dgm:cxn modelId="{A6C0F601-B107-482D-93AB-47BFD96BCC71}" srcId="{4C8EF0FC-1CF8-4402-A3B1-AA09F9D6558B}" destId="{D4E991A0-4317-45A7-BA42-37E96DBB6D68}" srcOrd="9" destOrd="0" parTransId="{A1906BAA-E928-42DF-85AD-70FD5AEF5646}" sibTransId="{5E2E165A-8A40-4803-BCCC-9D3A34F7C1B1}"/>
    <dgm:cxn modelId="{C3EFA403-D9D5-4158-8CA0-5A9E1D6E20E9}" type="presOf" srcId="{D2D46C2B-CB9C-45E3-A5EC-F507E5512B7B}" destId="{B3E7E85F-0E71-41AE-96C9-7B7FD7410FB9}" srcOrd="0" destOrd="0" presId="urn:microsoft.com/office/officeart/2005/8/layout/default"/>
    <dgm:cxn modelId="{84C28406-38A7-42C8-8644-186C56E933C1}" type="presOf" srcId="{AA5DA064-AE4F-493F-A7BF-578199D892E0}" destId="{898A6807-52DC-4755-BB51-BA6A0AEC4278}" srcOrd="0" destOrd="0" presId="urn:microsoft.com/office/officeart/2005/8/layout/default"/>
    <dgm:cxn modelId="{1C81110A-B192-4809-95ED-F739B19E80E2}" type="presOf" srcId="{2779DEEA-CDC7-43DD-9999-538D67C5E03E}" destId="{82F3BF8C-3176-40DF-8CB3-FE2A44571A53}" srcOrd="0" destOrd="0" presId="urn:microsoft.com/office/officeart/2005/8/layout/default"/>
    <dgm:cxn modelId="{464BB90B-4D92-4823-8EEC-57E65B9BC06F}" srcId="{4C8EF0FC-1CF8-4402-A3B1-AA09F9D6558B}" destId="{93ED95C7-666D-45DA-8EC9-509384DA585B}" srcOrd="7" destOrd="0" parTransId="{0E20C898-A2A4-4085-8737-26844E8FFB91}" sibTransId="{1E9E59EE-3D03-453E-BFE7-8F14F4619AAE}"/>
    <dgm:cxn modelId="{1305A30D-C199-4AC8-97D6-655D2A7F47A9}" type="presOf" srcId="{66D8F5BA-2E5A-41CD-B3F4-C61A32BFC904}" destId="{20F5A229-0AD6-44D2-8542-6AA897DB514E}" srcOrd="0" destOrd="0" presId="urn:microsoft.com/office/officeart/2005/8/layout/default"/>
    <dgm:cxn modelId="{B636EB0F-F4EA-4606-AE76-A6385C72D3DF}" type="presOf" srcId="{C8742709-AB02-483A-A026-BB6E5D02B25C}" destId="{B3E7E85F-0E71-41AE-96C9-7B7FD7410FB9}" srcOrd="0" destOrd="1" presId="urn:microsoft.com/office/officeart/2005/8/layout/default"/>
    <dgm:cxn modelId="{F24A2E1A-E42B-411D-8634-6317A5B1D89D}" srcId="{8BC6B3CC-515B-421A-8C6A-3721009A35ED}" destId="{9E589D98-C324-4ED9-AF42-203A183B3D58}" srcOrd="0" destOrd="0" parTransId="{56359609-1912-4D6E-BC2E-95E29A807CE7}" sibTransId="{26A5A094-4BC4-4549-BD2B-06B0BDB9EB79}"/>
    <dgm:cxn modelId="{A730B01D-2406-45BE-8063-195211E36D1A}" srcId="{4C8EF0FC-1CF8-4402-A3B1-AA09F9D6558B}" destId="{02A2ABC5-FB6A-442C-88B2-1770ACECD78F}" srcOrd="6" destOrd="0" parTransId="{30F0571A-7D67-4CA3-8063-1E6D18755AB2}" sibTransId="{1611EA3B-E375-40B0-A96C-1DD7FAEF177E}"/>
    <dgm:cxn modelId="{5EC65A20-5093-4A01-8A08-D6AFD058AD24}" srcId="{4C8EF0FC-1CF8-4402-A3B1-AA09F9D6558B}" destId="{8BC6B3CC-515B-421A-8C6A-3721009A35ED}" srcOrd="0" destOrd="0" parTransId="{7D21C3D7-D671-4874-B0B9-6C0AF5554E0A}" sibTransId="{6FE11EFF-6922-4C48-8D72-1856411D1786}"/>
    <dgm:cxn modelId="{A1455722-13F7-4193-A0FF-86D78D8B188E}" type="presOf" srcId="{A3A0C377-C4A6-4FAC-A2AB-2EAD74FEDBB0}" destId="{DE5FE7EB-9A21-48AD-B8B2-0B3E044CB87E}" srcOrd="0" destOrd="1" presId="urn:microsoft.com/office/officeart/2005/8/layout/default"/>
    <dgm:cxn modelId="{7E836337-119D-46F2-9E6E-D1F8244CB6E0}" type="presOf" srcId="{4C8EF0FC-1CF8-4402-A3B1-AA09F9D6558B}" destId="{BF3A6C08-90C3-4C4C-9DE1-E6AE7B2F0B80}" srcOrd="0" destOrd="0" presId="urn:microsoft.com/office/officeart/2005/8/layout/default"/>
    <dgm:cxn modelId="{77E6A25F-E3A2-478F-8461-271B9AB553C0}" type="presOf" srcId="{02A2ABC5-FB6A-442C-88B2-1770ACECD78F}" destId="{DE5FE7EB-9A21-48AD-B8B2-0B3E044CB87E}" srcOrd="0" destOrd="0" presId="urn:microsoft.com/office/officeart/2005/8/layout/default"/>
    <dgm:cxn modelId="{5C75D444-9E94-4D5D-BB47-899462E779E3}" srcId="{CB14AADB-108D-42C5-95F5-6B6D71CF2462}" destId="{FB5A1196-DE69-4949-B92C-C815C3B9C553}" srcOrd="0" destOrd="0" parTransId="{2101FF33-E84C-4769-B760-7CEBAC57A144}" sibTransId="{68F4958D-8228-415A-8456-7EA959FA81C6}"/>
    <dgm:cxn modelId="{25098C68-29B4-4EE0-BDD6-AA1A2B8097BA}" srcId="{0F0A5587-0EDA-4D18-A3A3-132049BA6DF3}" destId="{EF0EDD96-4CD8-4255-B7E0-5799C4E6795E}" srcOrd="0" destOrd="0" parTransId="{9B59F096-3467-4AEE-B084-D370D2E36B9C}" sibTransId="{522F0423-400A-4AF3-897C-688BB6CD8A04}"/>
    <dgm:cxn modelId="{4BD37149-9B86-48AA-A252-42277E4B3124}" type="presOf" srcId="{D4E991A0-4317-45A7-BA42-37E96DBB6D68}" destId="{A01911F5-05BA-40C1-A05C-FE47E7F8F32F}" srcOrd="0" destOrd="0" presId="urn:microsoft.com/office/officeart/2005/8/layout/default"/>
    <dgm:cxn modelId="{041D4A50-41D0-4F0B-987E-9540D00862FA}" type="presOf" srcId="{FB5A1196-DE69-4949-B92C-C815C3B9C553}" destId="{91626133-DE54-4E68-862E-E4E2CDC3890B}" srcOrd="0" destOrd="1" presId="urn:microsoft.com/office/officeart/2005/8/layout/default"/>
    <dgm:cxn modelId="{58077970-F819-4345-A85E-BEA3BAFD3340}" srcId="{4C8EF0FC-1CF8-4402-A3B1-AA09F9D6558B}" destId="{0F0A5587-0EDA-4D18-A3A3-132049BA6DF3}" srcOrd="2" destOrd="0" parTransId="{1C7D9392-D4BF-4082-9E2A-369263517386}" sibTransId="{858E3793-B761-4ADC-8672-BBA60441D9AD}"/>
    <dgm:cxn modelId="{A3B30653-5056-4869-9728-DB9B92767749}" srcId="{4C8EF0FC-1CF8-4402-A3B1-AA09F9D6558B}" destId="{2779DEEA-CDC7-43DD-9999-538D67C5E03E}" srcOrd="5" destOrd="0" parTransId="{A36E003E-E419-4C09-B070-F0DF485FF47A}" sibTransId="{3D86C112-6030-4D4F-A0C8-04353FF0D6E4}"/>
    <dgm:cxn modelId="{0A555E7D-7AAF-4444-A347-98A9D5A81931}" srcId="{4C8EF0FC-1CF8-4402-A3B1-AA09F9D6558B}" destId="{D2D46C2B-CB9C-45E3-A5EC-F507E5512B7B}" srcOrd="8" destOrd="0" parTransId="{3030AE5F-22BA-4C94-845A-4229E882E086}" sibTransId="{7DD3E05F-BFF8-4F27-903A-3D17AB7EC7EA}"/>
    <dgm:cxn modelId="{90C0FA80-1A39-478B-8239-38176565D287}" type="presOf" srcId="{A07758FB-E3EC-4370-8A8E-BC83A78BB1C0}" destId="{82F3BF8C-3176-40DF-8CB3-FE2A44571A53}" srcOrd="0" destOrd="1" presId="urn:microsoft.com/office/officeart/2005/8/layout/default"/>
    <dgm:cxn modelId="{B288FA81-ADC0-4E9B-88DE-D5BC55C7D745}" type="presOf" srcId="{0F0A5587-0EDA-4D18-A3A3-132049BA6DF3}" destId="{9BEA1AAE-D9B2-432F-8C9B-9F6643181F87}" srcOrd="0" destOrd="0" presId="urn:microsoft.com/office/officeart/2005/8/layout/default"/>
    <dgm:cxn modelId="{B3C54C85-1000-40B8-BD1A-8E76B2BC6F13}" srcId="{02A2ABC5-FB6A-442C-88B2-1770ACECD78F}" destId="{A3A0C377-C4A6-4FAC-A2AB-2EAD74FEDBB0}" srcOrd="0" destOrd="0" parTransId="{79F2BD30-F979-46F5-AF94-CDBD7DC47E91}" sibTransId="{B2458C7C-89EC-4F28-8B26-835002C9CF87}"/>
    <dgm:cxn modelId="{11361687-2C2D-401F-BF08-70D39BB183B3}" type="presOf" srcId="{FBA2E5DC-876A-4BC3-8258-E3C73933FFAF}" destId="{0ED8FF4C-2ADD-4811-BEE4-8B110E6AA4BE}" srcOrd="0" destOrd="0" presId="urn:microsoft.com/office/officeart/2005/8/layout/default"/>
    <dgm:cxn modelId="{9C06A68C-78ED-4AD2-9C3F-5F6C69190052}" srcId="{4C8EF0FC-1CF8-4402-A3B1-AA09F9D6558B}" destId="{66D8F5BA-2E5A-41CD-B3F4-C61A32BFC904}" srcOrd="3" destOrd="0" parTransId="{D408BAA3-ED72-4FF2-BFEA-181A9C22E964}" sibTransId="{CC3ADB71-C6A0-4517-8C39-3AA6D0996AEA}"/>
    <dgm:cxn modelId="{A6041F92-0738-4916-8646-D52B87FE60A5}" srcId="{4C8EF0FC-1CF8-4402-A3B1-AA09F9D6558B}" destId="{CB14AADB-108D-42C5-95F5-6B6D71CF2462}" srcOrd="10" destOrd="0" parTransId="{167DE84E-1BA9-4371-9A69-DDBA76FC43D8}" sibTransId="{177811B5-CB9C-445D-8317-3306C9596068}"/>
    <dgm:cxn modelId="{9693E597-0033-43F7-B3A0-F499DF014EE9}" srcId="{66D8F5BA-2E5A-41CD-B3F4-C61A32BFC904}" destId="{E0468F0E-2EE9-4CE2-AB2E-0A9ADCA007C5}" srcOrd="0" destOrd="0" parTransId="{D1E365E9-D368-4C98-BBA0-5DF4B01EF441}" sibTransId="{45F2927D-2FC0-4DC7-8D4D-704CBEA6649D}"/>
    <dgm:cxn modelId="{FA770698-C144-45D1-8399-732847578208}" srcId="{2779DEEA-CDC7-43DD-9999-538D67C5E03E}" destId="{A07758FB-E3EC-4370-8A8E-BC83A78BB1C0}" srcOrd="0" destOrd="0" parTransId="{BA497755-CD76-4C2A-A15A-91A72978AF89}" sibTransId="{FBF263E7-DA73-4005-AA4C-C447E8D00F3B}"/>
    <dgm:cxn modelId="{FEF19A9C-B865-4E8A-A6F3-7BCC36793BD9}" srcId="{D2D46C2B-CB9C-45E3-A5EC-F507E5512B7B}" destId="{C8742709-AB02-483A-A026-BB6E5D02B25C}" srcOrd="0" destOrd="0" parTransId="{52DD919E-03FD-4AC0-A897-E72FC966FA68}" sibTransId="{0D66F492-0A0A-41E1-866B-681318C3C508}"/>
    <dgm:cxn modelId="{8213DA9C-78B4-4C21-8B80-E83AD7A11D5F}" srcId="{93ED95C7-666D-45DA-8EC9-509384DA585B}" destId="{87791CFC-87A1-4209-84B6-036AB09FDF5B}" srcOrd="0" destOrd="0" parTransId="{662FA04D-1EE1-46BA-A38A-EAA4837ACB2F}" sibTransId="{7DB6EC4A-B265-449B-B331-307A2FF5CC14}"/>
    <dgm:cxn modelId="{179EEAA8-33E1-4D24-BAF8-6D4FA0B7E696}" srcId="{AA5DA064-AE4F-493F-A7BF-578199D892E0}" destId="{6D88D8E3-B333-41FF-8C1C-99E0D3A5B454}" srcOrd="0" destOrd="0" parTransId="{A20B465C-D458-42AC-A6D0-4BFAF10E70E1}" sibTransId="{D28036BD-7710-462C-BBF4-3175913202C0}"/>
    <dgm:cxn modelId="{D31AEDB4-3328-40BE-ABFF-190E69DB2EE0}" type="presOf" srcId="{3E051ADE-CA8D-4D01-B4FF-3C8AA58FFFC9}" destId="{0ED8FF4C-2ADD-4811-BEE4-8B110E6AA4BE}" srcOrd="0" destOrd="1" presId="urn:microsoft.com/office/officeart/2005/8/layout/default"/>
    <dgm:cxn modelId="{875BD8B7-4188-4D71-86BB-30A341215E19}" type="presOf" srcId="{93ED95C7-666D-45DA-8EC9-509384DA585B}" destId="{1348D0F9-F445-4F88-838E-4BFD301FE173}" srcOrd="0" destOrd="0" presId="urn:microsoft.com/office/officeart/2005/8/layout/default"/>
    <dgm:cxn modelId="{5F7E64C6-ED54-4D0C-A121-45CC718C84F0}" type="presOf" srcId="{6D88D8E3-B333-41FF-8C1C-99E0D3A5B454}" destId="{898A6807-52DC-4755-BB51-BA6A0AEC4278}" srcOrd="0" destOrd="1" presId="urn:microsoft.com/office/officeart/2005/8/layout/default"/>
    <dgm:cxn modelId="{8B1D96C6-4ED1-4A93-A4FB-9B1BADE551F8}" type="presOf" srcId="{CB14AADB-108D-42C5-95F5-6B6D71CF2462}" destId="{91626133-DE54-4E68-862E-E4E2CDC3890B}" srcOrd="0" destOrd="0" presId="urn:microsoft.com/office/officeart/2005/8/layout/default"/>
    <dgm:cxn modelId="{272477CE-BA77-461A-83F5-D7A8C279FDFE}" srcId="{FBA2E5DC-876A-4BC3-8258-E3C73933FFAF}" destId="{3E051ADE-CA8D-4D01-B4FF-3C8AA58FFFC9}" srcOrd="0" destOrd="0" parTransId="{72456868-C5D5-469A-A0A7-D749770DF211}" sibTransId="{1CE7FA97-447A-4422-9CFE-21DDD64722FA}"/>
    <dgm:cxn modelId="{A2A690D1-719B-4D93-A534-D73CDED76158}" srcId="{4C8EF0FC-1CF8-4402-A3B1-AA09F9D6558B}" destId="{AA5DA064-AE4F-493F-A7BF-578199D892E0}" srcOrd="4" destOrd="0" parTransId="{FBC1EC3B-EF8C-4078-8D18-8749FD413283}" sibTransId="{B385898C-C0DE-424F-961F-80E69A21F1CF}"/>
    <dgm:cxn modelId="{93FEFCD6-9BBE-499F-BA4F-527A7D135C35}" type="presOf" srcId="{8BC6B3CC-515B-421A-8C6A-3721009A35ED}" destId="{5799AC51-0D49-45CB-8A38-1367EA8B924B}" srcOrd="0" destOrd="0" presId="urn:microsoft.com/office/officeart/2005/8/layout/default"/>
    <dgm:cxn modelId="{7F5EBBD7-6F62-409D-B965-7D7F57D8702C}" type="presOf" srcId="{E0468F0E-2EE9-4CE2-AB2E-0A9ADCA007C5}" destId="{20F5A229-0AD6-44D2-8542-6AA897DB514E}" srcOrd="0" destOrd="1" presId="urn:microsoft.com/office/officeart/2005/8/layout/default"/>
    <dgm:cxn modelId="{BAEC76DB-9FCD-4B2D-B83A-845BF4DDE3E2}" type="presOf" srcId="{EF0EDD96-4CD8-4255-B7E0-5799C4E6795E}" destId="{9BEA1AAE-D9B2-432F-8C9B-9F6643181F87}" srcOrd="0" destOrd="1" presId="urn:microsoft.com/office/officeart/2005/8/layout/default"/>
    <dgm:cxn modelId="{DCD56DDF-D775-4784-81C7-F0CA8675481D}" type="presOf" srcId="{87791CFC-87A1-4209-84B6-036AB09FDF5B}" destId="{1348D0F9-F445-4F88-838E-4BFD301FE173}" srcOrd="0" destOrd="1" presId="urn:microsoft.com/office/officeart/2005/8/layout/default"/>
    <dgm:cxn modelId="{CAE092E0-1248-4977-9888-080442BC94F1}" type="presOf" srcId="{FDB1F8D4-890F-4A9E-865B-39889BC0A525}" destId="{A01911F5-05BA-40C1-A05C-FE47E7F8F32F}" srcOrd="0" destOrd="1" presId="urn:microsoft.com/office/officeart/2005/8/layout/default"/>
    <dgm:cxn modelId="{62693BEB-04D2-458F-9952-19DEEE8BC21B}" srcId="{D4E991A0-4317-45A7-BA42-37E96DBB6D68}" destId="{FDB1F8D4-890F-4A9E-865B-39889BC0A525}" srcOrd="0" destOrd="0" parTransId="{C6642A92-A50A-4DFB-B532-54138057C4D4}" sibTransId="{435ACEF7-A9CB-420B-B062-CED95FBEB031}"/>
    <dgm:cxn modelId="{FCFDD5ED-6160-417D-8AEC-F61E20723695}" type="presOf" srcId="{9E589D98-C324-4ED9-AF42-203A183B3D58}" destId="{5799AC51-0D49-45CB-8A38-1367EA8B924B}" srcOrd="0" destOrd="1" presId="urn:microsoft.com/office/officeart/2005/8/layout/default"/>
    <dgm:cxn modelId="{7BC851FE-84E0-4E31-A3C2-6EE3CDF7876C}" srcId="{4C8EF0FC-1CF8-4402-A3B1-AA09F9D6558B}" destId="{FBA2E5DC-876A-4BC3-8258-E3C73933FFAF}" srcOrd="1" destOrd="0" parTransId="{B153CD1C-488C-4E97-AA4D-65157C4F4E6D}" sibTransId="{6710A655-AE41-4D94-A7D1-8C40A6BFCA40}"/>
    <dgm:cxn modelId="{E1F037F9-77B8-45C9-8D0E-8A3D58911D84}" type="presParOf" srcId="{BF3A6C08-90C3-4C4C-9DE1-E6AE7B2F0B80}" destId="{5799AC51-0D49-45CB-8A38-1367EA8B924B}" srcOrd="0" destOrd="0" presId="urn:microsoft.com/office/officeart/2005/8/layout/default"/>
    <dgm:cxn modelId="{416581B7-8D94-45C8-9B81-2BE4B5138BF9}" type="presParOf" srcId="{BF3A6C08-90C3-4C4C-9DE1-E6AE7B2F0B80}" destId="{DA0C7FF2-3541-4C0A-AEA3-69419E034947}" srcOrd="1" destOrd="0" presId="urn:microsoft.com/office/officeart/2005/8/layout/default"/>
    <dgm:cxn modelId="{0C3248CB-3EFE-43CC-8CB9-8220CE6E6EC3}" type="presParOf" srcId="{BF3A6C08-90C3-4C4C-9DE1-E6AE7B2F0B80}" destId="{0ED8FF4C-2ADD-4811-BEE4-8B110E6AA4BE}" srcOrd="2" destOrd="0" presId="urn:microsoft.com/office/officeart/2005/8/layout/default"/>
    <dgm:cxn modelId="{2390497F-5AC5-4F4D-AA3C-5DBD308570A4}" type="presParOf" srcId="{BF3A6C08-90C3-4C4C-9DE1-E6AE7B2F0B80}" destId="{7B56D346-277E-4FDC-A60E-CE1533A5EBAA}" srcOrd="3" destOrd="0" presId="urn:microsoft.com/office/officeart/2005/8/layout/default"/>
    <dgm:cxn modelId="{8F7C45EA-9A99-4B0E-846E-0CF6BA53A54D}" type="presParOf" srcId="{BF3A6C08-90C3-4C4C-9DE1-E6AE7B2F0B80}" destId="{9BEA1AAE-D9B2-432F-8C9B-9F6643181F87}" srcOrd="4" destOrd="0" presId="urn:microsoft.com/office/officeart/2005/8/layout/default"/>
    <dgm:cxn modelId="{A3D74217-E0B7-4D92-8A83-53642912122A}" type="presParOf" srcId="{BF3A6C08-90C3-4C4C-9DE1-E6AE7B2F0B80}" destId="{FD340E19-3018-4759-A1D4-4D0A3AE15538}" srcOrd="5" destOrd="0" presId="urn:microsoft.com/office/officeart/2005/8/layout/default"/>
    <dgm:cxn modelId="{25361F29-06E8-41DB-819A-CAED8BD842AB}" type="presParOf" srcId="{BF3A6C08-90C3-4C4C-9DE1-E6AE7B2F0B80}" destId="{20F5A229-0AD6-44D2-8542-6AA897DB514E}" srcOrd="6" destOrd="0" presId="urn:microsoft.com/office/officeart/2005/8/layout/default"/>
    <dgm:cxn modelId="{CCB19DA1-D016-4D0F-AADD-5501E90AAF77}" type="presParOf" srcId="{BF3A6C08-90C3-4C4C-9DE1-E6AE7B2F0B80}" destId="{9F394C27-CEDC-4D2F-86B3-20FA2A342402}" srcOrd="7" destOrd="0" presId="urn:microsoft.com/office/officeart/2005/8/layout/default"/>
    <dgm:cxn modelId="{26BE2DA4-6E6C-442D-A068-F30DA2811779}" type="presParOf" srcId="{BF3A6C08-90C3-4C4C-9DE1-E6AE7B2F0B80}" destId="{898A6807-52DC-4755-BB51-BA6A0AEC4278}" srcOrd="8" destOrd="0" presId="urn:microsoft.com/office/officeart/2005/8/layout/default"/>
    <dgm:cxn modelId="{97614F94-8BB9-4AB3-9FE1-2FFCA8F3F366}" type="presParOf" srcId="{BF3A6C08-90C3-4C4C-9DE1-E6AE7B2F0B80}" destId="{FC3D4E2F-24B8-4E9A-9859-8A54A170CF5F}" srcOrd="9" destOrd="0" presId="urn:microsoft.com/office/officeart/2005/8/layout/default"/>
    <dgm:cxn modelId="{01CD9203-22D4-42CC-B679-282011ED0699}" type="presParOf" srcId="{BF3A6C08-90C3-4C4C-9DE1-E6AE7B2F0B80}" destId="{82F3BF8C-3176-40DF-8CB3-FE2A44571A53}" srcOrd="10" destOrd="0" presId="urn:microsoft.com/office/officeart/2005/8/layout/default"/>
    <dgm:cxn modelId="{DEFF7C5D-2EC1-4395-ADE2-DCAE63F9ACD9}" type="presParOf" srcId="{BF3A6C08-90C3-4C4C-9DE1-E6AE7B2F0B80}" destId="{4CC3E349-2414-4BE6-AD7B-0CE31157F236}" srcOrd="11" destOrd="0" presId="urn:microsoft.com/office/officeart/2005/8/layout/default"/>
    <dgm:cxn modelId="{63FB42A6-CDA2-4D1C-A604-0C786C1CDC5B}" type="presParOf" srcId="{BF3A6C08-90C3-4C4C-9DE1-E6AE7B2F0B80}" destId="{DE5FE7EB-9A21-48AD-B8B2-0B3E044CB87E}" srcOrd="12" destOrd="0" presId="urn:microsoft.com/office/officeart/2005/8/layout/default"/>
    <dgm:cxn modelId="{5EA9EBF7-BCF6-4431-9D8E-EE6C589FF013}" type="presParOf" srcId="{BF3A6C08-90C3-4C4C-9DE1-E6AE7B2F0B80}" destId="{03203E75-B23D-4B98-9739-3C117CC2802F}" srcOrd="13" destOrd="0" presId="urn:microsoft.com/office/officeart/2005/8/layout/default"/>
    <dgm:cxn modelId="{DBBAE5B2-369C-4216-8A19-6565CCEB68D1}" type="presParOf" srcId="{BF3A6C08-90C3-4C4C-9DE1-E6AE7B2F0B80}" destId="{1348D0F9-F445-4F88-838E-4BFD301FE173}" srcOrd="14" destOrd="0" presId="urn:microsoft.com/office/officeart/2005/8/layout/default"/>
    <dgm:cxn modelId="{A213934F-1F1E-41B8-850A-D4E017B967D3}" type="presParOf" srcId="{BF3A6C08-90C3-4C4C-9DE1-E6AE7B2F0B80}" destId="{68A519DD-213E-4649-8FED-35C27C44596F}" srcOrd="15" destOrd="0" presId="urn:microsoft.com/office/officeart/2005/8/layout/default"/>
    <dgm:cxn modelId="{9D786053-0AAB-4FC5-8E50-6CDF96A91FA0}" type="presParOf" srcId="{BF3A6C08-90C3-4C4C-9DE1-E6AE7B2F0B80}" destId="{B3E7E85F-0E71-41AE-96C9-7B7FD7410FB9}" srcOrd="16" destOrd="0" presId="urn:microsoft.com/office/officeart/2005/8/layout/default"/>
    <dgm:cxn modelId="{7A51FAD7-6319-45C0-8A2D-869DC2450E4C}" type="presParOf" srcId="{BF3A6C08-90C3-4C4C-9DE1-E6AE7B2F0B80}" destId="{C67D871E-E6FB-43D7-A9C0-33FD379924F4}" srcOrd="17" destOrd="0" presId="urn:microsoft.com/office/officeart/2005/8/layout/default"/>
    <dgm:cxn modelId="{F9D54CE5-5CE7-4C50-A924-A9273276F85D}" type="presParOf" srcId="{BF3A6C08-90C3-4C4C-9DE1-E6AE7B2F0B80}" destId="{A01911F5-05BA-40C1-A05C-FE47E7F8F32F}" srcOrd="18" destOrd="0" presId="urn:microsoft.com/office/officeart/2005/8/layout/default"/>
    <dgm:cxn modelId="{8639501B-24CF-43B1-A95B-F5C81BCBF3B2}" type="presParOf" srcId="{BF3A6C08-90C3-4C4C-9DE1-E6AE7B2F0B80}" destId="{B0A2C208-DA0B-4F44-9F51-6CEFB5F69599}" srcOrd="19" destOrd="0" presId="urn:microsoft.com/office/officeart/2005/8/layout/default"/>
    <dgm:cxn modelId="{0BCA46E6-1713-4423-9285-01F698936AAA}" type="presParOf" srcId="{BF3A6C08-90C3-4C4C-9DE1-E6AE7B2F0B80}" destId="{91626133-DE54-4E68-862E-E4E2CDC3890B}" srcOrd="2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B0F178-CECE-4D41-A7FD-558B1B01C4D5}">
      <dsp:nvSpPr>
        <dsp:cNvPr id="0" name=""/>
        <dsp:cNvSpPr/>
      </dsp:nvSpPr>
      <dsp:spPr>
        <a:xfrm>
          <a:off x="683175" y="5593"/>
          <a:ext cx="5513675" cy="3308205"/>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ru-RU" sz="3100" b="1" i="0" kern="1200" dirty="0">
              <a:latin typeface="Open Sans" pitchFamily="2" charset="0"/>
              <a:ea typeface="Open Sans" pitchFamily="2" charset="0"/>
              <a:cs typeface="Open Sans" pitchFamily="2" charset="0"/>
            </a:rPr>
            <a:t>ЗАДАНИЕ 1. </a:t>
          </a:r>
          <a:endParaRPr lang="ru-RU" sz="3100" b="1" kern="1200" dirty="0">
            <a:latin typeface="Open Sans" pitchFamily="2" charset="0"/>
            <a:ea typeface="Open Sans" pitchFamily="2" charset="0"/>
            <a:cs typeface="Open Sans" pitchFamily="2" charset="0"/>
          </a:endParaRPr>
        </a:p>
        <a:p>
          <a:pPr marL="228600" lvl="1" indent="-228600" algn="l" defTabSz="1066800">
            <a:lnSpc>
              <a:spcPct val="90000"/>
            </a:lnSpc>
            <a:spcBef>
              <a:spcPct val="0"/>
            </a:spcBef>
            <a:spcAft>
              <a:spcPct val="15000"/>
            </a:spcAft>
            <a:buChar char="•"/>
          </a:pPr>
          <a:r>
            <a:rPr lang="ru-RU" sz="2400" b="0" i="0" kern="1200" dirty="0">
              <a:latin typeface="Open Sans" pitchFamily="2" charset="0"/>
              <a:ea typeface="Open Sans" pitchFamily="2" charset="0"/>
              <a:cs typeface="Open Sans" pitchFamily="2" charset="0"/>
            </a:rPr>
            <a:t>Отработка проведения обзорного осмотра пострадавшего (пострадавших).</a:t>
          </a:r>
          <a:endParaRPr lang="ru-RU" sz="2400" kern="1200" dirty="0">
            <a:latin typeface="Open Sans" pitchFamily="2" charset="0"/>
            <a:ea typeface="Open Sans" pitchFamily="2" charset="0"/>
            <a:cs typeface="Open Sans" pitchFamily="2" charset="0"/>
          </a:endParaRPr>
        </a:p>
      </dsp:txBody>
      <dsp:txXfrm>
        <a:off x="683175" y="5593"/>
        <a:ext cx="5513675" cy="3308205"/>
      </dsp:txXfrm>
    </dsp:sp>
    <dsp:sp modelId="{90AA358F-5E67-4DC0-8B61-D309360661D1}">
      <dsp:nvSpPr>
        <dsp:cNvPr id="0" name=""/>
        <dsp:cNvSpPr/>
      </dsp:nvSpPr>
      <dsp:spPr>
        <a:xfrm>
          <a:off x="6748218" y="5593"/>
          <a:ext cx="5513675" cy="3308205"/>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ru-RU" sz="3100" b="1" i="0" kern="1200" dirty="0">
              <a:latin typeface="Open Sans" pitchFamily="2" charset="0"/>
              <a:ea typeface="Open Sans" pitchFamily="2" charset="0"/>
              <a:cs typeface="Open Sans" pitchFamily="2" charset="0"/>
            </a:rPr>
            <a:t>ЗАДАНИЕ 2. </a:t>
          </a:r>
          <a:endParaRPr lang="ru-RU" sz="3100" b="1" kern="1200" dirty="0">
            <a:latin typeface="Open Sans" pitchFamily="2" charset="0"/>
            <a:ea typeface="Open Sans" pitchFamily="2" charset="0"/>
            <a:cs typeface="Open Sans" pitchFamily="2" charset="0"/>
          </a:endParaRPr>
        </a:p>
        <a:p>
          <a:pPr marL="228600" lvl="1" indent="-228600" algn="l" defTabSz="1066800">
            <a:lnSpc>
              <a:spcPct val="90000"/>
            </a:lnSpc>
            <a:spcBef>
              <a:spcPct val="0"/>
            </a:spcBef>
            <a:spcAft>
              <a:spcPct val="15000"/>
            </a:spcAft>
            <a:buChar char="•"/>
          </a:pPr>
          <a:r>
            <a:rPr lang="ru-RU" sz="2400" b="0" i="0" kern="1200" dirty="0">
              <a:latin typeface="Open Sans" pitchFamily="2" charset="0"/>
              <a:ea typeface="Open Sans" pitchFamily="2" charset="0"/>
              <a:cs typeface="Open Sans" pitchFamily="2" charset="0"/>
            </a:rPr>
            <a:t>Отработка временной остановки наружного кровотечения при ранении головы, шеи, груди, спины, живота, конечностей и смежных зон с помощью прямого давления на рану.</a:t>
          </a:r>
          <a:endParaRPr lang="ru-RU" sz="2400" kern="1200" dirty="0">
            <a:latin typeface="Open Sans" pitchFamily="2" charset="0"/>
            <a:ea typeface="Open Sans" pitchFamily="2" charset="0"/>
            <a:cs typeface="Open Sans" pitchFamily="2" charset="0"/>
          </a:endParaRPr>
        </a:p>
      </dsp:txBody>
      <dsp:txXfrm>
        <a:off x="6748218" y="5593"/>
        <a:ext cx="5513675" cy="3308205"/>
      </dsp:txXfrm>
    </dsp:sp>
    <dsp:sp modelId="{408C0AD2-580A-4A78-B716-0FA00D494C47}">
      <dsp:nvSpPr>
        <dsp:cNvPr id="0" name=""/>
        <dsp:cNvSpPr/>
      </dsp:nvSpPr>
      <dsp:spPr>
        <a:xfrm>
          <a:off x="12813261" y="5593"/>
          <a:ext cx="5513675" cy="3308205"/>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ru-RU" sz="3100" b="1" i="0" kern="1200" dirty="0">
              <a:latin typeface="Open Sans" pitchFamily="2" charset="0"/>
              <a:ea typeface="Open Sans" pitchFamily="2" charset="0"/>
              <a:cs typeface="Open Sans" pitchFamily="2" charset="0"/>
            </a:rPr>
            <a:t>ЗАДАНИЕ 3. </a:t>
          </a:r>
          <a:endParaRPr lang="ru-RU" sz="3100" b="1" kern="1200" dirty="0">
            <a:latin typeface="Open Sans" pitchFamily="2" charset="0"/>
            <a:ea typeface="Open Sans" pitchFamily="2" charset="0"/>
            <a:cs typeface="Open Sans" pitchFamily="2" charset="0"/>
          </a:endParaRPr>
        </a:p>
        <a:p>
          <a:pPr marL="228600" lvl="1" indent="-228600" algn="l" defTabSz="1066800">
            <a:lnSpc>
              <a:spcPct val="90000"/>
            </a:lnSpc>
            <a:spcBef>
              <a:spcPct val="0"/>
            </a:spcBef>
            <a:spcAft>
              <a:spcPct val="15000"/>
            </a:spcAft>
            <a:buChar char="•"/>
          </a:pPr>
          <a:r>
            <a:rPr lang="ru-RU" sz="2400" b="0" i="0" kern="1200" dirty="0">
              <a:latin typeface="Open Sans" pitchFamily="2" charset="0"/>
              <a:ea typeface="Open Sans" pitchFamily="2" charset="0"/>
              <a:cs typeface="Open Sans" pitchFamily="2" charset="0"/>
            </a:rPr>
            <a:t>Отработка наложения давящей повязки при ранении головы, груди, спины, живота, конечностей и смежных зон.</a:t>
          </a:r>
          <a:endParaRPr lang="ru-RU" sz="2400" kern="1200" dirty="0">
            <a:latin typeface="Open Sans" pitchFamily="2" charset="0"/>
            <a:ea typeface="Open Sans" pitchFamily="2" charset="0"/>
            <a:cs typeface="Open Sans" pitchFamily="2" charset="0"/>
          </a:endParaRPr>
        </a:p>
      </dsp:txBody>
      <dsp:txXfrm>
        <a:off x="12813261" y="5593"/>
        <a:ext cx="5513675" cy="3308205"/>
      </dsp:txXfrm>
    </dsp:sp>
    <dsp:sp modelId="{919C7380-B27F-4323-B432-F72FC94471A0}">
      <dsp:nvSpPr>
        <dsp:cNvPr id="0" name=""/>
        <dsp:cNvSpPr/>
      </dsp:nvSpPr>
      <dsp:spPr>
        <a:xfrm>
          <a:off x="3715697" y="3865166"/>
          <a:ext cx="5513675" cy="3308205"/>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ru-RU" sz="3100" b="1" i="0" kern="1200" dirty="0">
              <a:latin typeface="Open Sans" pitchFamily="2" charset="0"/>
              <a:ea typeface="Open Sans" pitchFamily="2" charset="0"/>
              <a:cs typeface="Open Sans" pitchFamily="2" charset="0"/>
            </a:rPr>
            <a:t>ЗАДАНИЕ 4. </a:t>
          </a:r>
          <a:endParaRPr lang="ru-RU" sz="3100" b="1" kern="1200" dirty="0">
            <a:latin typeface="Open Sans" pitchFamily="2" charset="0"/>
            <a:ea typeface="Open Sans" pitchFamily="2" charset="0"/>
            <a:cs typeface="Open Sans" pitchFamily="2" charset="0"/>
          </a:endParaRPr>
        </a:p>
        <a:p>
          <a:pPr marL="228600" lvl="1" indent="-228600" algn="l" defTabSz="1066800">
            <a:lnSpc>
              <a:spcPct val="90000"/>
            </a:lnSpc>
            <a:spcBef>
              <a:spcPct val="0"/>
            </a:spcBef>
            <a:spcAft>
              <a:spcPct val="15000"/>
            </a:spcAft>
            <a:buChar char="•"/>
          </a:pPr>
          <a:r>
            <a:rPr lang="ru-RU" sz="2400" b="0" i="0" kern="1200" dirty="0">
              <a:latin typeface="Open Sans" pitchFamily="2" charset="0"/>
              <a:ea typeface="Open Sans" pitchFamily="2" charset="0"/>
              <a:cs typeface="Open Sans" pitchFamily="2" charset="0"/>
            </a:rPr>
            <a:t>Отработка приемов наложения табельных и импровизированных кровоостанавливающих жгутов разных конструкций при ранении конечностей.</a:t>
          </a:r>
          <a:endParaRPr lang="ru-RU" sz="2400" kern="1200" dirty="0">
            <a:latin typeface="Open Sans" pitchFamily="2" charset="0"/>
            <a:ea typeface="Open Sans" pitchFamily="2" charset="0"/>
            <a:cs typeface="Open Sans" pitchFamily="2" charset="0"/>
          </a:endParaRPr>
        </a:p>
      </dsp:txBody>
      <dsp:txXfrm>
        <a:off x="3715697" y="3865166"/>
        <a:ext cx="5513675" cy="3308205"/>
      </dsp:txXfrm>
    </dsp:sp>
    <dsp:sp modelId="{8016838C-7710-4FF5-880B-E00904CE7EF2}">
      <dsp:nvSpPr>
        <dsp:cNvPr id="0" name=""/>
        <dsp:cNvSpPr/>
      </dsp:nvSpPr>
      <dsp:spPr>
        <a:xfrm>
          <a:off x="9780739" y="3865166"/>
          <a:ext cx="5513675" cy="3308205"/>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ru-RU" sz="3100" b="1" i="0" kern="1200" dirty="0">
              <a:latin typeface="Open Sans" pitchFamily="2" charset="0"/>
              <a:ea typeface="Open Sans" pitchFamily="2" charset="0"/>
              <a:cs typeface="Open Sans" pitchFamily="2" charset="0"/>
            </a:rPr>
            <a:t>ЗАДАНИЕ 5. </a:t>
          </a:r>
          <a:endParaRPr lang="ru-RU" sz="3100" b="1" kern="1200" dirty="0">
            <a:latin typeface="Open Sans" pitchFamily="2" charset="0"/>
            <a:ea typeface="Open Sans" pitchFamily="2" charset="0"/>
            <a:cs typeface="Open Sans" pitchFamily="2" charset="0"/>
          </a:endParaRPr>
        </a:p>
        <a:p>
          <a:pPr marL="228600" lvl="1" indent="-228600" algn="l" defTabSz="1066800">
            <a:lnSpc>
              <a:spcPct val="90000"/>
            </a:lnSpc>
            <a:spcBef>
              <a:spcPct val="0"/>
            </a:spcBef>
            <a:spcAft>
              <a:spcPct val="15000"/>
            </a:spcAft>
            <a:buChar char="•"/>
          </a:pPr>
          <a:r>
            <a:rPr lang="ru-RU" sz="2400" b="0" i="0" kern="1200" dirty="0">
              <a:latin typeface="Open Sans" pitchFamily="2" charset="0"/>
              <a:ea typeface="Open Sans" pitchFamily="2" charset="0"/>
              <a:cs typeface="Open Sans" pitchFamily="2" charset="0"/>
            </a:rPr>
            <a:t>Отработка приемов наложения давящей повязки с фиксацией инородного предмета в ране живота, груди, спины, конечностей.</a:t>
          </a:r>
          <a:endParaRPr lang="ru-RU" sz="2400" kern="1200" dirty="0">
            <a:latin typeface="Open Sans" pitchFamily="2" charset="0"/>
            <a:ea typeface="Open Sans" pitchFamily="2" charset="0"/>
            <a:cs typeface="Open Sans" pitchFamily="2" charset="0"/>
          </a:endParaRPr>
        </a:p>
      </dsp:txBody>
      <dsp:txXfrm>
        <a:off x="9780739" y="3865166"/>
        <a:ext cx="5513675" cy="330820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24BDED-9E4E-4BF7-9A95-972C806DF990}">
      <dsp:nvSpPr>
        <dsp:cNvPr id="0" name=""/>
        <dsp:cNvSpPr/>
      </dsp:nvSpPr>
      <dsp:spPr>
        <a:xfrm>
          <a:off x="1118669" y="230"/>
          <a:ext cx="3692800" cy="221568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ru-RU" sz="2300" b="0" i="0" kern="1200" dirty="0">
              <a:latin typeface="Open Sans" pitchFamily="2" charset="0"/>
              <a:ea typeface="Open Sans" pitchFamily="2" charset="0"/>
              <a:cs typeface="Open Sans" pitchFamily="2" charset="0"/>
            </a:rPr>
            <a:t>ЗАДАНИЕ 1. </a:t>
          </a:r>
          <a:endParaRPr lang="ru-RU" sz="2300" kern="1200" dirty="0">
            <a:latin typeface="Open Sans" pitchFamily="2" charset="0"/>
            <a:ea typeface="Open Sans" pitchFamily="2" charset="0"/>
            <a:cs typeface="Open Sans" pitchFamily="2" charset="0"/>
          </a:endParaRPr>
        </a:p>
        <a:p>
          <a:pPr marL="171450" lvl="1" indent="-171450" algn="l" defTabSz="800100">
            <a:lnSpc>
              <a:spcPct val="90000"/>
            </a:lnSpc>
            <a:spcBef>
              <a:spcPct val="0"/>
            </a:spcBef>
            <a:spcAft>
              <a:spcPct val="15000"/>
            </a:spcAft>
            <a:buChar char="•"/>
          </a:pPr>
          <a:r>
            <a:rPr lang="ru-RU" sz="1800" b="0" i="0" kern="1200" dirty="0">
              <a:latin typeface="Open Sans" pitchFamily="2" charset="0"/>
              <a:ea typeface="Open Sans" pitchFamily="2" charset="0"/>
              <a:cs typeface="Open Sans" pitchFamily="2" charset="0"/>
            </a:rPr>
            <a:t>Отработка последовательности выполнения реанимационных мероприятий.</a:t>
          </a:r>
          <a:endParaRPr lang="ru-RU" sz="1800" kern="1200" dirty="0">
            <a:latin typeface="Open Sans" pitchFamily="2" charset="0"/>
            <a:ea typeface="Open Sans" pitchFamily="2" charset="0"/>
            <a:cs typeface="Open Sans" pitchFamily="2" charset="0"/>
          </a:endParaRPr>
        </a:p>
      </dsp:txBody>
      <dsp:txXfrm>
        <a:off x="1118669" y="230"/>
        <a:ext cx="3692800" cy="2215680"/>
      </dsp:txXfrm>
    </dsp:sp>
    <dsp:sp modelId="{2DBE7530-AFBC-422A-B6C4-A851B271B0E5}">
      <dsp:nvSpPr>
        <dsp:cNvPr id="0" name=""/>
        <dsp:cNvSpPr/>
      </dsp:nvSpPr>
      <dsp:spPr>
        <a:xfrm>
          <a:off x="5180750" y="230"/>
          <a:ext cx="3692800" cy="221568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ru-RU" sz="2300" b="0" i="0" kern="1200" dirty="0">
              <a:latin typeface="Open Sans" pitchFamily="2" charset="0"/>
              <a:ea typeface="Open Sans" pitchFamily="2" charset="0"/>
              <a:cs typeface="Open Sans" pitchFamily="2" charset="0"/>
            </a:rPr>
            <a:t>ЗАДАНИЕ 2. </a:t>
          </a:r>
          <a:endParaRPr lang="ru-RU" sz="2300" kern="1200" dirty="0">
            <a:latin typeface="Open Sans" pitchFamily="2" charset="0"/>
            <a:ea typeface="Open Sans" pitchFamily="2" charset="0"/>
            <a:cs typeface="Open Sans" pitchFamily="2" charset="0"/>
          </a:endParaRPr>
        </a:p>
        <a:p>
          <a:pPr marL="171450" lvl="1" indent="-171450" algn="l" defTabSz="800100">
            <a:lnSpc>
              <a:spcPct val="90000"/>
            </a:lnSpc>
            <a:spcBef>
              <a:spcPct val="0"/>
            </a:spcBef>
            <a:spcAft>
              <a:spcPct val="15000"/>
            </a:spcAft>
            <a:buChar char="•"/>
          </a:pPr>
          <a:r>
            <a:rPr lang="ru-RU" sz="1800" b="0" i="0" kern="1200" dirty="0">
              <a:latin typeface="Open Sans" pitchFamily="2" charset="0"/>
              <a:ea typeface="Open Sans" pitchFamily="2" charset="0"/>
              <a:cs typeface="Open Sans" pitchFamily="2" charset="0"/>
            </a:rPr>
            <a:t>Оценка обстановки на месте происшествия.</a:t>
          </a:r>
          <a:endParaRPr lang="ru-RU" sz="1800" kern="1200" dirty="0">
            <a:latin typeface="Open Sans" pitchFamily="2" charset="0"/>
            <a:ea typeface="Open Sans" pitchFamily="2" charset="0"/>
            <a:cs typeface="Open Sans" pitchFamily="2" charset="0"/>
          </a:endParaRPr>
        </a:p>
      </dsp:txBody>
      <dsp:txXfrm>
        <a:off x="5180750" y="230"/>
        <a:ext cx="3692800" cy="2215680"/>
      </dsp:txXfrm>
    </dsp:sp>
    <dsp:sp modelId="{DC33B9A4-8E33-4E6B-A291-314F9E750084}">
      <dsp:nvSpPr>
        <dsp:cNvPr id="0" name=""/>
        <dsp:cNvSpPr/>
      </dsp:nvSpPr>
      <dsp:spPr>
        <a:xfrm>
          <a:off x="9242831" y="230"/>
          <a:ext cx="3692800" cy="221568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ru-RU" sz="2300" b="0" i="0" kern="1200" dirty="0">
              <a:latin typeface="Open Sans" pitchFamily="2" charset="0"/>
              <a:ea typeface="Open Sans" pitchFamily="2" charset="0"/>
              <a:cs typeface="Open Sans" pitchFamily="2" charset="0"/>
            </a:rPr>
            <a:t>ЗАДАНИЕ 3. </a:t>
          </a:r>
          <a:endParaRPr lang="ru-RU" sz="2300" kern="1200" dirty="0">
            <a:latin typeface="Open Sans" pitchFamily="2" charset="0"/>
            <a:ea typeface="Open Sans" pitchFamily="2" charset="0"/>
            <a:cs typeface="Open Sans" pitchFamily="2" charset="0"/>
          </a:endParaRPr>
        </a:p>
        <a:p>
          <a:pPr marL="171450" lvl="1" indent="-171450" algn="l" defTabSz="800100">
            <a:lnSpc>
              <a:spcPct val="90000"/>
            </a:lnSpc>
            <a:spcBef>
              <a:spcPct val="0"/>
            </a:spcBef>
            <a:spcAft>
              <a:spcPct val="15000"/>
            </a:spcAft>
            <a:buChar char="•"/>
          </a:pPr>
          <a:r>
            <a:rPr lang="ru-RU" sz="1800" b="0" i="0" kern="1200" dirty="0">
              <a:latin typeface="Open Sans" pitchFamily="2" charset="0"/>
              <a:ea typeface="Open Sans" pitchFamily="2" charset="0"/>
              <a:cs typeface="Open Sans" pitchFamily="2" charset="0"/>
            </a:rPr>
            <a:t>Отработка приемов определения сознания у пострадавшего.</a:t>
          </a:r>
          <a:endParaRPr lang="ru-RU" sz="1800" kern="1200" dirty="0">
            <a:latin typeface="Open Sans" pitchFamily="2" charset="0"/>
            <a:ea typeface="Open Sans" pitchFamily="2" charset="0"/>
            <a:cs typeface="Open Sans" pitchFamily="2" charset="0"/>
          </a:endParaRPr>
        </a:p>
      </dsp:txBody>
      <dsp:txXfrm>
        <a:off x="9242831" y="230"/>
        <a:ext cx="3692800" cy="2215680"/>
      </dsp:txXfrm>
    </dsp:sp>
    <dsp:sp modelId="{987E8920-7738-4BF0-8691-1EA0FEB46BC4}">
      <dsp:nvSpPr>
        <dsp:cNvPr id="0" name=""/>
        <dsp:cNvSpPr/>
      </dsp:nvSpPr>
      <dsp:spPr>
        <a:xfrm>
          <a:off x="13304912" y="230"/>
          <a:ext cx="3692800" cy="221568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ru-RU" sz="2300" b="0" i="0" kern="1200" dirty="0">
              <a:latin typeface="Open Sans" pitchFamily="2" charset="0"/>
              <a:ea typeface="Open Sans" pitchFamily="2" charset="0"/>
              <a:cs typeface="Open Sans" pitchFamily="2" charset="0"/>
            </a:rPr>
            <a:t>ЗАДАНИЕ 4. </a:t>
          </a:r>
          <a:endParaRPr lang="ru-RU" sz="2300" kern="1200" dirty="0">
            <a:latin typeface="Open Sans" pitchFamily="2" charset="0"/>
            <a:ea typeface="Open Sans" pitchFamily="2" charset="0"/>
            <a:cs typeface="Open Sans" pitchFamily="2" charset="0"/>
          </a:endParaRPr>
        </a:p>
        <a:p>
          <a:pPr marL="171450" lvl="1" indent="-171450" algn="l" defTabSz="800100">
            <a:lnSpc>
              <a:spcPct val="90000"/>
            </a:lnSpc>
            <a:spcBef>
              <a:spcPct val="0"/>
            </a:spcBef>
            <a:spcAft>
              <a:spcPct val="15000"/>
            </a:spcAft>
            <a:buChar char="•"/>
          </a:pPr>
          <a:r>
            <a:rPr lang="ru-RU" sz="1800" b="0" i="0" kern="1200" dirty="0">
              <a:latin typeface="Open Sans" pitchFamily="2" charset="0"/>
              <a:ea typeface="Open Sans" pitchFamily="2" charset="0"/>
              <a:cs typeface="Open Sans" pitchFamily="2" charset="0"/>
            </a:rPr>
            <a:t>Отработка приемов восстановления проходимости верхних дыхательных путей.</a:t>
          </a:r>
          <a:endParaRPr lang="ru-RU" sz="1800" kern="1200" dirty="0">
            <a:latin typeface="Open Sans" pitchFamily="2" charset="0"/>
            <a:ea typeface="Open Sans" pitchFamily="2" charset="0"/>
            <a:cs typeface="Open Sans" pitchFamily="2" charset="0"/>
          </a:endParaRPr>
        </a:p>
      </dsp:txBody>
      <dsp:txXfrm>
        <a:off x="13304912" y="230"/>
        <a:ext cx="3692800" cy="2215680"/>
      </dsp:txXfrm>
    </dsp:sp>
    <dsp:sp modelId="{5DB06DE1-9722-4819-96C2-FED8001F9CEF}">
      <dsp:nvSpPr>
        <dsp:cNvPr id="0" name=""/>
        <dsp:cNvSpPr/>
      </dsp:nvSpPr>
      <dsp:spPr>
        <a:xfrm>
          <a:off x="17366993" y="230"/>
          <a:ext cx="3692800" cy="221568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ru-RU" sz="2300" b="0" i="0" kern="1200" dirty="0">
              <a:latin typeface="Open Sans" pitchFamily="2" charset="0"/>
              <a:ea typeface="Open Sans" pitchFamily="2" charset="0"/>
              <a:cs typeface="Open Sans" pitchFamily="2" charset="0"/>
            </a:rPr>
            <a:t>ЗАДАНИЕ 5. </a:t>
          </a:r>
          <a:endParaRPr lang="ru-RU" sz="2300" kern="1200" dirty="0">
            <a:latin typeface="Open Sans" pitchFamily="2" charset="0"/>
            <a:ea typeface="Open Sans" pitchFamily="2" charset="0"/>
            <a:cs typeface="Open Sans" pitchFamily="2" charset="0"/>
          </a:endParaRPr>
        </a:p>
        <a:p>
          <a:pPr marL="171450" lvl="1" indent="-171450" algn="l" defTabSz="800100">
            <a:lnSpc>
              <a:spcPct val="90000"/>
            </a:lnSpc>
            <a:spcBef>
              <a:spcPct val="0"/>
            </a:spcBef>
            <a:spcAft>
              <a:spcPct val="15000"/>
            </a:spcAft>
            <a:buChar char="•"/>
          </a:pPr>
          <a:r>
            <a:rPr lang="ru-RU" sz="1800" b="0" i="0" kern="1200" dirty="0">
              <a:latin typeface="Open Sans" pitchFamily="2" charset="0"/>
              <a:ea typeface="Open Sans" pitchFamily="2" charset="0"/>
              <a:cs typeface="Open Sans" pitchFamily="2" charset="0"/>
            </a:rPr>
            <a:t>Оценка признаков жизни у пострадавшего.</a:t>
          </a:r>
          <a:endParaRPr lang="ru-RU" sz="1800" kern="1200" dirty="0">
            <a:latin typeface="Open Sans" pitchFamily="2" charset="0"/>
            <a:ea typeface="Open Sans" pitchFamily="2" charset="0"/>
            <a:cs typeface="Open Sans" pitchFamily="2" charset="0"/>
          </a:endParaRPr>
        </a:p>
      </dsp:txBody>
      <dsp:txXfrm>
        <a:off x="17366993" y="230"/>
        <a:ext cx="3692800" cy="2215680"/>
      </dsp:txXfrm>
    </dsp:sp>
    <dsp:sp modelId="{EA790DE0-E97C-4DA4-A920-32DE7FEBEB10}">
      <dsp:nvSpPr>
        <dsp:cNvPr id="0" name=""/>
        <dsp:cNvSpPr/>
      </dsp:nvSpPr>
      <dsp:spPr>
        <a:xfrm>
          <a:off x="1118669" y="2585190"/>
          <a:ext cx="3692800" cy="221568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ru-RU" sz="2300" b="0" i="0" kern="1200" dirty="0">
              <a:latin typeface="Open Sans" pitchFamily="2" charset="0"/>
              <a:ea typeface="Open Sans" pitchFamily="2" charset="0"/>
              <a:cs typeface="Open Sans" pitchFamily="2" charset="0"/>
            </a:rPr>
            <a:t>ЗАДАНИЕ 6. </a:t>
          </a:r>
          <a:endParaRPr lang="ru-RU" sz="2300" kern="1200" dirty="0">
            <a:latin typeface="Open Sans" pitchFamily="2" charset="0"/>
            <a:ea typeface="Open Sans" pitchFamily="2" charset="0"/>
            <a:cs typeface="Open Sans" pitchFamily="2" charset="0"/>
          </a:endParaRPr>
        </a:p>
        <a:p>
          <a:pPr marL="171450" lvl="1" indent="-171450" algn="l" defTabSz="800100">
            <a:lnSpc>
              <a:spcPct val="90000"/>
            </a:lnSpc>
            <a:spcBef>
              <a:spcPct val="0"/>
            </a:spcBef>
            <a:spcAft>
              <a:spcPct val="15000"/>
            </a:spcAft>
            <a:buChar char="•"/>
          </a:pPr>
          <a:r>
            <a:rPr lang="ru-RU" sz="1800" b="0" i="0" kern="1200" dirty="0">
              <a:latin typeface="Open Sans" pitchFamily="2" charset="0"/>
              <a:ea typeface="Open Sans" pitchFamily="2" charset="0"/>
              <a:cs typeface="Open Sans" pitchFamily="2" charset="0"/>
            </a:rPr>
            <a:t>Отработка вызова скорой медицинской помощи, других специальных служб.</a:t>
          </a:r>
          <a:endParaRPr lang="ru-RU" sz="1800" kern="1200" dirty="0">
            <a:latin typeface="Open Sans" pitchFamily="2" charset="0"/>
            <a:ea typeface="Open Sans" pitchFamily="2" charset="0"/>
            <a:cs typeface="Open Sans" pitchFamily="2" charset="0"/>
          </a:endParaRPr>
        </a:p>
      </dsp:txBody>
      <dsp:txXfrm>
        <a:off x="1118669" y="2585190"/>
        <a:ext cx="3692800" cy="2215680"/>
      </dsp:txXfrm>
    </dsp:sp>
    <dsp:sp modelId="{01707571-AF65-42A1-BB50-E3C6E27C5EDE}">
      <dsp:nvSpPr>
        <dsp:cNvPr id="0" name=""/>
        <dsp:cNvSpPr/>
      </dsp:nvSpPr>
      <dsp:spPr>
        <a:xfrm>
          <a:off x="5180750" y="2585190"/>
          <a:ext cx="3692800" cy="221568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ru-RU" sz="2300" b="0" i="0" kern="1200" dirty="0">
              <a:latin typeface="Open Sans" pitchFamily="2" charset="0"/>
              <a:ea typeface="Open Sans" pitchFamily="2" charset="0"/>
              <a:cs typeface="Open Sans" pitchFamily="2" charset="0"/>
            </a:rPr>
            <a:t>ЗАДАНИЕ 7. </a:t>
          </a:r>
          <a:endParaRPr lang="ru-RU" sz="2300" kern="1200" dirty="0">
            <a:latin typeface="Open Sans" pitchFamily="2" charset="0"/>
            <a:ea typeface="Open Sans" pitchFamily="2" charset="0"/>
            <a:cs typeface="Open Sans" pitchFamily="2" charset="0"/>
          </a:endParaRPr>
        </a:p>
        <a:p>
          <a:pPr marL="171450" lvl="1" indent="-171450" algn="l" defTabSz="800100">
            <a:lnSpc>
              <a:spcPct val="90000"/>
            </a:lnSpc>
            <a:spcBef>
              <a:spcPct val="0"/>
            </a:spcBef>
            <a:spcAft>
              <a:spcPct val="15000"/>
            </a:spcAft>
            <a:buChar char="•"/>
          </a:pPr>
          <a:r>
            <a:rPr lang="ru-RU" sz="1800" b="0" i="0" kern="1200" dirty="0">
              <a:latin typeface="Open Sans" pitchFamily="2" charset="0"/>
              <a:ea typeface="Open Sans" pitchFamily="2" charset="0"/>
              <a:cs typeface="Open Sans" pitchFamily="2" charset="0"/>
            </a:rPr>
            <a:t>Отработка приемов давления руками на грудину пострадавшего.</a:t>
          </a:r>
          <a:endParaRPr lang="ru-RU" sz="1800" kern="1200" dirty="0">
            <a:latin typeface="Open Sans" pitchFamily="2" charset="0"/>
            <a:ea typeface="Open Sans" pitchFamily="2" charset="0"/>
            <a:cs typeface="Open Sans" pitchFamily="2" charset="0"/>
          </a:endParaRPr>
        </a:p>
      </dsp:txBody>
      <dsp:txXfrm>
        <a:off x="5180750" y="2585190"/>
        <a:ext cx="3692800" cy="2215680"/>
      </dsp:txXfrm>
    </dsp:sp>
    <dsp:sp modelId="{F36AF69D-E20E-4711-9591-3D82FF40F1BC}">
      <dsp:nvSpPr>
        <dsp:cNvPr id="0" name=""/>
        <dsp:cNvSpPr/>
      </dsp:nvSpPr>
      <dsp:spPr>
        <a:xfrm>
          <a:off x="9242831" y="2585190"/>
          <a:ext cx="3692800" cy="221568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ru-RU" sz="2300" b="0" i="0" kern="1200" dirty="0">
              <a:latin typeface="Open Sans" pitchFamily="2" charset="0"/>
              <a:ea typeface="Open Sans" pitchFamily="2" charset="0"/>
              <a:cs typeface="Open Sans" pitchFamily="2" charset="0"/>
            </a:rPr>
            <a:t>ЗАДАНИЕ 8. </a:t>
          </a:r>
          <a:endParaRPr lang="ru-RU" sz="2300" kern="1200" dirty="0">
            <a:latin typeface="Open Sans" pitchFamily="2" charset="0"/>
            <a:ea typeface="Open Sans" pitchFamily="2" charset="0"/>
            <a:cs typeface="Open Sans" pitchFamily="2" charset="0"/>
          </a:endParaRPr>
        </a:p>
        <a:p>
          <a:pPr marL="171450" lvl="1" indent="-171450" algn="l" defTabSz="800100">
            <a:lnSpc>
              <a:spcPct val="90000"/>
            </a:lnSpc>
            <a:spcBef>
              <a:spcPct val="0"/>
            </a:spcBef>
            <a:spcAft>
              <a:spcPct val="15000"/>
            </a:spcAft>
            <a:buChar char="•"/>
          </a:pPr>
          <a:r>
            <a:rPr lang="ru-RU" sz="1800" b="0" i="0" kern="1200" dirty="0">
              <a:latin typeface="Open Sans" pitchFamily="2" charset="0"/>
              <a:ea typeface="Open Sans" pitchFamily="2" charset="0"/>
              <a:cs typeface="Open Sans" pitchFamily="2" charset="0"/>
            </a:rPr>
            <a:t>Отработка приемов искусственного дыхания "рот ко рту", "рот к носу" с применением устройств для искусственного дыхания.</a:t>
          </a:r>
          <a:endParaRPr lang="ru-RU" sz="1800" kern="1200" dirty="0">
            <a:latin typeface="Open Sans" pitchFamily="2" charset="0"/>
            <a:ea typeface="Open Sans" pitchFamily="2" charset="0"/>
            <a:cs typeface="Open Sans" pitchFamily="2" charset="0"/>
          </a:endParaRPr>
        </a:p>
      </dsp:txBody>
      <dsp:txXfrm>
        <a:off x="9242831" y="2585190"/>
        <a:ext cx="3692800" cy="2215680"/>
      </dsp:txXfrm>
    </dsp:sp>
    <dsp:sp modelId="{C83C00B0-694B-491E-8869-FD484766ECEB}">
      <dsp:nvSpPr>
        <dsp:cNvPr id="0" name=""/>
        <dsp:cNvSpPr/>
      </dsp:nvSpPr>
      <dsp:spPr>
        <a:xfrm>
          <a:off x="13304912" y="2585190"/>
          <a:ext cx="3692800" cy="221568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ru-RU" sz="2300" b="0" i="0" kern="1200" dirty="0">
              <a:latin typeface="Open Sans" pitchFamily="2" charset="0"/>
              <a:ea typeface="Open Sans" pitchFamily="2" charset="0"/>
              <a:cs typeface="Open Sans" pitchFamily="2" charset="0"/>
            </a:rPr>
            <a:t>ЗАДАНИЕ 9. </a:t>
          </a:r>
          <a:endParaRPr lang="ru-RU" sz="2300" kern="1200" dirty="0">
            <a:latin typeface="Open Sans" pitchFamily="2" charset="0"/>
            <a:ea typeface="Open Sans" pitchFamily="2" charset="0"/>
            <a:cs typeface="Open Sans" pitchFamily="2" charset="0"/>
          </a:endParaRPr>
        </a:p>
        <a:p>
          <a:pPr marL="171450" lvl="1" indent="-171450" algn="l" defTabSz="800100">
            <a:lnSpc>
              <a:spcPct val="90000"/>
            </a:lnSpc>
            <a:spcBef>
              <a:spcPct val="0"/>
            </a:spcBef>
            <a:spcAft>
              <a:spcPct val="15000"/>
            </a:spcAft>
            <a:buChar char="•"/>
          </a:pPr>
          <a:r>
            <a:rPr lang="ru-RU" sz="1800" b="0" i="0" kern="1200" dirty="0">
              <a:latin typeface="Open Sans" pitchFamily="2" charset="0"/>
              <a:ea typeface="Open Sans" pitchFamily="2" charset="0"/>
              <a:cs typeface="Open Sans" pitchFamily="2" charset="0"/>
            </a:rPr>
            <a:t>Отработка приема перевода пострадавшего в устойчивое боковое положение.</a:t>
          </a:r>
          <a:endParaRPr lang="ru-RU" sz="1800" kern="1200" dirty="0">
            <a:latin typeface="Open Sans" pitchFamily="2" charset="0"/>
            <a:ea typeface="Open Sans" pitchFamily="2" charset="0"/>
            <a:cs typeface="Open Sans" pitchFamily="2" charset="0"/>
          </a:endParaRPr>
        </a:p>
      </dsp:txBody>
      <dsp:txXfrm>
        <a:off x="13304912" y="2585190"/>
        <a:ext cx="3692800" cy="2215680"/>
      </dsp:txXfrm>
    </dsp:sp>
    <dsp:sp modelId="{B53053D2-AD3E-4EDA-A4C5-BE016F3D52D9}">
      <dsp:nvSpPr>
        <dsp:cNvPr id="0" name=""/>
        <dsp:cNvSpPr/>
      </dsp:nvSpPr>
      <dsp:spPr>
        <a:xfrm>
          <a:off x="17366993" y="2585190"/>
          <a:ext cx="3692800" cy="221568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ru-RU" sz="2300" b="0" i="0" kern="1200" dirty="0">
              <a:latin typeface="Open Sans" pitchFamily="2" charset="0"/>
              <a:ea typeface="Open Sans" pitchFamily="2" charset="0"/>
              <a:cs typeface="Open Sans" pitchFamily="2" charset="0"/>
            </a:rPr>
            <a:t>ЗАДАНИЕ 10.</a:t>
          </a:r>
          <a:endParaRPr lang="ru-RU" sz="2300" kern="1200" dirty="0">
            <a:latin typeface="Open Sans" pitchFamily="2" charset="0"/>
            <a:ea typeface="Open Sans" pitchFamily="2" charset="0"/>
            <a:cs typeface="Open Sans" pitchFamily="2" charset="0"/>
          </a:endParaRPr>
        </a:p>
        <a:p>
          <a:pPr marL="171450" lvl="1" indent="-171450" algn="l" defTabSz="800100">
            <a:lnSpc>
              <a:spcPct val="90000"/>
            </a:lnSpc>
            <a:spcBef>
              <a:spcPct val="0"/>
            </a:spcBef>
            <a:spcAft>
              <a:spcPct val="15000"/>
            </a:spcAft>
            <a:buChar char="•"/>
          </a:pPr>
          <a:r>
            <a:rPr lang="ru-RU" sz="1800" b="0" i="0" kern="1200" dirty="0">
              <a:latin typeface="Open Sans" pitchFamily="2" charset="0"/>
              <a:ea typeface="Open Sans" pitchFamily="2" charset="0"/>
              <a:cs typeface="Open Sans" pitchFamily="2" charset="0"/>
            </a:rPr>
            <a:t>Отработка алгоритма применения автоматического наружного дефибриллятора.</a:t>
          </a:r>
          <a:endParaRPr lang="ru-RU" sz="1800" kern="1200" dirty="0">
            <a:latin typeface="Open Sans" pitchFamily="2" charset="0"/>
            <a:ea typeface="Open Sans" pitchFamily="2" charset="0"/>
            <a:cs typeface="Open Sans" pitchFamily="2" charset="0"/>
          </a:endParaRPr>
        </a:p>
      </dsp:txBody>
      <dsp:txXfrm>
        <a:off x="17366993" y="2585190"/>
        <a:ext cx="3692800" cy="2215680"/>
      </dsp:txXfrm>
    </dsp:sp>
    <dsp:sp modelId="{426CE2CD-9ED0-4AB7-8A01-4A9F3456D38E}">
      <dsp:nvSpPr>
        <dsp:cNvPr id="0" name=""/>
        <dsp:cNvSpPr/>
      </dsp:nvSpPr>
      <dsp:spPr>
        <a:xfrm>
          <a:off x="9242831" y="5170151"/>
          <a:ext cx="3692800" cy="221568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ru-RU" sz="2300" b="0" i="0" kern="1200" dirty="0">
              <a:latin typeface="Open Sans" pitchFamily="2" charset="0"/>
              <a:ea typeface="Open Sans" pitchFamily="2" charset="0"/>
              <a:cs typeface="Open Sans" pitchFamily="2" charset="0"/>
            </a:rPr>
            <a:t>ЗАДАНИЕ 11. </a:t>
          </a:r>
          <a:endParaRPr lang="ru-RU" sz="2300" kern="1200" dirty="0">
            <a:latin typeface="Open Sans" pitchFamily="2" charset="0"/>
            <a:ea typeface="Open Sans" pitchFamily="2" charset="0"/>
            <a:cs typeface="Open Sans" pitchFamily="2" charset="0"/>
          </a:endParaRPr>
        </a:p>
        <a:p>
          <a:pPr marL="171450" lvl="1" indent="-171450" algn="l" defTabSz="800100">
            <a:lnSpc>
              <a:spcPct val="90000"/>
            </a:lnSpc>
            <a:spcBef>
              <a:spcPct val="0"/>
            </a:spcBef>
            <a:spcAft>
              <a:spcPct val="15000"/>
            </a:spcAft>
            <a:buChar char="•"/>
          </a:pPr>
          <a:r>
            <a:rPr lang="ru-RU" sz="1800" b="0" i="0" kern="1200" dirty="0">
              <a:latin typeface="Open Sans" pitchFamily="2" charset="0"/>
              <a:ea typeface="Open Sans" pitchFamily="2" charset="0"/>
              <a:cs typeface="Open Sans" pitchFamily="2" charset="0"/>
            </a:rPr>
            <a:t>Отработка приемов удаления инородного тела из верхних дыхательных путей пострадавшего.</a:t>
          </a:r>
          <a:endParaRPr lang="ru-RU" sz="1800" kern="1200" dirty="0">
            <a:latin typeface="Open Sans" pitchFamily="2" charset="0"/>
            <a:ea typeface="Open Sans" pitchFamily="2" charset="0"/>
            <a:cs typeface="Open Sans" pitchFamily="2" charset="0"/>
          </a:endParaRPr>
        </a:p>
      </dsp:txBody>
      <dsp:txXfrm>
        <a:off x="9242831" y="5170151"/>
        <a:ext cx="3692800" cy="221568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99AC51-0D49-45CB-8A38-1367EA8B924B}">
      <dsp:nvSpPr>
        <dsp:cNvPr id="0" name=""/>
        <dsp:cNvSpPr/>
      </dsp:nvSpPr>
      <dsp:spPr>
        <a:xfrm>
          <a:off x="1240802" y="3870"/>
          <a:ext cx="4731379" cy="2838827"/>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ru-RU" sz="2200" b="0" i="0" kern="1200" dirty="0">
              <a:latin typeface="Open Sans" pitchFamily="2" charset="0"/>
              <a:ea typeface="Open Sans" pitchFamily="2" charset="0"/>
              <a:cs typeface="Open Sans" pitchFamily="2" charset="0"/>
            </a:rPr>
            <a:t>ЗАДАНИЕ 1.</a:t>
          </a:r>
          <a:endParaRPr lang="ru-RU" sz="2200" kern="1200" dirty="0">
            <a:latin typeface="Open Sans" pitchFamily="2" charset="0"/>
            <a:ea typeface="Open Sans" pitchFamily="2" charset="0"/>
            <a:cs typeface="Open Sans" pitchFamily="2" charset="0"/>
          </a:endParaRPr>
        </a:p>
        <a:p>
          <a:pPr marL="171450" lvl="1" indent="-171450" algn="l" defTabSz="755650">
            <a:lnSpc>
              <a:spcPct val="90000"/>
            </a:lnSpc>
            <a:spcBef>
              <a:spcPct val="0"/>
            </a:spcBef>
            <a:spcAft>
              <a:spcPct val="15000"/>
            </a:spcAft>
            <a:buChar char="•"/>
          </a:pPr>
          <a:r>
            <a:rPr lang="ru-RU" sz="1700" b="0" i="0" kern="1200" dirty="0">
              <a:latin typeface="Open Sans" pitchFamily="2" charset="0"/>
              <a:ea typeface="Open Sans" pitchFamily="2" charset="0"/>
              <a:cs typeface="Open Sans" pitchFamily="2" charset="0"/>
            </a:rPr>
            <a:t>Проведение подробного осмотра и опроса пострадавшего.</a:t>
          </a:r>
          <a:endParaRPr lang="ru-RU" sz="1700" kern="1200" dirty="0">
            <a:latin typeface="Open Sans" pitchFamily="2" charset="0"/>
            <a:ea typeface="Open Sans" pitchFamily="2" charset="0"/>
            <a:cs typeface="Open Sans" pitchFamily="2" charset="0"/>
          </a:endParaRPr>
        </a:p>
      </dsp:txBody>
      <dsp:txXfrm>
        <a:off x="1240802" y="3870"/>
        <a:ext cx="4731379" cy="2838827"/>
      </dsp:txXfrm>
    </dsp:sp>
    <dsp:sp modelId="{0ED8FF4C-2ADD-4811-BEE4-8B110E6AA4BE}">
      <dsp:nvSpPr>
        <dsp:cNvPr id="0" name=""/>
        <dsp:cNvSpPr/>
      </dsp:nvSpPr>
      <dsp:spPr>
        <a:xfrm>
          <a:off x="6445319" y="3870"/>
          <a:ext cx="4731379" cy="2838827"/>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ru-RU" sz="2200" b="0" i="0" kern="1200" dirty="0">
              <a:latin typeface="Open Sans" pitchFamily="2" charset="0"/>
              <a:ea typeface="Open Sans" pitchFamily="2" charset="0"/>
              <a:cs typeface="Open Sans" pitchFamily="2" charset="0"/>
            </a:rPr>
            <a:t>ЗАДАНИЕ 2.</a:t>
          </a:r>
          <a:endParaRPr lang="ru-RU" sz="2200" kern="1200" dirty="0">
            <a:latin typeface="Open Sans" pitchFamily="2" charset="0"/>
            <a:ea typeface="Open Sans" pitchFamily="2" charset="0"/>
            <a:cs typeface="Open Sans" pitchFamily="2" charset="0"/>
          </a:endParaRPr>
        </a:p>
        <a:p>
          <a:pPr marL="171450" lvl="1" indent="-171450" algn="l" defTabSz="755650">
            <a:lnSpc>
              <a:spcPct val="90000"/>
            </a:lnSpc>
            <a:spcBef>
              <a:spcPct val="0"/>
            </a:spcBef>
            <a:spcAft>
              <a:spcPct val="15000"/>
            </a:spcAft>
            <a:buChar char="•"/>
          </a:pPr>
          <a:r>
            <a:rPr lang="ru-RU" sz="1700" b="0" i="0" kern="1200" dirty="0">
              <a:latin typeface="Open Sans" pitchFamily="2" charset="0"/>
              <a:ea typeface="Open Sans" pitchFamily="2" charset="0"/>
              <a:cs typeface="Open Sans" pitchFamily="2" charset="0"/>
            </a:rPr>
            <a:t>Отработка наложения </a:t>
          </a:r>
          <a:r>
            <a:rPr lang="ru-RU" sz="1700" b="0" i="0" kern="1200" dirty="0" err="1">
              <a:latin typeface="Open Sans" pitchFamily="2" charset="0"/>
              <a:ea typeface="Open Sans" pitchFamily="2" charset="0"/>
              <a:cs typeface="Open Sans" pitchFamily="2" charset="0"/>
            </a:rPr>
            <a:t>окклюзионной</a:t>
          </a:r>
          <a:r>
            <a:rPr lang="ru-RU" sz="1700" b="0" i="0" kern="1200" dirty="0">
              <a:latin typeface="Open Sans" pitchFamily="2" charset="0"/>
              <a:ea typeface="Open Sans" pitchFamily="2" charset="0"/>
              <a:cs typeface="Open Sans" pitchFamily="2" charset="0"/>
            </a:rPr>
            <a:t> (герметизирующей) повязки при ранении грудной клетки.</a:t>
          </a:r>
          <a:endParaRPr lang="ru-RU" sz="1700" kern="1200" dirty="0">
            <a:latin typeface="Open Sans" pitchFamily="2" charset="0"/>
            <a:ea typeface="Open Sans" pitchFamily="2" charset="0"/>
            <a:cs typeface="Open Sans" pitchFamily="2" charset="0"/>
          </a:endParaRPr>
        </a:p>
      </dsp:txBody>
      <dsp:txXfrm>
        <a:off x="6445319" y="3870"/>
        <a:ext cx="4731379" cy="2838827"/>
      </dsp:txXfrm>
    </dsp:sp>
    <dsp:sp modelId="{9BEA1AAE-D9B2-432F-8C9B-9F6643181F87}">
      <dsp:nvSpPr>
        <dsp:cNvPr id="0" name=""/>
        <dsp:cNvSpPr/>
      </dsp:nvSpPr>
      <dsp:spPr>
        <a:xfrm>
          <a:off x="11649836" y="3870"/>
          <a:ext cx="4731379" cy="2838827"/>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ru-RU" sz="2200" b="0" i="0" kern="1200" dirty="0">
              <a:latin typeface="Open Sans" pitchFamily="2" charset="0"/>
              <a:ea typeface="Open Sans" pitchFamily="2" charset="0"/>
              <a:cs typeface="Open Sans" pitchFamily="2" charset="0"/>
            </a:rPr>
            <a:t>ЗАДАНИЕ 3.</a:t>
          </a:r>
          <a:endParaRPr lang="ru-RU" sz="2200" kern="1200" dirty="0">
            <a:latin typeface="Open Sans" pitchFamily="2" charset="0"/>
            <a:ea typeface="Open Sans" pitchFamily="2" charset="0"/>
            <a:cs typeface="Open Sans" pitchFamily="2" charset="0"/>
          </a:endParaRPr>
        </a:p>
        <a:p>
          <a:pPr marL="171450" lvl="1" indent="-171450" algn="l" defTabSz="755650">
            <a:lnSpc>
              <a:spcPct val="90000"/>
            </a:lnSpc>
            <a:spcBef>
              <a:spcPct val="0"/>
            </a:spcBef>
            <a:spcAft>
              <a:spcPct val="15000"/>
            </a:spcAft>
            <a:buChar char="•"/>
          </a:pPr>
          <a:r>
            <a:rPr lang="ru-RU" sz="1700" b="0" i="0" kern="1200" dirty="0">
              <a:latin typeface="Open Sans" pitchFamily="2" charset="0"/>
              <a:ea typeface="Open Sans" pitchFamily="2" charset="0"/>
              <a:cs typeface="Open Sans" pitchFamily="2" charset="0"/>
            </a:rPr>
            <a:t>Отработка приемов наложения повязок на рану при выпадении органов брюшной полости, при наличии инородного предмета в ране живота, груди, спины, конечностей.</a:t>
          </a:r>
          <a:endParaRPr lang="ru-RU" sz="1700" kern="1200" dirty="0">
            <a:latin typeface="Open Sans" pitchFamily="2" charset="0"/>
            <a:ea typeface="Open Sans" pitchFamily="2" charset="0"/>
            <a:cs typeface="Open Sans" pitchFamily="2" charset="0"/>
          </a:endParaRPr>
        </a:p>
      </dsp:txBody>
      <dsp:txXfrm>
        <a:off x="11649836" y="3870"/>
        <a:ext cx="4731379" cy="2838827"/>
      </dsp:txXfrm>
    </dsp:sp>
    <dsp:sp modelId="{20F5A229-0AD6-44D2-8542-6AA897DB514E}">
      <dsp:nvSpPr>
        <dsp:cNvPr id="0" name=""/>
        <dsp:cNvSpPr/>
      </dsp:nvSpPr>
      <dsp:spPr>
        <a:xfrm>
          <a:off x="16854354" y="3870"/>
          <a:ext cx="4731379" cy="2838827"/>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ru-RU" sz="2200" b="0" i="0" kern="1200" dirty="0">
              <a:latin typeface="Open Sans" pitchFamily="2" charset="0"/>
              <a:ea typeface="Open Sans" pitchFamily="2" charset="0"/>
              <a:cs typeface="Open Sans" pitchFamily="2" charset="0"/>
            </a:rPr>
            <a:t>ЗАДАНИЕ 4.</a:t>
          </a:r>
          <a:endParaRPr lang="ru-RU" sz="2200" kern="1200" dirty="0">
            <a:latin typeface="Open Sans" pitchFamily="2" charset="0"/>
            <a:ea typeface="Open Sans" pitchFamily="2" charset="0"/>
            <a:cs typeface="Open Sans" pitchFamily="2" charset="0"/>
          </a:endParaRPr>
        </a:p>
        <a:p>
          <a:pPr marL="171450" lvl="1" indent="-171450" algn="l" defTabSz="755650">
            <a:lnSpc>
              <a:spcPct val="90000"/>
            </a:lnSpc>
            <a:spcBef>
              <a:spcPct val="0"/>
            </a:spcBef>
            <a:spcAft>
              <a:spcPct val="15000"/>
            </a:spcAft>
            <a:buChar char="•"/>
          </a:pPr>
          <a:r>
            <a:rPr lang="ru-RU" sz="1700" b="0" i="0" kern="1200" dirty="0">
              <a:latin typeface="Open Sans" pitchFamily="2" charset="0"/>
              <a:ea typeface="Open Sans" pitchFamily="2" charset="0"/>
              <a:cs typeface="Open Sans" pitchFamily="2" charset="0"/>
            </a:rPr>
            <a:t>Отработка приемов первой помощи при переломах. Иммобилизация (подручными средствами, </a:t>
          </a:r>
          <a:r>
            <a:rPr lang="ru-RU" sz="1700" b="0" i="0" kern="1200" dirty="0" err="1">
              <a:latin typeface="Open Sans" pitchFamily="2" charset="0"/>
              <a:ea typeface="Open Sans" pitchFamily="2" charset="0"/>
              <a:cs typeface="Open Sans" pitchFamily="2" charset="0"/>
            </a:rPr>
            <a:t>аутоиммобилизация</a:t>
          </a:r>
          <a:r>
            <a:rPr lang="ru-RU" sz="1700" b="0" i="0" kern="1200" dirty="0">
              <a:latin typeface="Open Sans" pitchFamily="2" charset="0"/>
              <a:ea typeface="Open Sans" pitchFamily="2" charset="0"/>
              <a:cs typeface="Open Sans" pitchFamily="2" charset="0"/>
            </a:rPr>
            <a:t>, с использованием медицинских изделий, обездвиживание руками травмированных частей тела).</a:t>
          </a:r>
          <a:endParaRPr lang="ru-RU" sz="1700" kern="1200" dirty="0">
            <a:latin typeface="Open Sans" pitchFamily="2" charset="0"/>
            <a:ea typeface="Open Sans" pitchFamily="2" charset="0"/>
            <a:cs typeface="Open Sans" pitchFamily="2" charset="0"/>
          </a:endParaRPr>
        </a:p>
      </dsp:txBody>
      <dsp:txXfrm>
        <a:off x="16854354" y="3870"/>
        <a:ext cx="4731379" cy="2838827"/>
      </dsp:txXfrm>
    </dsp:sp>
    <dsp:sp modelId="{898A6807-52DC-4755-BB51-BA6A0AEC4278}">
      <dsp:nvSpPr>
        <dsp:cNvPr id="0" name=""/>
        <dsp:cNvSpPr/>
      </dsp:nvSpPr>
      <dsp:spPr>
        <a:xfrm>
          <a:off x="1240802" y="3315836"/>
          <a:ext cx="4731379" cy="2838827"/>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ru-RU" sz="2200" b="0" i="0" kern="1200" dirty="0">
              <a:latin typeface="Open Sans" pitchFamily="2" charset="0"/>
              <a:ea typeface="Open Sans" pitchFamily="2" charset="0"/>
              <a:cs typeface="Open Sans" pitchFamily="2" charset="0"/>
            </a:rPr>
            <a:t>ЗАДАНИЕ 5.</a:t>
          </a:r>
          <a:endParaRPr lang="ru-RU" sz="2200" kern="1200" dirty="0">
            <a:latin typeface="Open Sans" pitchFamily="2" charset="0"/>
            <a:ea typeface="Open Sans" pitchFamily="2" charset="0"/>
            <a:cs typeface="Open Sans" pitchFamily="2" charset="0"/>
          </a:endParaRPr>
        </a:p>
        <a:p>
          <a:pPr marL="171450" lvl="1" indent="-171450" algn="l" defTabSz="755650">
            <a:lnSpc>
              <a:spcPct val="90000"/>
            </a:lnSpc>
            <a:spcBef>
              <a:spcPct val="0"/>
            </a:spcBef>
            <a:spcAft>
              <a:spcPct val="15000"/>
            </a:spcAft>
            <a:buChar char="•"/>
          </a:pPr>
          <a:r>
            <a:rPr lang="ru-RU" sz="1700" b="0" i="0" kern="1200" dirty="0">
              <a:latin typeface="Open Sans" pitchFamily="2" charset="0"/>
              <a:ea typeface="Open Sans" pitchFamily="2" charset="0"/>
              <a:cs typeface="Open Sans" pitchFamily="2" charset="0"/>
            </a:rPr>
            <a:t>Отработка приемов фиксации шейного отдела позвоночника.</a:t>
          </a:r>
          <a:endParaRPr lang="ru-RU" sz="1700" kern="1200" dirty="0">
            <a:latin typeface="Open Sans" pitchFamily="2" charset="0"/>
            <a:ea typeface="Open Sans" pitchFamily="2" charset="0"/>
            <a:cs typeface="Open Sans" pitchFamily="2" charset="0"/>
          </a:endParaRPr>
        </a:p>
      </dsp:txBody>
      <dsp:txXfrm>
        <a:off x="1240802" y="3315836"/>
        <a:ext cx="4731379" cy="2838827"/>
      </dsp:txXfrm>
    </dsp:sp>
    <dsp:sp modelId="{82F3BF8C-3176-40DF-8CB3-FE2A44571A53}">
      <dsp:nvSpPr>
        <dsp:cNvPr id="0" name=""/>
        <dsp:cNvSpPr/>
      </dsp:nvSpPr>
      <dsp:spPr>
        <a:xfrm>
          <a:off x="6445319" y="3315836"/>
          <a:ext cx="4731379" cy="2838827"/>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ru-RU" sz="2200" b="0" i="0" kern="1200" dirty="0">
              <a:latin typeface="Open Sans" pitchFamily="2" charset="0"/>
              <a:ea typeface="Open Sans" pitchFamily="2" charset="0"/>
              <a:cs typeface="Open Sans" pitchFamily="2" charset="0"/>
            </a:rPr>
            <a:t>ЗАДАНИЕ 6.</a:t>
          </a:r>
          <a:endParaRPr lang="ru-RU" sz="2200" kern="1200" dirty="0">
            <a:latin typeface="Open Sans" pitchFamily="2" charset="0"/>
            <a:ea typeface="Open Sans" pitchFamily="2" charset="0"/>
            <a:cs typeface="Open Sans" pitchFamily="2" charset="0"/>
          </a:endParaRPr>
        </a:p>
        <a:p>
          <a:pPr marL="171450" lvl="1" indent="-171450" algn="l" defTabSz="755650">
            <a:lnSpc>
              <a:spcPct val="90000"/>
            </a:lnSpc>
            <a:spcBef>
              <a:spcPct val="0"/>
            </a:spcBef>
            <a:spcAft>
              <a:spcPct val="15000"/>
            </a:spcAft>
            <a:buChar char="•"/>
          </a:pPr>
          <a:r>
            <a:rPr lang="ru-RU" sz="1700" b="0" i="0" kern="1200" dirty="0">
              <a:latin typeface="Open Sans" pitchFamily="2" charset="0"/>
              <a:ea typeface="Open Sans" pitchFamily="2" charset="0"/>
              <a:cs typeface="Open Sans" pitchFamily="2" charset="0"/>
            </a:rPr>
            <a:t>Отработка приемов наложения повязок при ожогах различных областей тела. Применение местного охлаждения.</a:t>
          </a:r>
          <a:endParaRPr lang="ru-RU" sz="1700" kern="1200" dirty="0">
            <a:latin typeface="Open Sans" pitchFamily="2" charset="0"/>
            <a:ea typeface="Open Sans" pitchFamily="2" charset="0"/>
            <a:cs typeface="Open Sans" pitchFamily="2" charset="0"/>
          </a:endParaRPr>
        </a:p>
      </dsp:txBody>
      <dsp:txXfrm>
        <a:off x="6445319" y="3315836"/>
        <a:ext cx="4731379" cy="2838827"/>
      </dsp:txXfrm>
    </dsp:sp>
    <dsp:sp modelId="{DE5FE7EB-9A21-48AD-B8B2-0B3E044CB87E}">
      <dsp:nvSpPr>
        <dsp:cNvPr id="0" name=""/>
        <dsp:cNvSpPr/>
      </dsp:nvSpPr>
      <dsp:spPr>
        <a:xfrm>
          <a:off x="11649836" y="3315836"/>
          <a:ext cx="4731379" cy="2838827"/>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ru-RU" sz="2200" b="0" i="0" kern="1200" dirty="0">
              <a:latin typeface="Open Sans" pitchFamily="2" charset="0"/>
              <a:ea typeface="Open Sans" pitchFamily="2" charset="0"/>
              <a:cs typeface="Open Sans" pitchFamily="2" charset="0"/>
            </a:rPr>
            <a:t>ЗАДАНИЕ 7.</a:t>
          </a:r>
          <a:endParaRPr lang="ru-RU" sz="2200" kern="1200" dirty="0">
            <a:latin typeface="Open Sans" pitchFamily="2" charset="0"/>
            <a:ea typeface="Open Sans" pitchFamily="2" charset="0"/>
            <a:cs typeface="Open Sans" pitchFamily="2" charset="0"/>
          </a:endParaRPr>
        </a:p>
        <a:p>
          <a:pPr marL="171450" lvl="1" indent="-171450" algn="l" defTabSz="755650">
            <a:lnSpc>
              <a:spcPct val="90000"/>
            </a:lnSpc>
            <a:spcBef>
              <a:spcPct val="0"/>
            </a:spcBef>
            <a:spcAft>
              <a:spcPct val="15000"/>
            </a:spcAft>
            <a:buChar char="•"/>
          </a:pPr>
          <a:r>
            <a:rPr lang="ru-RU" sz="1700" b="0" i="0" kern="1200" dirty="0">
              <a:latin typeface="Open Sans" pitchFamily="2" charset="0"/>
              <a:ea typeface="Open Sans" pitchFamily="2" charset="0"/>
              <a:cs typeface="Open Sans" pitchFamily="2" charset="0"/>
            </a:rPr>
            <a:t>Отработка приемов наложения </a:t>
          </a:r>
          <a:r>
            <a:rPr lang="ru-RU" sz="1700" b="0" i="0" kern="1200" dirty="0" err="1">
              <a:latin typeface="Open Sans" pitchFamily="2" charset="0"/>
              <a:ea typeface="Open Sans" pitchFamily="2" charset="0"/>
              <a:cs typeface="Open Sans" pitchFamily="2" charset="0"/>
            </a:rPr>
            <a:t>термоизолирующей</a:t>
          </a:r>
          <a:r>
            <a:rPr lang="ru-RU" sz="1700" b="0" i="0" kern="1200" dirty="0">
              <a:latin typeface="Open Sans" pitchFamily="2" charset="0"/>
              <a:ea typeface="Open Sans" pitchFamily="2" charset="0"/>
              <a:cs typeface="Open Sans" pitchFamily="2" charset="0"/>
            </a:rPr>
            <a:t> повязки при отморожениях.</a:t>
          </a:r>
          <a:endParaRPr lang="ru-RU" sz="1700" kern="1200" dirty="0">
            <a:latin typeface="Open Sans" pitchFamily="2" charset="0"/>
            <a:ea typeface="Open Sans" pitchFamily="2" charset="0"/>
            <a:cs typeface="Open Sans" pitchFamily="2" charset="0"/>
          </a:endParaRPr>
        </a:p>
      </dsp:txBody>
      <dsp:txXfrm>
        <a:off x="11649836" y="3315836"/>
        <a:ext cx="4731379" cy="2838827"/>
      </dsp:txXfrm>
    </dsp:sp>
    <dsp:sp modelId="{1348D0F9-F445-4F88-838E-4BFD301FE173}">
      <dsp:nvSpPr>
        <dsp:cNvPr id="0" name=""/>
        <dsp:cNvSpPr/>
      </dsp:nvSpPr>
      <dsp:spPr>
        <a:xfrm>
          <a:off x="16854354" y="3315836"/>
          <a:ext cx="4731379" cy="2838827"/>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ru-RU" sz="2200" b="0" i="0" kern="1200" dirty="0">
              <a:latin typeface="Open Sans" pitchFamily="2" charset="0"/>
              <a:ea typeface="Open Sans" pitchFamily="2" charset="0"/>
              <a:cs typeface="Open Sans" pitchFamily="2" charset="0"/>
            </a:rPr>
            <a:t>ЗАДАНИЕ 8.</a:t>
          </a:r>
          <a:endParaRPr lang="ru-RU" sz="2200" kern="1200" dirty="0">
            <a:latin typeface="Open Sans" pitchFamily="2" charset="0"/>
            <a:ea typeface="Open Sans" pitchFamily="2" charset="0"/>
            <a:cs typeface="Open Sans" pitchFamily="2" charset="0"/>
          </a:endParaRPr>
        </a:p>
        <a:p>
          <a:pPr marL="171450" lvl="1" indent="-171450" algn="l" defTabSz="755650">
            <a:lnSpc>
              <a:spcPct val="90000"/>
            </a:lnSpc>
            <a:spcBef>
              <a:spcPct val="0"/>
            </a:spcBef>
            <a:spcAft>
              <a:spcPct val="15000"/>
            </a:spcAft>
            <a:buChar char="•"/>
          </a:pPr>
          <a:r>
            <a:rPr lang="ru-RU" sz="1700" b="0" i="0" kern="1200" dirty="0">
              <a:latin typeface="Open Sans" pitchFamily="2" charset="0"/>
              <a:ea typeface="Open Sans" pitchFamily="2" charset="0"/>
              <a:cs typeface="Open Sans" pitchFamily="2" charset="0"/>
            </a:rPr>
            <a:t>Отработка приемов придания оптимального положения тела пострадавшему при отсутствии сознания, травмах различных областей тела, значительной кровопотере.</a:t>
          </a:r>
          <a:endParaRPr lang="ru-RU" sz="1700" kern="1200" dirty="0">
            <a:latin typeface="Open Sans" pitchFamily="2" charset="0"/>
            <a:ea typeface="Open Sans" pitchFamily="2" charset="0"/>
            <a:cs typeface="Open Sans" pitchFamily="2" charset="0"/>
          </a:endParaRPr>
        </a:p>
      </dsp:txBody>
      <dsp:txXfrm>
        <a:off x="16854354" y="3315836"/>
        <a:ext cx="4731379" cy="2838827"/>
      </dsp:txXfrm>
    </dsp:sp>
    <dsp:sp modelId="{B3E7E85F-0E71-41AE-96C9-7B7FD7410FB9}">
      <dsp:nvSpPr>
        <dsp:cNvPr id="0" name=""/>
        <dsp:cNvSpPr/>
      </dsp:nvSpPr>
      <dsp:spPr>
        <a:xfrm>
          <a:off x="3843061" y="6627801"/>
          <a:ext cx="4731379" cy="2838827"/>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ru-RU" sz="2200" b="0" i="0" kern="1200" dirty="0">
              <a:latin typeface="Open Sans" pitchFamily="2" charset="0"/>
              <a:ea typeface="Open Sans" pitchFamily="2" charset="0"/>
              <a:cs typeface="Open Sans" pitchFamily="2" charset="0"/>
            </a:rPr>
            <a:t>ЗАДАНИЕ 9.</a:t>
          </a:r>
          <a:endParaRPr lang="ru-RU" sz="2200" kern="1200" dirty="0">
            <a:latin typeface="Open Sans" pitchFamily="2" charset="0"/>
            <a:ea typeface="Open Sans" pitchFamily="2" charset="0"/>
            <a:cs typeface="Open Sans" pitchFamily="2" charset="0"/>
          </a:endParaRPr>
        </a:p>
        <a:p>
          <a:pPr marL="171450" lvl="1" indent="-171450" algn="l" defTabSz="755650">
            <a:lnSpc>
              <a:spcPct val="90000"/>
            </a:lnSpc>
            <a:spcBef>
              <a:spcPct val="0"/>
            </a:spcBef>
            <a:spcAft>
              <a:spcPct val="15000"/>
            </a:spcAft>
            <a:buChar char="•"/>
          </a:pPr>
          <a:r>
            <a:rPr lang="ru-RU" sz="1700" b="0" i="0" kern="1200" dirty="0">
              <a:latin typeface="Open Sans" pitchFamily="2" charset="0"/>
              <a:ea typeface="Open Sans" pitchFamily="2" charset="0"/>
              <a:cs typeface="Open Sans" pitchFamily="2" charset="0"/>
            </a:rPr>
            <a:t>Отработка приемов экстренного извлечения пострадавшего из труднодоступного места, отработка основных приемов (пострадавший в сознании, пострадавший без сознания).</a:t>
          </a:r>
          <a:endParaRPr lang="ru-RU" sz="1700" kern="1200" dirty="0">
            <a:latin typeface="Open Sans" pitchFamily="2" charset="0"/>
            <a:ea typeface="Open Sans" pitchFamily="2" charset="0"/>
            <a:cs typeface="Open Sans" pitchFamily="2" charset="0"/>
          </a:endParaRPr>
        </a:p>
      </dsp:txBody>
      <dsp:txXfrm>
        <a:off x="3843061" y="6627801"/>
        <a:ext cx="4731379" cy="2838827"/>
      </dsp:txXfrm>
    </dsp:sp>
    <dsp:sp modelId="{A01911F5-05BA-40C1-A05C-FE47E7F8F32F}">
      <dsp:nvSpPr>
        <dsp:cNvPr id="0" name=""/>
        <dsp:cNvSpPr/>
      </dsp:nvSpPr>
      <dsp:spPr>
        <a:xfrm>
          <a:off x="9047578" y="6627801"/>
          <a:ext cx="4731379" cy="2838827"/>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ru-RU" sz="2200" b="0" i="0" kern="1200" dirty="0">
              <a:latin typeface="Open Sans" pitchFamily="2" charset="0"/>
              <a:ea typeface="Open Sans" pitchFamily="2" charset="0"/>
              <a:cs typeface="Open Sans" pitchFamily="2" charset="0"/>
            </a:rPr>
            <a:t>ЗАДАНИЕ 10.</a:t>
          </a:r>
          <a:endParaRPr lang="ru-RU" sz="2200" kern="1200" dirty="0">
            <a:latin typeface="Open Sans" pitchFamily="2" charset="0"/>
            <a:ea typeface="Open Sans" pitchFamily="2" charset="0"/>
            <a:cs typeface="Open Sans" pitchFamily="2" charset="0"/>
          </a:endParaRPr>
        </a:p>
        <a:p>
          <a:pPr marL="171450" lvl="1" indent="-171450" algn="l" defTabSz="755650">
            <a:lnSpc>
              <a:spcPct val="90000"/>
            </a:lnSpc>
            <a:spcBef>
              <a:spcPct val="0"/>
            </a:spcBef>
            <a:spcAft>
              <a:spcPct val="15000"/>
            </a:spcAft>
            <a:buChar char="•"/>
          </a:pPr>
          <a:r>
            <a:rPr lang="ru-RU" sz="1700" b="0" i="0" kern="1200" dirty="0">
              <a:latin typeface="Open Sans" pitchFamily="2" charset="0"/>
              <a:ea typeface="Open Sans" pitchFamily="2" charset="0"/>
              <a:cs typeface="Open Sans" pitchFamily="2" charset="0"/>
            </a:rPr>
            <a:t>Отработка приемов перемещения пострадавших на руках одним, 2 и более участниками оказания первой помощи. Отработка приемов перемещения пострадавших с травмами головы, шеи, груди, спины, живота, таза, конечностей и позвоночника.</a:t>
          </a:r>
          <a:endParaRPr lang="ru-RU" sz="1700" kern="1200" dirty="0">
            <a:latin typeface="Open Sans" pitchFamily="2" charset="0"/>
            <a:ea typeface="Open Sans" pitchFamily="2" charset="0"/>
            <a:cs typeface="Open Sans" pitchFamily="2" charset="0"/>
          </a:endParaRPr>
        </a:p>
      </dsp:txBody>
      <dsp:txXfrm>
        <a:off x="9047578" y="6627801"/>
        <a:ext cx="4731379" cy="2838827"/>
      </dsp:txXfrm>
    </dsp:sp>
    <dsp:sp modelId="{91626133-DE54-4E68-862E-E4E2CDC3890B}">
      <dsp:nvSpPr>
        <dsp:cNvPr id="0" name=""/>
        <dsp:cNvSpPr/>
      </dsp:nvSpPr>
      <dsp:spPr>
        <a:xfrm>
          <a:off x="14252095" y="6627801"/>
          <a:ext cx="4731379" cy="2838827"/>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ru-RU" sz="2200" b="0" i="0" kern="1200" dirty="0">
              <a:latin typeface="Open Sans" pitchFamily="2" charset="0"/>
              <a:ea typeface="Open Sans" pitchFamily="2" charset="0"/>
              <a:cs typeface="Open Sans" pitchFamily="2" charset="0"/>
            </a:rPr>
            <a:t>ЗАДАНИЕ 11.</a:t>
          </a:r>
          <a:endParaRPr lang="ru-RU" sz="2200" kern="1200" dirty="0">
            <a:latin typeface="Open Sans" pitchFamily="2" charset="0"/>
            <a:ea typeface="Open Sans" pitchFamily="2" charset="0"/>
            <a:cs typeface="Open Sans" pitchFamily="2" charset="0"/>
          </a:endParaRPr>
        </a:p>
        <a:p>
          <a:pPr marL="171450" lvl="1" indent="-171450" algn="l" defTabSz="755650">
            <a:lnSpc>
              <a:spcPct val="90000"/>
            </a:lnSpc>
            <a:spcBef>
              <a:spcPct val="0"/>
            </a:spcBef>
            <a:spcAft>
              <a:spcPct val="15000"/>
            </a:spcAft>
            <a:buChar char="•"/>
          </a:pPr>
          <a:r>
            <a:rPr lang="ru-RU" sz="1700" b="0" i="0" kern="1200" dirty="0">
              <a:latin typeface="Open Sans" pitchFamily="2" charset="0"/>
              <a:ea typeface="Open Sans" pitchFamily="2" charset="0"/>
              <a:cs typeface="Open Sans" pitchFamily="2" charset="0"/>
            </a:rPr>
            <a:t>Отработка приемов оказания психологической поддержки пострадавших при различных острых психологических реакциях на стресс. Способы самопомощи в экстремальных ситуациях.</a:t>
          </a:r>
          <a:endParaRPr lang="ru-RU" sz="1700" kern="1200" dirty="0">
            <a:latin typeface="Open Sans" pitchFamily="2" charset="0"/>
            <a:ea typeface="Open Sans" pitchFamily="2" charset="0"/>
            <a:cs typeface="Open Sans" pitchFamily="2" charset="0"/>
          </a:endParaRPr>
        </a:p>
      </dsp:txBody>
      <dsp:txXfrm>
        <a:off x="14252095" y="6627801"/>
        <a:ext cx="4731379" cy="2838827"/>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73" name="Shape 73"/>
          <p:cNvSpPr>
            <a:spLocks noGrp="1" noRot="1" noChangeAspect="1"/>
          </p:cNvSpPr>
          <p:nvPr>
            <p:ph type="sldImg"/>
          </p:nvPr>
        </p:nvSpPr>
        <p:spPr bwMode="auto">
          <a:xfrm>
            <a:off x="1143000" y="685800"/>
            <a:ext cx="4572000" cy="3429000"/>
          </a:xfrm>
          <a:prstGeom prst="rect">
            <a:avLst/>
          </a:prstGeom>
        </p:spPr>
        <p:txBody>
          <a:bodyPr/>
          <a:lstStyle/>
          <a:p>
            <a:pPr>
              <a:defRPr/>
            </a:pPr>
            <a:endParaRPr/>
          </a:p>
        </p:txBody>
      </p:sp>
      <p:sp>
        <p:nvSpPr>
          <p:cNvPr id="74" name="Shape 74"/>
          <p:cNvSpPr>
            <a:spLocks noGrp="1"/>
          </p:cNvSpPr>
          <p:nvPr>
            <p:ph type="body" sz="quarter" idx="1"/>
          </p:nvPr>
        </p:nvSpPr>
        <p:spPr bwMode="auto">
          <a:xfrm>
            <a:off x="914400" y="4343400"/>
            <a:ext cx="5029200" cy="4114800"/>
          </a:xfrm>
          <a:prstGeom prst="rect">
            <a:avLst/>
          </a:prstGeom>
        </p:spPr>
        <p:txBody>
          <a:bodyPr/>
          <a:lstStyle/>
          <a:p>
            <a:pPr>
              <a:defRPr/>
            </a:pPr>
            <a:endParaRPr/>
          </a:p>
        </p:txBody>
      </p:sp>
    </p:spTree>
  </p:cSld>
  <p:clrMap bg1="lt1" tx1="dk1" bg2="lt2" tx2="dk2" accent1="accent1" accent2="accent2" accent3="accent3" accent4="accent4" accent5="accent5" accent6="accent6" hlink="hlink" folHlink="folHlink"/>
  <p:notesStyle>
    <a:lvl1pPr defTabSz="1828800">
      <a:defRPr sz="2400">
        <a:latin typeface="+mn-lt"/>
        <a:ea typeface="+mn-ea"/>
        <a:cs typeface="+mn-cs"/>
      </a:defRPr>
    </a:lvl1pPr>
    <a:lvl2pPr indent="228600" defTabSz="1828800">
      <a:defRPr sz="2400">
        <a:latin typeface="+mn-lt"/>
        <a:ea typeface="+mn-ea"/>
        <a:cs typeface="+mn-cs"/>
      </a:defRPr>
    </a:lvl2pPr>
    <a:lvl3pPr indent="457200" defTabSz="1828800">
      <a:defRPr sz="2400">
        <a:latin typeface="+mn-lt"/>
        <a:ea typeface="+mn-ea"/>
        <a:cs typeface="+mn-cs"/>
      </a:defRPr>
    </a:lvl3pPr>
    <a:lvl4pPr indent="685800" defTabSz="1828800">
      <a:defRPr sz="2400">
        <a:latin typeface="+mn-lt"/>
        <a:ea typeface="+mn-ea"/>
        <a:cs typeface="+mn-cs"/>
      </a:defRPr>
    </a:lvl4pPr>
    <a:lvl5pPr indent="914400" defTabSz="1828800">
      <a:defRPr sz="2400">
        <a:latin typeface="+mn-lt"/>
        <a:ea typeface="+mn-ea"/>
        <a:cs typeface="+mn-cs"/>
      </a:defRPr>
    </a:lvl5pPr>
    <a:lvl6pPr indent="1143000" defTabSz="1828800">
      <a:defRPr sz="2400">
        <a:latin typeface="+mn-lt"/>
        <a:ea typeface="+mn-ea"/>
        <a:cs typeface="+mn-cs"/>
      </a:defRPr>
    </a:lvl6pPr>
    <a:lvl7pPr indent="1371600" defTabSz="1828800">
      <a:defRPr sz="2400">
        <a:latin typeface="+mn-lt"/>
        <a:ea typeface="+mn-ea"/>
        <a:cs typeface="+mn-cs"/>
      </a:defRPr>
    </a:lvl7pPr>
    <a:lvl8pPr indent="1600200" defTabSz="1828800">
      <a:defRPr sz="2400">
        <a:latin typeface="+mn-lt"/>
        <a:ea typeface="+mn-ea"/>
        <a:cs typeface="+mn-cs"/>
      </a:defRPr>
    </a:lvl8pPr>
    <a:lvl9pPr indent="1828800" defTabSz="1828800">
      <a:defRPr sz="2400">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r>
              <a:t>Слайд 1. Титул</a:t>
            </a:r>
          </a:p>
          <a:p/>
          <a:p>
            <a:r>
              <a:t>Добрый день.</a:t>
            </a:r>
          </a:p>
          <a:p>
            <a:r>
              <a:t>Сегодня мы разберём методику разработки учебного занятия.</a:t>
            </a:r>
          </a:p>
          <a:p>
            <a:r>
              <a:t>На примере курса первой помощи посмотрим, как для каждой темы задаются цель, вид и метод занятия, продолжительность, оснащение, перечень вопросов, рекомендации преподавателю и практические задания.</a:t>
            </a:r>
          </a:p>
        </p:txBody>
      </p:sp>
      <p:sp>
        <p:nvSpPr>
          <p:cNvPr id="4" name="Номер слайда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66603E-7D41-4B3A-A1FE-5F5EFDD65191}" type="slidenum">
              <a:rPr kumimoji="0" lang="ru-RU" sz="1200" b="0" i="0" u="none" strike="noStrike" kern="1200" cap="none" spc="0" normalizeH="0" baseline="0" noProof="0" smtClean="0">
                <a:ln>
                  <a:noFill/>
                </a:ln>
                <a:solidFill>
                  <a:prstClr val="black"/>
                </a:solidFill>
                <a:effectLst/>
                <a:uLnTx/>
                <a:uFillTx/>
                <a:latin typeface="Calibri"/>
                <a:ea typeface="+mn-ea"/>
                <a:cs typeface="Calibri"/>
                <a:sym typeface="Open San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ru-RU" sz="1200" b="0" i="0" u="none" strike="noStrike" kern="1200" cap="none" spc="0" normalizeH="0" baseline="0" noProof="0">
              <a:ln>
                <a:noFill/>
              </a:ln>
              <a:solidFill>
                <a:prstClr val="black"/>
              </a:solidFill>
              <a:effectLst/>
              <a:uLnTx/>
              <a:uFillTx/>
              <a:latin typeface="Calibri"/>
              <a:ea typeface="+mn-ea"/>
              <a:cs typeface="Calibri"/>
              <a:sym typeface="Open Sans"/>
            </a:endParaRPr>
          </a:p>
        </p:txBody>
      </p:sp>
    </p:spTree>
    <p:extLst>
      <p:ext uri="{BB962C8B-B14F-4D97-AF65-F5344CB8AC3E}">
        <p14:creationId xmlns:p14="http://schemas.microsoft.com/office/powerpoint/2010/main" val="24578492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Образ слайда 1"/>
          <p:cNvSpPr>
            <a:spLocks noGrp="1" noRot="1" noChangeAspect="1"/>
          </p:cNvSpPr>
          <p:nvPr>
            <p:ph type="sldImg"/>
          </p:nvPr>
        </p:nvSpPr>
        <p:spPr bwMode="auto">
          <a:xfrm>
            <a:off x="381000" y="685800"/>
            <a:ext cx="6096000" cy="3429000"/>
          </a:xfrm>
        </p:spPr>
      </p:sp>
      <p:sp>
        <p:nvSpPr>
          <p:cNvPr id="3" name="Заметки 2"/>
          <p:cNvSpPr>
            <a:spLocks noGrp="1"/>
          </p:cNvSpPr>
          <p:nvPr>
            <p:ph type="body" idx="1"/>
          </p:nvPr>
        </p:nvSpPr>
        <p:spPr bwMode="auto"/>
        <p:txBody>
          <a:bodyPr/>
          <a:lstStyle/>
          <a:p>
            <a:r>
              <a:t>Слайд 19. Благодарность</a:t>
            </a:r>
          </a:p>
          <a:p/>
          <a:p>
            <a:r>
              <a:t>На этом методика разработки учебного занятия завершена.</a:t>
            </a:r>
          </a:p>
          <a:p>
            <a:r>
              <a:t>Для каждой темы задаются цель, метод, время, оснащение, содержание, рекомендации и практические задания — и только в такой связке занятие реально готовит к оказанию первой помощи.</a:t>
            </a:r>
          </a:p>
          <a:p>
            <a:r>
              <a:t>Благодарю за внимание.</a:t>
            </a:r>
          </a:p>
        </p:txBody>
      </p:sp>
    </p:spTree>
    <p:extLst>
      <p:ext uri="{BB962C8B-B14F-4D97-AF65-F5344CB8AC3E}">
        <p14:creationId xmlns:p14="http://schemas.microsoft.com/office/powerpoint/2010/main" val="2193258626"/>
      </p:ext>
    </p:extLst>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Слайд 2. Тема 1. Паспорт занятия</a:t>
            </a:r>
          </a:p>
          <a:p/>
          <a:p>
            <a:r>
              <a:t>Начнём с темы один — организационно-правовые аспекты оказания первой помощи.</a:t>
            </a:r>
          </a:p>
          <a:p>
            <a:r>
              <a:t>Цель занятия: ознакомить обучающихся с основными понятиями и нормативно-правовыми актами, показать важность первой помощи, изучить последовательность мероприятий и используемое оснащение.</a:t>
            </a:r>
          </a:p>
          <a:p>
            <a:r>
              <a:t>Формат — групповое занятие.</a:t>
            </a:r>
          </a:p>
          <a:p>
            <a:r>
              <a:t>Метод — интерактивная лекция: устное изложение с обсуждением вопросов по ходу.</a:t>
            </a:r>
          </a:p>
          <a:p>
            <a:r>
              <a:t>Продолжительность — два часа.</a:t>
            </a:r>
          </a:p>
          <a:p>
            <a:r>
              <a:t>Из оснащения нужны аптечки, табельные средства, жгуты, перевязочный материал, пособия, учебный фильм, наглядность и мультимедиа.</a:t>
            </a:r>
          </a:p>
          <a:p>
            <a:r>
              <a:t>Уже на этом шаге видно: занятие проектируется не от «слайдов», а от цели, метода и материальной базы.</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Слайд 3. Тема 1. Изучаемые вопросы</a:t>
            </a:r>
          </a:p>
          <a:p/>
          <a:p>
            <a:r>
              <a:t>По содержанию темы один слушатели проходят нормативный каркас и организацию первой помощи в Российской Федерации.</a:t>
            </a:r>
          </a:p>
          <a:p>
            <a:r>
              <a:t>Дальше — укладки, наборы, комплекты и аптечки: что внутри и для чего.</a:t>
            </a:r>
          </a:p>
          <a:p>
            <a:r>
              <a:t>Затем порядок и приоритетность оказания помощи, перечень состояний и мероприятий с последовательностью действий.</a:t>
            </a:r>
          </a:p>
          <a:p>
            <a:r>
              <a:t>Отдельно — безопасность и профилактика инфекций, извлечение и перемещение пострадавших, правила вызова скорой и других специальных служб.</a:t>
            </a:r>
          </a:p>
          <a:p>
            <a:r>
              <a:t>Это тот минимум, без которого дальше практика «повисает в воздухе».</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Слайд 4. Тема 1. Рекомендации преподавателю</a:t>
            </a:r>
          </a:p>
          <a:p/>
          <a:p>
            <a:r>
              <a:t>Рекомендации к проведению темы один начинаются ещё до самого материала.</a:t>
            </a:r>
          </a:p>
          <a:p>
            <a:r>
              <a:t>В начале занятия определите особенности группы, заметьте потенциально «трудных» участников и заранее продумайте, как с ними работать.</a:t>
            </a:r>
          </a:p>
          <a:p>
            <a:r>
              <a:t>Сразу привлеките внимание к вопросам первой помощи.</a:t>
            </a:r>
          </a:p>
          <a:p>
            <a:r>
              <a:t>И не забудьте организационные рамки: длительность курса, темы, перерывы, бытовые ориентиры.</a:t>
            </a:r>
          </a:p>
          <a:p>
            <a:r>
              <a:t>Так вы снижаете хаос в группе и быстрее выходите на учебную задачу.</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Слайд 5. Тема 2. Паспорт занятия</a:t>
            </a:r>
          </a:p>
          <a:p/>
          <a:p>
            <a:r>
              <a:t>Тема два — оказание первой помощи при наружных кровотечениях.</a:t>
            </a:r>
          </a:p>
          <a:p>
            <a:r>
              <a:t>Цель: изучить виды кровотечений и освоить навыки их остановки.</a:t>
            </a:r>
          </a:p>
          <a:p>
            <a:r>
              <a:t>Занятие групповое.</a:t>
            </a:r>
          </a:p>
          <a:p>
            <a:r>
              <a:t>Методы: лекция, диалог и практика.</a:t>
            </a:r>
          </a:p>
          <a:p>
            <a:r>
              <a:t>Продолжительность — четыре часа: два на теорию и два на практику.</a:t>
            </a:r>
          </a:p>
          <a:p>
            <a:r>
              <a:t>Оснащение усиливается имитаторами травм, жгутами, перевязочными средствами, фильмом и наглядностью по способам остановки кровотечения.</a:t>
            </a:r>
          </a:p>
          <a:p>
            <a:r>
              <a:t>Здесь уже видно обязательное сочетание понимания и «работы руками».</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Слайд 6. Тема 2. Изучаемые вопросы</a:t>
            </a:r>
          </a:p>
          <a:p/>
          <a:p>
            <a:r>
              <a:t>По вопросам темы два идут кровотечение и обзорный осмотр, признаки наружного кровотечения и кровопотери.</a:t>
            </a:r>
          </a:p>
          <a:p>
            <a:r>
              <a:t>Затем способы временной остановки, последовательность мероприятий и остановка при ранениях разных областей тела.</a:t>
            </a:r>
          </a:p>
          <a:p>
            <a:r>
              <a:t>Логика простая: сначала распознать угрозу, потом выбрать способ, потом отработать его по зонам повреждения.</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Слайд 7. Тема 2. Рекомендации преподавателю</a:t>
            </a:r>
          </a:p>
          <a:p/>
          <a:p>
            <a:r>
              <a:t>При проведении этой темы обратите внимание на тех, кому тяжело переносить вид крови: для них освоение может идти труднее.</a:t>
            </a:r>
          </a:p>
          <a:p>
            <a:r>
              <a:t>При этом важно честно донести, что сильное кровотечение — одна из главных причин гибели на месте происшествия.</a:t>
            </a:r>
          </a:p>
          <a:p>
            <a:r>
              <a:t>По выбору способа: приоритет у прямого давления на рану, а жгут — крайняя мера, и навык работы с ним отрабатывают только на практике.</a:t>
            </a:r>
          </a:p>
          <a:p>
            <a:r>
              <a:t>Так слушатель получает и правильный приоритет, и техническую готовность.</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Слайд 8. Тема 2. Практические задания</a:t>
            </a:r>
          </a:p>
          <a:p/>
          <a:p>
            <a:r>
              <a:t>Практика по теме два строится через пять заданий.</a:t>
            </a:r>
          </a:p>
          <a:p>
            <a:r>
              <a:t>Сначала обзорный осмотр.</a:t>
            </a:r>
          </a:p>
          <a:p>
            <a:r>
              <a:t>Затем временная остановка кровотечения прямым давлением на разных областях тела.</a:t>
            </a:r>
          </a:p>
          <a:p>
            <a:r>
              <a:t>Дальше — давящая повязка.</a:t>
            </a:r>
          </a:p>
          <a:p>
            <a:r>
              <a:t>Отдельно — табельные и импровизированные жгуты при ранении конечностей.</a:t>
            </a:r>
          </a:p>
          <a:p>
            <a:r>
              <a:t>И ещё одно задание — давящая повязка с фиксацией инородного предмета в ране.</a:t>
            </a:r>
          </a:p>
          <a:p>
            <a:r>
              <a:t>Именно эта цепочка закрепляет алгоритм «осмотр — давление — повязка — жгут при необходимости».</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Слайд 9. Тема 3. Паспорт занятия</a:t>
            </a:r>
          </a:p>
          <a:p/>
          <a:p>
            <a:r>
              <a:t>Тема три — первая помощь при отсутствии сознания, остановке дыхания и кровообращения.</a:t>
            </a:r>
          </a:p>
          <a:p>
            <a:r>
              <a:t>Цель: освоить сердечно-лёгочную реанимацию, помощь при нарушении проходимости дыхательных путей и устойчивое боковое положение.</a:t>
            </a:r>
          </a:p>
          <a:p>
            <a:r>
              <a:t>Занятие групповое, с лекцией, диалогом и практикой.</a:t>
            </a:r>
          </a:p>
          <a:p>
            <a:r>
              <a:t>Четыре часа: два теории и два практики.</a:t>
            </a:r>
          </a:p>
          <a:p>
            <a:r>
              <a:t>Здесь ключевое оснащение — манекены с контроллером и без него, тренажёр для удаления инородного тела, расходники, устройства для искусственного дыхания и наглядность по реанимации.</a:t>
            </a:r>
          </a:p>
          <a:p>
            <a:r>
              <a:t>Без тренажёров эту тему качественно не провести.</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Слайд 10. Тема 3. Изучаемые вопросы</a:t>
            </a:r>
          </a:p>
          <a:p/>
          <a:p>
            <a:r>
              <a:t>По содержанию слушатели изучают признаки жизни, восстановление и поддержание проходимости дыхательных путей, технику СЛР.</a:t>
            </a:r>
          </a:p>
          <a:p>
            <a:r>
              <a:t>При наличии — применение автоматического наружного дефибриллятора.</a:t>
            </a:r>
          </a:p>
          <a:p>
            <a:r>
              <a:t>Отдельно — помощь при инородном теле в дыхательных путях и при иных угрожающих нарушениях дыхания.</a:t>
            </a:r>
          </a:p>
          <a:p>
            <a:r>
              <a:t>Это блок, где цена ошибки максимальна, поэтому теория сразу должна переходить в многократную отработку.</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Слайд 11. Тема 3. Рекомендации преподавателю</a:t>
            </a:r>
          </a:p>
          <a:p/>
          <a:p>
            <a:r>
              <a:t>На занятии обязательно отрабатывают СЛР и удаление инородных тел, с акцентом на особенности у детей разного возраста.</a:t>
            </a:r>
          </a:p>
          <a:p>
            <a:r>
              <a:t>Отдельно контролируйте качество давления на грудину.</a:t>
            </a:r>
          </a:p>
          <a:p>
            <a:r>
              <a:t>При устойчивом боковом положении объясните важные детали: снять очки и убрать острые предметы, аккуратно выполнить поворот, регулярно оценивать дыхание и переворачивать на другой бок примерно каждые тридцать минут.</a:t>
            </a:r>
          </a:p>
          <a:p>
            <a:r>
              <a:t>Роль пострадавшего при самостоятельной отработке обычно играют сами обучающиеся — это повышает аккуратность и ответственность.</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Слайд 12. Тема 3. Практические задания</a:t>
            </a:r>
          </a:p>
          <a:p/>
          <a:p>
            <a:r>
              <a:t>Практика по реанимационному блоку идёт длинной последовательностью заданий.</a:t>
            </a:r>
          </a:p>
          <a:p>
            <a:r>
              <a:t>Сначала общая последовательность реанимации и оценка обстановки.</a:t>
            </a:r>
          </a:p>
          <a:p>
            <a:r>
              <a:t>Затем определение сознания, восстановление проходимости дыхательных путей, оценка признаков жизни и вызов помощи.</a:t>
            </a:r>
          </a:p>
          <a:p>
            <a:r>
              <a:t>Дальше — давление на грудину, искусственное дыхание с устройствами, устойчивое боковое положение, алгоритм АНД и удаление инородного тела.</a:t>
            </a:r>
          </a:p>
          <a:p>
            <a:r>
              <a:t>Преподаватель постоянно контролирует выполнение и сразу исправляет неточности: здесь «почти правильно» недостаточно.</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Слайд 13. Тема 4. Паспорт занятия</a:t>
            </a:r>
          </a:p>
          <a:p/>
          <a:p>
            <a:r>
              <a:t>Тема четыре — травмы, ранения, поражения и прочие состояния.</a:t>
            </a:r>
          </a:p>
          <a:p>
            <a:r>
              <a:t>Цель широкая: особенности помощи при травмах разных областей, температурные воздействия и отравления, оптимальные положения тела, переноска, контроль состояния и психологическая поддержка до передачи специалистам.</a:t>
            </a:r>
          </a:p>
          <a:p>
            <a:r>
              <a:t>Занятие групповое.</a:t>
            </a:r>
          </a:p>
          <a:p>
            <a:r>
              <a:t>Методы: диалог, практика и ситуационные задачи.</a:t>
            </a:r>
          </a:p>
          <a:p>
            <a:r>
              <a:t>Продолжительность — шесть часов: два теории и четыре практики.</a:t>
            </a:r>
          </a:p>
          <a:p>
            <a:r>
              <a:t>Оснащение — имитаторы травм, аптечки, перевязочные средства, фильм и наглядность по оптимальным положениям.</a:t>
            </a:r>
          </a:p>
          <a:p>
            <a:r>
              <a:t>Это самый объёмный практический блок курса.</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Слайд 14. Тема 4. Изучаемые вопросы</a:t>
            </a:r>
          </a:p>
          <a:p/>
          <a:p>
            <a:r>
              <a:t>По вопросам темы четыре идут подробный осмотр и опрос, основные состояния, с которыми столкнётся участник оказания помощи.</a:t>
            </a:r>
          </a:p>
          <a:p>
            <a:r>
              <a:t>Затем травмы разных областей тела, термические поражения, химические и электрические факторы, излучение, отравления, укусы и ужаливания, судорожный приступ.</a:t>
            </a:r>
          </a:p>
          <a:p>
            <a:r>
              <a:t>Также — помощь в приёме лекарств, оптимальное положение и контроль состояния, психологическая поддержка, транспортировка и передача пострадавшего бригаде или специальной службе.</a:t>
            </a:r>
          </a:p>
          <a:p>
            <a:r>
              <a:t>Слушатель должен видеть не только «перелом и повязку», а полный контур сопровождения пострадавшего.</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Слайд 15. Тема 4. Рекомендации преподавателю</a:t>
            </a:r>
          </a:p>
          <a:p/>
          <a:p>
            <a:r>
              <a:t>По иммобилизации шейного отдела поясните: подручными средствами и изделиями её делают только вдвоём и при соответствующей подготовке.</a:t>
            </a:r>
          </a:p>
          <a:p>
            <a:r>
              <a:t>В большинстве случаев до приезда скорой фиксацию держат вручную.</a:t>
            </a:r>
          </a:p>
          <a:p>
            <a:r>
              <a:t>Важно подчеркнуть: помощь при жаре, холоде и токсических воздействиях так же значима, как при механических травмах.</a:t>
            </a:r>
          </a:p>
          <a:p>
            <a:r>
              <a:t>Отдельный акцент — контроль состояния и психологическая поддержка: они стабилизируют ситуацию и помогают вовремя заметить ухудшение.</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Слайд 16. Тема 4. Практические задания</a:t>
            </a:r>
          </a:p>
          <a:p/>
          <a:p>
            <a:r>
              <a:t>Практика по теме четыре включает одиннадцать заданий.</a:t>
            </a:r>
          </a:p>
          <a:p>
            <a:r>
              <a:t>От подробного осмотра и опроса — к окклюзионной повязке, повязкам при выпадении органов и инородном предмете, иммобилизации при переломах и фиксации шеи.</a:t>
            </a:r>
          </a:p>
          <a:p>
            <a:r>
              <a:t>Дальше — ожоги и охлаждение, термоизолирующая повязка при отморожении, оптимальные положения тела.</a:t>
            </a:r>
          </a:p>
          <a:p>
            <a:r>
              <a:t>Затем извлечение из труднодоступного места, переноска при разных травмах и психологическая поддержка, включая самопомощь в экстремальной ситуации.</a:t>
            </a:r>
          </a:p>
          <a:p>
            <a:r>
              <a:t>Это блок, где отрабатывают именно разнообразие сценариев, а не один приём.</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Слайд 17. Тема 5. Паспорт итогового контроля</a:t>
            </a:r>
          </a:p>
          <a:p/>
          <a:p>
            <a:r>
              <a:t>Тема пять — итоговый контроль.</a:t>
            </a:r>
          </a:p>
          <a:p>
            <a:r>
              <a:t>Цель: отработать практические навыки оказания первой помощи в комплексе.</a:t>
            </a:r>
          </a:p>
          <a:p>
            <a:r>
              <a:t>Формат групповой.</a:t>
            </a:r>
          </a:p>
          <a:p>
            <a:r>
              <a:t>Метод — решение ситуационных задач с наглядными пособиями и условными пострадавшими.</a:t>
            </a:r>
          </a:p>
          <a:p>
            <a:r>
              <a:t>Продолжительность — два часа.</a:t>
            </a:r>
          </a:p>
          <a:p>
            <a:r>
              <a:t>Нужны манекены, имитаторы травм, аптечки, жгуты, перевязочные средства и устройства для искусственного дыхания.</a:t>
            </a:r>
          </a:p>
          <a:p>
            <a:r>
              <a:t>Итог курса проверяет не знание слайдов, а способность действовать в ситуации.</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Слайд 18. Тема 5. Рекомендации по контролю</a:t>
            </a:r>
          </a:p>
          <a:p/>
          <a:p>
            <a:r>
              <a:t>При решении ситуационных задач контролируйте не только правильность приёмов, но и технику безопасности.</a:t>
            </a:r>
          </a:p>
          <a:p>
            <a:r>
              <a:t>СЛР и удаление инородных тел — только на специальном манекене.</a:t>
            </a:r>
          </a:p>
          <a:p>
            <a:r>
              <a:t>Участник убирает изо рта посторонние предметы.</a:t>
            </a:r>
          </a:p>
          <a:p>
            <a:r>
              <a:t>На «условном пострадавшем» действуют максимально аккуратно, а часть приёмов, например наложение жгута, выполняют в имитационном режиме.</a:t>
            </a:r>
          </a:p>
          <a:p>
            <a:r>
              <a:t>Оценивать результаты удобно через «экспертов» и таблицу штрафных баллов — так обратная связь становится понятной всей группе.</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userDrawn="1">
  <p:cSld name="Title Slide">
    <p:spTree>
      <p:nvGrpSpPr>
        <p:cNvPr id="1" name=""/>
        <p:cNvGrpSpPr/>
        <p:nvPr/>
      </p:nvGrpSpPr>
      <p:grpSpPr bwMode="auto">
        <a:xfrm>
          <a:off x="0" y="0"/>
          <a:ext cx="0" cy="0"/>
          <a:chOff x="0" y="0"/>
          <a:chExt cx="0" cy="0"/>
        </a:xfrm>
      </p:grpSpPr>
      <p:sp>
        <p:nvSpPr>
          <p:cNvPr id="11" name="Picture Placeholder 7"/>
          <p:cNvSpPr>
            <a:spLocks noGrp="1"/>
          </p:cNvSpPr>
          <p:nvPr>
            <p:ph type="pic" idx="21"/>
          </p:nvPr>
        </p:nvSpPr>
        <p:spPr bwMode="auto">
          <a:xfrm>
            <a:off x="7" y="0"/>
            <a:ext cx="24390354" cy="13716000"/>
          </a:xfrm>
          <a:prstGeom prst="rect">
            <a:avLst/>
          </a:prstGeom>
        </p:spPr>
        <p:txBody>
          <a:bodyPr lIns="91439" rIns="91439">
            <a:noAutofit/>
          </a:bodyPr>
          <a:lstStyle/>
          <a:p>
            <a:pPr>
              <a:defRPr/>
            </a:pPr>
            <a:endParaRPr/>
          </a:p>
        </p:txBody>
      </p:sp>
      <p:sp>
        <p:nvSpPr>
          <p:cNvPr id="12"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13" name="Текст заголовка"/>
          <p:cNvSpPr txBox="1">
            <a:spLocks noGrp="1"/>
          </p:cNvSpPr>
          <p:nvPr>
            <p:ph type="title"/>
          </p:nvPr>
        </p:nvSpPr>
        <p:spPr bwMode="auto">
          <a:xfrm>
            <a:off x="3048801" y="5006974"/>
            <a:ext cx="18292766" cy="2012952"/>
          </a:xfrm>
          <a:prstGeom prst="rect">
            <a:avLst/>
          </a:prstGeom>
        </p:spPr>
        <p:txBody>
          <a:bodyPr anchor="b"/>
          <a:lstStyle>
            <a:lvl1pPr algn="ctr">
              <a:defRPr sz="8800"/>
            </a:lvl1pPr>
          </a:lstStyle>
          <a:p>
            <a:pPr>
              <a:defRPr/>
            </a:pPr>
            <a:r>
              <a:t>Текст заголовка</a:t>
            </a:r>
          </a:p>
        </p:txBody>
      </p:sp>
      <p:sp>
        <p:nvSpPr>
          <p:cNvPr id="14" name="Уровень текста 1…"/>
          <p:cNvSpPr txBox="1">
            <a:spLocks noGrp="1"/>
          </p:cNvSpPr>
          <p:nvPr>
            <p:ph type="body" sz="quarter" idx="1"/>
          </p:nvPr>
        </p:nvSpPr>
        <p:spPr bwMode="auto">
          <a:xfrm>
            <a:off x="3048801" y="7204074"/>
            <a:ext cx="18292766" cy="595220"/>
          </a:xfrm>
          <a:prstGeom prst="rect">
            <a:avLst/>
          </a:prstGeom>
        </p:spPr>
        <p:txBody>
          <a:bodyPr/>
          <a:lstStyle>
            <a:lvl1pPr algn="ctr"/>
            <a:lvl2pPr algn="ctr"/>
            <a:lvl3pPr algn="ctr"/>
            <a:lvl4pPr algn="ctr"/>
            <a:lvl5pPr indent="3656686" algn="ct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Tree>
    <p:extLst>
      <p:ext uri="{BB962C8B-B14F-4D97-AF65-F5344CB8AC3E}">
        <p14:creationId xmlns:p14="http://schemas.microsoft.com/office/powerpoint/2010/main" val="39497530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tx" userDrawn="1">
  <p:cSld name="1_Title and Content">
    <p:spTree>
      <p:nvGrpSpPr>
        <p:cNvPr id="1" name=""/>
        <p:cNvGrpSpPr/>
        <p:nvPr/>
      </p:nvGrpSpPr>
      <p:grpSpPr bwMode="auto">
        <a:xfrm>
          <a:off x="0" y="0"/>
          <a:ext cx="0" cy="0"/>
          <a:chOff x="0" y="0"/>
          <a:chExt cx="0" cy="0"/>
        </a:xfrm>
      </p:grpSpPr>
      <p:sp>
        <p:nvSpPr>
          <p:cNvPr id="21" name="Текст заголовка"/>
          <p:cNvSpPr txBox="1">
            <a:spLocks noGrp="1"/>
          </p:cNvSpPr>
          <p:nvPr>
            <p:ph type="title"/>
          </p:nvPr>
        </p:nvSpPr>
        <p:spPr bwMode="auto">
          <a:xfrm>
            <a:off x="1712932" y="3708962"/>
            <a:ext cx="21036680" cy="1405968"/>
          </a:xfrm>
          <a:prstGeom prst="rect">
            <a:avLst/>
          </a:prstGeom>
        </p:spPr>
        <p:txBody>
          <a:bodyPr/>
          <a:lstStyle>
            <a:lvl1pPr algn="ctr"/>
          </a:lstStyle>
          <a:p>
            <a:pPr>
              <a:defRPr/>
            </a:pPr>
            <a:r>
              <a:t>Текст заголовка</a:t>
            </a:r>
          </a:p>
        </p:txBody>
      </p:sp>
      <p:sp>
        <p:nvSpPr>
          <p:cNvPr id="22" name="Уровень текста 1…"/>
          <p:cNvSpPr txBox="1">
            <a:spLocks noGrp="1"/>
          </p:cNvSpPr>
          <p:nvPr>
            <p:ph type="body" sz="quarter" idx="1"/>
          </p:nvPr>
        </p:nvSpPr>
        <p:spPr bwMode="auto">
          <a:xfrm>
            <a:off x="1712932" y="5817091"/>
            <a:ext cx="21036680" cy="755170"/>
          </a:xfrm>
          <a:prstGeom prst="rect">
            <a:avLst/>
          </a:prstGeom>
        </p:spPr>
        <p:txBody>
          <a:bodyPr/>
          <a:lstStyle>
            <a:lvl1pPr algn="ctr">
              <a:defRPr sz="3200"/>
            </a:lvl1pPr>
            <a:lvl2pPr algn="ctr">
              <a:defRPr sz="3200"/>
            </a:lvl2pPr>
            <a:lvl3pPr algn="ctr">
              <a:defRPr sz="3200"/>
            </a:lvl3pPr>
            <a:lvl4pPr algn="ctr">
              <a:defRPr sz="3200"/>
            </a:lvl4pPr>
            <a:lvl5pPr algn="ctr">
              <a:defRPr sz="3200"/>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
        <p:nvSpPr>
          <p:cNvPr id="23"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24" name="Rectangle 8"/>
          <p:cNvSpPr/>
          <p:nvPr/>
        </p:nvSpPr>
        <p:spPr bwMode="auto">
          <a:xfrm>
            <a:off x="11454348" y="5305993"/>
            <a:ext cx="1553848" cy="91438"/>
          </a:xfrm>
          <a:prstGeom prst="rect">
            <a:avLst/>
          </a:prstGeom>
          <a:solidFill>
            <a:schemeClr val="accent2"/>
          </a:solidFill>
          <a:ln w="12700">
            <a:miter lim="400000"/>
          </a:ln>
        </p:spPr>
        <p:txBody>
          <a:bodyPr lIns="45720" rIns="45720" anchor="ctr"/>
          <a:lstStyle/>
          <a:p>
            <a:pPr marL="0" marR="0" lvl="0" indent="0" algn="ctr" defTabSz="1828434" rtl="0" eaLnBrk="1" fontAlgn="auto" latinLnBrk="0" hangingPunct="1">
              <a:lnSpc>
                <a:spcPct val="100000"/>
              </a:lnSpc>
              <a:spcBef>
                <a:spcPts val="0"/>
              </a:spcBef>
              <a:spcAft>
                <a:spcPts val="0"/>
              </a:spcAft>
              <a:buClrTx/>
              <a:buSzTx/>
              <a:buFontTx/>
              <a:buNone/>
              <a:tabLst/>
              <a:defRPr>
                <a:solidFill>
                  <a:srgbClr val="B2B2B2"/>
                </a:solidFill>
              </a:defRPr>
            </a:pPr>
            <a:endParaRPr kumimoji="0" sz="3500" b="0" i="0" u="none" strike="noStrike" kern="0" cap="none" spc="0" normalizeH="0" baseline="0" noProof="0">
              <a:ln>
                <a:noFill/>
              </a:ln>
              <a:solidFill>
                <a:srgbClr val="B2B2B2"/>
              </a:solidFill>
              <a:effectLst/>
              <a:uLnTx/>
              <a:uFillTx/>
              <a:latin typeface="Open Sans Light"/>
              <a:ea typeface="Open Sans"/>
              <a:cs typeface="Calibri"/>
              <a:sym typeface="Open Sans"/>
            </a:endParaRPr>
          </a:p>
        </p:txBody>
      </p:sp>
      <p:sp>
        <p:nvSpPr>
          <p:cNvPr id="25" name="Text Placeholder 10"/>
          <p:cNvSpPr>
            <a:spLocks noGrp="1"/>
          </p:cNvSpPr>
          <p:nvPr>
            <p:ph type="body" sz="quarter" idx="21"/>
          </p:nvPr>
        </p:nvSpPr>
        <p:spPr bwMode="auto">
          <a:xfrm>
            <a:off x="3173483" y="7458076"/>
            <a:ext cx="18040222" cy="2400300"/>
          </a:xfrm>
          <a:prstGeom prst="rect">
            <a:avLst/>
          </a:prstGeom>
        </p:spPr>
        <p:txBody>
          <a:bodyPr/>
          <a:lstStyle/>
          <a:p>
            <a:pPr algn="ctr">
              <a:defRPr/>
            </a:pPr>
            <a:endParaRPr/>
          </a:p>
        </p:txBody>
      </p:sp>
    </p:spTree>
    <p:extLst>
      <p:ext uri="{BB962C8B-B14F-4D97-AF65-F5344CB8AC3E}">
        <p14:creationId xmlns:p14="http://schemas.microsoft.com/office/powerpoint/2010/main" val="5303104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type="tx" userDrawn="1">
  <p:cSld name="17_Custom Layout">
    <p:spTree>
      <p:nvGrpSpPr>
        <p:cNvPr id="1" name=""/>
        <p:cNvGrpSpPr/>
        <p:nvPr/>
      </p:nvGrpSpPr>
      <p:grpSpPr bwMode="auto">
        <a:xfrm>
          <a:off x="0" y="0"/>
          <a:ext cx="0" cy="0"/>
          <a:chOff x="0" y="0"/>
          <a:chExt cx="0" cy="0"/>
        </a:xfrm>
      </p:grpSpPr>
      <p:sp>
        <p:nvSpPr>
          <p:cNvPr id="41"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42" name="Текст заголовка"/>
          <p:cNvSpPr txBox="1">
            <a:spLocks noGrp="1"/>
          </p:cNvSpPr>
          <p:nvPr>
            <p:ph type="title"/>
          </p:nvPr>
        </p:nvSpPr>
        <p:spPr bwMode="auto">
          <a:xfrm>
            <a:off x="1676836" y="753036"/>
            <a:ext cx="21036680" cy="1381688"/>
          </a:xfrm>
          <a:prstGeom prst="rect">
            <a:avLst/>
          </a:prstGeom>
        </p:spPr>
        <p:txBody>
          <a:bodyPr/>
          <a:lstStyle>
            <a:lvl1pPr algn="ctr">
              <a:defRPr>
                <a:solidFill>
                  <a:srgbClr val="404040"/>
                </a:solidFill>
              </a:defRPr>
            </a:lvl1pPr>
          </a:lstStyle>
          <a:p>
            <a:pPr>
              <a:defRPr/>
            </a:pPr>
            <a:r>
              <a:t>Текст заголовка</a:t>
            </a:r>
          </a:p>
        </p:txBody>
      </p:sp>
      <p:sp>
        <p:nvSpPr>
          <p:cNvPr id="43" name="Уровень текста 1…"/>
          <p:cNvSpPr txBox="1">
            <a:spLocks noGrp="1"/>
          </p:cNvSpPr>
          <p:nvPr>
            <p:ph type="body" sz="quarter" idx="1"/>
          </p:nvPr>
        </p:nvSpPr>
        <p:spPr bwMode="auto">
          <a:xfrm>
            <a:off x="1676836" y="2134729"/>
            <a:ext cx="21036680" cy="457202"/>
          </a:xfrm>
          <a:prstGeom prst="rect">
            <a:avLst/>
          </a:prstGeom>
        </p:spPr>
        <p:txBody>
          <a:bodyPr/>
          <a:lstStyle>
            <a:lvl1pPr algn="ctr">
              <a:defRPr sz="3200">
                <a:solidFill>
                  <a:schemeClr val="accent4"/>
                </a:solidFill>
              </a:defRPr>
            </a:lvl1pPr>
            <a:lvl2pPr algn="ctr">
              <a:defRPr sz="3200">
                <a:solidFill>
                  <a:schemeClr val="accent4"/>
                </a:solidFill>
              </a:defRPr>
            </a:lvl2pPr>
            <a:lvl3pPr algn="ctr">
              <a:defRPr sz="3200">
                <a:solidFill>
                  <a:schemeClr val="accent4"/>
                </a:solidFill>
              </a:defRPr>
            </a:lvl3pPr>
            <a:lvl4pPr algn="ctr">
              <a:defRPr sz="3200">
                <a:solidFill>
                  <a:schemeClr val="accent4"/>
                </a:solidFill>
              </a:defRPr>
            </a:lvl4pPr>
            <a:lvl5pPr algn="ct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
        <p:nvSpPr>
          <p:cNvPr id="44" name="Picture Placeholder 8"/>
          <p:cNvSpPr>
            <a:spLocks noGrp="1"/>
          </p:cNvSpPr>
          <p:nvPr>
            <p:ph type="pic" sz="quarter" idx="21"/>
          </p:nvPr>
        </p:nvSpPr>
        <p:spPr bwMode="auto">
          <a:xfrm>
            <a:off x="15768166" y="3938096"/>
            <a:ext cx="6926764" cy="4291504"/>
          </a:xfrm>
          <a:prstGeom prst="rect">
            <a:avLst/>
          </a:prstGeom>
        </p:spPr>
        <p:txBody>
          <a:bodyPr lIns="91439" rIns="91439">
            <a:noAutofit/>
          </a:bodyPr>
          <a:lstStyle/>
          <a:p>
            <a:pPr>
              <a:defRPr/>
            </a:pPr>
            <a:endParaRPr/>
          </a:p>
        </p:txBody>
      </p:sp>
      <p:sp>
        <p:nvSpPr>
          <p:cNvPr id="45" name="Text Placeholder 33"/>
          <p:cNvSpPr>
            <a:spLocks noGrp="1"/>
          </p:cNvSpPr>
          <p:nvPr>
            <p:ph type="body" sz="quarter" idx="22" hasCustomPrompt="1"/>
          </p:nvPr>
        </p:nvSpPr>
        <p:spPr bwMode="auto">
          <a:xfrm>
            <a:off x="8066053" y="3938103"/>
            <a:ext cx="7128082" cy="550330"/>
          </a:xfrm>
          <a:prstGeom prst="rect">
            <a:avLst/>
          </a:prstGeom>
        </p:spPr>
        <p:txBody>
          <a:bodyPr/>
          <a:lstStyle>
            <a:lvl1pPr defTabSz="1700360">
              <a:spcBef>
                <a:spcPts val="1800"/>
              </a:spcBef>
              <a:defRPr sz="3000">
                <a:solidFill>
                  <a:srgbClr val="404040"/>
                </a:solidFill>
                <a:latin typeface="Montserrat Semi Bold"/>
                <a:ea typeface="Montserrat Semi Bold"/>
                <a:cs typeface="Montserrat Semi Bold"/>
              </a:defRPr>
            </a:lvl1pPr>
          </a:lstStyle>
          <a:p>
            <a:pPr>
              <a:defRPr/>
            </a:pPr>
            <a:r>
              <a:t>Text</a:t>
            </a:r>
          </a:p>
        </p:txBody>
      </p:sp>
      <p:sp>
        <p:nvSpPr>
          <p:cNvPr id="46" name="Text Placeholder 33"/>
          <p:cNvSpPr>
            <a:spLocks noGrp="1"/>
          </p:cNvSpPr>
          <p:nvPr>
            <p:ph type="body" sz="quarter" idx="23" hasCustomPrompt="1"/>
          </p:nvPr>
        </p:nvSpPr>
        <p:spPr bwMode="auto">
          <a:xfrm>
            <a:off x="15768173" y="8556338"/>
            <a:ext cx="6981446" cy="1461780"/>
          </a:xfrm>
          <a:prstGeom prst="rect">
            <a:avLst/>
          </a:prstGeom>
        </p:spPr>
        <p:txBody>
          <a:bodyPr/>
          <a:lstStyle>
            <a:lvl1pPr>
              <a:defRPr sz="2000">
                <a:solidFill>
                  <a:schemeClr val="accent4"/>
                </a:solidFill>
              </a:defRPr>
            </a:lvl1pPr>
          </a:lstStyle>
          <a:p>
            <a:pPr>
              <a:defRPr/>
            </a:pPr>
            <a:r>
              <a:t>Text</a:t>
            </a:r>
          </a:p>
        </p:txBody>
      </p:sp>
      <p:sp>
        <p:nvSpPr>
          <p:cNvPr id="47" name="Text Placeholder 33"/>
          <p:cNvSpPr>
            <a:spLocks noGrp="1"/>
          </p:cNvSpPr>
          <p:nvPr>
            <p:ph type="body" sz="quarter" idx="24" hasCustomPrompt="1"/>
          </p:nvPr>
        </p:nvSpPr>
        <p:spPr bwMode="auto">
          <a:xfrm>
            <a:off x="8066053" y="4700107"/>
            <a:ext cx="7128082" cy="3291050"/>
          </a:xfrm>
          <a:prstGeom prst="rect">
            <a:avLst/>
          </a:prstGeom>
        </p:spPr>
        <p:txBody>
          <a:bodyPr/>
          <a:lstStyle>
            <a:lvl1pPr>
              <a:lnSpc>
                <a:spcPct val="150000"/>
              </a:lnSpc>
              <a:defRPr sz="2400">
                <a:solidFill>
                  <a:schemeClr val="accent4"/>
                </a:solidFill>
              </a:defRPr>
            </a:lvl1pPr>
          </a:lstStyle>
          <a:p>
            <a:pPr>
              <a:defRPr/>
            </a:pPr>
            <a:r>
              <a:t>Text</a:t>
            </a:r>
          </a:p>
        </p:txBody>
      </p:sp>
    </p:spTree>
    <p:extLst>
      <p:ext uri="{BB962C8B-B14F-4D97-AF65-F5344CB8AC3E}">
        <p14:creationId xmlns:p14="http://schemas.microsoft.com/office/powerpoint/2010/main" val="40946460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type="tx" userDrawn="1">
  <p:cSld name="2_Title and Content">
    <p:spTree>
      <p:nvGrpSpPr>
        <p:cNvPr id="1" name=""/>
        <p:cNvGrpSpPr/>
        <p:nvPr/>
      </p:nvGrpSpPr>
      <p:grpSpPr bwMode="auto">
        <a:xfrm>
          <a:off x="0" y="0"/>
          <a:ext cx="0" cy="0"/>
          <a:chOff x="0" y="0"/>
          <a:chExt cx="0" cy="0"/>
        </a:xfrm>
      </p:grpSpPr>
      <p:sp>
        <p:nvSpPr>
          <p:cNvPr id="64" name="Rectangle 6"/>
          <p:cNvSpPr/>
          <p:nvPr/>
        </p:nvSpPr>
        <p:spPr bwMode="auto">
          <a:xfrm>
            <a:off x="-1" y="1457323"/>
            <a:ext cx="22749614" cy="10872330"/>
          </a:xfrm>
          <a:prstGeom prst="rect">
            <a:avLst/>
          </a:prstGeom>
          <a:solidFill>
            <a:srgbClr val="DDDDDD"/>
          </a:solidFill>
          <a:ln w="12700">
            <a:miter lim="400000"/>
          </a:ln>
        </p:spPr>
        <p:txBody>
          <a:bodyPr lIns="45720" rIns="45720" anchor="ctr"/>
          <a:lstStyle/>
          <a:p>
            <a:pPr marL="0" marR="0" lvl="0" indent="0" algn="ctr" defTabSz="1828434" rtl="0" eaLnBrk="1" fontAlgn="auto" latinLnBrk="0" hangingPunct="1">
              <a:lnSpc>
                <a:spcPct val="100000"/>
              </a:lnSpc>
              <a:spcBef>
                <a:spcPts val="0"/>
              </a:spcBef>
              <a:spcAft>
                <a:spcPts val="0"/>
              </a:spcAft>
              <a:buClrTx/>
              <a:buSzTx/>
              <a:buFontTx/>
              <a:buNone/>
              <a:tabLst/>
              <a:defRPr>
                <a:solidFill>
                  <a:srgbClr val="FFFFFF"/>
                </a:solidFill>
              </a:defRPr>
            </a:pPr>
            <a:endParaRPr kumimoji="0" sz="3500" b="0" i="0" u="none" strike="noStrike" kern="0" cap="none" spc="0" normalizeH="0" baseline="0" noProof="0">
              <a:ln>
                <a:noFill/>
              </a:ln>
              <a:solidFill>
                <a:srgbClr val="FFFFFF"/>
              </a:solidFill>
              <a:effectLst/>
              <a:uLnTx/>
              <a:uFillTx/>
              <a:latin typeface="Open Sans Light"/>
              <a:ea typeface="Open Sans"/>
              <a:cs typeface="Calibri"/>
              <a:sym typeface="Open Sans"/>
            </a:endParaRPr>
          </a:p>
        </p:txBody>
      </p:sp>
      <p:sp>
        <p:nvSpPr>
          <p:cNvPr id="65" name="Picture Placeholder 13"/>
          <p:cNvSpPr>
            <a:spLocks noGrp="1"/>
          </p:cNvSpPr>
          <p:nvPr>
            <p:ph type="pic" idx="21"/>
          </p:nvPr>
        </p:nvSpPr>
        <p:spPr bwMode="auto">
          <a:xfrm>
            <a:off x="-349805" y="1864518"/>
            <a:ext cx="22553158" cy="10033796"/>
          </a:xfrm>
          <a:prstGeom prst="rect">
            <a:avLst/>
          </a:prstGeom>
        </p:spPr>
        <p:txBody>
          <a:bodyPr lIns="91439" rIns="91439">
            <a:noAutofit/>
          </a:bodyPr>
          <a:lstStyle/>
          <a:p>
            <a:pPr>
              <a:defRPr/>
            </a:pPr>
            <a:endParaRPr/>
          </a:p>
        </p:txBody>
      </p:sp>
      <p:sp>
        <p:nvSpPr>
          <p:cNvPr id="66" name="Picture Placeholder 14"/>
          <p:cNvSpPr>
            <a:spLocks noGrp="1"/>
          </p:cNvSpPr>
          <p:nvPr>
            <p:ph type="pic" idx="22"/>
          </p:nvPr>
        </p:nvSpPr>
        <p:spPr bwMode="auto">
          <a:xfrm>
            <a:off x="-349808" y="1864518"/>
            <a:ext cx="22553156" cy="10033796"/>
          </a:xfrm>
          <a:prstGeom prst="rect">
            <a:avLst/>
          </a:prstGeom>
        </p:spPr>
        <p:txBody>
          <a:bodyPr lIns="91439" rIns="91439">
            <a:noAutofit/>
          </a:bodyPr>
          <a:lstStyle/>
          <a:p>
            <a:pPr>
              <a:defRPr/>
            </a:pPr>
            <a:endParaRPr/>
          </a:p>
        </p:txBody>
      </p:sp>
      <p:sp>
        <p:nvSpPr>
          <p:cNvPr id="67" name="Текст заголовка"/>
          <p:cNvSpPr txBox="1">
            <a:spLocks noGrp="1"/>
          </p:cNvSpPr>
          <p:nvPr>
            <p:ph type="title"/>
          </p:nvPr>
        </p:nvSpPr>
        <p:spPr bwMode="auto">
          <a:xfrm>
            <a:off x="1604219" y="2775886"/>
            <a:ext cx="10518342" cy="1446492"/>
          </a:xfrm>
          <a:prstGeom prst="rect">
            <a:avLst/>
          </a:prstGeom>
        </p:spPr>
        <p:txBody>
          <a:bodyPr/>
          <a:lstStyle>
            <a:lvl1pPr>
              <a:defRPr>
                <a:solidFill>
                  <a:srgbClr val="404040"/>
                </a:solidFill>
              </a:defRPr>
            </a:lvl1pPr>
          </a:lstStyle>
          <a:p>
            <a:pPr>
              <a:defRPr/>
            </a:pPr>
            <a:r>
              <a:t>Текст заголовка</a:t>
            </a:r>
          </a:p>
        </p:txBody>
      </p:sp>
      <p:sp>
        <p:nvSpPr>
          <p:cNvPr id="68" name="Уровень текста 1…"/>
          <p:cNvSpPr txBox="1">
            <a:spLocks noGrp="1"/>
          </p:cNvSpPr>
          <p:nvPr>
            <p:ph type="body" sz="quarter" idx="1"/>
          </p:nvPr>
        </p:nvSpPr>
        <p:spPr bwMode="auto">
          <a:xfrm>
            <a:off x="1604219" y="2260788"/>
            <a:ext cx="10518342" cy="724460"/>
          </a:xfrm>
          <a:prstGeom prst="rect">
            <a:avLst/>
          </a:prstGeom>
        </p:spPr>
        <p:txBody>
          <a:bodyPr/>
          <a:lstStyle>
            <a:lvl1pPr>
              <a:defRPr sz="3200">
                <a:solidFill>
                  <a:schemeClr val="accent4"/>
                </a:solidFill>
              </a:defRPr>
            </a:lvl1pPr>
            <a:lvl2pPr>
              <a:defRPr sz="3200">
                <a:solidFill>
                  <a:schemeClr val="accent4"/>
                </a:solidFill>
              </a:defRPr>
            </a:lvl2pPr>
            <a:lvl3pPr>
              <a:defRPr sz="3200">
                <a:solidFill>
                  <a:schemeClr val="accent4"/>
                </a:solidFill>
              </a:defRPr>
            </a:lvl3pPr>
            <a:lvl4pPr>
              <a:defRPr sz="3200">
                <a:solidFill>
                  <a:schemeClr val="accent4"/>
                </a:solidFill>
              </a:defRPr>
            </a:lvl4pPr>
            <a:lvl5pP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
        <p:nvSpPr>
          <p:cNvPr id="69"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Tree>
    <p:extLst>
      <p:ext uri="{BB962C8B-B14F-4D97-AF65-F5344CB8AC3E}">
        <p14:creationId xmlns:p14="http://schemas.microsoft.com/office/powerpoint/2010/main" val="40713760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type="tx" userDrawn="1">
  <p:cSld name="3_Title and Content">
    <p:spTree>
      <p:nvGrpSpPr>
        <p:cNvPr id="1" name=""/>
        <p:cNvGrpSpPr/>
        <p:nvPr/>
      </p:nvGrpSpPr>
      <p:grpSpPr bwMode="auto">
        <a:xfrm>
          <a:off x="0" y="0"/>
          <a:ext cx="0" cy="0"/>
          <a:chOff x="0" y="0"/>
          <a:chExt cx="0" cy="0"/>
        </a:xfrm>
      </p:grpSpPr>
      <p:sp>
        <p:nvSpPr>
          <p:cNvPr id="76" name="Текст заголовка"/>
          <p:cNvSpPr txBox="1">
            <a:spLocks noGrp="1"/>
          </p:cNvSpPr>
          <p:nvPr>
            <p:ph type="title"/>
          </p:nvPr>
        </p:nvSpPr>
        <p:spPr bwMode="auto">
          <a:xfrm>
            <a:off x="1676845" y="628652"/>
            <a:ext cx="10064082" cy="1057276"/>
          </a:xfrm>
          <a:prstGeom prst="rect">
            <a:avLst/>
          </a:prstGeom>
        </p:spPr>
        <p:txBody>
          <a:bodyPr/>
          <a:lstStyle>
            <a:lvl1pPr>
              <a:defRPr sz="5400">
                <a:solidFill>
                  <a:srgbClr val="404040"/>
                </a:solidFill>
              </a:defRPr>
            </a:lvl1pPr>
          </a:lstStyle>
          <a:p>
            <a:pPr>
              <a:defRPr/>
            </a:pPr>
            <a:r>
              <a:t>Текст заголовка</a:t>
            </a:r>
          </a:p>
        </p:txBody>
      </p:sp>
      <p:sp>
        <p:nvSpPr>
          <p:cNvPr id="77" name="Уровень текста 1…"/>
          <p:cNvSpPr txBox="1">
            <a:spLocks noGrp="1"/>
          </p:cNvSpPr>
          <p:nvPr>
            <p:ph type="body" sz="quarter" idx="1"/>
          </p:nvPr>
        </p:nvSpPr>
        <p:spPr bwMode="auto">
          <a:xfrm>
            <a:off x="1676845" y="1685926"/>
            <a:ext cx="10064082" cy="457200"/>
          </a:xfrm>
          <a:prstGeom prst="rect">
            <a:avLst/>
          </a:prstGeom>
        </p:spPr>
        <p:txBody>
          <a:bodyPr/>
          <a:lstStyle>
            <a:lvl1pPr>
              <a:defRPr sz="3200">
                <a:solidFill>
                  <a:schemeClr val="accent4"/>
                </a:solidFill>
              </a:defRPr>
            </a:lvl1pPr>
            <a:lvl2pPr>
              <a:defRPr sz="3200">
                <a:solidFill>
                  <a:schemeClr val="accent4"/>
                </a:solidFill>
              </a:defRPr>
            </a:lvl2pPr>
            <a:lvl3pPr>
              <a:defRPr sz="3200">
                <a:solidFill>
                  <a:schemeClr val="accent4"/>
                </a:solidFill>
              </a:defRPr>
            </a:lvl3pPr>
            <a:lvl4pPr>
              <a:defRPr sz="3200">
                <a:solidFill>
                  <a:schemeClr val="accent4"/>
                </a:solidFill>
              </a:defRPr>
            </a:lvl4pPr>
            <a:lvl5pP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
        <p:nvSpPr>
          <p:cNvPr id="78"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79" name="Straight Connector 7"/>
          <p:cNvSpPr/>
          <p:nvPr/>
        </p:nvSpPr>
        <p:spPr bwMode="auto">
          <a:xfrm>
            <a:off x="1676838" y="2371726"/>
            <a:ext cx="5487832" cy="0"/>
          </a:xfrm>
          <a:prstGeom prst="line">
            <a:avLst/>
          </a:prstGeom>
          <a:ln w="6350">
            <a:solidFill>
              <a:schemeClr val="accent4"/>
            </a:solidFill>
            <a:miter/>
          </a:ln>
        </p:spPr>
        <p:txBody>
          <a:bodyPr lIns="45720" rIns="45720"/>
          <a:lstStyle/>
          <a:p>
            <a:pPr marL="0" marR="0" lvl="0" indent="0" algn="l" defTabSz="1828434" rtl="0" eaLnBrk="1" fontAlgn="auto" latinLnBrk="0" hangingPunct="1">
              <a:lnSpc>
                <a:spcPct val="100000"/>
              </a:lnSpc>
              <a:spcBef>
                <a:spcPts val="0"/>
              </a:spcBef>
              <a:spcAft>
                <a:spcPts val="0"/>
              </a:spcAft>
              <a:buClrTx/>
              <a:buSzTx/>
              <a:buFontTx/>
              <a:buNone/>
              <a:tabLst/>
              <a:defRPr/>
            </a:pPr>
            <a:endParaRPr kumimoji="0" sz="3500" b="0" i="0" u="none" strike="noStrike" kern="0" cap="none" spc="0" normalizeH="0" baseline="0" noProof="0">
              <a:ln>
                <a:noFill/>
              </a:ln>
              <a:solidFill>
                <a:srgbClr val="000000"/>
              </a:solidFill>
              <a:effectLst/>
              <a:uLnTx/>
              <a:uFillTx/>
              <a:latin typeface="Open Sans Light"/>
              <a:ea typeface="Open Sans"/>
              <a:cs typeface="Calibri"/>
              <a:sym typeface="Open Sans"/>
            </a:endParaRPr>
          </a:p>
        </p:txBody>
      </p:sp>
      <p:sp>
        <p:nvSpPr>
          <p:cNvPr id="80" name="Picture Placeholder 11"/>
          <p:cNvSpPr>
            <a:spLocks noGrp="1"/>
          </p:cNvSpPr>
          <p:nvPr>
            <p:ph type="pic" sz="quarter" idx="21"/>
          </p:nvPr>
        </p:nvSpPr>
        <p:spPr bwMode="auto">
          <a:xfrm>
            <a:off x="5239062" y="3918325"/>
            <a:ext cx="2939628" cy="2938098"/>
          </a:xfrm>
          <a:prstGeom prst="rect">
            <a:avLst/>
          </a:prstGeom>
        </p:spPr>
        <p:txBody>
          <a:bodyPr lIns="91439" rIns="91439">
            <a:noAutofit/>
          </a:bodyPr>
          <a:lstStyle/>
          <a:p>
            <a:pPr>
              <a:defRPr/>
            </a:pPr>
            <a:endParaRPr/>
          </a:p>
        </p:txBody>
      </p:sp>
    </p:spTree>
    <p:extLst>
      <p:ext uri="{BB962C8B-B14F-4D97-AF65-F5344CB8AC3E}">
        <p14:creationId xmlns:p14="http://schemas.microsoft.com/office/powerpoint/2010/main" val="40575070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type="tx" userDrawn="1">
  <p:cSld name="4_Title and Content">
    <p:spTree>
      <p:nvGrpSpPr>
        <p:cNvPr id="1" name=""/>
        <p:cNvGrpSpPr/>
        <p:nvPr/>
      </p:nvGrpSpPr>
      <p:grpSpPr bwMode="auto">
        <a:xfrm>
          <a:off x="0" y="0"/>
          <a:ext cx="0" cy="0"/>
          <a:chOff x="0" y="0"/>
          <a:chExt cx="0" cy="0"/>
        </a:xfrm>
      </p:grpSpPr>
      <p:sp>
        <p:nvSpPr>
          <p:cNvPr id="87" name="Picture Placeholder 8"/>
          <p:cNvSpPr>
            <a:spLocks noGrp="1"/>
          </p:cNvSpPr>
          <p:nvPr>
            <p:ph type="pic" idx="21"/>
          </p:nvPr>
        </p:nvSpPr>
        <p:spPr bwMode="auto">
          <a:xfrm>
            <a:off x="1" y="0"/>
            <a:ext cx="14807446" cy="13716000"/>
          </a:xfrm>
          <a:prstGeom prst="rect">
            <a:avLst/>
          </a:prstGeom>
        </p:spPr>
        <p:txBody>
          <a:bodyPr lIns="91439" rIns="91439">
            <a:noAutofit/>
          </a:bodyPr>
          <a:lstStyle/>
          <a:p>
            <a:pPr>
              <a:defRPr/>
            </a:pPr>
            <a:endParaRPr/>
          </a:p>
        </p:txBody>
      </p:sp>
      <p:sp>
        <p:nvSpPr>
          <p:cNvPr id="88" name="Picture Placeholder 8"/>
          <p:cNvSpPr>
            <a:spLocks noGrp="1"/>
          </p:cNvSpPr>
          <p:nvPr>
            <p:ph type="pic" sz="half" idx="22"/>
          </p:nvPr>
        </p:nvSpPr>
        <p:spPr bwMode="auto">
          <a:xfrm>
            <a:off x="14807451" y="0"/>
            <a:ext cx="9582910" cy="13716000"/>
          </a:xfrm>
          <a:prstGeom prst="rect">
            <a:avLst/>
          </a:prstGeom>
        </p:spPr>
        <p:txBody>
          <a:bodyPr lIns="91439" rIns="91439">
            <a:noAutofit/>
          </a:bodyPr>
          <a:lstStyle/>
          <a:p>
            <a:pPr>
              <a:defRPr/>
            </a:pPr>
            <a:endParaRPr/>
          </a:p>
        </p:txBody>
      </p:sp>
      <p:sp>
        <p:nvSpPr>
          <p:cNvPr id="89" name="Текст заголовка"/>
          <p:cNvSpPr txBox="1">
            <a:spLocks noGrp="1"/>
          </p:cNvSpPr>
          <p:nvPr>
            <p:ph type="title"/>
          </p:nvPr>
        </p:nvSpPr>
        <p:spPr bwMode="auto">
          <a:xfrm>
            <a:off x="16311055" y="2931886"/>
            <a:ext cx="6402470" cy="2210028"/>
          </a:xfrm>
          <a:prstGeom prst="rect">
            <a:avLst/>
          </a:prstGeom>
        </p:spPr>
        <p:txBody>
          <a:bodyPr/>
          <a:lstStyle>
            <a:lvl1pPr>
              <a:defRPr sz="8800">
                <a:solidFill>
                  <a:srgbClr val="404040"/>
                </a:solidFill>
              </a:defRPr>
            </a:lvl1pPr>
          </a:lstStyle>
          <a:p>
            <a:pPr>
              <a:defRPr/>
            </a:pPr>
            <a:r>
              <a:t>Текст заголовка</a:t>
            </a:r>
          </a:p>
        </p:txBody>
      </p:sp>
      <p:sp>
        <p:nvSpPr>
          <p:cNvPr id="90" name="Уровень текста 1…"/>
          <p:cNvSpPr txBox="1">
            <a:spLocks noGrp="1"/>
          </p:cNvSpPr>
          <p:nvPr>
            <p:ph type="body" sz="quarter" idx="1"/>
          </p:nvPr>
        </p:nvSpPr>
        <p:spPr bwMode="auto">
          <a:xfrm>
            <a:off x="16382015" y="4875221"/>
            <a:ext cx="6331510" cy="457202"/>
          </a:xfrm>
          <a:prstGeom prst="rect">
            <a:avLst/>
          </a:prstGeom>
        </p:spPr>
        <p:txBody>
          <a:bodyPr/>
          <a:lstStyle>
            <a:lvl1pPr>
              <a:defRPr sz="3200">
                <a:solidFill>
                  <a:schemeClr val="accent4"/>
                </a:solidFill>
              </a:defRPr>
            </a:lvl1pPr>
            <a:lvl2pPr>
              <a:defRPr sz="3200">
                <a:solidFill>
                  <a:schemeClr val="accent4"/>
                </a:solidFill>
              </a:defRPr>
            </a:lvl2pPr>
            <a:lvl3pPr>
              <a:defRPr sz="3200">
                <a:solidFill>
                  <a:schemeClr val="accent4"/>
                </a:solidFill>
              </a:defRPr>
            </a:lvl3pPr>
            <a:lvl4pPr>
              <a:defRPr sz="3200">
                <a:solidFill>
                  <a:schemeClr val="accent4"/>
                </a:solidFill>
              </a:defRPr>
            </a:lvl4pPr>
            <a:lvl5pP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
        <p:nvSpPr>
          <p:cNvPr id="91"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Tree>
    <p:extLst>
      <p:ext uri="{BB962C8B-B14F-4D97-AF65-F5344CB8AC3E}">
        <p14:creationId xmlns:p14="http://schemas.microsoft.com/office/powerpoint/2010/main" val="14366275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type="tx" userDrawn="1">
  <p:cSld name="6_Title and Content">
    <p:spTree>
      <p:nvGrpSpPr>
        <p:cNvPr id="1" name=""/>
        <p:cNvGrpSpPr/>
        <p:nvPr/>
      </p:nvGrpSpPr>
      <p:grpSpPr bwMode="auto">
        <a:xfrm>
          <a:off x="0" y="0"/>
          <a:ext cx="0" cy="0"/>
          <a:chOff x="0" y="0"/>
          <a:chExt cx="0" cy="0"/>
        </a:xfrm>
      </p:grpSpPr>
      <p:sp>
        <p:nvSpPr>
          <p:cNvPr id="98" name="Picture Placeholder 57"/>
          <p:cNvSpPr>
            <a:spLocks noGrp="1"/>
          </p:cNvSpPr>
          <p:nvPr>
            <p:ph type="pic" sz="half" idx="21"/>
          </p:nvPr>
        </p:nvSpPr>
        <p:spPr bwMode="auto">
          <a:xfrm>
            <a:off x="-228720" y="-235851"/>
            <a:ext cx="6925512" cy="14104254"/>
          </a:xfrm>
          <a:prstGeom prst="rect">
            <a:avLst/>
          </a:prstGeom>
          <a:ln w="76200">
            <a:solidFill>
              <a:srgbClr val="FFFFFF"/>
            </a:solidFill>
            <a:round/>
          </a:ln>
        </p:spPr>
        <p:txBody>
          <a:bodyPr lIns="91439" rIns="91439">
            <a:noAutofit/>
          </a:bodyPr>
          <a:lstStyle/>
          <a:p>
            <a:pPr>
              <a:defRPr/>
            </a:pPr>
            <a:endParaRPr/>
          </a:p>
        </p:txBody>
      </p:sp>
      <p:sp>
        <p:nvSpPr>
          <p:cNvPr id="99" name="Picture Placeholder 60"/>
          <p:cNvSpPr>
            <a:spLocks noGrp="1"/>
          </p:cNvSpPr>
          <p:nvPr>
            <p:ph type="pic" sz="half" idx="22"/>
          </p:nvPr>
        </p:nvSpPr>
        <p:spPr bwMode="auto">
          <a:xfrm>
            <a:off x="4018456" y="-235857"/>
            <a:ext cx="8742460" cy="14104258"/>
          </a:xfrm>
          <a:prstGeom prst="rect">
            <a:avLst/>
          </a:prstGeom>
          <a:ln w="76200">
            <a:solidFill>
              <a:srgbClr val="FFFFFF"/>
            </a:solidFill>
            <a:round/>
          </a:ln>
        </p:spPr>
        <p:txBody>
          <a:bodyPr lIns="91439" rIns="91439">
            <a:noAutofit/>
          </a:bodyPr>
          <a:lstStyle/>
          <a:p>
            <a:pPr>
              <a:defRPr/>
            </a:pPr>
            <a:endParaRPr/>
          </a:p>
        </p:txBody>
      </p:sp>
      <p:sp>
        <p:nvSpPr>
          <p:cNvPr id="100" name="Picture Placeholder 63"/>
          <p:cNvSpPr>
            <a:spLocks noGrp="1"/>
          </p:cNvSpPr>
          <p:nvPr>
            <p:ph type="pic" idx="23"/>
          </p:nvPr>
        </p:nvSpPr>
        <p:spPr bwMode="auto">
          <a:xfrm>
            <a:off x="10003309" y="-235853"/>
            <a:ext cx="9858630" cy="14104254"/>
          </a:xfrm>
          <a:prstGeom prst="rect">
            <a:avLst/>
          </a:prstGeom>
          <a:ln w="76200">
            <a:solidFill>
              <a:srgbClr val="FFFFFF"/>
            </a:solidFill>
            <a:round/>
          </a:ln>
        </p:spPr>
        <p:txBody>
          <a:bodyPr lIns="91439" rIns="91439">
            <a:noAutofit/>
          </a:bodyPr>
          <a:lstStyle/>
          <a:p>
            <a:pPr>
              <a:defRPr/>
            </a:pPr>
            <a:endParaRPr/>
          </a:p>
        </p:txBody>
      </p:sp>
      <p:sp>
        <p:nvSpPr>
          <p:cNvPr id="101" name="Picture Placeholder 67"/>
          <p:cNvSpPr>
            <a:spLocks noGrp="1"/>
          </p:cNvSpPr>
          <p:nvPr>
            <p:ph type="pic" sz="half" idx="24"/>
          </p:nvPr>
        </p:nvSpPr>
        <p:spPr bwMode="auto">
          <a:xfrm>
            <a:off x="17266401" y="-235855"/>
            <a:ext cx="7238322" cy="14104258"/>
          </a:xfrm>
          <a:prstGeom prst="rect">
            <a:avLst/>
          </a:prstGeom>
          <a:ln w="76200">
            <a:solidFill>
              <a:srgbClr val="FFFFFF"/>
            </a:solidFill>
            <a:round/>
          </a:ln>
        </p:spPr>
        <p:txBody>
          <a:bodyPr lIns="91439" rIns="91439">
            <a:noAutofit/>
          </a:bodyPr>
          <a:lstStyle/>
          <a:p>
            <a:pPr>
              <a:defRPr/>
            </a:pPr>
            <a:endParaRPr/>
          </a:p>
        </p:txBody>
      </p:sp>
      <p:sp>
        <p:nvSpPr>
          <p:cNvPr id="102" name="Picture Placeholder 8"/>
          <p:cNvSpPr>
            <a:spLocks noGrp="1"/>
          </p:cNvSpPr>
          <p:nvPr>
            <p:ph type="pic" idx="25"/>
          </p:nvPr>
        </p:nvSpPr>
        <p:spPr bwMode="auto">
          <a:xfrm>
            <a:off x="-831705" y="-651331"/>
            <a:ext cx="25797034" cy="14935202"/>
          </a:xfrm>
          <a:prstGeom prst="rect">
            <a:avLst/>
          </a:prstGeom>
        </p:spPr>
        <p:txBody>
          <a:bodyPr lIns="91439" rIns="91439">
            <a:noAutofit/>
          </a:bodyPr>
          <a:lstStyle/>
          <a:p>
            <a:pPr>
              <a:defRPr/>
            </a:pPr>
            <a:endParaRPr/>
          </a:p>
        </p:txBody>
      </p:sp>
      <p:sp>
        <p:nvSpPr>
          <p:cNvPr id="103" name="Текст заголовка"/>
          <p:cNvSpPr txBox="1">
            <a:spLocks noGrp="1"/>
          </p:cNvSpPr>
          <p:nvPr>
            <p:ph type="title"/>
          </p:nvPr>
        </p:nvSpPr>
        <p:spPr bwMode="auto">
          <a:xfrm>
            <a:off x="1676836" y="5759459"/>
            <a:ext cx="21036680" cy="1098550"/>
          </a:xfrm>
          <a:prstGeom prst="rect">
            <a:avLst/>
          </a:prstGeom>
        </p:spPr>
        <p:txBody>
          <a:bodyPr/>
          <a:lstStyle>
            <a:lvl1pPr algn="ctr">
              <a:defRPr>
                <a:solidFill>
                  <a:srgbClr val="404040"/>
                </a:solidFill>
              </a:defRPr>
            </a:lvl1pPr>
          </a:lstStyle>
          <a:p>
            <a:pPr>
              <a:defRPr/>
            </a:pPr>
            <a:r>
              <a:t>Текст заголовка</a:t>
            </a:r>
          </a:p>
        </p:txBody>
      </p:sp>
      <p:sp>
        <p:nvSpPr>
          <p:cNvPr id="104" name="Уровень текста 1…"/>
          <p:cNvSpPr txBox="1">
            <a:spLocks noGrp="1"/>
          </p:cNvSpPr>
          <p:nvPr>
            <p:ph type="body" sz="quarter" idx="1"/>
          </p:nvPr>
        </p:nvSpPr>
        <p:spPr bwMode="auto">
          <a:xfrm>
            <a:off x="1676836" y="6858000"/>
            <a:ext cx="21036680" cy="457200"/>
          </a:xfrm>
          <a:prstGeom prst="rect">
            <a:avLst/>
          </a:prstGeom>
        </p:spPr>
        <p:txBody>
          <a:bodyPr/>
          <a:lstStyle>
            <a:lvl1pPr algn="ctr">
              <a:defRPr sz="3200">
                <a:solidFill>
                  <a:schemeClr val="accent4"/>
                </a:solidFill>
              </a:defRPr>
            </a:lvl1pPr>
            <a:lvl2pPr algn="ctr">
              <a:defRPr sz="3200">
                <a:solidFill>
                  <a:schemeClr val="accent4"/>
                </a:solidFill>
              </a:defRPr>
            </a:lvl2pPr>
            <a:lvl3pPr algn="ctr">
              <a:defRPr sz="3200">
                <a:solidFill>
                  <a:schemeClr val="accent4"/>
                </a:solidFill>
              </a:defRPr>
            </a:lvl3pPr>
            <a:lvl4pPr algn="ctr">
              <a:defRPr sz="3200">
                <a:solidFill>
                  <a:schemeClr val="accent4"/>
                </a:solidFill>
              </a:defRPr>
            </a:lvl4pPr>
            <a:lvl5pPr algn="ct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
        <p:nvSpPr>
          <p:cNvPr id="105" name="Номер слайда"/>
          <p:cNvSpPr txBox="1">
            <a:spLocks noGrp="1"/>
          </p:cNvSpPr>
          <p:nvPr>
            <p:ph type="sldNum" sz="quarter" idx="2"/>
          </p:nvPr>
        </p:nvSpPr>
        <p:spPr bwMode="auto">
          <a:xfrm>
            <a:off x="17023798" y="12489562"/>
            <a:ext cx="451404" cy="446276"/>
          </a:xfrm>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Tree>
    <p:extLst>
      <p:ext uri="{BB962C8B-B14F-4D97-AF65-F5344CB8AC3E}">
        <p14:creationId xmlns:p14="http://schemas.microsoft.com/office/powerpoint/2010/main" val="2302242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type="tx" userDrawn="1">
  <p:cSld name="7_Title and Content">
    <p:spTree>
      <p:nvGrpSpPr>
        <p:cNvPr id="1" name=""/>
        <p:cNvGrpSpPr/>
        <p:nvPr/>
      </p:nvGrpSpPr>
      <p:grpSpPr bwMode="auto">
        <a:xfrm>
          <a:off x="0" y="0"/>
          <a:ext cx="0" cy="0"/>
          <a:chOff x="0" y="0"/>
          <a:chExt cx="0" cy="0"/>
        </a:xfrm>
      </p:grpSpPr>
      <p:sp>
        <p:nvSpPr>
          <p:cNvPr id="112" name="Текст заголовка"/>
          <p:cNvSpPr txBox="1">
            <a:spLocks noGrp="1"/>
          </p:cNvSpPr>
          <p:nvPr>
            <p:ph type="title"/>
          </p:nvPr>
        </p:nvSpPr>
        <p:spPr bwMode="auto">
          <a:xfrm>
            <a:off x="1676836" y="618573"/>
            <a:ext cx="21036680" cy="1381686"/>
          </a:xfrm>
          <a:prstGeom prst="rect">
            <a:avLst/>
          </a:prstGeom>
        </p:spPr>
        <p:txBody>
          <a:bodyPr/>
          <a:lstStyle>
            <a:lvl1pPr algn="ctr">
              <a:defRPr>
                <a:solidFill>
                  <a:srgbClr val="404040"/>
                </a:solidFill>
              </a:defRPr>
            </a:lvl1pPr>
          </a:lstStyle>
          <a:p>
            <a:pPr>
              <a:defRPr/>
            </a:pPr>
            <a:r>
              <a:t>Текст заголовка</a:t>
            </a:r>
          </a:p>
        </p:txBody>
      </p:sp>
      <p:sp>
        <p:nvSpPr>
          <p:cNvPr id="113" name="Уровень текста 1…"/>
          <p:cNvSpPr txBox="1">
            <a:spLocks noGrp="1"/>
          </p:cNvSpPr>
          <p:nvPr>
            <p:ph type="body" sz="quarter" idx="1"/>
          </p:nvPr>
        </p:nvSpPr>
        <p:spPr bwMode="auto">
          <a:xfrm>
            <a:off x="1676836" y="2000250"/>
            <a:ext cx="21036680" cy="457200"/>
          </a:xfrm>
          <a:prstGeom prst="rect">
            <a:avLst/>
          </a:prstGeom>
        </p:spPr>
        <p:txBody>
          <a:bodyPr/>
          <a:lstStyle>
            <a:lvl1pPr algn="ctr">
              <a:defRPr sz="3200">
                <a:solidFill>
                  <a:schemeClr val="accent4"/>
                </a:solidFill>
              </a:defRPr>
            </a:lvl1pPr>
            <a:lvl2pPr algn="ctr">
              <a:defRPr sz="3200">
                <a:solidFill>
                  <a:schemeClr val="accent4"/>
                </a:solidFill>
              </a:defRPr>
            </a:lvl2pPr>
            <a:lvl3pPr algn="ctr">
              <a:defRPr sz="3200">
                <a:solidFill>
                  <a:schemeClr val="accent4"/>
                </a:solidFill>
              </a:defRPr>
            </a:lvl3pPr>
            <a:lvl4pPr algn="ctr">
              <a:defRPr sz="3200">
                <a:solidFill>
                  <a:schemeClr val="accent4"/>
                </a:solidFill>
              </a:defRPr>
            </a:lvl4pPr>
            <a:lvl5pPr algn="ct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
        <p:nvSpPr>
          <p:cNvPr id="114"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115" name="Picture Placeholder 8"/>
          <p:cNvSpPr>
            <a:spLocks noGrp="1"/>
          </p:cNvSpPr>
          <p:nvPr>
            <p:ph type="pic" sz="quarter" idx="21"/>
          </p:nvPr>
        </p:nvSpPr>
        <p:spPr bwMode="auto">
          <a:xfrm>
            <a:off x="886295" y="3899655"/>
            <a:ext cx="5079846" cy="5758706"/>
          </a:xfrm>
          <a:prstGeom prst="rect">
            <a:avLst/>
          </a:prstGeom>
        </p:spPr>
        <p:txBody>
          <a:bodyPr lIns="91439" rIns="91439">
            <a:noAutofit/>
          </a:bodyPr>
          <a:lstStyle/>
          <a:p>
            <a:pPr>
              <a:defRPr/>
            </a:pPr>
            <a:endParaRPr/>
          </a:p>
        </p:txBody>
      </p:sp>
      <p:sp>
        <p:nvSpPr>
          <p:cNvPr id="116" name="Picture Placeholder 8"/>
          <p:cNvSpPr>
            <a:spLocks noGrp="1"/>
          </p:cNvSpPr>
          <p:nvPr>
            <p:ph type="pic" sz="quarter" idx="22"/>
          </p:nvPr>
        </p:nvSpPr>
        <p:spPr bwMode="auto">
          <a:xfrm>
            <a:off x="6722743" y="3899655"/>
            <a:ext cx="5079846" cy="5758706"/>
          </a:xfrm>
          <a:prstGeom prst="rect">
            <a:avLst/>
          </a:prstGeom>
        </p:spPr>
        <p:txBody>
          <a:bodyPr lIns="91439" rIns="91439">
            <a:noAutofit/>
          </a:bodyPr>
          <a:lstStyle/>
          <a:p>
            <a:pPr>
              <a:defRPr/>
            </a:pPr>
            <a:endParaRPr/>
          </a:p>
        </p:txBody>
      </p:sp>
      <p:sp>
        <p:nvSpPr>
          <p:cNvPr id="117" name="Picture Placeholder 8"/>
          <p:cNvSpPr>
            <a:spLocks noGrp="1"/>
          </p:cNvSpPr>
          <p:nvPr>
            <p:ph type="pic" sz="quarter" idx="23"/>
          </p:nvPr>
        </p:nvSpPr>
        <p:spPr bwMode="auto">
          <a:xfrm>
            <a:off x="12559185" y="3899655"/>
            <a:ext cx="5079846" cy="5758706"/>
          </a:xfrm>
          <a:prstGeom prst="rect">
            <a:avLst/>
          </a:prstGeom>
        </p:spPr>
        <p:txBody>
          <a:bodyPr lIns="91439" rIns="91439">
            <a:noAutofit/>
          </a:bodyPr>
          <a:lstStyle/>
          <a:p>
            <a:pPr>
              <a:defRPr/>
            </a:pPr>
            <a:endParaRPr/>
          </a:p>
        </p:txBody>
      </p:sp>
      <p:sp>
        <p:nvSpPr>
          <p:cNvPr id="118" name="Picture Placeholder 8"/>
          <p:cNvSpPr>
            <a:spLocks noGrp="1"/>
          </p:cNvSpPr>
          <p:nvPr>
            <p:ph type="pic" sz="quarter" idx="24"/>
          </p:nvPr>
        </p:nvSpPr>
        <p:spPr bwMode="auto">
          <a:xfrm>
            <a:off x="18395641" y="3899655"/>
            <a:ext cx="5079846" cy="5758706"/>
          </a:xfrm>
          <a:prstGeom prst="rect">
            <a:avLst/>
          </a:prstGeom>
        </p:spPr>
        <p:txBody>
          <a:bodyPr lIns="91439" rIns="91439">
            <a:noAutofit/>
          </a:bodyPr>
          <a:lstStyle/>
          <a:p>
            <a:pPr>
              <a:defRPr/>
            </a:pPr>
            <a:endParaRPr/>
          </a:p>
        </p:txBody>
      </p:sp>
      <p:sp>
        <p:nvSpPr>
          <p:cNvPr id="119" name="Picture Placeholder 17"/>
          <p:cNvSpPr>
            <a:spLocks noGrp="1"/>
          </p:cNvSpPr>
          <p:nvPr>
            <p:ph type="pic" sz="quarter" idx="25"/>
          </p:nvPr>
        </p:nvSpPr>
        <p:spPr bwMode="auto">
          <a:xfrm>
            <a:off x="3468915" y="7772403"/>
            <a:ext cx="2674902" cy="615950"/>
          </a:xfrm>
          <a:prstGeom prst="rect">
            <a:avLst/>
          </a:prstGeom>
        </p:spPr>
        <p:txBody>
          <a:bodyPr lIns="91439" rIns="91439">
            <a:noAutofit/>
          </a:bodyPr>
          <a:lstStyle/>
          <a:p>
            <a:pPr>
              <a:defRPr/>
            </a:pPr>
            <a:endParaRPr/>
          </a:p>
        </p:txBody>
      </p:sp>
      <p:sp>
        <p:nvSpPr>
          <p:cNvPr id="120" name="Picture Placeholder 20"/>
          <p:cNvSpPr>
            <a:spLocks noGrp="1"/>
          </p:cNvSpPr>
          <p:nvPr>
            <p:ph type="pic" sz="quarter" idx="26"/>
          </p:nvPr>
        </p:nvSpPr>
        <p:spPr bwMode="auto">
          <a:xfrm>
            <a:off x="9277180" y="7772403"/>
            <a:ext cx="2674904" cy="615950"/>
          </a:xfrm>
          <a:prstGeom prst="rect">
            <a:avLst/>
          </a:prstGeom>
        </p:spPr>
        <p:txBody>
          <a:bodyPr lIns="91439" rIns="91439">
            <a:noAutofit/>
          </a:bodyPr>
          <a:lstStyle/>
          <a:p>
            <a:pPr>
              <a:defRPr/>
            </a:pPr>
            <a:endParaRPr/>
          </a:p>
        </p:txBody>
      </p:sp>
      <p:sp>
        <p:nvSpPr>
          <p:cNvPr id="121" name="Picture Placeholder 23"/>
          <p:cNvSpPr>
            <a:spLocks noGrp="1"/>
          </p:cNvSpPr>
          <p:nvPr>
            <p:ph type="pic" sz="quarter" idx="27"/>
          </p:nvPr>
        </p:nvSpPr>
        <p:spPr bwMode="auto">
          <a:xfrm>
            <a:off x="15099109" y="7772403"/>
            <a:ext cx="2674902" cy="615950"/>
          </a:xfrm>
          <a:prstGeom prst="rect">
            <a:avLst/>
          </a:prstGeom>
        </p:spPr>
        <p:txBody>
          <a:bodyPr lIns="91439" rIns="91439">
            <a:noAutofit/>
          </a:bodyPr>
          <a:lstStyle/>
          <a:p>
            <a:pPr>
              <a:defRPr/>
            </a:pPr>
            <a:endParaRPr/>
          </a:p>
        </p:txBody>
      </p:sp>
      <p:sp>
        <p:nvSpPr>
          <p:cNvPr id="122" name="Picture Placeholder 26"/>
          <p:cNvSpPr>
            <a:spLocks noGrp="1"/>
          </p:cNvSpPr>
          <p:nvPr>
            <p:ph type="pic" sz="quarter" idx="28"/>
          </p:nvPr>
        </p:nvSpPr>
        <p:spPr bwMode="auto">
          <a:xfrm>
            <a:off x="20935563" y="7772403"/>
            <a:ext cx="2674902" cy="615950"/>
          </a:xfrm>
          <a:prstGeom prst="rect">
            <a:avLst/>
          </a:prstGeom>
        </p:spPr>
        <p:txBody>
          <a:bodyPr lIns="91439" rIns="91439">
            <a:noAutofit/>
          </a:bodyPr>
          <a:lstStyle/>
          <a:p>
            <a:pPr>
              <a:defRPr/>
            </a:pPr>
            <a:endParaRPr/>
          </a:p>
        </p:txBody>
      </p:sp>
      <p:sp>
        <p:nvSpPr>
          <p:cNvPr id="123" name="Text Placeholder 28"/>
          <p:cNvSpPr>
            <a:spLocks noGrp="1"/>
          </p:cNvSpPr>
          <p:nvPr>
            <p:ph type="body" sz="quarter" idx="29" hasCustomPrompt="1"/>
          </p:nvPr>
        </p:nvSpPr>
        <p:spPr bwMode="auto">
          <a:xfrm>
            <a:off x="3653159" y="7897812"/>
            <a:ext cx="2312982" cy="365128"/>
          </a:xfrm>
          <a:prstGeom prst="rect">
            <a:avLst/>
          </a:prstGeom>
        </p:spPr>
        <p:txBody>
          <a:bodyPr/>
          <a:lstStyle>
            <a:lvl1pPr defTabSz="1243272">
              <a:spcBef>
                <a:spcPts val="1300"/>
              </a:spcBef>
              <a:defRPr sz="1650">
                <a:solidFill>
                  <a:srgbClr val="FFFFFF"/>
                </a:solidFill>
              </a:defRPr>
            </a:lvl1pPr>
          </a:lstStyle>
          <a:p>
            <a:pPr>
              <a:defRPr/>
            </a:pPr>
            <a:r>
              <a:t>Text</a:t>
            </a:r>
          </a:p>
        </p:txBody>
      </p:sp>
      <p:sp>
        <p:nvSpPr>
          <p:cNvPr id="124" name="Text Placeholder 28"/>
          <p:cNvSpPr>
            <a:spLocks noGrp="1"/>
          </p:cNvSpPr>
          <p:nvPr>
            <p:ph type="body" sz="quarter" idx="30" hasCustomPrompt="1"/>
          </p:nvPr>
        </p:nvSpPr>
        <p:spPr bwMode="auto">
          <a:xfrm>
            <a:off x="9453096" y="7897812"/>
            <a:ext cx="2312980" cy="365128"/>
          </a:xfrm>
          <a:prstGeom prst="rect">
            <a:avLst/>
          </a:prstGeom>
        </p:spPr>
        <p:txBody>
          <a:bodyPr/>
          <a:lstStyle>
            <a:lvl1pPr defTabSz="1243272">
              <a:spcBef>
                <a:spcPts val="1300"/>
              </a:spcBef>
              <a:defRPr sz="1650">
                <a:solidFill>
                  <a:srgbClr val="FFFFFF"/>
                </a:solidFill>
              </a:defRPr>
            </a:lvl1pPr>
          </a:lstStyle>
          <a:p>
            <a:pPr>
              <a:defRPr/>
            </a:pPr>
            <a:r>
              <a:t>Text</a:t>
            </a:r>
          </a:p>
        </p:txBody>
      </p:sp>
      <p:sp>
        <p:nvSpPr>
          <p:cNvPr id="125" name="Text Placeholder 28"/>
          <p:cNvSpPr>
            <a:spLocks noGrp="1"/>
          </p:cNvSpPr>
          <p:nvPr>
            <p:ph type="body" sz="quarter" idx="31" hasCustomPrompt="1"/>
          </p:nvPr>
        </p:nvSpPr>
        <p:spPr bwMode="auto">
          <a:xfrm>
            <a:off x="15280068" y="7897812"/>
            <a:ext cx="2312980" cy="365128"/>
          </a:xfrm>
          <a:prstGeom prst="rect">
            <a:avLst/>
          </a:prstGeom>
        </p:spPr>
        <p:txBody>
          <a:bodyPr/>
          <a:lstStyle>
            <a:lvl1pPr defTabSz="1243272">
              <a:spcBef>
                <a:spcPts val="1300"/>
              </a:spcBef>
              <a:defRPr sz="1650">
                <a:solidFill>
                  <a:srgbClr val="FFFFFF"/>
                </a:solidFill>
              </a:defRPr>
            </a:lvl1pPr>
          </a:lstStyle>
          <a:p>
            <a:pPr>
              <a:defRPr/>
            </a:pPr>
            <a:r>
              <a:t>Text</a:t>
            </a:r>
          </a:p>
        </p:txBody>
      </p:sp>
      <p:sp>
        <p:nvSpPr>
          <p:cNvPr id="126" name="Text Placeholder 28"/>
          <p:cNvSpPr>
            <a:spLocks noGrp="1"/>
          </p:cNvSpPr>
          <p:nvPr>
            <p:ph type="body" sz="quarter" idx="32" hasCustomPrompt="1"/>
          </p:nvPr>
        </p:nvSpPr>
        <p:spPr bwMode="auto">
          <a:xfrm>
            <a:off x="21116518" y="7897812"/>
            <a:ext cx="2312980" cy="365128"/>
          </a:xfrm>
          <a:prstGeom prst="rect">
            <a:avLst/>
          </a:prstGeom>
        </p:spPr>
        <p:txBody>
          <a:bodyPr/>
          <a:lstStyle>
            <a:lvl1pPr defTabSz="1243272">
              <a:spcBef>
                <a:spcPts val="1300"/>
              </a:spcBef>
              <a:defRPr sz="1650">
                <a:solidFill>
                  <a:srgbClr val="FFFFFF"/>
                </a:solidFill>
              </a:defRPr>
            </a:lvl1pPr>
          </a:lstStyle>
          <a:p>
            <a:pPr>
              <a:defRPr/>
            </a:pPr>
            <a:r>
              <a:t>Text</a:t>
            </a:r>
          </a:p>
        </p:txBody>
      </p:sp>
      <p:sp>
        <p:nvSpPr>
          <p:cNvPr id="127" name="Text Placeholder 33"/>
          <p:cNvSpPr>
            <a:spLocks noGrp="1"/>
          </p:cNvSpPr>
          <p:nvPr>
            <p:ph type="body" sz="quarter" idx="33" hasCustomPrompt="1"/>
          </p:nvPr>
        </p:nvSpPr>
        <p:spPr bwMode="auto">
          <a:xfrm>
            <a:off x="886293" y="10004433"/>
            <a:ext cx="5079846" cy="415926"/>
          </a:xfrm>
          <a:prstGeom prst="rect">
            <a:avLst/>
          </a:prstGeom>
        </p:spPr>
        <p:txBody>
          <a:bodyPr/>
          <a:lstStyle>
            <a:lvl1pPr algn="ctr" defTabSz="1426108">
              <a:spcBef>
                <a:spcPts val="1500"/>
              </a:spcBef>
              <a:defRPr sz="2200">
                <a:solidFill>
                  <a:srgbClr val="404040"/>
                </a:solidFill>
                <a:latin typeface="Montserrat Semi Bold"/>
                <a:ea typeface="Montserrat Semi Bold"/>
                <a:cs typeface="Montserrat Semi Bold"/>
              </a:defRPr>
            </a:lvl1pPr>
          </a:lstStyle>
          <a:p>
            <a:pPr>
              <a:defRPr/>
            </a:pPr>
            <a:r>
              <a:t>Text</a:t>
            </a:r>
          </a:p>
        </p:txBody>
      </p:sp>
      <p:sp>
        <p:nvSpPr>
          <p:cNvPr id="128" name="Text Placeholder 33"/>
          <p:cNvSpPr>
            <a:spLocks noGrp="1"/>
          </p:cNvSpPr>
          <p:nvPr>
            <p:ph type="body" sz="quarter" idx="34" hasCustomPrompt="1"/>
          </p:nvPr>
        </p:nvSpPr>
        <p:spPr bwMode="auto">
          <a:xfrm>
            <a:off x="886293" y="10614035"/>
            <a:ext cx="5079846" cy="1113518"/>
          </a:xfrm>
          <a:prstGeom prst="rect">
            <a:avLst/>
          </a:prstGeom>
        </p:spPr>
        <p:txBody>
          <a:bodyPr/>
          <a:lstStyle>
            <a:lvl1pPr algn="ctr">
              <a:defRPr sz="2400">
                <a:solidFill>
                  <a:schemeClr val="accent4"/>
                </a:solidFill>
              </a:defRPr>
            </a:lvl1pPr>
          </a:lstStyle>
          <a:p>
            <a:pPr>
              <a:defRPr/>
            </a:pPr>
            <a:r>
              <a:t>Text</a:t>
            </a:r>
          </a:p>
        </p:txBody>
      </p:sp>
      <p:sp>
        <p:nvSpPr>
          <p:cNvPr id="129" name="Text Placeholder 33"/>
          <p:cNvSpPr>
            <a:spLocks noGrp="1"/>
          </p:cNvSpPr>
          <p:nvPr>
            <p:ph type="body" sz="quarter" idx="35" hasCustomPrompt="1"/>
          </p:nvPr>
        </p:nvSpPr>
        <p:spPr bwMode="auto">
          <a:xfrm>
            <a:off x="6686239" y="10004433"/>
            <a:ext cx="5079846" cy="415926"/>
          </a:xfrm>
          <a:prstGeom prst="rect">
            <a:avLst/>
          </a:prstGeom>
        </p:spPr>
        <p:txBody>
          <a:bodyPr/>
          <a:lstStyle>
            <a:lvl1pPr algn="ctr" defTabSz="1426108">
              <a:spcBef>
                <a:spcPts val="1500"/>
              </a:spcBef>
              <a:defRPr sz="2200">
                <a:solidFill>
                  <a:srgbClr val="404040"/>
                </a:solidFill>
                <a:latin typeface="Montserrat Semi Bold"/>
                <a:ea typeface="Montserrat Semi Bold"/>
                <a:cs typeface="Montserrat Semi Bold"/>
              </a:defRPr>
            </a:lvl1pPr>
          </a:lstStyle>
          <a:p>
            <a:pPr>
              <a:defRPr/>
            </a:pPr>
            <a:r>
              <a:t>Text</a:t>
            </a:r>
          </a:p>
        </p:txBody>
      </p:sp>
      <p:sp>
        <p:nvSpPr>
          <p:cNvPr id="130" name="Text Placeholder 33"/>
          <p:cNvSpPr>
            <a:spLocks noGrp="1"/>
          </p:cNvSpPr>
          <p:nvPr>
            <p:ph type="body" sz="quarter" idx="36" hasCustomPrompt="1"/>
          </p:nvPr>
        </p:nvSpPr>
        <p:spPr bwMode="auto">
          <a:xfrm>
            <a:off x="6686239" y="10614035"/>
            <a:ext cx="5079846" cy="1113518"/>
          </a:xfrm>
          <a:prstGeom prst="rect">
            <a:avLst/>
          </a:prstGeom>
        </p:spPr>
        <p:txBody>
          <a:bodyPr/>
          <a:lstStyle>
            <a:lvl1pPr algn="ctr">
              <a:defRPr sz="2400">
                <a:solidFill>
                  <a:schemeClr val="accent4"/>
                </a:solidFill>
              </a:defRPr>
            </a:lvl1pPr>
          </a:lstStyle>
          <a:p>
            <a:pPr>
              <a:defRPr/>
            </a:pPr>
            <a:r>
              <a:t>Text</a:t>
            </a:r>
          </a:p>
        </p:txBody>
      </p:sp>
      <p:sp>
        <p:nvSpPr>
          <p:cNvPr id="131" name="Text Placeholder 33"/>
          <p:cNvSpPr>
            <a:spLocks noGrp="1"/>
          </p:cNvSpPr>
          <p:nvPr>
            <p:ph type="body" sz="quarter" idx="37" hasCustomPrompt="1"/>
          </p:nvPr>
        </p:nvSpPr>
        <p:spPr bwMode="auto">
          <a:xfrm>
            <a:off x="12559185" y="10001057"/>
            <a:ext cx="5079846" cy="415926"/>
          </a:xfrm>
          <a:prstGeom prst="rect">
            <a:avLst/>
          </a:prstGeom>
        </p:spPr>
        <p:txBody>
          <a:bodyPr/>
          <a:lstStyle>
            <a:lvl1pPr algn="ctr" defTabSz="1426108">
              <a:spcBef>
                <a:spcPts val="1500"/>
              </a:spcBef>
              <a:defRPr sz="2200">
                <a:solidFill>
                  <a:srgbClr val="404040"/>
                </a:solidFill>
                <a:latin typeface="Montserrat Semi Bold"/>
                <a:ea typeface="Montserrat Semi Bold"/>
                <a:cs typeface="Montserrat Semi Bold"/>
              </a:defRPr>
            </a:lvl1pPr>
          </a:lstStyle>
          <a:p>
            <a:pPr>
              <a:defRPr/>
            </a:pPr>
            <a:r>
              <a:t>Text</a:t>
            </a:r>
          </a:p>
        </p:txBody>
      </p:sp>
      <p:sp>
        <p:nvSpPr>
          <p:cNvPr id="132" name="Text Placeholder 33"/>
          <p:cNvSpPr>
            <a:spLocks noGrp="1"/>
          </p:cNvSpPr>
          <p:nvPr>
            <p:ph type="body" sz="quarter" idx="38" hasCustomPrompt="1"/>
          </p:nvPr>
        </p:nvSpPr>
        <p:spPr bwMode="auto">
          <a:xfrm>
            <a:off x="12559185" y="10610661"/>
            <a:ext cx="5079846" cy="1113518"/>
          </a:xfrm>
          <a:prstGeom prst="rect">
            <a:avLst/>
          </a:prstGeom>
        </p:spPr>
        <p:txBody>
          <a:bodyPr/>
          <a:lstStyle>
            <a:lvl1pPr algn="ctr">
              <a:defRPr sz="2400">
                <a:solidFill>
                  <a:schemeClr val="accent4"/>
                </a:solidFill>
              </a:defRPr>
            </a:lvl1pPr>
          </a:lstStyle>
          <a:p>
            <a:pPr>
              <a:defRPr/>
            </a:pPr>
            <a:r>
              <a:t>Text</a:t>
            </a:r>
          </a:p>
        </p:txBody>
      </p:sp>
      <p:sp>
        <p:nvSpPr>
          <p:cNvPr id="133" name="Text Placeholder 33"/>
          <p:cNvSpPr>
            <a:spLocks noGrp="1"/>
          </p:cNvSpPr>
          <p:nvPr>
            <p:ph type="body" sz="quarter" idx="39" hasCustomPrompt="1"/>
          </p:nvPr>
        </p:nvSpPr>
        <p:spPr bwMode="auto">
          <a:xfrm>
            <a:off x="18359135" y="10001057"/>
            <a:ext cx="5079846" cy="415926"/>
          </a:xfrm>
          <a:prstGeom prst="rect">
            <a:avLst/>
          </a:prstGeom>
        </p:spPr>
        <p:txBody>
          <a:bodyPr/>
          <a:lstStyle>
            <a:lvl1pPr algn="ctr" defTabSz="1426108">
              <a:spcBef>
                <a:spcPts val="1500"/>
              </a:spcBef>
              <a:defRPr sz="2200">
                <a:solidFill>
                  <a:srgbClr val="404040"/>
                </a:solidFill>
                <a:latin typeface="Montserrat Semi Bold"/>
                <a:ea typeface="Montserrat Semi Bold"/>
                <a:cs typeface="Montserrat Semi Bold"/>
              </a:defRPr>
            </a:lvl1pPr>
          </a:lstStyle>
          <a:p>
            <a:pPr>
              <a:defRPr/>
            </a:pPr>
            <a:r>
              <a:t>Text</a:t>
            </a:r>
          </a:p>
        </p:txBody>
      </p:sp>
      <p:sp>
        <p:nvSpPr>
          <p:cNvPr id="134" name="Text Placeholder 33"/>
          <p:cNvSpPr>
            <a:spLocks noGrp="1"/>
          </p:cNvSpPr>
          <p:nvPr>
            <p:ph type="body" sz="quarter" idx="40" hasCustomPrompt="1"/>
          </p:nvPr>
        </p:nvSpPr>
        <p:spPr bwMode="auto">
          <a:xfrm>
            <a:off x="18359135" y="10610661"/>
            <a:ext cx="5079846" cy="1113518"/>
          </a:xfrm>
          <a:prstGeom prst="rect">
            <a:avLst/>
          </a:prstGeom>
        </p:spPr>
        <p:txBody>
          <a:bodyPr/>
          <a:lstStyle>
            <a:lvl1pPr algn="ctr">
              <a:defRPr sz="2400">
                <a:solidFill>
                  <a:schemeClr val="accent4"/>
                </a:solidFill>
              </a:defRPr>
            </a:lvl1pPr>
          </a:lstStyle>
          <a:p>
            <a:pPr>
              <a:defRPr/>
            </a:pPr>
            <a:r>
              <a:t>Text</a:t>
            </a:r>
          </a:p>
        </p:txBody>
      </p:sp>
    </p:spTree>
    <p:extLst>
      <p:ext uri="{BB962C8B-B14F-4D97-AF65-F5344CB8AC3E}">
        <p14:creationId xmlns:p14="http://schemas.microsoft.com/office/powerpoint/2010/main" val="27084616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type="tx" userDrawn="1">
  <p:cSld name="8_Title and Content">
    <p:spTree>
      <p:nvGrpSpPr>
        <p:cNvPr id="1" name=""/>
        <p:cNvGrpSpPr/>
        <p:nvPr/>
      </p:nvGrpSpPr>
      <p:grpSpPr bwMode="auto">
        <a:xfrm>
          <a:off x="0" y="0"/>
          <a:ext cx="0" cy="0"/>
          <a:chOff x="0" y="0"/>
          <a:chExt cx="0" cy="0"/>
        </a:xfrm>
      </p:grpSpPr>
      <p:sp>
        <p:nvSpPr>
          <p:cNvPr id="141" name="Текст заголовка"/>
          <p:cNvSpPr txBox="1">
            <a:spLocks noGrp="1"/>
          </p:cNvSpPr>
          <p:nvPr>
            <p:ph type="title"/>
          </p:nvPr>
        </p:nvSpPr>
        <p:spPr bwMode="auto">
          <a:xfrm>
            <a:off x="1676836" y="479052"/>
            <a:ext cx="21036680" cy="1521200"/>
          </a:xfrm>
          <a:prstGeom prst="rect">
            <a:avLst/>
          </a:prstGeom>
        </p:spPr>
        <p:txBody>
          <a:bodyPr/>
          <a:lstStyle>
            <a:lvl1pPr algn="ctr">
              <a:defRPr>
                <a:solidFill>
                  <a:srgbClr val="404040"/>
                </a:solidFill>
              </a:defRPr>
            </a:lvl1pPr>
          </a:lstStyle>
          <a:p>
            <a:pPr>
              <a:defRPr/>
            </a:pPr>
            <a:r>
              <a:t>Текст заголовка</a:t>
            </a:r>
          </a:p>
        </p:txBody>
      </p:sp>
      <p:sp>
        <p:nvSpPr>
          <p:cNvPr id="142" name="Уровень текста 1…"/>
          <p:cNvSpPr txBox="1">
            <a:spLocks noGrp="1"/>
          </p:cNvSpPr>
          <p:nvPr>
            <p:ph type="body" sz="quarter" idx="1"/>
          </p:nvPr>
        </p:nvSpPr>
        <p:spPr bwMode="auto">
          <a:xfrm>
            <a:off x="1676836" y="2000250"/>
            <a:ext cx="21036680" cy="457200"/>
          </a:xfrm>
          <a:prstGeom prst="rect">
            <a:avLst/>
          </a:prstGeom>
        </p:spPr>
        <p:txBody>
          <a:bodyPr/>
          <a:lstStyle>
            <a:lvl1pPr algn="ctr">
              <a:defRPr sz="3200">
                <a:solidFill>
                  <a:schemeClr val="accent4"/>
                </a:solidFill>
              </a:defRPr>
            </a:lvl1pPr>
            <a:lvl2pPr algn="ctr">
              <a:defRPr sz="3200">
                <a:solidFill>
                  <a:schemeClr val="accent4"/>
                </a:solidFill>
              </a:defRPr>
            </a:lvl2pPr>
            <a:lvl3pPr algn="ctr">
              <a:defRPr sz="3200">
                <a:solidFill>
                  <a:schemeClr val="accent4"/>
                </a:solidFill>
              </a:defRPr>
            </a:lvl3pPr>
            <a:lvl4pPr algn="ctr">
              <a:defRPr sz="3200">
                <a:solidFill>
                  <a:schemeClr val="accent4"/>
                </a:solidFill>
              </a:defRPr>
            </a:lvl4pPr>
            <a:lvl5pPr algn="ct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
        <p:nvSpPr>
          <p:cNvPr id="143"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144" name="Picture Placeholder 8"/>
          <p:cNvSpPr>
            <a:spLocks noGrp="1"/>
          </p:cNvSpPr>
          <p:nvPr>
            <p:ph type="pic" sz="quarter" idx="21"/>
          </p:nvPr>
        </p:nvSpPr>
        <p:spPr bwMode="auto">
          <a:xfrm>
            <a:off x="1604212" y="3978648"/>
            <a:ext cx="4181040" cy="3713072"/>
          </a:xfrm>
          <a:prstGeom prst="rect">
            <a:avLst/>
          </a:prstGeom>
        </p:spPr>
        <p:txBody>
          <a:bodyPr lIns="91439" rIns="91439">
            <a:noAutofit/>
          </a:bodyPr>
          <a:lstStyle/>
          <a:p>
            <a:pPr>
              <a:defRPr/>
            </a:pPr>
            <a:endParaRPr/>
          </a:p>
        </p:txBody>
      </p:sp>
      <p:sp>
        <p:nvSpPr>
          <p:cNvPr id="145" name="Picture Placeholder 8"/>
          <p:cNvSpPr>
            <a:spLocks noGrp="1"/>
          </p:cNvSpPr>
          <p:nvPr>
            <p:ph type="pic" sz="quarter" idx="22"/>
          </p:nvPr>
        </p:nvSpPr>
        <p:spPr bwMode="auto">
          <a:xfrm>
            <a:off x="6215778" y="3978648"/>
            <a:ext cx="4181040" cy="3713072"/>
          </a:xfrm>
          <a:prstGeom prst="rect">
            <a:avLst/>
          </a:prstGeom>
        </p:spPr>
        <p:txBody>
          <a:bodyPr lIns="91439" rIns="91439">
            <a:noAutofit/>
          </a:bodyPr>
          <a:lstStyle/>
          <a:p>
            <a:pPr>
              <a:defRPr/>
            </a:pPr>
            <a:endParaRPr/>
          </a:p>
        </p:txBody>
      </p:sp>
      <p:sp>
        <p:nvSpPr>
          <p:cNvPr id="146" name="Picture Placeholder 8"/>
          <p:cNvSpPr>
            <a:spLocks noGrp="1"/>
          </p:cNvSpPr>
          <p:nvPr>
            <p:ph type="pic" sz="quarter" idx="23"/>
          </p:nvPr>
        </p:nvSpPr>
        <p:spPr bwMode="auto">
          <a:xfrm>
            <a:off x="1604212" y="8104094"/>
            <a:ext cx="4181040" cy="3713072"/>
          </a:xfrm>
          <a:prstGeom prst="rect">
            <a:avLst/>
          </a:prstGeom>
        </p:spPr>
        <p:txBody>
          <a:bodyPr lIns="91439" rIns="91439">
            <a:noAutofit/>
          </a:bodyPr>
          <a:lstStyle/>
          <a:p>
            <a:pPr>
              <a:defRPr/>
            </a:pPr>
            <a:endParaRPr/>
          </a:p>
        </p:txBody>
      </p:sp>
      <p:sp>
        <p:nvSpPr>
          <p:cNvPr id="147" name="Picture Placeholder 8"/>
          <p:cNvSpPr>
            <a:spLocks noGrp="1"/>
          </p:cNvSpPr>
          <p:nvPr>
            <p:ph type="pic" sz="quarter" idx="24"/>
          </p:nvPr>
        </p:nvSpPr>
        <p:spPr bwMode="auto">
          <a:xfrm>
            <a:off x="6215778" y="8104094"/>
            <a:ext cx="4181040" cy="3713072"/>
          </a:xfrm>
          <a:prstGeom prst="rect">
            <a:avLst/>
          </a:prstGeom>
        </p:spPr>
        <p:txBody>
          <a:bodyPr lIns="91439" rIns="91439">
            <a:noAutofit/>
          </a:bodyPr>
          <a:lstStyle/>
          <a:p>
            <a:pPr>
              <a:defRPr/>
            </a:pPr>
            <a:endParaRPr/>
          </a:p>
        </p:txBody>
      </p:sp>
      <p:sp>
        <p:nvSpPr>
          <p:cNvPr id="148" name="Text Placeholder 33"/>
          <p:cNvSpPr>
            <a:spLocks noGrp="1"/>
          </p:cNvSpPr>
          <p:nvPr>
            <p:ph type="body" sz="quarter" idx="25" hasCustomPrompt="1"/>
          </p:nvPr>
        </p:nvSpPr>
        <p:spPr bwMode="auto">
          <a:xfrm>
            <a:off x="12220597" y="5293105"/>
            <a:ext cx="5079846" cy="415926"/>
          </a:xfrm>
          <a:prstGeom prst="rect">
            <a:avLst/>
          </a:prstGeom>
        </p:spPr>
        <p:txBody>
          <a:bodyPr/>
          <a:lstStyle>
            <a:lvl1pPr algn="ctr" defTabSz="1243272">
              <a:spcBef>
                <a:spcPts val="1300"/>
              </a:spcBef>
              <a:defRPr sz="2200">
                <a:solidFill>
                  <a:srgbClr val="404040"/>
                </a:solidFill>
                <a:latin typeface="Montserrat Semi Bold"/>
                <a:ea typeface="Montserrat Semi Bold"/>
                <a:cs typeface="Montserrat Semi Bold"/>
              </a:defRPr>
            </a:lvl1pPr>
          </a:lstStyle>
          <a:p>
            <a:pPr>
              <a:defRPr/>
            </a:pPr>
            <a:r>
              <a:t>Text</a:t>
            </a:r>
          </a:p>
        </p:txBody>
      </p:sp>
      <p:sp>
        <p:nvSpPr>
          <p:cNvPr id="149" name="Text Placeholder 33"/>
          <p:cNvSpPr>
            <a:spLocks noGrp="1"/>
          </p:cNvSpPr>
          <p:nvPr>
            <p:ph type="body" sz="quarter" idx="26" hasCustomPrompt="1"/>
          </p:nvPr>
        </p:nvSpPr>
        <p:spPr bwMode="auto">
          <a:xfrm>
            <a:off x="12220597" y="6475349"/>
            <a:ext cx="5079846" cy="1113518"/>
          </a:xfrm>
          <a:prstGeom prst="rect">
            <a:avLst/>
          </a:prstGeom>
        </p:spPr>
        <p:txBody>
          <a:bodyPr/>
          <a:lstStyle>
            <a:lvl1pPr algn="ctr">
              <a:defRPr sz="2400">
                <a:solidFill>
                  <a:schemeClr val="accent4"/>
                </a:solidFill>
              </a:defRPr>
            </a:lvl1pPr>
          </a:lstStyle>
          <a:p>
            <a:pPr>
              <a:defRPr/>
            </a:pPr>
            <a:r>
              <a:t>Text</a:t>
            </a:r>
          </a:p>
        </p:txBody>
      </p:sp>
      <p:sp>
        <p:nvSpPr>
          <p:cNvPr id="150" name="Text Placeholder 33"/>
          <p:cNvSpPr>
            <a:spLocks noGrp="1"/>
          </p:cNvSpPr>
          <p:nvPr>
            <p:ph type="body" sz="quarter" idx="27" hasCustomPrompt="1"/>
          </p:nvPr>
        </p:nvSpPr>
        <p:spPr bwMode="auto">
          <a:xfrm>
            <a:off x="12220597" y="5884229"/>
            <a:ext cx="5079846" cy="415926"/>
          </a:xfrm>
          <a:prstGeom prst="rect">
            <a:avLst/>
          </a:prstGeom>
        </p:spPr>
        <p:txBody>
          <a:bodyPr/>
          <a:lstStyle>
            <a:lvl1pPr algn="ctr" defTabSz="1444390">
              <a:spcBef>
                <a:spcPts val="1500"/>
              </a:spcBef>
              <a:defRPr sz="1900">
                <a:solidFill>
                  <a:srgbClr val="404040"/>
                </a:solidFill>
              </a:defRPr>
            </a:lvl1pPr>
          </a:lstStyle>
          <a:p>
            <a:pPr>
              <a:defRPr/>
            </a:pPr>
            <a:r>
              <a:t>Text</a:t>
            </a:r>
          </a:p>
        </p:txBody>
      </p:sp>
      <p:sp>
        <p:nvSpPr>
          <p:cNvPr id="151" name="Text Placeholder 33"/>
          <p:cNvSpPr>
            <a:spLocks noGrp="1"/>
          </p:cNvSpPr>
          <p:nvPr>
            <p:ph type="body" sz="quarter" idx="28" hasCustomPrompt="1"/>
          </p:nvPr>
        </p:nvSpPr>
        <p:spPr bwMode="auto">
          <a:xfrm>
            <a:off x="17677155" y="5293105"/>
            <a:ext cx="5079846" cy="415926"/>
          </a:xfrm>
          <a:prstGeom prst="rect">
            <a:avLst/>
          </a:prstGeom>
        </p:spPr>
        <p:txBody>
          <a:bodyPr/>
          <a:lstStyle>
            <a:lvl1pPr algn="ctr" defTabSz="1243272">
              <a:spcBef>
                <a:spcPts val="1300"/>
              </a:spcBef>
              <a:defRPr sz="2200">
                <a:solidFill>
                  <a:srgbClr val="404040"/>
                </a:solidFill>
                <a:latin typeface="Montserrat Semi Bold"/>
                <a:ea typeface="Montserrat Semi Bold"/>
                <a:cs typeface="Montserrat Semi Bold"/>
              </a:defRPr>
            </a:lvl1pPr>
          </a:lstStyle>
          <a:p>
            <a:pPr>
              <a:defRPr/>
            </a:pPr>
            <a:r>
              <a:t>Text</a:t>
            </a:r>
          </a:p>
        </p:txBody>
      </p:sp>
      <p:sp>
        <p:nvSpPr>
          <p:cNvPr id="152" name="Text Placeholder 33"/>
          <p:cNvSpPr>
            <a:spLocks noGrp="1"/>
          </p:cNvSpPr>
          <p:nvPr>
            <p:ph type="body" sz="quarter" idx="29" hasCustomPrompt="1"/>
          </p:nvPr>
        </p:nvSpPr>
        <p:spPr bwMode="auto">
          <a:xfrm>
            <a:off x="17677153" y="6475349"/>
            <a:ext cx="5079846" cy="1113518"/>
          </a:xfrm>
          <a:prstGeom prst="rect">
            <a:avLst/>
          </a:prstGeom>
        </p:spPr>
        <p:txBody>
          <a:bodyPr/>
          <a:lstStyle>
            <a:lvl1pPr algn="ctr">
              <a:defRPr sz="2400">
                <a:solidFill>
                  <a:schemeClr val="accent4"/>
                </a:solidFill>
              </a:defRPr>
            </a:lvl1pPr>
          </a:lstStyle>
          <a:p>
            <a:pPr>
              <a:defRPr/>
            </a:pPr>
            <a:r>
              <a:t>Text</a:t>
            </a:r>
          </a:p>
        </p:txBody>
      </p:sp>
      <p:sp>
        <p:nvSpPr>
          <p:cNvPr id="153" name="Text Placeholder 33"/>
          <p:cNvSpPr>
            <a:spLocks noGrp="1"/>
          </p:cNvSpPr>
          <p:nvPr>
            <p:ph type="body" sz="quarter" idx="30" hasCustomPrompt="1"/>
          </p:nvPr>
        </p:nvSpPr>
        <p:spPr bwMode="auto">
          <a:xfrm>
            <a:off x="17677155" y="5884229"/>
            <a:ext cx="5079846" cy="415926"/>
          </a:xfrm>
          <a:prstGeom prst="rect">
            <a:avLst/>
          </a:prstGeom>
        </p:spPr>
        <p:txBody>
          <a:bodyPr/>
          <a:lstStyle>
            <a:lvl1pPr algn="ctr" defTabSz="1444390">
              <a:spcBef>
                <a:spcPts val="1500"/>
              </a:spcBef>
              <a:defRPr sz="1900">
                <a:solidFill>
                  <a:srgbClr val="404040"/>
                </a:solidFill>
              </a:defRPr>
            </a:lvl1pPr>
          </a:lstStyle>
          <a:p>
            <a:pPr>
              <a:defRPr/>
            </a:pPr>
            <a:r>
              <a:t>Text</a:t>
            </a:r>
          </a:p>
        </p:txBody>
      </p:sp>
      <p:sp>
        <p:nvSpPr>
          <p:cNvPr id="154" name="Text Placeholder 33"/>
          <p:cNvSpPr>
            <a:spLocks noGrp="1"/>
          </p:cNvSpPr>
          <p:nvPr>
            <p:ph type="body" sz="quarter" idx="31" hasCustomPrompt="1"/>
          </p:nvPr>
        </p:nvSpPr>
        <p:spPr bwMode="auto">
          <a:xfrm>
            <a:off x="12213213" y="8097287"/>
            <a:ext cx="5079846" cy="415926"/>
          </a:xfrm>
          <a:prstGeom prst="rect">
            <a:avLst/>
          </a:prstGeom>
        </p:spPr>
        <p:txBody>
          <a:bodyPr/>
          <a:lstStyle>
            <a:lvl1pPr algn="ctr" defTabSz="1243272">
              <a:spcBef>
                <a:spcPts val="1300"/>
              </a:spcBef>
              <a:defRPr sz="2200">
                <a:solidFill>
                  <a:srgbClr val="404040"/>
                </a:solidFill>
                <a:latin typeface="Montserrat Semi Bold"/>
                <a:ea typeface="Montserrat Semi Bold"/>
                <a:cs typeface="Montserrat Semi Bold"/>
              </a:defRPr>
            </a:lvl1pPr>
          </a:lstStyle>
          <a:p>
            <a:pPr>
              <a:defRPr/>
            </a:pPr>
            <a:r>
              <a:t>Text</a:t>
            </a:r>
          </a:p>
        </p:txBody>
      </p:sp>
      <p:sp>
        <p:nvSpPr>
          <p:cNvPr id="155" name="Text Placeholder 33"/>
          <p:cNvSpPr>
            <a:spLocks noGrp="1"/>
          </p:cNvSpPr>
          <p:nvPr>
            <p:ph type="body" sz="quarter" idx="32" hasCustomPrompt="1"/>
          </p:nvPr>
        </p:nvSpPr>
        <p:spPr bwMode="auto">
          <a:xfrm>
            <a:off x="12213213" y="9279545"/>
            <a:ext cx="5079846" cy="1113518"/>
          </a:xfrm>
          <a:prstGeom prst="rect">
            <a:avLst/>
          </a:prstGeom>
        </p:spPr>
        <p:txBody>
          <a:bodyPr/>
          <a:lstStyle>
            <a:lvl1pPr algn="ctr">
              <a:defRPr sz="2400">
                <a:solidFill>
                  <a:schemeClr val="accent4"/>
                </a:solidFill>
              </a:defRPr>
            </a:lvl1pPr>
          </a:lstStyle>
          <a:p>
            <a:pPr>
              <a:defRPr/>
            </a:pPr>
            <a:r>
              <a:t>Text</a:t>
            </a:r>
          </a:p>
        </p:txBody>
      </p:sp>
      <p:sp>
        <p:nvSpPr>
          <p:cNvPr id="156" name="Text Placeholder 33"/>
          <p:cNvSpPr>
            <a:spLocks noGrp="1"/>
          </p:cNvSpPr>
          <p:nvPr>
            <p:ph type="body" sz="quarter" idx="33" hasCustomPrompt="1"/>
          </p:nvPr>
        </p:nvSpPr>
        <p:spPr bwMode="auto">
          <a:xfrm>
            <a:off x="12213213" y="8688419"/>
            <a:ext cx="5079846" cy="415926"/>
          </a:xfrm>
          <a:prstGeom prst="rect">
            <a:avLst/>
          </a:prstGeom>
        </p:spPr>
        <p:txBody>
          <a:bodyPr/>
          <a:lstStyle>
            <a:lvl1pPr algn="ctr" defTabSz="1444390">
              <a:spcBef>
                <a:spcPts val="1500"/>
              </a:spcBef>
              <a:defRPr sz="1900">
                <a:solidFill>
                  <a:srgbClr val="404040"/>
                </a:solidFill>
              </a:defRPr>
            </a:lvl1pPr>
          </a:lstStyle>
          <a:p>
            <a:pPr>
              <a:defRPr/>
            </a:pPr>
            <a:r>
              <a:t>Text</a:t>
            </a:r>
          </a:p>
        </p:txBody>
      </p:sp>
      <p:sp>
        <p:nvSpPr>
          <p:cNvPr id="157" name="Text Placeholder 33"/>
          <p:cNvSpPr>
            <a:spLocks noGrp="1"/>
          </p:cNvSpPr>
          <p:nvPr>
            <p:ph type="body" sz="quarter" idx="34" hasCustomPrompt="1"/>
          </p:nvPr>
        </p:nvSpPr>
        <p:spPr bwMode="auto">
          <a:xfrm>
            <a:off x="17669775" y="8097287"/>
            <a:ext cx="5079846" cy="415926"/>
          </a:xfrm>
          <a:prstGeom prst="rect">
            <a:avLst/>
          </a:prstGeom>
        </p:spPr>
        <p:txBody>
          <a:bodyPr/>
          <a:lstStyle>
            <a:lvl1pPr algn="ctr" defTabSz="1243272">
              <a:spcBef>
                <a:spcPts val="1300"/>
              </a:spcBef>
              <a:defRPr sz="2200">
                <a:solidFill>
                  <a:srgbClr val="404040"/>
                </a:solidFill>
                <a:latin typeface="Montserrat Semi Bold"/>
                <a:ea typeface="Montserrat Semi Bold"/>
                <a:cs typeface="Montserrat Semi Bold"/>
              </a:defRPr>
            </a:lvl1pPr>
          </a:lstStyle>
          <a:p>
            <a:pPr>
              <a:defRPr/>
            </a:pPr>
            <a:r>
              <a:t>Text</a:t>
            </a:r>
          </a:p>
        </p:txBody>
      </p:sp>
      <p:sp>
        <p:nvSpPr>
          <p:cNvPr id="158" name="Text Placeholder 33"/>
          <p:cNvSpPr>
            <a:spLocks noGrp="1"/>
          </p:cNvSpPr>
          <p:nvPr>
            <p:ph type="body" sz="quarter" idx="35" hasCustomPrompt="1"/>
          </p:nvPr>
        </p:nvSpPr>
        <p:spPr bwMode="auto">
          <a:xfrm>
            <a:off x="17669775" y="9279545"/>
            <a:ext cx="5079846" cy="1113518"/>
          </a:xfrm>
          <a:prstGeom prst="rect">
            <a:avLst/>
          </a:prstGeom>
        </p:spPr>
        <p:txBody>
          <a:bodyPr/>
          <a:lstStyle>
            <a:lvl1pPr algn="ctr">
              <a:defRPr sz="2400">
                <a:solidFill>
                  <a:schemeClr val="accent4"/>
                </a:solidFill>
              </a:defRPr>
            </a:lvl1pPr>
          </a:lstStyle>
          <a:p>
            <a:pPr>
              <a:defRPr/>
            </a:pPr>
            <a:r>
              <a:t>Text</a:t>
            </a:r>
          </a:p>
        </p:txBody>
      </p:sp>
      <p:sp>
        <p:nvSpPr>
          <p:cNvPr id="159" name="Text Placeholder 33"/>
          <p:cNvSpPr>
            <a:spLocks noGrp="1"/>
          </p:cNvSpPr>
          <p:nvPr>
            <p:ph type="body" sz="quarter" idx="36" hasCustomPrompt="1"/>
          </p:nvPr>
        </p:nvSpPr>
        <p:spPr bwMode="auto">
          <a:xfrm>
            <a:off x="17669775" y="8688419"/>
            <a:ext cx="5079846" cy="415926"/>
          </a:xfrm>
          <a:prstGeom prst="rect">
            <a:avLst/>
          </a:prstGeom>
        </p:spPr>
        <p:txBody>
          <a:bodyPr/>
          <a:lstStyle>
            <a:lvl1pPr algn="ctr" defTabSz="1444390">
              <a:spcBef>
                <a:spcPts val="1500"/>
              </a:spcBef>
              <a:defRPr sz="1900">
                <a:solidFill>
                  <a:srgbClr val="404040"/>
                </a:solidFill>
              </a:defRPr>
            </a:lvl1pPr>
          </a:lstStyle>
          <a:p>
            <a:pPr>
              <a:defRPr/>
            </a:pPr>
            <a:r>
              <a:t>Text</a:t>
            </a:r>
          </a:p>
        </p:txBody>
      </p:sp>
    </p:spTree>
    <p:extLst>
      <p:ext uri="{BB962C8B-B14F-4D97-AF65-F5344CB8AC3E}">
        <p14:creationId xmlns:p14="http://schemas.microsoft.com/office/powerpoint/2010/main" val="36389936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type="tx" userDrawn="1">
  <p:cSld name="9_Title and Content">
    <p:spTree>
      <p:nvGrpSpPr>
        <p:cNvPr id="1" name=""/>
        <p:cNvGrpSpPr/>
        <p:nvPr/>
      </p:nvGrpSpPr>
      <p:grpSpPr bwMode="auto">
        <a:xfrm>
          <a:off x="0" y="0"/>
          <a:ext cx="0" cy="0"/>
          <a:chOff x="0" y="0"/>
          <a:chExt cx="0" cy="0"/>
        </a:xfrm>
      </p:grpSpPr>
      <p:sp>
        <p:nvSpPr>
          <p:cNvPr id="166" name="Текст заголовка"/>
          <p:cNvSpPr txBox="1">
            <a:spLocks noGrp="1"/>
          </p:cNvSpPr>
          <p:nvPr>
            <p:ph type="title"/>
          </p:nvPr>
        </p:nvSpPr>
        <p:spPr bwMode="auto">
          <a:xfrm>
            <a:off x="1676836" y="529297"/>
            <a:ext cx="21036680" cy="1470962"/>
          </a:xfrm>
          <a:prstGeom prst="rect">
            <a:avLst/>
          </a:prstGeom>
        </p:spPr>
        <p:txBody>
          <a:bodyPr/>
          <a:lstStyle>
            <a:lvl1pPr algn="ctr">
              <a:defRPr>
                <a:solidFill>
                  <a:srgbClr val="404040"/>
                </a:solidFill>
              </a:defRPr>
            </a:lvl1pPr>
          </a:lstStyle>
          <a:p>
            <a:pPr>
              <a:defRPr/>
            </a:pPr>
            <a:r>
              <a:t>Текст заголовка</a:t>
            </a:r>
          </a:p>
        </p:txBody>
      </p:sp>
      <p:sp>
        <p:nvSpPr>
          <p:cNvPr id="167" name="Уровень текста 1…"/>
          <p:cNvSpPr txBox="1">
            <a:spLocks noGrp="1"/>
          </p:cNvSpPr>
          <p:nvPr>
            <p:ph type="body" sz="quarter" idx="1"/>
          </p:nvPr>
        </p:nvSpPr>
        <p:spPr bwMode="auto">
          <a:xfrm>
            <a:off x="1676836" y="2000250"/>
            <a:ext cx="21036680" cy="457200"/>
          </a:xfrm>
          <a:prstGeom prst="rect">
            <a:avLst/>
          </a:prstGeom>
        </p:spPr>
        <p:txBody>
          <a:bodyPr/>
          <a:lstStyle>
            <a:lvl1pPr algn="ctr">
              <a:defRPr sz="3200">
                <a:solidFill>
                  <a:schemeClr val="accent4"/>
                </a:solidFill>
              </a:defRPr>
            </a:lvl1pPr>
            <a:lvl2pPr algn="ctr">
              <a:defRPr sz="3200">
                <a:solidFill>
                  <a:schemeClr val="accent4"/>
                </a:solidFill>
              </a:defRPr>
            </a:lvl2pPr>
            <a:lvl3pPr algn="ctr">
              <a:defRPr sz="3200">
                <a:solidFill>
                  <a:schemeClr val="accent4"/>
                </a:solidFill>
              </a:defRPr>
            </a:lvl3pPr>
            <a:lvl4pPr algn="ctr">
              <a:defRPr sz="3200">
                <a:solidFill>
                  <a:schemeClr val="accent4"/>
                </a:solidFill>
              </a:defRPr>
            </a:lvl4pPr>
            <a:lvl5pPr algn="ct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
        <p:nvSpPr>
          <p:cNvPr id="168"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169" name="Picture Placeholder 9"/>
          <p:cNvSpPr>
            <a:spLocks noGrp="1"/>
          </p:cNvSpPr>
          <p:nvPr>
            <p:ph type="pic" sz="quarter" idx="21"/>
          </p:nvPr>
        </p:nvSpPr>
        <p:spPr bwMode="auto">
          <a:xfrm>
            <a:off x="1216814" y="3997142"/>
            <a:ext cx="3373608" cy="3371852"/>
          </a:xfrm>
          <a:prstGeom prst="rect">
            <a:avLst/>
          </a:prstGeom>
        </p:spPr>
        <p:txBody>
          <a:bodyPr lIns="91439" rIns="91439">
            <a:noAutofit/>
          </a:bodyPr>
          <a:lstStyle/>
          <a:p>
            <a:pPr>
              <a:defRPr/>
            </a:pPr>
            <a:endParaRPr/>
          </a:p>
        </p:txBody>
      </p:sp>
      <p:sp>
        <p:nvSpPr>
          <p:cNvPr id="170" name="Picture Placeholder 10"/>
          <p:cNvSpPr>
            <a:spLocks noGrp="1"/>
          </p:cNvSpPr>
          <p:nvPr>
            <p:ph type="pic" sz="quarter" idx="22"/>
          </p:nvPr>
        </p:nvSpPr>
        <p:spPr bwMode="auto">
          <a:xfrm>
            <a:off x="5862594" y="3997142"/>
            <a:ext cx="3373608" cy="3371852"/>
          </a:xfrm>
          <a:prstGeom prst="rect">
            <a:avLst/>
          </a:prstGeom>
        </p:spPr>
        <p:txBody>
          <a:bodyPr lIns="91439" rIns="91439">
            <a:noAutofit/>
          </a:bodyPr>
          <a:lstStyle/>
          <a:p>
            <a:pPr>
              <a:defRPr/>
            </a:pPr>
            <a:endParaRPr/>
          </a:p>
        </p:txBody>
      </p:sp>
      <p:sp>
        <p:nvSpPr>
          <p:cNvPr id="171" name="Picture Placeholder 11"/>
          <p:cNvSpPr>
            <a:spLocks noGrp="1"/>
          </p:cNvSpPr>
          <p:nvPr>
            <p:ph type="pic" sz="quarter" idx="23"/>
          </p:nvPr>
        </p:nvSpPr>
        <p:spPr bwMode="auto">
          <a:xfrm>
            <a:off x="10508372" y="3997142"/>
            <a:ext cx="3373608" cy="3371852"/>
          </a:xfrm>
          <a:prstGeom prst="rect">
            <a:avLst/>
          </a:prstGeom>
        </p:spPr>
        <p:txBody>
          <a:bodyPr lIns="91439" rIns="91439">
            <a:noAutofit/>
          </a:bodyPr>
          <a:lstStyle/>
          <a:p>
            <a:pPr>
              <a:defRPr/>
            </a:pPr>
            <a:endParaRPr/>
          </a:p>
        </p:txBody>
      </p:sp>
      <p:sp>
        <p:nvSpPr>
          <p:cNvPr id="172" name="Picture Placeholder 12"/>
          <p:cNvSpPr>
            <a:spLocks noGrp="1"/>
          </p:cNvSpPr>
          <p:nvPr>
            <p:ph type="pic" sz="quarter" idx="24"/>
          </p:nvPr>
        </p:nvSpPr>
        <p:spPr bwMode="auto">
          <a:xfrm>
            <a:off x="15154152" y="3997142"/>
            <a:ext cx="3373608" cy="3371852"/>
          </a:xfrm>
          <a:prstGeom prst="rect">
            <a:avLst/>
          </a:prstGeom>
        </p:spPr>
        <p:txBody>
          <a:bodyPr lIns="91439" rIns="91439">
            <a:noAutofit/>
          </a:bodyPr>
          <a:lstStyle/>
          <a:p>
            <a:pPr>
              <a:defRPr/>
            </a:pPr>
            <a:endParaRPr/>
          </a:p>
        </p:txBody>
      </p:sp>
      <p:sp>
        <p:nvSpPr>
          <p:cNvPr id="173" name="Picture Placeholder 13"/>
          <p:cNvSpPr>
            <a:spLocks noGrp="1"/>
          </p:cNvSpPr>
          <p:nvPr>
            <p:ph type="pic" sz="quarter" idx="25"/>
          </p:nvPr>
        </p:nvSpPr>
        <p:spPr bwMode="auto">
          <a:xfrm>
            <a:off x="19799930" y="3936820"/>
            <a:ext cx="3373608" cy="3371852"/>
          </a:xfrm>
          <a:prstGeom prst="rect">
            <a:avLst/>
          </a:prstGeom>
        </p:spPr>
        <p:txBody>
          <a:bodyPr lIns="91439" rIns="91439">
            <a:noAutofit/>
          </a:bodyPr>
          <a:lstStyle/>
          <a:p>
            <a:pPr>
              <a:defRPr/>
            </a:pPr>
            <a:endParaRPr/>
          </a:p>
        </p:txBody>
      </p:sp>
      <p:sp>
        <p:nvSpPr>
          <p:cNvPr id="174" name="Text Placeholder 33"/>
          <p:cNvSpPr>
            <a:spLocks noGrp="1"/>
          </p:cNvSpPr>
          <p:nvPr>
            <p:ph type="body" sz="quarter" idx="26" hasCustomPrompt="1"/>
          </p:nvPr>
        </p:nvSpPr>
        <p:spPr bwMode="auto">
          <a:xfrm>
            <a:off x="966801" y="8074529"/>
            <a:ext cx="3725282" cy="415926"/>
          </a:xfrm>
          <a:prstGeom prst="rect">
            <a:avLst/>
          </a:prstGeom>
        </p:spPr>
        <p:txBody>
          <a:bodyPr/>
          <a:lstStyle>
            <a:lvl1pPr algn="ctr" defTabSz="1243272">
              <a:spcBef>
                <a:spcPts val="1300"/>
              </a:spcBef>
              <a:defRPr sz="2200">
                <a:solidFill>
                  <a:srgbClr val="404040"/>
                </a:solidFill>
                <a:latin typeface="Montserrat Semi Bold"/>
                <a:ea typeface="Montserrat Semi Bold"/>
                <a:cs typeface="Montserrat Semi Bold"/>
              </a:defRPr>
            </a:lvl1pPr>
          </a:lstStyle>
          <a:p>
            <a:pPr>
              <a:defRPr/>
            </a:pPr>
            <a:r>
              <a:t>Text</a:t>
            </a:r>
          </a:p>
        </p:txBody>
      </p:sp>
      <p:sp>
        <p:nvSpPr>
          <p:cNvPr id="175" name="Text Placeholder 33"/>
          <p:cNvSpPr>
            <a:spLocks noGrp="1"/>
          </p:cNvSpPr>
          <p:nvPr>
            <p:ph type="body" sz="quarter" idx="27" hasCustomPrompt="1"/>
          </p:nvPr>
        </p:nvSpPr>
        <p:spPr bwMode="auto">
          <a:xfrm>
            <a:off x="966801" y="9418143"/>
            <a:ext cx="3725282" cy="1823606"/>
          </a:xfrm>
          <a:prstGeom prst="rect">
            <a:avLst/>
          </a:prstGeom>
        </p:spPr>
        <p:txBody>
          <a:bodyPr/>
          <a:lstStyle>
            <a:lvl1pPr algn="ctr">
              <a:defRPr sz="2400">
                <a:solidFill>
                  <a:schemeClr val="accent4"/>
                </a:solidFill>
              </a:defRPr>
            </a:lvl1pPr>
          </a:lstStyle>
          <a:p>
            <a:pPr>
              <a:defRPr/>
            </a:pPr>
            <a:r>
              <a:t>Text</a:t>
            </a:r>
          </a:p>
        </p:txBody>
      </p:sp>
      <p:sp>
        <p:nvSpPr>
          <p:cNvPr id="176" name="Text Placeholder 33"/>
          <p:cNvSpPr>
            <a:spLocks noGrp="1"/>
          </p:cNvSpPr>
          <p:nvPr>
            <p:ph type="body" sz="quarter" idx="28" hasCustomPrompt="1"/>
          </p:nvPr>
        </p:nvSpPr>
        <p:spPr bwMode="auto">
          <a:xfrm>
            <a:off x="966801" y="8665655"/>
            <a:ext cx="3725282" cy="415926"/>
          </a:xfrm>
          <a:prstGeom prst="rect">
            <a:avLst/>
          </a:prstGeom>
        </p:spPr>
        <p:txBody>
          <a:bodyPr/>
          <a:lstStyle>
            <a:lvl1pPr algn="ctr" defTabSz="1444390">
              <a:spcBef>
                <a:spcPts val="1500"/>
              </a:spcBef>
              <a:defRPr sz="1900">
                <a:solidFill>
                  <a:srgbClr val="404040"/>
                </a:solidFill>
              </a:defRPr>
            </a:lvl1pPr>
          </a:lstStyle>
          <a:p>
            <a:pPr>
              <a:defRPr/>
            </a:pPr>
            <a:r>
              <a:t>Text</a:t>
            </a:r>
          </a:p>
        </p:txBody>
      </p:sp>
      <p:sp>
        <p:nvSpPr>
          <p:cNvPr id="177" name="Text Placeholder 33"/>
          <p:cNvSpPr>
            <a:spLocks noGrp="1"/>
          </p:cNvSpPr>
          <p:nvPr>
            <p:ph type="body" sz="quarter" idx="29" hasCustomPrompt="1"/>
          </p:nvPr>
        </p:nvSpPr>
        <p:spPr bwMode="auto">
          <a:xfrm>
            <a:off x="5617977" y="8074529"/>
            <a:ext cx="3725282" cy="415926"/>
          </a:xfrm>
          <a:prstGeom prst="rect">
            <a:avLst/>
          </a:prstGeom>
        </p:spPr>
        <p:txBody>
          <a:bodyPr/>
          <a:lstStyle>
            <a:lvl1pPr algn="ctr" defTabSz="1243272">
              <a:spcBef>
                <a:spcPts val="1300"/>
              </a:spcBef>
              <a:defRPr sz="2200">
                <a:solidFill>
                  <a:srgbClr val="404040"/>
                </a:solidFill>
                <a:latin typeface="Montserrat Semi Bold"/>
                <a:ea typeface="Montserrat Semi Bold"/>
                <a:cs typeface="Montserrat Semi Bold"/>
              </a:defRPr>
            </a:lvl1pPr>
          </a:lstStyle>
          <a:p>
            <a:pPr>
              <a:defRPr/>
            </a:pPr>
            <a:r>
              <a:t>Text</a:t>
            </a:r>
          </a:p>
        </p:txBody>
      </p:sp>
      <p:sp>
        <p:nvSpPr>
          <p:cNvPr id="178" name="Text Placeholder 33"/>
          <p:cNvSpPr>
            <a:spLocks noGrp="1"/>
          </p:cNvSpPr>
          <p:nvPr>
            <p:ph type="body" sz="quarter" idx="30" hasCustomPrompt="1"/>
          </p:nvPr>
        </p:nvSpPr>
        <p:spPr bwMode="auto">
          <a:xfrm>
            <a:off x="5617975" y="9418143"/>
            <a:ext cx="3725282" cy="1823606"/>
          </a:xfrm>
          <a:prstGeom prst="rect">
            <a:avLst/>
          </a:prstGeom>
        </p:spPr>
        <p:txBody>
          <a:bodyPr/>
          <a:lstStyle>
            <a:lvl1pPr algn="ctr">
              <a:defRPr sz="2400">
                <a:solidFill>
                  <a:schemeClr val="accent4"/>
                </a:solidFill>
              </a:defRPr>
            </a:lvl1pPr>
          </a:lstStyle>
          <a:p>
            <a:pPr>
              <a:defRPr/>
            </a:pPr>
            <a:r>
              <a:t>Text</a:t>
            </a:r>
          </a:p>
        </p:txBody>
      </p:sp>
      <p:sp>
        <p:nvSpPr>
          <p:cNvPr id="179" name="Text Placeholder 33"/>
          <p:cNvSpPr>
            <a:spLocks noGrp="1"/>
          </p:cNvSpPr>
          <p:nvPr>
            <p:ph type="body" sz="quarter" idx="31" hasCustomPrompt="1"/>
          </p:nvPr>
        </p:nvSpPr>
        <p:spPr bwMode="auto">
          <a:xfrm>
            <a:off x="5617977" y="8665655"/>
            <a:ext cx="3725282" cy="415926"/>
          </a:xfrm>
          <a:prstGeom prst="rect">
            <a:avLst/>
          </a:prstGeom>
        </p:spPr>
        <p:txBody>
          <a:bodyPr/>
          <a:lstStyle>
            <a:lvl1pPr algn="ctr" defTabSz="1444390">
              <a:spcBef>
                <a:spcPts val="1500"/>
              </a:spcBef>
              <a:defRPr sz="1900">
                <a:solidFill>
                  <a:srgbClr val="404040"/>
                </a:solidFill>
              </a:defRPr>
            </a:lvl1pPr>
          </a:lstStyle>
          <a:p>
            <a:pPr>
              <a:defRPr/>
            </a:pPr>
            <a:r>
              <a:t>Text</a:t>
            </a:r>
          </a:p>
        </p:txBody>
      </p:sp>
      <p:sp>
        <p:nvSpPr>
          <p:cNvPr id="180" name="Text Placeholder 33"/>
          <p:cNvSpPr>
            <a:spLocks noGrp="1"/>
          </p:cNvSpPr>
          <p:nvPr>
            <p:ph type="body" sz="quarter" idx="32" hasCustomPrompt="1"/>
          </p:nvPr>
        </p:nvSpPr>
        <p:spPr bwMode="auto">
          <a:xfrm>
            <a:off x="10269147" y="8074529"/>
            <a:ext cx="3725282" cy="415926"/>
          </a:xfrm>
          <a:prstGeom prst="rect">
            <a:avLst/>
          </a:prstGeom>
        </p:spPr>
        <p:txBody>
          <a:bodyPr/>
          <a:lstStyle>
            <a:lvl1pPr algn="ctr" defTabSz="1243272">
              <a:spcBef>
                <a:spcPts val="1300"/>
              </a:spcBef>
              <a:defRPr sz="2200">
                <a:solidFill>
                  <a:srgbClr val="404040"/>
                </a:solidFill>
                <a:latin typeface="Montserrat Semi Bold"/>
                <a:ea typeface="Montserrat Semi Bold"/>
                <a:cs typeface="Montserrat Semi Bold"/>
              </a:defRPr>
            </a:lvl1pPr>
          </a:lstStyle>
          <a:p>
            <a:pPr>
              <a:defRPr/>
            </a:pPr>
            <a:r>
              <a:t>Text</a:t>
            </a:r>
          </a:p>
        </p:txBody>
      </p:sp>
      <p:sp>
        <p:nvSpPr>
          <p:cNvPr id="181" name="Text Placeholder 33"/>
          <p:cNvSpPr>
            <a:spLocks noGrp="1"/>
          </p:cNvSpPr>
          <p:nvPr>
            <p:ph type="body" sz="quarter" idx="33" hasCustomPrompt="1"/>
          </p:nvPr>
        </p:nvSpPr>
        <p:spPr bwMode="auto">
          <a:xfrm>
            <a:off x="10269147" y="9418143"/>
            <a:ext cx="3725282" cy="1823606"/>
          </a:xfrm>
          <a:prstGeom prst="rect">
            <a:avLst/>
          </a:prstGeom>
        </p:spPr>
        <p:txBody>
          <a:bodyPr/>
          <a:lstStyle>
            <a:lvl1pPr algn="ctr">
              <a:defRPr sz="2400">
                <a:solidFill>
                  <a:schemeClr val="accent4"/>
                </a:solidFill>
              </a:defRPr>
            </a:lvl1pPr>
          </a:lstStyle>
          <a:p>
            <a:pPr>
              <a:defRPr/>
            </a:pPr>
            <a:r>
              <a:t>Text</a:t>
            </a:r>
          </a:p>
        </p:txBody>
      </p:sp>
      <p:sp>
        <p:nvSpPr>
          <p:cNvPr id="182" name="Text Placeholder 33"/>
          <p:cNvSpPr>
            <a:spLocks noGrp="1"/>
          </p:cNvSpPr>
          <p:nvPr>
            <p:ph type="body" sz="quarter" idx="34" hasCustomPrompt="1"/>
          </p:nvPr>
        </p:nvSpPr>
        <p:spPr bwMode="auto">
          <a:xfrm>
            <a:off x="10269147" y="8665655"/>
            <a:ext cx="3725282" cy="415926"/>
          </a:xfrm>
          <a:prstGeom prst="rect">
            <a:avLst/>
          </a:prstGeom>
        </p:spPr>
        <p:txBody>
          <a:bodyPr/>
          <a:lstStyle>
            <a:lvl1pPr algn="ctr" defTabSz="1444390">
              <a:spcBef>
                <a:spcPts val="1500"/>
              </a:spcBef>
              <a:defRPr sz="1900">
                <a:solidFill>
                  <a:srgbClr val="404040"/>
                </a:solidFill>
              </a:defRPr>
            </a:lvl1pPr>
          </a:lstStyle>
          <a:p>
            <a:pPr>
              <a:defRPr/>
            </a:pPr>
            <a:r>
              <a:t>Text</a:t>
            </a:r>
          </a:p>
        </p:txBody>
      </p:sp>
      <p:sp>
        <p:nvSpPr>
          <p:cNvPr id="183" name="Text Placeholder 33"/>
          <p:cNvSpPr>
            <a:spLocks noGrp="1"/>
          </p:cNvSpPr>
          <p:nvPr>
            <p:ph type="body" sz="quarter" idx="35" hasCustomPrompt="1"/>
          </p:nvPr>
        </p:nvSpPr>
        <p:spPr bwMode="auto">
          <a:xfrm>
            <a:off x="14920323" y="8044367"/>
            <a:ext cx="3725282" cy="415926"/>
          </a:xfrm>
          <a:prstGeom prst="rect">
            <a:avLst/>
          </a:prstGeom>
        </p:spPr>
        <p:txBody>
          <a:bodyPr/>
          <a:lstStyle>
            <a:lvl1pPr algn="ctr" defTabSz="1243272">
              <a:spcBef>
                <a:spcPts val="1300"/>
              </a:spcBef>
              <a:defRPr sz="2200">
                <a:solidFill>
                  <a:srgbClr val="404040"/>
                </a:solidFill>
                <a:latin typeface="Montserrat Semi Bold"/>
                <a:ea typeface="Montserrat Semi Bold"/>
                <a:cs typeface="Montserrat Semi Bold"/>
              </a:defRPr>
            </a:lvl1pPr>
          </a:lstStyle>
          <a:p>
            <a:pPr>
              <a:defRPr/>
            </a:pPr>
            <a:r>
              <a:t>Text</a:t>
            </a:r>
          </a:p>
        </p:txBody>
      </p:sp>
      <p:sp>
        <p:nvSpPr>
          <p:cNvPr id="184" name="Text Placeholder 33"/>
          <p:cNvSpPr>
            <a:spLocks noGrp="1"/>
          </p:cNvSpPr>
          <p:nvPr>
            <p:ph type="body" sz="quarter" idx="36" hasCustomPrompt="1"/>
          </p:nvPr>
        </p:nvSpPr>
        <p:spPr bwMode="auto">
          <a:xfrm>
            <a:off x="14920321" y="9387981"/>
            <a:ext cx="3725282" cy="1823606"/>
          </a:xfrm>
          <a:prstGeom prst="rect">
            <a:avLst/>
          </a:prstGeom>
        </p:spPr>
        <p:txBody>
          <a:bodyPr/>
          <a:lstStyle>
            <a:lvl1pPr algn="ctr">
              <a:defRPr sz="2400">
                <a:solidFill>
                  <a:schemeClr val="accent4"/>
                </a:solidFill>
              </a:defRPr>
            </a:lvl1pPr>
          </a:lstStyle>
          <a:p>
            <a:pPr>
              <a:defRPr/>
            </a:pPr>
            <a:r>
              <a:t>Text</a:t>
            </a:r>
          </a:p>
        </p:txBody>
      </p:sp>
      <p:sp>
        <p:nvSpPr>
          <p:cNvPr id="185" name="Text Placeholder 33"/>
          <p:cNvSpPr>
            <a:spLocks noGrp="1"/>
          </p:cNvSpPr>
          <p:nvPr>
            <p:ph type="body" sz="quarter" idx="37" hasCustomPrompt="1"/>
          </p:nvPr>
        </p:nvSpPr>
        <p:spPr bwMode="auto">
          <a:xfrm>
            <a:off x="14920323" y="8635493"/>
            <a:ext cx="3725282" cy="415926"/>
          </a:xfrm>
          <a:prstGeom prst="rect">
            <a:avLst/>
          </a:prstGeom>
        </p:spPr>
        <p:txBody>
          <a:bodyPr/>
          <a:lstStyle>
            <a:lvl1pPr algn="ctr" defTabSz="1444390">
              <a:spcBef>
                <a:spcPts val="1500"/>
              </a:spcBef>
              <a:defRPr sz="1900">
                <a:solidFill>
                  <a:srgbClr val="404040"/>
                </a:solidFill>
              </a:defRPr>
            </a:lvl1pPr>
          </a:lstStyle>
          <a:p>
            <a:pPr>
              <a:defRPr/>
            </a:pPr>
            <a:r>
              <a:t>Text</a:t>
            </a:r>
          </a:p>
        </p:txBody>
      </p:sp>
      <p:sp>
        <p:nvSpPr>
          <p:cNvPr id="186" name="Text Placeholder 33"/>
          <p:cNvSpPr>
            <a:spLocks noGrp="1"/>
          </p:cNvSpPr>
          <p:nvPr>
            <p:ph type="body" sz="quarter" idx="38" hasCustomPrompt="1"/>
          </p:nvPr>
        </p:nvSpPr>
        <p:spPr bwMode="auto">
          <a:xfrm>
            <a:off x="19571495" y="8074529"/>
            <a:ext cx="3725282" cy="415926"/>
          </a:xfrm>
          <a:prstGeom prst="rect">
            <a:avLst/>
          </a:prstGeom>
        </p:spPr>
        <p:txBody>
          <a:bodyPr/>
          <a:lstStyle>
            <a:lvl1pPr algn="ctr" defTabSz="1243272">
              <a:spcBef>
                <a:spcPts val="1300"/>
              </a:spcBef>
              <a:defRPr sz="2200">
                <a:solidFill>
                  <a:srgbClr val="404040"/>
                </a:solidFill>
                <a:latin typeface="Montserrat Semi Bold"/>
                <a:ea typeface="Montserrat Semi Bold"/>
                <a:cs typeface="Montserrat Semi Bold"/>
              </a:defRPr>
            </a:lvl1pPr>
          </a:lstStyle>
          <a:p>
            <a:pPr>
              <a:defRPr/>
            </a:pPr>
            <a:r>
              <a:t>Text</a:t>
            </a:r>
          </a:p>
        </p:txBody>
      </p:sp>
      <p:sp>
        <p:nvSpPr>
          <p:cNvPr id="187" name="Text Placeholder 33"/>
          <p:cNvSpPr>
            <a:spLocks noGrp="1"/>
          </p:cNvSpPr>
          <p:nvPr>
            <p:ph type="body" sz="quarter" idx="39" hasCustomPrompt="1"/>
          </p:nvPr>
        </p:nvSpPr>
        <p:spPr bwMode="auto">
          <a:xfrm>
            <a:off x="19571493" y="9418143"/>
            <a:ext cx="3725282" cy="1823606"/>
          </a:xfrm>
          <a:prstGeom prst="rect">
            <a:avLst/>
          </a:prstGeom>
        </p:spPr>
        <p:txBody>
          <a:bodyPr/>
          <a:lstStyle>
            <a:lvl1pPr algn="ctr">
              <a:defRPr sz="2400">
                <a:solidFill>
                  <a:schemeClr val="accent4"/>
                </a:solidFill>
              </a:defRPr>
            </a:lvl1pPr>
          </a:lstStyle>
          <a:p>
            <a:pPr>
              <a:defRPr/>
            </a:pPr>
            <a:r>
              <a:t>Text</a:t>
            </a:r>
          </a:p>
        </p:txBody>
      </p:sp>
      <p:sp>
        <p:nvSpPr>
          <p:cNvPr id="188" name="Text Placeholder 33"/>
          <p:cNvSpPr>
            <a:spLocks noGrp="1"/>
          </p:cNvSpPr>
          <p:nvPr>
            <p:ph type="body" sz="quarter" idx="40" hasCustomPrompt="1"/>
          </p:nvPr>
        </p:nvSpPr>
        <p:spPr bwMode="auto">
          <a:xfrm>
            <a:off x="19571495" y="8665655"/>
            <a:ext cx="3725282" cy="415926"/>
          </a:xfrm>
          <a:prstGeom prst="rect">
            <a:avLst/>
          </a:prstGeom>
        </p:spPr>
        <p:txBody>
          <a:bodyPr/>
          <a:lstStyle>
            <a:lvl1pPr algn="ctr" defTabSz="1444390">
              <a:spcBef>
                <a:spcPts val="1500"/>
              </a:spcBef>
              <a:defRPr sz="1900">
                <a:solidFill>
                  <a:srgbClr val="404040"/>
                </a:solidFill>
              </a:defRPr>
            </a:lvl1pPr>
          </a:lstStyle>
          <a:p>
            <a:pPr>
              <a:defRPr/>
            </a:pPr>
            <a:r>
              <a:t>Text</a:t>
            </a:r>
          </a:p>
        </p:txBody>
      </p:sp>
    </p:spTree>
    <p:extLst>
      <p:ext uri="{BB962C8B-B14F-4D97-AF65-F5344CB8AC3E}">
        <p14:creationId xmlns:p14="http://schemas.microsoft.com/office/powerpoint/2010/main" val="24244223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type="tx" userDrawn="1">
  <p:cSld name="10_Title and Content">
    <p:spTree>
      <p:nvGrpSpPr>
        <p:cNvPr id="1" name=""/>
        <p:cNvGrpSpPr/>
        <p:nvPr/>
      </p:nvGrpSpPr>
      <p:grpSpPr bwMode="auto">
        <a:xfrm>
          <a:off x="0" y="0"/>
          <a:ext cx="0" cy="0"/>
          <a:chOff x="0" y="0"/>
          <a:chExt cx="0" cy="0"/>
        </a:xfrm>
      </p:grpSpPr>
      <p:sp>
        <p:nvSpPr>
          <p:cNvPr id="195" name="Текст заголовка"/>
          <p:cNvSpPr txBox="1">
            <a:spLocks noGrp="1"/>
          </p:cNvSpPr>
          <p:nvPr>
            <p:ph type="title"/>
          </p:nvPr>
        </p:nvSpPr>
        <p:spPr bwMode="auto">
          <a:xfrm>
            <a:off x="1676845" y="695884"/>
            <a:ext cx="10064082" cy="1057276"/>
          </a:xfrm>
          <a:prstGeom prst="rect">
            <a:avLst/>
          </a:prstGeom>
        </p:spPr>
        <p:txBody>
          <a:bodyPr/>
          <a:lstStyle>
            <a:lvl1pPr>
              <a:defRPr sz="5400">
                <a:solidFill>
                  <a:srgbClr val="404040"/>
                </a:solidFill>
              </a:defRPr>
            </a:lvl1pPr>
          </a:lstStyle>
          <a:p>
            <a:pPr>
              <a:defRPr/>
            </a:pPr>
            <a:r>
              <a:t>Текст заголовка</a:t>
            </a:r>
          </a:p>
        </p:txBody>
      </p:sp>
      <p:sp>
        <p:nvSpPr>
          <p:cNvPr id="196" name="Уровень текста 1…"/>
          <p:cNvSpPr txBox="1">
            <a:spLocks noGrp="1"/>
          </p:cNvSpPr>
          <p:nvPr>
            <p:ph type="body" sz="quarter" idx="1"/>
          </p:nvPr>
        </p:nvSpPr>
        <p:spPr bwMode="auto">
          <a:xfrm>
            <a:off x="1676845" y="1753159"/>
            <a:ext cx="10064082" cy="457202"/>
          </a:xfrm>
          <a:prstGeom prst="rect">
            <a:avLst/>
          </a:prstGeom>
        </p:spPr>
        <p:txBody>
          <a:bodyPr/>
          <a:lstStyle>
            <a:lvl1pPr>
              <a:defRPr sz="3200">
                <a:solidFill>
                  <a:schemeClr val="accent4"/>
                </a:solidFill>
              </a:defRPr>
            </a:lvl1pPr>
            <a:lvl2pPr>
              <a:defRPr sz="3200">
                <a:solidFill>
                  <a:schemeClr val="accent4"/>
                </a:solidFill>
              </a:defRPr>
            </a:lvl2pPr>
            <a:lvl3pPr>
              <a:defRPr sz="3200">
                <a:solidFill>
                  <a:schemeClr val="accent4"/>
                </a:solidFill>
              </a:defRPr>
            </a:lvl3pPr>
            <a:lvl4pPr>
              <a:defRPr sz="3200">
                <a:solidFill>
                  <a:schemeClr val="accent4"/>
                </a:solidFill>
              </a:defRPr>
            </a:lvl4pPr>
            <a:lvl5pP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
        <p:nvSpPr>
          <p:cNvPr id="197"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198" name="Picture Placeholder 8"/>
          <p:cNvSpPr>
            <a:spLocks noGrp="1"/>
          </p:cNvSpPr>
          <p:nvPr>
            <p:ph type="pic" sz="quarter" idx="21"/>
          </p:nvPr>
        </p:nvSpPr>
        <p:spPr bwMode="auto">
          <a:xfrm>
            <a:off x="7" y="3854551"/>
            <a:ext cx="6457954" cy="3713070"/>
          </a:xfrm>
          <a:prstGeom prst="rect">
            <a:avLst/>
          </a:prstGeom>
        </p:spPr>
        <p:txBody>
          <a:bodyPr lIns="91439" rIns="91439">
            <a:noAutofit/>
          </a:bodyPr>
          <a:lstStyle/>
          <a:p>
            <a:pPr>
              <a:defRPr/>
            </a:pPr>
            <a:endParaRPr/>
          </a:p>
        </p:txBody>
      </p:sp>
      <p:sp>
        <p:nvSpPr>
          <p:cNvPr id="199" name="Picture Placeholder 8"/>
          <p:cNvSpPr>
            <a:spLocks noGrp="1"/>
          </p:cNvSpPr>
          <p:nvPr>
            <p:ph type="pic" sz="quarter" idx="22"/>
          </p:nvPr>
        </p:nvSpPr>
        <p:spPr bwMode="auto">
          <a:xfrm>
            <a:off x="6457959" y="3854551"/>
            <a:ext cx="6457954" cy="3713070"/>
          </a:xfrm>
          <a:prstGeom prst="rect">
            <a:avLst/>
          </a:prstGeom>
        </p:spPr>
        <p:txBody>
          <a:bodyPr lIns="91439" rIns="91439">
            <a:noAutofit/>
          </a:bodyPr>
          <a:lstStyle/>
          <a:p>
            <a:pPr>
              <a:defRPr/>
            </a:pPr>
            <a:endParaRPr/>
          </a:p>
        </p:txBody>
      </p:sp>
      <p:sp>
        <p:nvSpPr>
          <p:cNvPr id="200" name="Picture Placeholder 8"/>
          <p:cNvSpPr>
            <a:spLocks noGrp="1"/>
          </p:cNvSpPr>
          <p:nvPr>
            <p:ph type="pic" sz="quarter" idx="23"/>
          </p:nvPr>
        </p:nvSpPr>
        <p:spPr bwMode="auto">
          <a:xfrm>
            <a:off x="7" y="7567614"/>
            <a:ext cx="6457954" cy="3713072"/>
          </a:xfrm>
          <a:prstGeom prst="rect">
            <a:avLst/>
          </a:prstGeom>
        </p:spPr>
        <p:txBody>
          <a:bodyPr lIns="91439" rIns="91439">
            <a:noAutofit/>
          </a:bodyPr>
          <a:lstStyle/>
          <a:p>
            <a:pPr>
              <a:defRPr/>
            </a:pPr>
            <a:endParaRPr/>
          </a:p>
        </p:txBody>
      </p:sp>
      <p:sp>
        <p:nvSpPr>
          <p:cNvPr id="201" name="Picture Placeholder 8"/>
          <p:cNvSpPr>
            <a:spLocks noGrp="1"/>
          </p:cNvSpPr>
          <p:nvPr>
            <p:ph type="pic" sz="quarter" idx="24"/>
          </p:nvPr>
        </p:nvSpPr>
        <p:spPr bwMode="auto">
          <a:xfrm>
            <a:off x="6457959" y="7567614"/>
            <a:ext cx="6457954" cy="3713072"/>
          </a:xfrm>
          <a:prstGeom prst="rect">
            <a:avLst/>
          </a:prstGeom>
        </p:spPr>
        <p:txBody>
          <a:bodyPr lIns="91439" rIns="91439">
            <a:noAutofit/>
          </a:bodyPr>
          <a:lstStyle/>
          <a:p>
            <a:pPr>
              <a:defRPr/>
            </a:pPr>
            <a:endParaRPr/>
          </a:p>
        </p:txBody>
      </p:sp>
      <p:sp>
        <p:nvSpPr>
          <p:cNvPr id="202" name="Picture Placeholder 8"/>
          <p:cNvSpPr>
            <a:spLocks noGrp="1"/>
          </p:cNvSpPr>
          <p:nvPr>
            <p:ph type="pic" sz="quarter" idx="25"/>
          </p:nvPr>
        </p:nvSpPr>
        <p:spPr bwMode="auto">
          <a:xfrm>
            <a:off x="3929356" y="6974307"/>
            <a:ext cx="2528596" cy="593314"/>
          </a:xfrm>
          <a:prstGeom prst="rect">
            <a:avLst/>
          </a:prstGeom>
        </p:spPr>
        <p:txBody>
          <a:bodyPr lIns="91439" rIns="91439">
            <a:noAutofit/>
          </a:bodyPr>
          <a:lstStyle/>
          <a:p>
            <a:pPr>
              <a:defRPr/>
            </a:pPr>
            <a:endParaRPr/>
          </a:p>
        </p:txBody>
      </p:sp>
      <p:sp>
        <p:nvSpPr>
          <p:cNvPr id="203" name="Text Placeholder 28"/>
          <p:cNvSpPr>
            <a:spLocks noGrp="1"/>
          </p:cNvSpPr>
          <p:nvPr>
            <p:ph type="body" sz="quarter" idx="26" hasCustomPrompt="1"/>
          </p:nvPr>
        </p:nvSpPr>
        <p:spPr bwMode="auto">
          <a:xfrm>
            <a:off x="4048790" y="7073900"/>
            <a:ext cx="2312980" cy="365128"/>
          </a:xfrm>
          <a:prstGeom prst="rect">
            <a:avLst/>
          </a:prstGeom>
        </p:spPr>
        <p:txBody>
          <a:bodyPr/>
          <a:lstStyle>
            <a:lvl1pPr defTabSz="1243272">
              <a:spcBef>
                <a:spcPts val="1300"/>
              </a:spcBef>
              <a:defRPr sz="1650">
                <a:solidFill>
                  <a:srgbClr val="FFFFFF"/>
                </a:solidFill>
              </a:defRPr>
            </a:lvl1pPr>
          </a:lstStyle>
          <a:p>
            <a:pPr>
              <a:defRPr/>
            </a:pPr>
            <a:r>
              <a:t>Text</a:t>
            </a:r>
          </a:p>
        </p:txBody>
      </p:sp>
      <p:sp>
        <p:nvSpPr>
          <p:cNvPr id="204" name="Picture Placeholder 8"/>
          <p:cNvSpPr>
            <a:spLocks noGrp="1"/>
          </p:cNvSpPr>
          <p:nvPr>
            <p:ph type="pic" sz="quarter" idx="27"/>
          </p:nvPr>
        </p:nvSpPr>
        <p:spPr bwMode="auto">
          <a:xfrm>
            <a:off x="6457952" y="7567621"/>
            <a:ext cx="2528596" cy="593314"/>
          </a:xfrm>
          <a:prstGeom prst="rect">
            <a:avLst/>
          </a:prstGeom>
        </p:spPr>
        <p:txBody>
          <a:bodyPr lIns="91439" rIns="91439">
            <a:noAutofit/>
          </a:bodyPr>
          <a:lstStyle/>
          <a:p>
            <a:pPr>
              <a:defRPr/>
            </a:pPr>
            <a:endParaRPr/>
          </a:p>
        </p:txBody>
      </p:sp>
      <p:sp>
        <p:nvSpPr>
          <p:cNvPr id="205" name="Text Placeholder 28"/>
          <p:cNvSpPr>
            <a:spLocks noGrp="1"/>
          </p:cNvSpPr>
          <p:nvPr>
            <p:ph type="body" sz="quarter" idx="28" hasCustomPrompt="1"/>
          </p:nvPr>
        </p:nvSpPr>
        <p:spPr bwMode="auto">
          <a:xfrm>
            <a:off x="6577384" y="7667214"/>
            <a:ext cx="2312980" cy="365128"/>
          </a:xfrm>
          <a:prstGeom prst="rect">
            <a:avLst/>
          </a:prstGeom>
        </p:spPr>
        <p:txBody>
          <a:bodyPr/>
          <a:lstStyle>
            <a:lvl1pPr defTabSz="1243272">
              <a:spcBef>
                <a:spcPts val="1300"/>
              </a:spcBef>
              <a:defRPr sz="1650">
                <a:solidFill>
                  <a:srgbClr val="FFFFFF"/>
                </a:solidFill>
              </a:defRPr>
            </a:lvl1pPr>
          </a:lstStyle>
          <a:p>
            <a:pPr>
              <a:defRPr/>
            </a:pPr>
            <a:r>
              <a:t>Text</a:t>
            </a:r>
          </a:p>
        </p:txBody>
      </p:sp>
      <p:sp>
        <p:nvSpPr>
          <p:cNvPr id="206" name="Picture Placeholder 8"/>
          <p:cNvSpPr>
            <a:spLocks noGrp="1"/>
          </p:cNvSpPr>
          <p:nvPr>
            <p:ph type="pic" sz="quarter" idx="29"/>
          </p:nvPr>
        </p:nvSpPr>
        <p:spPr bwMode="auto">
          <a:xfrm>
            <a:off x="6457952" y="6974307"/>
            <a:ext cx="2528596" cy="593314"/>
          </a:xfrm>
          <a:prstGeom prst="rect">
            <a:avLst/>
          </a:prstGeom>
        </p:spPr>
        <p:txBody>
          <a:bodyPr lIns="91439" rIns="91439">
            <a:noAutofit/>
          </a:bodyPr>
          <a:lstStyle/>
          <a:p>
            <a:pPr>
              <a:defRPr/>
            </a:pPr>
            <a:endParaRPr/>
          </a:p>
        </p:txBody>
      </p:sp>
      <p:sp>
        <p:nvSpPr>
          <p:cNvPr id="207" name="Text Placeholder 28"/>
          <p:cNvSpPr>
            <a:spLocks noGrp="1"/>
          </p:cNvSpPr>
          <p:nvPr>
            <p:ph type="body" sz="quarter" idx="30" hasCustomPrompt="1"/>
          </p:nvPr>
        </p:nvSpPr>
        <p:spPr bwMode="auto">
          <a:xfrm>
            <a:off x="6577384" y="7073900"/>
            <a:ext cx="2312980" cy="365128"/>
          </a:xfrm>
          <a:prstGeom prst="rect">
            <a:avLst/>
          </a:prstGeom>
        </p:spPr>
        <p:txBody>
          <a:bodyPr/>
          <a:lstStyle>
            <a:lvl1pPr defTabSz="1243272">
              <a:spcBef>
                <a:spcPts val="1300"/>
              </a:spcBef>
              <a:defRPr sz="1650">
                <a:solidFill>
                  <a:srgbClr val="FFFFFF"/>
                </a:solidFill>
              </a:defRPr>
            </a:lvl1pPr>
          </a:lstStyle>
          <a:p>
            <a:pPr>
              <a:defRPr/>
            </a:pPr>
            <a:r>
              <a:t>Text</a:t>
            </a:r>
          </a:p>
        </p:txBody>
      </p:sp>
      <p:sp>
        <p:nvSpPr>
          <p:cNvPr id="208" name="Picture Placeholder 8"/>
          <p:cNvSpPr>
            <a:spLocks noGrp="1"/>
          </p:cNvSpPr>
          <p:nvPr>
            <p:ph type="pic" sz="quarter" idx="31"/>
          </p:nvPr>
        </p:nvSpPr>
        <p:spPr bwMode="auto">
          <a:xfrm>
            <a:off x="3929356" y="7567621"/>
            <a:ext cx="2528596" cy="593314"/>
          </a:xfrm>
          <a:prstGeom prst="rect">
            <a:avLst/>
          </a:prstGeom>
        </p:spPr>
        <p:txBody>
          <a:bodyPr lIns="91439" rIns="91439">
            <a:noAutofit/>
          </a:bodyPr>
          <a:lstStyle/>
          <a:p>
            <a:pPr>
              <a:defRPr/>
            </a:pPr>
            <a:endParaRPr/>
          </a:p>
        </p:txBody>
      </p:sp>
      <p:sp>
        <p:nvSpPr>
          <p:cNvPr id="209" name="Text Placeholder 28"/>
          <p:cNvSpPr>
            <a:spLocks noGrp="1"/>
          </p:cNvSpPr>
          <p:nvPr>
            <p:ph type="body" sz="quarter" idx="32" hasCustomPrompt="1"/>
          </p:nvPr>
        </p:nvSpPr>
        <p:spPr bwMode="auto">
          <a:xfrm>
            <a:off x="4048790" y="7667214"/>
            <a:ext cx="2312980" cy="365128"/>
          </a:xfrm>
          <a:prstGeom prst="rect">
            <a:avLst/>
          </a:prstGeom>
        </p:spPr>
        <p:txBody>
          <a:bodyPr/>
          <a:lstStyle>
            <a:lvl1pPr defTabSz="1243272">
              <a:spcBef>
                <a:spcPts val="1300"/>
              </a:spcBef>
              <a:defRPr sz="1650">
                <a:solidFill>
                  <a:srgbClr val="FFFFFF"/>
                </a:solidFill>
              </a:defRPr>
            </a:lvl1pPr>
          </a:lstStyle>
          <a:p>
            <a:pPr>
              <a:defRPr/>
            </a:pPr>
            <a:r>
              <a:t>Text</a:t>
            </a:r>
          </a:p>
        </p:txBody>
      </p:sp>
    </p:spTree>
    <p:extLst>
      <p:ext uri="{BB962C8B-B14F-4D97-AF65-F5344CB8AC3E}">
        <p14:creationId xmlns:p14="http://schemas.microsoft.com/office/powerpoint/2010/main" val="10176679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PhAnim="0" type="tx" userDrawn="1">
  <p:cSld name="1_Custom Layout">
    <p:spTree>
      <p:nvGrpSpPr>
        <p:cNvPr id="1" name=""/>
        <p:cNvGrpSpPr/>
        <p:nvPr/>
      </p:nvGrpSpPr>
      <p:grpSpPr bwMode="auto">
        <a:xfrm>
          <a:off x="0" y="0"/>
          <a:ext cx="0" cy="0"/>
          <a:chOff x="0" y="0"/>
          <a:chExt cx="0" cy="0"/>
        </a:xfrm>
      </p:grpSpPr>
      <p:sp>
        <p:nvSpPr>
          <p:cNvPr id="216"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217" name="Picture Placeholder 8"/>
          <p:cNvSpPr>
            <a:spLocks noGrp="1"/>
          </p:cNvSpPr>
          <p:nvPr>
            <p:ph type="pic" sz="quarter" idx="21"/>
          </p:nvPr>
        </p:nvSpPr>
        <p:spPr bwMode="auto">
          <a:xfrm>
            <a:off x="-2" y="0"/>
            <a:ext cx="12233300" cy="4572000"/>
          </a:xfrm>
          <a:prstGeom prst="rect">
            <a:avLst/>
          </a:prstGeom>
        </p:spPr>
        <p:txBody>
          <a:bodyPr lIns="91439" rIns="91439">
            <a:noAutofit/>
          </a:bodyPr>
          <a:lstStyle/>
          <a:p>
            <a:pPr>
              <a:defRPr/>
            </a:pPr>
            <a:endParaRPr/>
          </a:p>
        </p:txBody>
      </p:sp>
      <p:sp>
        <p:nvSpPr>
          <p:cNvPr id="218" name="Picture Placeholder 8"/>
          <p:cNvSpPr>
            <a:spLocks noGrp="1"/>
          </p:cNvSpPr>
          <p:nvPr>
            <p:ph type="pic" sz="quarter" idx="22"/>
          </p:nvPr>
        </p:nvSpPr>
        <p:spPr bwMode="auto">
          <a:xfrm>
            <a:off x="12157065" y="0"/>
            <a:ext cx="12233298" cy="4572000"/>
          </a:xfrm>
          <a:prstGeom prst="rect">
            <a:avLst/>
          </a:prstGeom>
        </p:spPr>
        <p:txBody>
          <a:bodyPr lIns="91439" rIns="91439">
            <a:noAutofit/>
          </a:bodyPr>
          <a:lstStyle/>
          <a:p>
            <a:pPr>
              <a:defRPr/>
            </a:pPr>
            <a:endParaRPr/>
          </a:p>
        </p:txBody>
      </p:sp>
      <p:sp>
        <p:nvSpPr>
          <p:cNvPr id="219" name="Picture Placeholder 8"/>
          <p:cNvSpPr>
            <a:spLocks noGrp="1"/>
          </p:cNvSpPr>
          <p:nvPr>
            <p:ph type="pic" sz="quarter" idx="23"/>
          </p:nvPr>
        </p:nvSpPr>
        <p:spPr bwMode="auto">
          <a:xfrm>
            <a:off x="7" y="4572000"/>
            <a:ext cx="12195178" cy="4572000"/>
          </a:xfrm>
          <a:prstGeom prst="rect">
            <a:avLst/>
          </a:prstGeom>
        </p:spPr>
        <p:txBody>
          <a:bodyPr lIns="91439" rIns="91439">
            <a:noAutofit/>
          </a:bodyPr>
          <a:lstStyle/>
          <a:p>
            <a:pPr>
              <a:defRPr/>
            </a:pPr>
            <a:endParaRPr/>
          </a:p>
        </p:txBody>
      </p:sp>
      <p:sp>
        <p:nvSpPr>
          <p:cNvPr id="220" name="Picture Placeholder 8"/>
          <p:cNvSpPr>
            <a:spLocks noGrp="1"/>
          </p:cNvSpPr>
          <p:nvPr>
            <p:ph type="pic" sz="quarter" idx="24"/>
          </p:nvPr>
        </p:nvSpPr>
        <p:spPr bwMode="auto">
          <a:xfrm>
            <a:off x="12157065" y="4572000"/>
            <a:ext cx="12195178" cy="4572000"/>
          </a:xfrm>
          <a:prstGeom prst="rect">
            <a:avLst/>
          </a:prstGeom>
        </p:spPr>
        <p:txBody>
          <a:bodyPr lIns="91439" rIns="91439">
            <a:noAutofit/>
          </a:bodyPr>
          <a:lstStyle/>
          <a:p>
            <a:pPr>
              <a:defRPr/>
            </a:pPr>
            <a:endParaRPr/>
          </a:p>
        </p:txBody>
      </p:sp>
      <p:sp>
        <p:nvSpPr>
          <p:cNvPr id="221" name="Picture Placeholder 8"/>
          <p:cNvSpPr>
            <a:spLocks noGrp="1"/>
          </p:cNvSpPr>
          <p:nvPr>
            <p:ph type="pic" sz="quarter" idx="25"/>
          </p:nvPr>
        </p:nvSpPr>
        <p:spPr bwMode="auto">
          <a:xfrm>
            <a:off x="7" y="9144000"/>
            <a:ext cx="12195178" cy="4572000"/>
          </a:xfrm>
          <a:prstGeom prst="rect">
            <a:avLst/>
          </a:prstGeom>
        </p:spPr>
        <p:txBody>
          <a:bodyPr lIns="91439" rIns="91439">
            <a:noAutofit/>
          </a:bodyPr>
          <a:lstStyle/>
          <a:p>
            <a:pPr>
              <a:defRPr/>
            </a:pPr>
            <a:endParaRPr/>
          </a:p>
        </p:txBody>
      </p:sp>
      <p:sp>
        <p:nvSpPr>
          <p:cNvPr id="222" name="Picture Placeholder 8"/>
          <p:cNvSpPr>
            <a:spLocks noGrp="1"/>
          </p:cNvSpPr>
          <p:nvPr>
            <p:ph type="pic" sz="quarter" idx="26"/>
          </p:nvPr>
        </p:nvSpPr>
        <p:spPr bwMode="auto">
          <a:xfrm>
            <a:off x="12138744" y="9144000"/>
            <a:ext cx="12251612" cy="4572000"/>
          </a:xfrm>
          <a:prstGeom prst="rect">
            <a:avLst/>
          </a:prstGeom>
        </p:spPr>
        <p:txBody>
          <a:bodyPr lIns="91439" rIns="91439">
            <a:noAutofit/>
          </a:bodyPr>
          <a:lstStyle/>
          <a:p>
            <a:pPr>
              <a:defRPr/>
            </a:pPr>
            <a:endParaRPr/>
          </a:p>
        </p:txBody>
      </p:sp>
      <p:sp>
        <p:nvSpPr>
          <p:cNvPr id="223" name="Picture Placeholder 8"/>
          <p:cNvSpPr>
            <a:spLocks noGrp="1"/>
          </p:cNvSpPr>
          <p:nvPr>
            <p:ph type="pic" sz="quarter" idx="27"/>
          </p:nvPr>
        </p:nvSpPr>
        <p:spPr bwMode="auto">
          <a:xfrm>
            <a:off x="4814230" y="1989349"/>
            <a:ext cx="2528596" cy="593314"/>
          </a:xfrm>
          <a:prstGeom prst="rect">
            <a:avLst/>
          </a:prstGeom>
        </p:spPr>
        <p:txBody>
          <a:bodyPr lIns="91439" rIns="91439">
            <a:noAutofit/>
          </a:bodyPr>
          <a:lstStyle/>
          <a:p>
            <a:pPr>
              <a:defRPr/>
            </a:pPr>
            <a:endParaRPr/>
          </a:p>
        </p:txBody>
      </p:sp>
      <p:sp>
        <p:nvSpPr>
          <p:cNvPr id="224" name="Уровень текста 1…"/>
          <p:cNvSpPr txBox="1">
            <a:spLocks noGrp="1"/>
          </p:cNvSpPr>
          <p:nvPr>
            <p:ph type="body" sz="quarter" idx="1" hasCustomPrompt="1"/>
          </p:nvPr>
        </p:nvSpPr>
        <p:spPr bwMode="auto">
          <a:xfrm>
            <a:off x="4933662" y="2088944"/>
            <a:ext cx="2312980" cy="365128"/>
          </a:xfrm>
          <a:prstGeom prst="rect">
            <a:avLst/>
          </a:prstGeom>
        </p:spPr>
        <p:txBody>
          <a:bodyPr/>
          <a:lstStyle>
            <a:lvl1pPr>
              <a:defRPr sz="2400">
                <a:solidFill>
                  <a:srgbClr val="FFFFFF"/>
                </a:solidFill>
              </a:defRPr>
            </a:lvl1pPr>
            <a:lvl2pPr>
              <a:defRPr sz="2400">
                <a:solidFill>
                  <a:srgbClr val="FFFFFF"/>
                </a:solidFill>
              </a:defRPr>
            </a:lvl2pPr>
            <a:lvl3pPr>
              <a:defRPr sz="2400">
                <a:solidFill>
                  <a:srgbClr val="FFFFFF"/>
                </a:solidFill>
              </a:defRPr>
            </a:lvl3pPr>
            <a:lvl4pPr>
              <a:defRPr sz="2400">
                <a:solidFill>
                  <a:srgbClr val="FFFFFF"/>
                </a:solidFill>
              </a:defRPr>
            </a:lvl4pPr>
            <a:lvl5pPr>
              <a:defRPr sz="2400">
                <a:solidFill>
                  <a:srgbClr val="FFFFFF"/>
                </a:solidFill>
              </a:defRPr>
            </a:lvl5pPr>
          </a:lstStyle>
          <a:p>
            <a:pPr>
              <a:defRPr/>
            </a:pPr>
            <a:r>
              <a:t>Text</a:t>
            </a:r>
          </a:p>
          <a:p>
            <a:pPr lvl="1">
              <a:defRPr/>
            </a:pPr>
            <a:endParaRPr/>
          </a:p>
          <a:p>
            <a:pPr lvl="2">
              <a:defRPr/>
            </a:pPr>
            <a:endParaRPr/>
          </a:p>
          <a:p>
            <a:pPr lvl="3">
              <a:defRPr/>
            </a:pPr>
            <a:endParaRPr/>
          </a:p>
          <a:p>
            <a:pPr lvl="4">
              <a:defRPr/>
            </a:pPr>
            <a:endParaRPr/>
          </a:p>
        </p:txBody>
      </p:sp>
      <p:sp>
        <p:nvSpPr>
          <p:cNvPr id="225" name="Picture Placeholder 8"/>
          <p:cNvSpPr>
            <a:spLocks noGrp="1"/>
          </p:cNvSpPr>
          <p:nvPr>
            <p:ph type="pic" sz="quarter" idx="28"/>
          </p:nvPr>
        </p:nvSpPr>
        <p:spPr bwMode="auto">
          <a:xfrm>
            <a:off x="17009408" y="6561349"/>
            <a:ext cx="2528596" cy="593314"/>
          </a:xfrm>
          <a:prstGeom prst="rect">
            <a:avLst/>
          </a:prstGeom>
        </p:spPr>
        <p:txBody>
          <a:bodyPr lIns="91439" rIns="91439">
            <a:noAutofit/>
          </a:bodyPr>
          <a:lstStyle/>
          <a:p>
            <a:pPr>
              <a:defRPr/>
            </a:pPr>
            <a:endParaRPr/>
          </a:p>
        </p:txBody>
      </p:sp>
      <p:sp>
        <p:nvSpPr>
          <p:cNvPr id="226" name="Text Placeholder 28"/>
          <p:cNvSpPr>
            <a:spLocks noGrp="1"/>
          </p:cNvSpPr>
          <p:nvPr>
            <p:ph type="body" sz="quarter" idx="29" hasCustomPrompt="1"/>
          </p:nvPr>
        </p:nvSpPr>
        <p:spPr bwMode="auto">
          <a:xfrm>
            <a:off x="17128842" y="6660944"/>
            <a:ext cx="2312980" cy="365128"/>
          </a:xfrm>
          <a:prstGeom prst="rect">
            <a:avLst/>
          </a:prstGeom>
        </p:spPr>
        <p:txBody>
          <a:bodyPr/>
          <a:lstStyle>
            <a:lvl1pPr defTabSz="1243272">
              <a:spcBef>
                <a:spcPts val="1300"/>
              </a:spcBef>
              <a:defRPr sz="1650">
                <a:solidFill>
                  <a:srgbClr val="FFFFFF"/>
                </a:solidFill>
              </a:defRPr>
            </a:lvl1pPr>
          </a:lstStyle>
          <a:p>
            <a:pPr>
              <a:defRPr/>
            </a:pPr>
            <a:r>
              <a:t>Text</a:t>
            </a:r>
          </a:p>
        </p:txBody>
      </p:sp>
      <p:sp>
        <p:nvSpPr>
          <p:cNvPr id="227" name="Picture Placeholder 8"/>
          <p:cNvSpPr>
            <a:spLocks noGrp="1"/>
          </p:cNvSpPr>
          <p:nvPr>
            <p:ph type="pic" sz="quarter" idx="30"/>
          </p:nvPr>
        </p:nvSpPr>
        <p:spPr bwMode="auto">
          <a:xfrm>
            <a:off x="4910412" y="11133349"/>
            <a:ext cx="2528596" cy="593314"/>
          </a:xfrm>
          <a:prstGeom prst="rect">
            <a:avLst/>
          </a:prstGeom>
        </p:spPr>
        <p:txBody>
          <a:bodyPr lIns="91439" rIns="91439">
            <a:noAutofit/>
          </a:bodyPr>
          <a:lstStyle/>
          <a:p>
            <a:pPr>
              <a:defRPr/>
            </a:pPr>
            <a:endParaRPr/>
          </a:p>
        </p:txBody>
      </p:sp>
      <p:sp>
        <p:nvSpPr>
          <p:cNvPr id="228" name="Text Placeholder 28"/>
          <p:cNvSpPr>
            <a:spLocks noGrp="1"/>
          </p:cNvSpPr>
          <p:nvPr>
            <p:ph type="body" sz="quarter" idx="31" hasCustomPrompt="1"/>
          </p:nvPr>
        </p:nvSpPr>
        <p:spPr bwMode="auto">
          <a:xfrm>
            <a:off x="5029846" y="11232944"/>
            <a:ext cx="2312980" cy="365128"/>
          </a:xfrm>
          <a:prstGeom prst="rect">
            <a:avLst/>
          </a:prstGeom>
        </p:spPr>
        <p:txBody>
          <a:bodyPr/>
          <a:lstStyle>
            <a:lvl1pPr defTabSz="1243272">
              <a:spcBef>
                <a:spcPts val="1300"/>
              </a:spcBef>
              <a:defRPr sz="1650">
                <a:solidFill>
                  <a:srgbClr val="FFFFFF"/>
                </a:solidFill>
              </a:defRPr>
            </a:lvl1pPr>
          </a:lstStyle>
          <a:p>
            <a:pPr>
              <a:defRPr/>
            </a:pPr>
            <a:r>
              <a:t>Text</a:t>
            </a:r>
          </a:p>
        </p:txBody>
      </p:sp>
    </p:spTree>
    <p:extLst>
      <p:ext uri="{BB962C8B-B14F-4D97-AF65-F5344CB8AC3E}">
        <p14:creationId xmlns:p14="http://schemas.microsoft.com/office/powerpoint/2010/main" val="33536648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PhAnim="0" type="tx" userDrawn="1">
  <p:cSld name="2_Custom Layout">
    <p:spTree>
      <p:nvGrpSpPr>
        <p:cNvPr id="1" name=""/>
        <p:cNvGrpSpPr/>
        <p:nvPr/>
      </p:nvGrpSpPr>
      <p:grpSpPr bwMode="auto">
        <a:xfrm>
          <a:off x="0" y="0"/>
          <a:ext cx="0" cy="0"/>
          <a:chOff x="0" y="0"/>
          <a:chExt cx="0" cy="0"/>
        </a:xfrm>
      </p:grpSpPr>
      <p:sp>
        <p:nvSpPr>
          <p:cNvPr id="235"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236" name="Picture Placeholder 8"/>
          <p:cNvSpPr>
            <a:spLocks noGrp="1"/>
          </p:cNvSpPr>
          <p:nvPr>
            <p:ph type="pic" sz="quarter" idx="21"/>
          </p:nvPr>
        </p:nvSpPr>
        <p:spPr bwMode="auto">
          <a:xfrm>
            <a:off x="-2" y="0"/>
            <a:ext cx="12233300" cy="4572000"/>
          </a:xfrm>
          <a:prstGeom prst="rect">
            <a:avLst/>
          </a:prstGeom>
        </p:spPr>
        <p:txBody>
          <a:bodyPr lIns="91439" rIns="91439">
            <a:noAutofit/>
          </a:bodyPr>
          <a:lstStyle/>
          <a:p>
            <a:pPr>
              <a:defRPr/>
            </a:pPr>
            <a:endParaRPr/>
          </a:p>
        </p:txBody>
      </p:sp>
      <p:sp>
        <p:nvSpPr>
          <p:cNvPr id="237" name="Picture Placeholder 8"/>
          <p:cNvSpPr>
            <a:spLocks noGrp="1"/>
          </p:cNvSpPr>
          <p:nvPr>
            <p:ph type="pic" sz="quarter" idx="22"/>
          </p:nvPr>
        </p:nvSpPr>
        <p:spPr bwMode="auto">
          <a:xfrm>
            <a:off x="12157065" y="0"/>
            <a:ext cx="12233298" cy="4572000"/>
          </a:xfrm>
          <a:prstGeom prst="rect">
            <a:avLst/>
          </a:prstGeom>
        </p:spPr>
        <p:txBody>
          <a:bodyPr lIns="91439" rIns="91439">
            <a:noAutofit/>
          </a:bodyPr>
          <a:lstStyle/>
          <a:p>
            <a:pPr>
              <a:defRPr/>
            </a:pPr>
            <a:endParaRPr/>
          </a:p>
        </p:txBody>
      </p:sp>
      <p:sp>
        <p:nvSpPr>
          <p:cNvPr id="238" name="Picture Placeholder 8"/>
          <p:cNvSpPr>
            <a:spLocks noGrp="1"/>
          </p:cNvSpPr>
          <p:nvPr>
            <p:ph type="pic" sz="quarter" idx="23"/>
          </p:nvPr>
        </p:nvSpPr>
        <p:spPr bwMode="auto">
          <a:xfrm>
            <a:off x="7" y="4572000"/>
            <a:ext cx="12195178" cy="4572000"/>
          </a:xfrm>
          <a:prstGeom prst="rect">
            <a:avLst/>
          </a:prstGeom>
        </p:spPr>
        <p:txBody>
          <a:bodyPr lIns="91439" rIns="91439">
            <a:noAutofit/>
          </a:bodyPr>
          <a:lstStyle/>
          <a:p>
            <a:pPr>
              <a:defRPr/>
            </a:pPr>
            <a:endParaRPr/>
          </a:p>
        </p:txBody>
      </p:sp>
      <p:sp>
        <p:nvSpPr>
          <p:cNvPr id="239" name="Picture Placeholder 8"/>
          <p:cNvSpPr>
            <a:spLocks noGrp="1"/>
          </p:cNvSpPr>
          <p:nvPr>
            <p:ph type="pic" sz="quarter" idx="24"/>
          </p:nvPr>
        </p:nvSpPr>
        <p:spPr bwMode="auto">
          <a:xfrm>
            <a:off x="12157065" y="4572000"/>
            <a:ext cx="12195178" cy="4572000"/>
          </a:xfrm>
          <a:prstGeom prst="rect">
            <a:avLst/>
          </a:prstGeom>
        </p:spPr>
        <p:txBody>
          <a:bodyPr lIns="91439" rIns="91439">
            <a:noAutofit/>
          </a:bodyPr>
          <a:lstStyle/>
          <a:p>
            <a:pPr>
              <a:defRPr/>
            </a:pPr>
            <a:endParaRPr/>
          </a:p>
        </p:txBody>
      </p:sp>
      <p:sp>
        <p:nvSpPr>
          <p:cNvPr id="240" name="Picture Placeholder 8"/>
          <p:cNvSpPr>
            <a:spLocks noGrp="1"/>
          </p:cNvSpPr>
          <p:nvPr>
            <p:ph type="pic" sz="quarter" idx="25"/>
          </p:nvPr>
        </p:nvSpPr>
        <p:spPr bwMode="auto">
          <a:xfrm>
            <a:off x="17071342" y="1989349"/>
            <a:ext cx="2528596" cy="593314"/>
          </a:xfrm>
          <a:prstGeom prst="rect">
            <a:avLst/>
          </a:prstGeom>
        </p:spPr>
        <p:txBody>
          <a:bodyPr lIns="91439" rIns="91439">
            <a:noAutofit/>
          </a:bodyPr>
          <a:lstStyle/>
          <a:p>
            <a:pPr>
              <a:defRPr/>
            </a:pPr>
            <a:endParaRPr/>
          </a:p>
        </p:txBody>
      </p:sp>
      <p:sp>
        <p:nvSpPr>
          <p:cNvPr id="241" name="Уровень текста 1…"/>
          <p:cNvSpPr txBox="1">
            <a:spLocks noGrp="1"/>
          </p:cNvSpPr>
          <p:nvPr>
            <p:ph type="body" sz="quarter" idx="1" hasCustomPrompt="1"/>
          </p:nvPr>
        </p:nvSpPr>
        <p:spPr bwMode="auto">
          <a:xfrm>
            <a:off x="17190774" y="2088944"/>
            <a:ext cx="2312980" cy="365128"/>
          </a:xfrm>
          <a:prstGeom prst="rect">
            <a:avLst/>
          </a:prstGeom>
        </p:spPr>
        <p:txBody>
          <a:bodyPr/>
          <a:lstStyle>
            <a:lvl1pPr>
              <a:defRPr sz="2400">
                <a:solidFill>
                  <a:srgbClr val="FFFFFF"/>
                </a:solidFill>
              </a:defRPr>
            </a:lvl1pPr>
            <a:lvl2pPr>
              <a:defRPr sz="2400">
                <a:solidFill>
                  <a:srgbClr val="FFFFFF"/>
                </a:solidFill>
              </a:defRPr>
            </a:lvl2pPr>
            <a:lvl3pPr>
              <a:defRPr sz="2400">
                <a:solidFill>
                  <a:srgbClr val="FFFFFF"/>
                </a:solidFill>
              </a:defRPr>
            </a:lvl3pPr>
            <a:lvl4pPr>
              <a:defRPr sz="2400">
                <a:solidFill>
                  <a:srgbClr val="FFFFFF"/>
                </a:solidFill>
              </a:defRPr>
            </a:lvl4pPr>
            <a:lvl5pPr>
              <a:defRPr sz="2400">
                <a:solidFill>
                  <a:srgbClr val="FFFFFF"/>
                </a:solidFill>
              </a:defRPr>
            </a:lvl5pPr>
          </a:lstStyle>
          <a:p>
            <a:pPr>
              <a:defRPr/>
            </a:pPr>
            <a:r>
              <a:t>Text</a:t>
            </a:r>
          </a:p>
          <a:p>
            <a:pPr lvl="1">
              <a:defRPr/>
            </a:pPr>
            <a:endParaRPr/>
          </a:p>
          <a:p>
            <a:pPr lvl="2">
              <a:defRPr/>
            </a:pPr>
            <a:endParaRPr/>
          </a:p>
          <a:p>
            <a:pPr lvl="3">
              <a:defRPr/>
            </a:pPr>
            <a:endParaRPr/>
          </a:p>
          <a:p>
            <a:pPr lvl="4">
              <a:defRPr/>
            </a:pPr>
            <a:endParaRPr/>
          </a:p>
        </p:txBody>
      </p:sp>
      <p:sp>
        <p:nvSpPr>
          <p:cNvPr id="242" name="Picture Placeholder 8"/>
          <p:cNvSpPr>
            <a:spLocks noGrp="1"/>
          </p:cNvSpPr>
          <p:nvPr>
            <p:ph type="pic" sz="quarter" idx="26"/>
          </p:nvPr>
        </p:nvSpPr>
        <p:spPr bwMode="auto">
          <a:xfrm>
            <a:off x="4814232" y="6575845"/>
            <a:ext cx="2528596" cy="593314"/>
          </a:xfrm>
          <a:prstGeom prst="rect">
            <a:avLst/>
          </a:prstGeom>
        </p:spPr>
        <p:txBody>
          <a:bodyPr lIns="91439" rIns="91439">
            <a:noAutofit/>
          </a:bodyPr>
          <a:lstStyle/>
          <a:p>
            <a:pPr>
              <a:defRPr/>
            </a:pPr>
            <a:endParaRPr/>
          </a:p>
        </p:txBody>
      </p:sp>
      <p:sp>
        <p:nvSpPr>
          <p:cNvPr id="243" name="Text Placeholder 28"/>
          <p:cNvSpPr>
            <a:spLocks noGrp="1"/>
          </p:cNvSpPr>
          <p:nvPr>
            <p:ph type="body" sz="quarter" idx="27" hasCustomPrompt="1"/>
          </p:nvPr>
        </p:nvSpPr>
        <p:spPr bwMode="auto">
          <a:xfrm>
            <a:off x="4933664" y="6675438"/>
            <a:ext cx="2312980" cy="365128"/>
          </a:xfrm>
          <a:prstGeom prst="rect">
            <a:avLst/>
          </a:prstGeom>
        </p:spPr>
        <p:txBody>
          <a:bodyPr/>
          <a:lstStyle>
            <a:lvl1pPr defTabSz="1243272">
              <a:spcBef>
                <a:spcPts val="1300"/>
              </a:spcBef>
              <a:defRPr sz="1650">
                <a:solidFill>
                  <a:srgbClr val="FFFFFF"/>
                </a:solidFill>
              </a:defRPr>
            </a:lvl1pPr>
          </a:lstStyle>
          <a:p>
            <a:pPr>
              <a:defRPr/>
            </a:pPr>
            <a:r>
              <a:t>Text</a:t>
            </a:r>
          </a:p>
        </p:txBody>
      </p:sp>
      <p:sp>
        <p:nvSpPr>
          <p:cNvPr id="244" name="Text Placeholder 28"/>
          <p:cNvSpPr>
            <a:spLocks noGrp="1"/>
          </p:cNvSpPr>
          <p:nvPr>
            <p:ph type="body" sz="quarter" idx="28" hasCustomPrompt="1"/>
          </p:nvPr>
        </p:nvSpPr>
        <p:spPr bwMode="auto">
          <a:xfrm>
            <a:off x="5093510" y="12257090"/>
            <a:ext cx="2312980" cy="365128"/>
          </a:xfrm>
          <a:prstGeom prst="rect">
            <a:avLst/>
          </a:prstGeom>
        </p:spPr>
        <p:txBody>
          <a:bodyPr/>
          <a:lstStyle>
            <a:lvl1pPr defTabSz="1243272">
              <a:spcBef>
                <a:spcPts val="1300"/>
              </a:spcBef>
              <a:defRPr sz="1650">
                <a:solidFill>
                  <a:srgbClr val="FFFFFF"/>
                </a:solidFill>
              </a:defRPr>
            </a:lvl1pPr>
          </a:lstStyle>
          <a:p>
            <a:pPr>
              <a:defRPr/>
            </a:pPr>
            <a:r>
              <a:t>Text</a:t>
            </a:r>
          </a:p>
        </p:txBody>
      </p:sp>
      <p:sp>
        <p:nvSpPr>
          <p:cNvPr id="245" name="Текст заголовка"/>
          <p:cNvSpPr txBox="1">
            <a:spLocks noGrp="1"/>
          </p:cNvSpPr>
          <p:nvPr>
            <p:ph type="title"/>
          </p:nvPr>
        </p:nvSpPr>
        <p:spPr bwMode="auto">
          <a:xfrm>
            <a:off x="1638718" y="9466730"/>
            <a:ext cx="21036680" cy="1142536"/>
          </a:xfrm>
          <a:prstGeom prst="rect">
            <a:avLst/>
          </a:prstGeom>
        </p:spPr>
        <p:txBody>
          <a:bodyPr/>
          <a:lstStyle>
            <a:lvl1pPr algn="ctr">
              <a:defRPr sz="7200">
                <a:solidFill>
                  <a:srgbClr val="404040"/>
                </a:solidFill>
              </a:defRPr>
            </a:lvl1pPr>
          </a:lstStyle>
          <a:p>
            <a:pPr>
              <a:defRPr/>
            </a:pPr>
            <a:r>
              <a:t>Текст заголовка</a:t>
            </a:r>
          </a:p>
        </p:txBody>
      </p:sp>
    </p:spTree>
    <p:extLst>
      <p:ext uri="{BB962C8B-B14F-4D97-AF65-F5344CB8AC3E}">
        <p14:creationId xmlns:p14="http://schemas.microsoft.com/office/powerpoint/2010/main" val="10538359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PhAnim="0" type="tx" userDrawn="1">
  <p:cSld name="3_Custom Layout">
    <p:spTree>
      <p:nvGrpSpPr>
        <p:cNvPr id="1" name=""/>
        <p:cNvGrpSpPr/>
        <p:nvPr/>
      </p:nvGrpSpPr>
      <p:grpSpPr bwMode="auto">
        <a:xfrm>
          <a:off x="0" y="0"/>
          <a:ext cx="0" cy="0"/>
          <a:chOff x="0" y="0"/>
          <a:chExt cx="0" cy="0"/>
        </a:xfrm>
      </p:grpSpPr>
      <p:sp>
        <p:nvSpPr>
          <p:cNvPr id="252" name="Picture Placeholder 11"/>
          <p:cNvSpPr>
            <a:spLocks noGrp="1"/>
          </p:cNvSpPr>
          <p:nvPr>
            <p:ph type="pic" idx="21"/>
          </p:nvPr>
        </p:nvSpPr>
        <p:spPr bwMode="auto">
          <a:xfrm>
            <a:off x="-3" y="-2"/>
            <a:ext cx="24390358" cy="13654092"/>
          </a:xfrm>
          <a:prstGeom prst="rect">
            <a:avLst/>
          </a:prstGeom>
        </p:spPr>
        <p:txBody>
          <a:bodyPr lIns="91439" rIns="91439">
            <a:noAutofit/>
          </a:bodyPr>
          <a:lstStyle/>
          <a:p>
            <a:pPr>
              <a:defRPr/>
            </a:pPr>
            <a:endParaRPr/>
          </a:p>
        </p:txBody>
      </p:sp>
      <p:sp>
        <p:nvSpPr>
          <p:cNvPr id="253"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254" name="Picture Placeholder 10"/>
          <p:cNvSpPr>
            <a:spLocks noGrp="1"/>
          </p:cNvSpPr>
          <p:nvPr>
            <p:ph type="pic" idx="22"/>
          </p:nvPr>
        </p:nvSpPr>
        <p:spPr bwMode="auto">
          <a:xfrm>
            <a:off x="-39339693" y="-17373600"/>
            <a:ext cx="24390358" cy="13716000"/>
          </a:xfrm>
          <a:prstGeom prst="rect">
            <a:avLst/>
          </a:prstGeom>
        </p:spPr>
        <p:txBody>
          <a:bodyPr lIns="91439" rIns="91439">
            <a:noAutofit/>
          </a:bodyPr>
          <a:lstStyle/>
          <a:p>
            <a:pPr>
              <a:defRPr/>
            </a:pPr>
            <a:endParaRPr/>
          </a:p>
        </p:txBody>
      </p:sp>
      <p:sp>
        <p:nvSpPr>
          <p:cNvPr id="255" name="Текст заголовка"/>
          <p:cNvSpPr txBox="1">
            <a:spLocks noGrp="1"/>
          </p:cNvSpPr>
          <p:nvPr>
            <p:ph type="title"/>
          </p:nvPr>
        </p:nvSpPr>
        <p:spPr bwMode="auto">
          <a:xfrm>
            <a:off x="1676836" y="526474"/>
            <a:ext cx="21036680" cy="1556904"/>
          </a:xfrm>
          <a:prstGeom prst="rect">
            <a:avLst/>
          </a:prstGeom>
        </p:spPr>
        <p:txBody>
          <a:bodyPr/>
          <a:lstStyle>
            <a:lvl1pPr algn="ctr">
              <a:defRPr>
                <a:solidFill>
                  <a:srgbClr val="404040"/>
                </a:solidFill>
              </a:defRPr>
            </a:lvl1pPr>
          </a:lstStyle>
          <a:p>
            <a:pPr>
              <a:defRPr/>
            </a:pPr>
            <a:r>
              <a:t>Текст заголовка</a:t>
            </a:r>
          </a:p>
        </p:txBody>
      </p:sp>
      <p:sp>
        <p:nvSpPr>
          <p:cNvPr id="256" name="Уровень текста 1…"/>
          <p:cNvSpPr txBox="1">
            <a:spLocks noGrp="1"/>
          </p:cNvSpPr>
          <p:nvPr>
            <p:ph type="body" sz="quarter" idx="1"/>
          </p:nvPr>
        </p:nvSpPr>
        <p:spPr bwMode="auto">
          <a:xfrm>
            <a:off x="1676836" y="2083385"/>
            <a:ext cx="21036680" cy="457202"/>
          </a:xfrm>
          <a:prstGeom prst="rect">
            <a:avLst/>
          </a:prstGeom>
        </p:spPr>
        <p:txBody>
          <a:bodyPr/>
          <a:lstStyle>
            <a:lvl1pPr algn="ctr">
              <a:defRPr sz="3200">
                <a:solidFill>
                  <a:schemeClr val="accent4"/>
                </a:solidFill>
              </a:defRPr>
            </a:lvl1pPr>
            <a:lvl2pPr algn="ctr">
              <a:defRPr sz="3200">
                <a:solidFill>
                  <a:schemeClr val="accent4"/>
                </a:solidFill>
              </a:defRPr>
            </a:lvl2pPr>
            <a:lvl3pPr algn="ctr">
              <a:defRPr sz="3200">
                <a:solidFill>
                  <a:schemeClr val="accent4"/>
                </a:solidFill>
              </a:defRPr>
            </a:lvl3pPr>
            <a:lvl4pPr algn="ctr">
              <a:defRPr sz="3200">
                <a:solidFill>
                  <a:schemeClr val="accent4"/>
                </a:solidFill>
              </a:defRPr>
            </a:lvl4pPr>
            <a:lvl5pPr algn="ct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
        <p:nvSpPr>
          <p:cNvPr id="257" name="Picture Placeholder 9"/>
          <p:cNvSpPr>
            <a:spLocks noGrp="1"/>
          </p:cNvSpPr>
          <p:nvPr>
            <p:ph type="pic" sz="quarter" idx="23"/>
          </p:nvPr>
        </p:nvSpPr>
        <p:spPr bwMode="auto">
          <a:xfrm>
            <a:off x="20060730" y="7347746"/>
            <a:ext cx="2089444" cy="2088356"/>
          </a:xfrm>
          <a:prstGeom prst="rect">
            <a:avLst/>
          </a:prstGeom>
          <a:ln>
            <a:solidFill>
              <a:srgbClr val="FFFFFF"/>
            </a:solidFill>
            <a:round/>
          </a:ln>
        </p:spPr>
        <p:txBody>
          <a:bodyPr lIns="91439" rIns="91439">
            <a:noAutofit/>
          </a:bodyPr>
          <a:lstStyle/>
          <a:p>
            <a:pPr>
              <a:defRPr/>
            </a:pPr>
            <a:endParaRPr/>
          </a:p>
        </p:txBody>
      </p:sp>
    </p:spTree>
    <p:extLst>
      <p:ext uri="{BB962C8B-B14F-4D97-AF65-F5344CB8AC3E}">
        <p14:creationId xmlns:p14="http://schemas.microsoft.com/office/powerpoint/2010/main" val="6868465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PhAnim="0" type="tx" userDrawn="1">
  <p:cSld name="4_Custom Layout">
    <p:spTree>
      <p:nvGrpSpPr>
        <p:cNvPr id="1" name=""/>
        <p:cNvGrpSpPr/>
        <p:nvPr/>
      </p:nvGrpSpPr>
      <p:grpSpPr bwMode="auto">
        <a:xfrm>
          <a:off x="0" y="0"/>
          <a:ext cx="0" cy="0"/>
          <a:chOff x="0" y="0"/>
          <a:chExt cx="0" cy="0"/>
        </a:xfrm>
      </p:grpSpPr>
      <p:sp>
        <p:nvSpPr>
          <p:cNvPr id="264" name="Rectangle 1"/>
          <p:cNvSpPr/>
          <p:nvPr/>
        </p:nvSpPr>
        <p:spPr bwMode="auto">
          <a:xfrm>
            <a:off x="12195185" y="0"/>
            <a:ext cx="12195178" cy="13716000"/>
          </a:xfrm>
          <a:prstGeom prst="rect">
            <a:avLst/>
          </a:prstGeom>
          <a:solidFill>
            <a:srgbClr val="DDDDDD"/>
          </a:solidFill>
          <a:ln w="12700">
            <a:miter lim="400000"/>
          </a:ln>
        </p:spPr>
        <p:txBody>
          <a:bodyPr lIns="45720" rIns="45720" anchor="ctr"/>
          <a:lstStyle/>
          <a:p>
            <a:pPr marL="0" marR="0" lvl="0" indent="0" algn="ctr" defTabSz="1828434" rtl="0" eaLnBrk="1" fontAlgn="auto" latinLnBrk="0" hangingPunct="1">
              <a:lnSpc>
                <a:spcPct val="100000"/>
              </a:lnSpc>
              <a:spcBef>
                <a:spcPts val="0"/>
              </a:spcBef>
              <a:spcAft>
                <a:spcPts val="0"/>
              </a:spcAft>
              <a:buClrTx/>
              <a:buSzTx/>
              <a:buFontTx/>
              <a:buNone/>
              <a:tabLst/>
              <a:defRPr>
                <a:solidFill>
                  <a:srgbClr val="FFFFFF"/>
                </a:solidFill>
              </a:defRPr>
            </a:pPr>
            <a:endParaRPr kumimoji="0" sz="3500" b="0" i="0" u="none" strike="noStrike" kern="0" cap="none" spc="0" normalizeH="0" baseline="0" noProof="0">
              <a:ln>
                <a:noFill/>
              </a:ln>
              <a:solidFill>
                <a:srgbClr val="FFFFFF"/>
              </a:solidFill>
              <a:effectLst/>
              <a:uLnTx/>
              <a:uFillTx/>
              <a:latin typeface="Open Sans Light"/>
              <a:ea typeface="Open Sans"/>
              <a:cs typeface="Calibri"/>
              <a:sym typeface="Open Sans"/>
            </a:endParaRPr>
          </a:p>
        </p:txBody>
      </p:sp>
      <p:sp>
        <p:nvSpPr>
          <p:cNvPr id="265" name="Picture Placeholder 8"/>
          <p:cNvSpPr>
            <a:spLocks noGrp="1"/>
          </p:cNvSpPr>
          <p:nvPr>
            <p:ph type="pic" idx="21"/>
          </p:nvPr>
        </p:nvSpPr>
        <p:spPr bwMode="auto">
          <a:xfrm>
            <a:off x="-2" y="0"/>
            <a:ext cx="12233300" cy="13716000"/>
          </a:xfrm>
          <a:prstGeom prst="rect">
            <a:avLst/>
          </a:prstGeom>
        </p:spPr>
        <p:txBody>
          <a:bodyPr lIns="91439" rIns="91439">
            <a:noAutofit/>
          </a:bodyPr>
          <a:lstStyle/>
          <a:p>
            <a:pPr>
              <a:defRPr/>
            </a:pPr>
            <a:endParaRPr/>
          </a:p>
        </p:txBody>
      </p:sp>
      <p:sp>
        <p:nvSpPr>
          <p:cNvPr id="266"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267" name="Текст заголовка"/>
          <p:cNvSpPr txBox="1">
            <a:spLocks noGrp="1"/>
          </p:cNvSpPr>
          <p:nvPr>
            <p:ph type="title"/>
          </p:nvPr>
        </p:nvSpPr>
        <p:spPr bwMode="auto">
          <a:xfrm>
            <a:off x="1604212" y="5349303"/>
            <a:ext cx="9124796" cy="3406774"/>
          </a:xfrm>
          <a:prstGeom prst="rect">
            <a:avLst/>
          </a:prstGeom>
          <a:ln w="9525">
            <a:solidFill>
              <a:schemeClr val="accent2"/>
            </a:solidFill>
            <a:round/>
          </a:ln>
        </p:spPr>
        <p:txBody>
          <a:bodyPr/>
          <a:lstStyle>
            <a:lvl1pPr algn="ctr">
              <a:defRPr>
                <a:solidFill>
                  <a:srgbClr val="404040"/>
                </a:solidFill>
              </a:defRPr>
            </a:lvl1pPr>
          </a:lstStyle>
          <a:p>
            <a:pPr>
              <a:defRPr/>
            </a:pPr>
            <a:r>
              <a:t>Текст заголовка</a:t>
            </a:r>
          </a:p>
        </p:txBody>
      </p:sp>
    </p:spTree>
    <p:extLst>
      <p:ext uri="{BB962C8B-B14F-4D97-AF65-F5344CB8AC3E}">
        <p14:creationId xmlns:p14="http://schemas.microsoft.com/office/powerpoint/2010/main" val="38923394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PhAnim="0" type="tx" userDrawn="1">
  <p:cSld name="5_Custom Layout">
    <p:spTree>
      <p:nvGrpSpPr>
        <p:cNvPr id="1" name=""/>
        <p:cNvGrpSpPr/>
        <p:nvPr/>
      </p:nvGrpSpPr>
      <p:grpSpPr bwMode="auto">
        <a:xfrm>
          <a:off x="0" y="0"/>
          <a:ext cx="0" cy="0"/>
          <a:chOff x="0" y="0"/>
          <a:chExt cx="0" cy="0"/>
        </a:xfrm>
      </p:grpSpPr>
      <p:sp>
        <p:nvSpPr>
          <p:cNvPr id="274"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275" name="Rectangle 6"/>
          <p:cNvSpPr/>
          <p:nvPr/>
        </p:nvSpPr>
        <p:spPr bwMode="auto">
          <a:xfrm>
            <a:off x="7" y="0"/>
            <a:ext cx="12195178" cy="13716000"/>
          </a:xfrm>
          <a:prstGeom prst="rect">
            <a:avLst/>
          </a:prstGeom>
          <a:solidFill>
            <a:srgbClr val="DDDDDD"/>
          </a:solidFill>
          <a:ln w="12700">
            <a:miter lim="400000"/>
          </a:ln>
        </p:spPr>
        <p:txBody>
          <a:bodyPr lIns="45720" rIns="45720" anchor="ctr"/>
          <a:lstStyle/>
          <a:p>
            <a:pPr marL="0" marR="0" lvl="0" indent="0" algn="ctr" defTabSz="1828434" rtl="0" eaLnBrk="1" fontAlgn="auto" latinLnBrk="0" hangingPunct="1">
              <a:lnSpc>
                <a:spcPct val="100000"/>
              </a:lnSpc>
              <a:spcBef>
                <a:spcPts val="0"/>
              </a:spcBef>
              <a:spcAft>
                <a:spcPts val="0"/>
              </a:spcAft>
              <a:buClrTx/>
              <a:buSzTx/>
              <a:buFontTx/>
              <a:buNone/>
              <a:tabLst/>
              <a:defRPr>
                <a:solidFill>
                  <a:srgbClr val="FFFFFF"/>
                </a:solidFill>
              </a:defRPr>
            </a:pPr>
            <a:endParaRPr kumimoji="0" sz="3500" b="0" i="0" u="none" strike="noStrike" kern="0" cap="none" spc="0" normalizeH="0" baseline="0" noProof="0">
              <a:ln>
                <a:noFill/>
              </a:ln>
              <a:solidFill>
                <a:srgbClr val="FFFFFF"/>
              </a:solidFill>
              <a:effectLst/>
              <a:uLnTx/>
              <a:uFillTx/>
              <a:latin typeface="Open Sans Light"/>
              <a:ea typeface="Open Sans"/>
              <a:cs typeface="Calibri"/>
              <a:sym typeface="Open Sans"/>
            </a:endParaRPr>
          </a:p>
        </p:txBody>
      </p:sp>
      <p:sp>
        <p:nvSpPr>
          <p:cNvPr id="276" name="Текст заголовка"/>
          <p:cNvSpPr txBox="1">
            <a:spLocks noGrp="1"/>
          </p:cNvSpPr>
          <p:nvPr>
            <p:ph type="title"/>
          </p:nvPr>
        </p:nvSpPr>
        <p:spPr bwMode="auto">
          <a:xfrm>
            <a:off x="1604212" y="5444898"/>
            <a:ext cx="9124796" cy="3406776"/>
          </a:xfrm>
          <a:prstGeom prst="rect">
            <a:avLst/>
          </a:prstGeom>
          <a:ln w="9525">
            <a:solidFill>
              <a:srgbClr val="FFFFFF"/>
            </a:solidFill>
            <a:round/>
          </a:ln>
        </p:spPr>
        <p:txBody>
          <a:bodyPr/>
          <a:lstStyle>
            <a:lvl1pPr algn="ctr">
              <a:defRPr>
                <a:solidFill>
                  <a:srgbClr val="FFFFFF"/>
                </a:solidFill>
              </a:defRPr>
            </a:lvl1pPr>
          </a:lstStyle>
          <a:p>
            <a:pPr>
              <a:defRPr/>
            </a:pPr>
            <a:r>
              <a:t>Текст заголовка</a:t>
            </a:r>
          </a:p>
        </p:txBody>
      </p:sp>
      <p:sp>
        <p:nvSpPr>
          <p:cNvPr id="277" name="Picture Placeholder 8"/>
          <p:cNvSpPr>
            <a:spLocks noGrp="1"/>
          </p:cNvSpPr>
          <p:nvPr>
            <p:ph type="pic" sz="quarter" idx="21"/>
          </p:nvPr>
        </p:nvSpPr>
        <p:spPr bwMode="auto">
          <a:xfrm>
            <a:off x="12195183" y="0"/>
            <a:ext cx="12195178" cy="4572000"/>
          </a:xfrm>
          <a:prstGeom prst="rect">
            <a:avLst/>
          </a:prstGeom>
        </p:spPr>
        <p:txBody>
          <a:bodyPr lIns="91439" rIns="91439">
            <a:noAutofit/>
          </a:bodyPr>
          <a:lstStyle/>
          <a:p>
            <a:pPr>
              <a:defRPr/>
            </a:pPr>
            <a:endParaRPr/>
          </a:p>
        </p:txBody>
      </p:sp>
      <p:sp>
        <p:nvSpPr>
          <p:cNvPr id="278" name="Picture Placeholder 8"/>
          <p:cNvSpPr>
            <a:spLocks noGrp="1"/>
          </p:cNvSpPr>
          <p:nvPr>
            <p:ph type="pic" sz="quarter" idx="22"/>
          </p:nvPr>
        </p:nvSpPr>
        <p:spPr bwMode="auto">
          <a:xfrm>
            <a:off x="12195183" y="4572000"/>
            <a:ext cx="12195178" cy="4572000"/>
          </a:xfrm>
          <a:prstGeom prst="rect">
            <a:avLst/>
          </a:prstGeom>
        </p:spPr>
        <p:txBody>
          <a:bodyPr lIns="91439" rIns="91439">
            <a:noAutofit/>
          </a:bodyPr>
          <a:lstStyle/>
          <a:p>
            <a:pPr>
              <a:defRPr/>
            </a:pPr>
            <a:endParaRPr/>
          </a:p>
        </p:txBody>
      </p:sp>
      <p:sp>
        <p:nvSpPr>
          <p:cNvPr id="279" name="Picture Placeholder 8"/>
          <p:cNvSpPr>
            <a:spLocks noGrp="1"/>
          </p:cNvSpPr>
          <p:nvPr>
            <p:ph type="pic" sz="quarter" idx="23"/>
          </p:nvPr>
        </p:nvSpPr>
        <p:spPr bwMode="auto">
          <a:xfrm>
            <a:off x="12195183" y="9144000"/>
            <a:ext cx="12195178" cy="4572000"/>
          </a:xfrm>
          <a:prstGeom prst="rect">
            <a:avLst/>
          </a:prstGeom>
        </p:spPr>
        <p:txBody>
          <a:bodyPr lIns="91439" rIns="91439">
            <a:noAutofit/>
          </a:bodyPr>
          <a:lstStyle/>
          <a:p>
            <a:pPr>
              <a:defRPr/>
            </a:pPr>
            <a:endParaRPr/>
          </a:p>
        </p:txBody>
      </p:sp>
      <p:sp>
        <p:nvSpPr>
          <p:cNvPr id="280" name="Picture Placeholder 8"/>
          <p:cNvSpPr>
            <a:spLocks noGrp="1"/>
          </p:cNvSpPr>
          <p:nvPr>
            <p:ph type="pic" sz="quarter" idx="24"/>
          </p:nvPr>
        </p:nvSpPr>
        <p:spPr bwMode="auto">
          <a:xfrm>
            <a:off x="18554847" y="0"/>
            <a:ext cx="5835514" cy="4572000"/>
          </a:xfrm>
          <a:prstGeom prst="rect">
            <a:avLst/>
          </a:prstGeom>
        </p:spPr>
        <p:txBody>
          <a:bodyPr lIns="91439" rIns="91439">
            <a:noAutofit/>
          </a:bodyPr>
          <a:lstStyle/>
          <a:p>
            <a:pPr>
              <a:defRPr/>
            </a:pPr>
            <a:endParaRPr/>
          </a:p>
        </p:txBody>
      </p:sp>
      <p:sp>
        <p:nvSpPr>
          <p:cNvPr id="281" name="Picture Placeholder 8"/>
          <p:cNvSpPr>
            <a:spLocks noGrp="1"/>
          </p:cNvSpPr>
          <p:nvPr>
            <p:ph type="pic" sz="quarter" idx="25"/>
          </p:nvPr>
        </p:nvSpPr>
        <p:spPr bwMode="auto">
          <a:xfrm>
            <a:off x="18554847" y="4572000"/>
            <a:ext cx="5835514" cy="4572000"/>
          </a:xfrm>
          <a:prstGeom prst="rect">
            <a:avLst/>
          </a:prstGeom>
        </p:spPr>
        <p:txBody>
          <a:bodyPr lIns="91439" rIns="91439">
            <a:noAutofit/>
          </a:bodyPr>
          <a:lstStyle/>
          <a:p>
            <a:pPr>
              <a:defRPr/>
            </a:pPr>
            <a:endParaRPr/>
          </a:p>
        </p:txBody>
      </p:sp>
      <p:sp>
        <p:nvSpPr>
          <p:cNvPr id="282" name="Picture Placeholder 8"/>
          <p:cNvSpPr>
            <a:spLocks noGrp="1"/>
          </p:cNvSpPr>
          <p:nvPr>
            <p:ph type="pic" sz="quarter" idx="26"/>
          </p:nvPr>
        </p:nvSpPr>
        <p:spPr bwMode="auto">
          <a:xfrm>
            <a:off x="18554847" y="9144000"/>
            <a:ext cx="5835514" cy="4572000"/>
          </a:xfrm>
          <a:prstGeom prst="rect">
            <a:avLst/>
          </a:prstGeom>
        </p:spPr>
        <p:txBody>
          <a:bodyPr lIns="91439" rIns="91439">
            <a:noAutofit/>
          </a:bodyPr>
          <a:lstStyle/>
          <a:p>
            <a:pPr>
              <a:defRPr/>
            </a:pPr>
            <a:endParaRPr/>
          </a:p>
        </p:txBody>
      </p:sp>
      <p:sp>
        <p:nvSpPr>
          <p:cNvPr id="283" name="Уровень текста 1…"/>
          <p:cNvSpPr txBox="1">
            <a:spLocks noGrp="1"/>
          </p:cNvSpPr>
          <p:nvPr>
            <p:ph type="body" sz="quarter" idx="1" hasCustomPrompt="1"/>
          </p:nvPr>
        </p:nvSpPr>
        <p:spPr bwMode="auto">
          <a:xfrm>
            <a:off x="19015002" y="1041409"/>
            <a:ext cx="4786312" cy="415926"/>
          </a:xfrm>
          <a:prstGeom prst="rect">
            <a:avLst/>
          </a:prstGeom>
        </p:spPr>
        <p:txBody>
          <a:bodyPr/>
          <a:lstStyle>
            <a:lvl1pPr algn="ctr">
              <a:defRPr>
                <a:solidFill>
                  <a:srgbClr val="FFFFFF"/>
                </a:solidFill>
                <a:latin typeface="Montserrat Semi Bold"/>
                <a:ea typeface="Montserrat Semi Bold"/>
                <a:cs typeface="Montserrat Semi Bold"/>
              </a:defRPr>
            </a:lvl1pPr>
            <a:lvl2pPr algn="ctr">
              <a:defRPr>
                <a:solidFill>
                  <a:srgbClr val="FFFFFF"/>
                </a:solidFill>
                <a:latin typeface="Montserrat Semi Bold"/>
                <a:ea typeface="Montserrat Semi Bold"/>
                <a:cs typeface="Montserrat Semi Bold"/>
              </a:defRPr>
            </a:lvl2pPr>
            <a:lvl3pPr algn="ctr">
              <a:defRPr>
                <a:solidFill>
                  <a:srgbClr val="FFFFFF"/>
                </a:solidFill>
                <a:latin typeface="Montserrat Semi Bold"/>
                <a:ea typeface="Montserrat Semi Bold"/>
                <a:cs typeface="Montserrat Semi Bold"/>
              </a:defRPr>
            </a:lvl3pPr>
            <a:lvl4pPr algn="ctr">
              <a:defRPr>
                <a:solidFill>
                  <a:srgbClr val="FFFFFF"/>
                </a:solidFill>
                <a:latin typeface="Montserrat Semi Bold"/>
                <a:ea typeface="Montserrat Semi Bold"/>
                <a:cs typeface="Montserrat Semi Bold"/>
              </a:defRPr>
            </a:lvl4pPr>
            <a:lvl5pPr algn="ctr">
              <a:defRPr>
                <a:solidFill>
                  <a:srgbClr val="FFFFFF"/>
                </a:solidFill>
                <a:latin typeface="Montserrat Semi Bold"/>
                <a:ea typeface="Montserrat Semi Bold"/>
                <a:cs typeface="Montserrat Semi Bold"/>
              </a:defRPr>
            </a:lvl5pPr>
          </a:lstStyle>
          <a:p>
            <a:pPr>
              <a:defRPr/>
            </a:pPr>
            <a:r>
              <a:t>Text</a:t>
            </a:r>
          </a:p>
          <a:p>
            <a:pPr lvl="1">
              <a:defRPr/>
            </a:pPr>
            <a:endParaRPr/>
          </a:p>
          <a:p>
            <a:pPr lvl="2">
              <a:defRPr/>
            </a:pPr>
            <a:endParaRPr/>
          </a:p>
          <a:p>
            <a:pPr lvl="3">
              <a:defRPr/>
            </a:pPr>
            <a:endParaRPr/>
          </a:p>
          <a:p>
            <a:pPr lvl="4">
              <a:defRPr/>
            </a:pPr>
            <a:endParaRPr/>
          </a:p>
        </p:txBody>
      </p:sp>
      <p:sp>
        <p:nvSpPr>
          <p:cNvPr id="284" name="Text Placeholder 33"/>
          <p:cNvSpPr>
            <a:spLocks noGrp="1"/>
          </p:cNvSpPr>
          <p:nvPr>
            <p:ph type="body" sz="quarter" idx="27" hasCustomPrompt="1"/>
          </p:nvPr>
        </p:nvSpPr>
        <p:spPr bwMode="auto">
          <a:xfrm>
            <a:off x="19015002" y="1651007"/>
            <a:ext cx="4786312" cy="2079170"/>
          </a:xfrm>
          <a:prstGeom prst="rect">
            <a:avLst/>
          </a:prstGeom>
        </p:spPr>
        <p:txBody>
          <a:bodyPr/>
          <a:lstStyle>
            <a:lvl1pPr algn="ctr">
              <a:defRPr sz="2400">
                <a:solidFill>
                  <a:srgbClr val="FFFFFF"/>
                </a:solidFill>
              </a:defRPr>
            </a:lvl1pPr>
          </a:lstStyle>
          <a:p>
            <a:pPr>
              <a:defRPr/>
            </a:pPr>
            <a:r>
              <a:t>Text</a:t>
            </a:r>
          </a:p>
        </p:txBody>
      </p:sp>
      <p:sp>
        <p:nvSpPr>
          <p:cNvPr id="285" name="Text Placeholder 33"/>
          <p:cNvSpPr>
            <a:spLocks noGrp="1"/>
          </p:cNvSpPr>
          <p:nvPr>
            <p:ph type="body" sz="quarter" idx="28" hasCustomPrompt="1"/>
          </p:nvPr>
        </p:nvSpPr>
        <p:spPr bwMode="auto">
          <a:xfrm>
            <a:off x="19015002" y="5499109"/>
            <a:ext cx="4786312" cy="415926"/>
          </a:xfrm>
          <a:prstGeom prst="rect">
            <a:avLst/>
          </a:prstGeom>
        </p:spPr>
        <p:txBody>
          <a:bodyPr/>
          <a:lstStyle>
            <a:lvl1pPr algn="ctr" defTabSz="1426108">
              <a:spcBef>
                <a:spcPts val="1500"/>
              </a:spcBef>
              <a:defRPr sz="2200">
                <a:solidFill>
                  <a:srgbClr val="FFFFFF"/>
                </a:solidFill>
                <a:latin typeface="Montserrat Semi Bold"/>
                <a:ea typeface="Montserrat Semi Bold"/>
                <a:cs typeface="Montserrat Semi Bold"/>
              </a:defRPr>
            </a:lvl1pPr>
          </a:lstStyle>
          <a:p>
            <a:pPr>
              <a:defRPr/>
            </a:pPr>
            <a:r>
              <a:t>Text</a:t>
            </a:r>
          </a:p>
        </p:txBody>
      </p:sp>
      <p:sp>
        <p:nvSpPr>
          <p:cNvPr id="286" name="Text Placeholder 33"/>
          <p:cNvSpPr>
            <a:spLocks noGrp="1"/>
          </p:cNvSpPr>
          <p:nvPr>
            <p:ph type="body" sz="quarter" idx="29" hasCustomPrompt="1"/>
          </p:nvPr>
        </p:nvSpPr>
        <p:spPr bwMode="auto">
          <a:xfrm>
            <a:off x="19015002" y="6108705"/>
            <a:ext cx="4786312" cy="2079170"/>
          </a:xfrm>
          <a:prstGeom prst="rect">
            <a:avLst/>
          </a:prstGeom>
        </p:spPr>
        <p:txBody>
          <a:bodyPr/>
          <a:lstStyle>
            <a:lvl1pPr algn="ctr">
              <a:defRPr sz="2400">
                <a:solidFill>
                  <a:srgbClr val="FFFFFF"/>
                </a:solidFill>
              </a:defRPr>
            </a:lvl1pPr>
          </a:lstStyle>
          <a:p>
            <a:pPr>
              <a:defRPr/>
            </a:pPr>
            <a:r>
              <a:t>Text</a:t>
            </a:r>
          </a:p>
        </p:txBody>
      </p:sp>
      <p:sp>
        <p:nvSpPr>
          <p:cNvPr id="287" name="Text Placeholder 33"/>
          <p:cNvSpPr>
            <a:spLocks noGrp="1"/>
          </p:cNvSpPr>
          <p:nvPr>
            <p:ph type="body" sz="quarter" idx="30" hasCustomPrompt="1"/>
          </p:nvPr>
        </p:nvSpPr>
        <p:spPr bwMode="auto">
          <a:xfrm>
            <a:off x="19015002" y="10127807"/>
            <a:ext cx="4786312" cy="415926"/>
          </a:xfrm>
          <a:prstGeom prst="rect">
            <a:avLst/>
          </a:prstGeom>
        </p:spPr>
        <p:txBody>
          <a:bodyPr/>
          <a:lstStyle>
            <a:lvl1pPr algn="ctr" defTabSz="1426108">
              <a:spcBef>
                <a:spcPts val="1500"/>
              </a:spcBef>
              <a:defRPr sz="2200">
                <a:solidFill>
                  <a:srgbClr val="FFFFFF"/>
                </a:solidFill>
                <a:latin typeface="Montserrat Semi Bold"/>
                <a:ea typeface="Montserrat Semi Bold"/>
                <a:cs typeface="Montserrat Semi Bold"/>
              </a:defRPr>
            </a:lvl1pPr>
          </a:lstStyle>
          <a:p>
            <a:pPr>
              <a:defRPr/>
            </a:pPr>
            <a:r>
              <a:t>Text</a:t>
            </a:r>
          </a:p>
        </p:txBody>
      </p:sp>
      <p:sp>
        <p:nvSpPr>
          <p:cNvPr id="288" name="Text Placeholder 33"/>
          <p:cNvSpPr>
            <a:spLocks noGrp="1"/>
          </p:cNvSpPr>
          <p:nvPr>
            <p:ph type="body" sz="quarter" idx="31" hasCustomPrompt="1"/>
          </p:nvPr>
        </p:nvSpPr>
        <p:spPr bwMode="auto">
          <a:xfrm>
            <a:off x="19015002" y="10737409"/>
            <a:ext cx="4786312" cy="2079170"/>
          </a:xfrm>
          <a:prstGeom prst="rect">
            <a:avLst/>
          </a:prstGeom>
        </p:spPr>
        <p:txBody>
          <a:bodyPr/>
          <a:lstStyle>
            <a:lvl1pPr algn="ctr">
              <a:defRPr sz="2400">
                <a:solidFill>
                  <a:srgbClr val="FFFFFF"/>
                </a:solidFill>
              </a:defRPr>
            </a:lvl1pPr>
          </a:lstStyle>
          <a:p>
            <a:pPr>
              <a:defRPr/>
            </a:pPr>
            <a:r>
              <a:t>Text</a:t>
            </a:r>
          </a:p>
        </p:txBody>
      </p:sp>
    </p:spTree>
    <p:extLst>
      <p:ext uri="{BB962C8B-B14F-4D97-AF65-F5344CB8AC3E}">
        <p14:creationId xmlns:p14="http://schemas.microsoft.com/office/powerpoint/2010/main" val="250950743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PhAnim="0" type="tx" userDrawn="1">
  <p:cSld name="6_Custom Layout">
    <p:spTree>
      <p:nvGrpSpPr>
        <p:cNvPr id="1" name=""/>
        <p:cNvGrpSpPr/>
        <p:nvPr/>
      </p:nvGrpSpPr>
      <p:grpSpPr bwMode="auto">
        <a:xfrm>
          <a:off x="0" y="0"/>
          <a:ext cx="0" cy="0"/>
          <a:chOff x="0" y="0"/>
          <a:chExt cx="0" cy="0"/>
        </a:xfrm>
      </p:grpSpPr>
      <p:sp>
        <p:nvSpPr>
          <p:cNvPr id="295"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296" name="Текст заголовка"/>
          <p:cNvSpPr txBox="1">
            <a:spLocks noGrp="1"/>
          </p:cNvSpPr>
          <p:nvPr>
            <p:ph type="title"/>
          </p:nvPr>
        </p:nvSpPr>
        <p:spPr bwMode="auto">
          <a:xfrm>
            <a:off x="1676836" y="753036"/>
            <a:ext cx="21036680" cy="1381688"/>
          </a:xfrm>
          <a:prstGeom prst="rect">
            <a:avLst/>
          </a:prstGeom>
        </p:spPr>
        <p:txBody>
          <a:bodyPr/>
          <a:lstStyle>
            <a:lvl1pPr algn="ctr">
              <a:defRPr>
                <a:solidFill>
                  <a:srgbClr val="404040"/>
                </a:solidFill>
              </a:defRPr>
            </a:lvl1pPr>
          </a:lstStyle>
          <a:p>
            <a:pPr>
              <a:defRPr/>
            </a:pPr>
            <a:r>
              <a:t>Текст заголовка</a:t>
            </a:r>
          </a:p>
        </p:txBody>
      </p:sp>
      <p:sp>
        <p:nvSpPr>
          <p:cNvPr id="297" name="Уровень текста 1…"/>
          <p:cNvSpPr txBox="1">
            <a:spLocks noGrp="1"/>
          </p:cNvSpPr>
          <p:nvPr>
            <p:ph type="body" sz="quarter" idx="1"/>
          </p:nvPr>
        </p:nvSpPr>
        <p:spPr bwMode="auto">
          <a:xfrm>
            <a:off x="1676836" y="2134729"/>
            <a:ext cx="21036680" cy="457202"/>
          </a:xfrm>
          <a:prstGeom prst="rect">
            <a:avLst/>
          </a:prstGeom>
        </p:spPr>
        <p:txBody>
          <a:bodyPr/>
          <a:lstStyle>
            <a:lvl1pPr algn="ctr">
              <a:defRPr sz="3200">
                <a:solidFill>
                  <a:schemeClr val="accent4"/>
                </a:solidFill>
              </a:defRPr>
            </a:lvl1pPr>
            <a:lvl2pPr algn="ctr">
              <a:defRPr sz="3200">
                <a:solidFill>
                  <a:schemeClr val="accent4"/>
                </a:solidFill>
              </a:defRPr>
            </a:lvl2pPr>
            <a:lvl3pPr algn="ctr">
              <a:defRPr sz="3200">
                <a:solidFill>
                  <a:schemeClr val="accent4"/>
                </a:solidFill>
              </a:defRPr>
            </a:lvl3pPr>
            <a:lvl4pPr algn="ctr">
              <a:defRPr sz="3200">
                <a:solidFill>
                  <a:schemeClr val="accent4"/>
                </a:solidFill>
              </a:defRPr>
            </a:lvl4pPr>
            <a:lvl5pPr algn="ct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
        <p:nvSpPr>
          <p:cNvPr id="298" name="Picture Placeholder 8"/>
          <p:cNvSpPr>
            <a:spLocks noGrp="1"/>
          </p:cNvSpPr>
          <p:nvPr>
            <p:ph type="pic" sz="quarter" idx="21"/>
          </p:nvPr>
        </p:nvSpPr>
        <p:spPr bwMode="auto">
          <a:xfrm>
            <a:off x="3287845" y="4229201"/>
            <a:ext cx="6457954" cy="3713070"/>
          </a:xfrm>
          <a:prstGeom prst="rect">
            <a:avLst/>
          </a:prstGeom>
        </p:spPr>
        <p:txBody>
          <a:bodyPr lIns="91439" rIns="91439">
            <a:noAutofit/>
          </a:bodyPr>
          <a:lstStyle/>
          <a:p>
            <a:pPr>
              <a:defRPr/>
            </a:pPr>
            <a:endParaRPr/>
          </a:p>
        </p:txBody>
      </p:sp>
      <p:sp>
        <p:nvSpPr>
          <p:cNvPr id="299" name="Picture Placeholder 8"/>
          <p:cNvSpPr>
            <a:spLocks noGrp="1"/>
          </p:cNvSpPr>
          <p:nvPr>
            <p:ph type="pic" sz="quarter" idx="22"/>
          </p:nvPr>
        </p:nvSpPr>
        <p:spPr bwMode="auto">
          <a:xfrm>
            <a:off x="6449880" y="7348957"/>
            <a:ext cx="3295912" cy="593314"/>
          </a:xfrm>
          <a:prstGeom prst="rect">
            <a:avLst/>
          </a:prstGeom>
        </p:spPr>
        <p:txBody>
          <a:bodyPr lIns="91439" rIns="91439">
            <a:noAutofit/>
          </a:bodyPr>
          <a:lstStyle/>
          <a:p>
            <a:pPr>
              <a:defRPr/>
            </a:pPr>
            <a:endParaRPr/>
          </a:p>
        </p:txBody>
      </p:sp>
      <p:sp>
        <p:nvSpPr>
          <p:cNvPr id="300" name="Text Placeholder 28"/>
          <p:cNvSpPr>
            <a:spLocks noGrp="1"/>
          </p:cNvSpPr>
          <p:nvPr>
            <p:ph type="body" sz="quarter" idx="23" hasCustomPrompt="1"/>
          </p:nvPr>
        </p:nvSpPr>
        <p:spPr bwMode="auto">
          <a:xfrm>
            <a:off x="6634740" y="7448548"/>
            <a:ext cx="3014864" cy="365128"/>
          </a:xfrm>
          <a:prstGeom prst="rect">
            <a:avLst/>
          </a:prstGeom>
        </p:spPr>
        <p:txBody>
          <a:bodyPr/>
          <a:lstStyle>
            <a:lvl1pPr defTabSz="1243272">
              <a:spcBef>
                <a:spcPts val="1300"/>
              </a:spcBef>
              <a:defRPr sz="1650">
                <a:solidFill>
                  <a:srgbClr val="FFFFFF"/>
                </a:solidFill>
              </a:defRPr>
            </a:lvl1pPr>
          </a:lstStyle>
          <a:p>
            <a:pPr>
              <a:defRPr/>
            </a:pPr>
            <a:r>
              <a:t>Text</a:t>
            </a:r>
          </a:p>
        </p:txBody>
      </p:sp>
    </p:spTree>
    <p:extLst>
      <p:ext uri="{BB962C8B-B14F-4D97-AF65-F5344CB8AC3E}">
        <p14:creationId xmlns:p14="http://schemas.microsoft.com/office/powerpoint/2010/main" val="17183356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PhAnim="0" type="tx" userDrawn="1">
  <p:cSld name="7_Custom Layout">
    <p:spTree>
      <p:nvGrpSpPr>
        <p:cNvPr id="1" name=""/>
        <p:cNvGrpSpPr/>
        <p:nvPr/>
      </p:nvGrpSpPr>
      <p:grpSpPr bwMode="auto">
        <a:xfrm>
          <a:off x="0" y="0"/>
          <a:ext cx="0" cy="0"/>
          <a:chOff x="0" y="0"/>
          <a:chExt cx="0" cy="0"/>
        </a:xfrm>
      </p:grpSpPr>
      <p:sp>
        <p:nvSpPr>
          <p:cNvPr id="307"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308" name="Текст заголовка"/>
          <p:cNvSpPr txBox="1">
            <a:spLocks noGrp="1"/>
          </p:cNvSpPr>
          <p:nvPr>
            <p:ph type="title"/>
          </p:nvPr>
        </p:nvSpPr>
        <p:spPr bwMode="auto">
          <a:xfrm>
            <a:off x="1676836" y="753036"/>
            <a:ext cx="21036680" cy="1381688"/>
          </a:xfrm>
          <a:prstGeom prst="rect">
            <a:avLst/>
          </a:prstGeom>
        </p:spPr>
        <p:txBody>
          <a:bodyPr/>
          <a:lstStyle>
            <a:lvl1pPr algn="ctr">
              <a:defRPr>
                <a:solidFill>
                  <a:srgbClr val="404040"/>
                </a:solidFill>
              </a:defRPr>
            </a:lvl1pPr>
          </a:lstStyle>
          <a:p>
            <a:pPr>
              <a:defRPr/>
            </a:pPr>
            <a:r>
              <a:t>Текст заголовка</a:t>
            </a:r>
          </a:p>
        </p:txBody>
      </p:sp>
      <p:sp>
        <p:nvSpPr>
          <p:cNvPr id="309" name="Уровень текста 1…"/>
          <p:cNvSpPr txBox="1">
            <a:spLocks noGrp="1"/>
          </p:cNvSpPr>
          <p:nvPr>
            <p:ph type="body" sz="quarter" idx="1"/>
          </p:nvPr>
        </p:nvSpPr>
        <p:spPr bwMode="auto">
          <a:xfrm>
            <a:off x="1676836" y="2134729"/>
            <a:ext cx="21036680" cy="457202"/>
          </a:xfrm>
          <a:prstGeom prst="rect">
            <a:avLst/>
          </a:prstGeom>
        </p:spPr>
        <p:txBody>
          <a:bodyPr/>
          <a:lstStyle>
            <a:lvl1pPr algn="ctr">
              <a:defRPr sz="3200">
                <a:solidFill>
                  <a:schemeClr val="accent4"/>
                </a:solidFill>
              </a:defRPr>
            </a:lvl1pPr>
            <a:lvl2pPr algn="ctr">
              <a:defRPr sz="3200">
                <a:solidFill>
                  <a:schemeClr val="accent4"/>
                </a:solidFill>
              </a:defRPr>
            </a:lvl2pPr>
            <a:lvl3pPr algn="ctr">
              <a:defRPr sz="3200">
                <a:solidFill>
                  <a:schemeClr val="accent4"/>
                </a:solidFill>
              </a:defRPr>
            </a:lvl3pPr>
            <a:lvl4pPr algn="ctr">
              <a:defRPr sz="3200">
                <a:solidFill>
                  <a:schemeClr val="accent4"/>
                </a:solidFill>
              </a:defRPr>
            </a:lvl4pPr>
            <a:lvl5pPr algn="ct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
        <p:nvSpPr>
          <p:cNvPr id="310" name="Picture Placeholder 8"/>
          <p:cNvSpPr>
            <a:spLocks noGrp="1"/>
          </p:cNvSpPr>
          <p:nvPr>
            <p:ph type="pic" sz="quarter" idx="21"/>
          </p:nvPr>
        </p:nvSpPr>
        <p:spPr bwMode="auto">
          <a:xfrm>
            <a:off x="3287845" y="4040943"/>
            <a:ext cx="6457954" cy="3713070"/>
          </a:xfrm>
          <a:prstGeom prst="rect">
            <a:avLst/>
          </a:prstGeom>
        </p:spPr>
        <p:txBody>
          <a:bodyPr lIns="91439" rIns="91439">
            <a:noAutofit/>
          </a:bodyPr>
          <a:lstStyle/>
          <a:p>
            <a:pPr>
              <a:defRPr/>
            </a:pPr>
            <a:endParaRPr/>
          </a:p>
        </p:txBody>
      </p:sp>
      <p:sp>
        <p:nvSpPr>
          <p:cNvPr id="311" name="Picture Placeholder 8"/>
          <p:cNvSpPr>
            <a:spLocks noGrp="1"/>
          </p:cNvSpPr>
          <p:nvPr>
            <p:ph type="pic" sz="quarter" idx="22"/>
          </p:nvPr>
        </p:nvSpPr>
        <p:spPr bwMode="auto">
          <a:xfrm>
            <a:off x="6442254" y="7160691"/>
            <a:ext cx="3303536" cy="593314"/>
          </a:xfrm>
          <a:prstGeom prst="rect">
            <a:avLst/>
          </a:prstGeom>
        </p:spPr>
        <p:txBody>
          <a:bodyPr lIns="91439" rIns="91439">
            <a:noAutofit/>
          </a:bodyPr>
          <a:lstStyle/>
          <a:p>
            <a:pPr>
              <a:defRPr/>
            </a:pPr>
            <a:endParaRPr/>
          </a:p>
        </p:txBody>
      </p:sp>
      <p:sp>
        <p:nvSpPr>
          <p:cNvPr id="312" name="Text Placeholder 28"/>
          <p:cNvSpPr>
            <a:spLocks noGrp="1"/>
          </p:cNvSpPr>
          <p:nvPr>
            <p:ph type="body" sz="quarter" idx="23" hasCustomPrompt="1"/>
          </p:nvPr>
        </p:nvSpPr>
        <p:spPr bwMode="auto">
          <a:xfrm>
            <a:off x="6627767" y="7260291"/>
            <a:ext cx="3021838" cy="397810"/>
          </a:xfrm>
          <a:prstGeom prst="rect">
            <a:avLst/>
          </a:prstGeom>
        </p:spPr>
        <p:txBody>
          <a:bodyPr/>
          <a:lstStyle>
            <a:lvl1pPr defTabSz="1389540">
              <a:spcBef>
                <a:spcPts val="1500"/>
              </a:spcBef>
              <a:defRPr sz="1800">
                <a:solidFill>
                  <a:srgbClr val="FFFFFF"/>
                </a:solidFill>
              </a:defRPr>
            </a:lvl1pPr>
          </a:lstStyle>
          <a:p>
            <a:pPr>
              <a:defRPr/>
            </a:pPr>
            <a:r>
              <a:t>Text</a:t>
            </a:r>
          </a:p>
        </p:txBody>
      </p:sp>
      <p:sp>
        <p:nvSpPr>
          <p:cNvPr id="313" name="Picture Placeholder 8"/>
          <p:cNvSpPr>
            <a:spLocks noGrp="1"/>
          </p:cNvSpPr>
          <p:nvPr>
            <p:ph type="pic" sz="quarter" idx="24"/>
          </p:nvPr>
        </p:nvSpPr>
        <p:spPr bwMode="auto">
          <a:xfrm>
            <a:off x="14504261" y="4040943"/>
            <a:ext cx="6457954" cy="3713070"/>
          </a:xfrm>
          <a:prstGeom prst="rect">
            <a:avLst/>
          </a:prstGeom>
        </p:spPr>
        <p:txBody>
          <a:bodyPr lIns="91439" rIns="91439">
            <a:noAutofit/>
          </a:bodyPr>
          <a:lstStyle/>
          <a:p>
            <a:pPr>
              <a:defRPr/>
            </a:pPr>
            <a:endParaRPr/>
          </a:p>
        </p:txBody>
      </p:sp>
      <p:sp>
        <p:nvSpPr>
          <p:cNvPr id="314" name="Text Placeholder 33"/>
          <p:cNvSpPr>
            <a:spLocks noGrp="1"/>
          </p:cNvSpPr>
          <p:nvPr>
            <p:ph type="body" sz="quarter" idx="25" hasCustomPrompt="1"/>
          </p:nvPr>
        </p:nvSpPr>
        <p:spPr bwMode="auto">
          <a:xfrm>
            <a:off x="3287843" y="8763007"/>
            <a:ext cx="6457954" cy="550866"/>
          </a:xfrm>
          <a:prstGeom prst="rect">
            <a:avLst/>
          </a:prstGeom>
        </p:spPr>
        <p:txBody>
          <a:bodyPr/>
          <a:lstStyle>
            <a:lvl1pPr defTabSz="1700360">
              <a:spcBef>
                <a:spcPts val="1800"/>
              </a:spcBef>
              <a:defRPr sz="3000">
                <a:solidFill>
                  <a:srgbClr val="404040"/>
                </a:solidFill>
                <a:latin typeface="Montserrat Semi Bold"/>
                <a:ea typeface="Montserrat Semi Bold"/>
                <a:cs typeface="Montserrat Semi Bold"/>
              </a:defRPr>
            </a:lvl1pPr>
          </a:lstStyle>
          <a:p>
            <a:pPr>
              <a:defRPr/>
            </a:pPr>
            <a:r>
              <a:t>Text</a:t>
            </a:r>
          </a:p>
        </p:txBody>
      </p:sp>
      <p:sp>
        <p:nvSpPr>
          <p:cNvPr id="315" name="Text Placeholder 33"/>
          <p:cNvSpPr>
            <a:spLocks noGrp="1"/>
          </p:cNvSpPr>
          <p:nvPr>
            <p:ph type="body" sz="quarter" idx="26" hasCustomPrompt="1"/>
          </p:nvPr>
        </p:nvSpPr>
        <p:spPr bwMode="auto">
          <a:xfrm>
            <a:off x="3287843" y="9442461"/>
            <a:ext cx="6457954" cy="2114922"/>
          </a:xfrm>
          <a:prstGeom prst="rect">
            <a:avLst/>
          </a:prstGeom>
        </p:spPr>
        <p:txBody>
          <a:bodyPr/>
          <a:lstStyle>
            <a:lvl1pPr>
              <a:lnSpc>
                <a:spcPct val="150000"/>
              </a:lnSpc>
              <a:defRPr sz="2400">
                <a:solidFill>
                  <a:schemeClr val="accent4"/>
                </a:solidFill>
              </a:defRPr>
            </a:lvl1pPr>
          </a:lstStyle>
          <a:p>
            <a:pPr>
              <a:defRPr/>
            </a:pPr>
            <a:r>
              <a:t>Text</a:t>
            </a:r>
          </a:p>
        </p:txBody>
      </p:sp>
      <p:sp>
        <p:nvSpPr>
          <p:cNvPr id="316" name="Text Placeholder 33"/>
          <p:cNvSpPr>
            <a:spLocks noGrp="1"/>
          </p:cNvSpPr>
          <p:nvPr>
            <p:ph type="body" sz="quarter" idx="27" hasCustomPrompt="1"/>
          </p:nvPr>
        </p:nvSpPr>
        <p:spPr bwMode="auto">
          <a:xfrm>
            <a:off x="14504259" y="8716317"/>
            <a:ext cx="6457954" cy="550866"/>
          </a:xfrm>
          <a:prstGeom prst="rect">
            <a:avLst/>
          </a:prstGeom>
        </p:spPr>
        <p:txBody>
          <a:bodyPr/>
          <a:lstStyle>
            <a:lvl1pPr defTabSz="1700360">
              <a:spcBef>
                <a:spcPts val="1800"/>
              </a:spcBef>
              <a:defRPr sz="3000">
                <a:solidFill>
                  <a:srgbClr val="404040"/>
                </a:solidFill>
                <a:latin typeface="Montserrat Semi Bold"/>
                <a:ea typeface="Montserrat Semi Bold"/>
                <a:cs typeface="Montserrat Semi Bold"/>
              </a:defRPr>
            </a:lvl1pPr>
          </a:lstStyle>
          <a:p>
            <a:pPr>
              <a:defRPr/>
            </a:pPr>
            <a:r>
              <a:t>Text</a:t>
            </a:r>
          </a:p>
        </p:txBody>
      </p:sp>
      <p:sp>
        <p:nvSpPr>
          <p:cNvPr id="317" name="Text Placeholder 33"/>
          <p:cNvSpPr>
            <a:spLocks noGrp="1"/>
          </p:cNvSpPr>
          <p:nvPr>
            <p:ph type="body" sz="quarter" idx="28" hasCustomPrompt="1"/>
          </p:nvPr>
        </p:nvSpPr>
        <p:spPr bwMode="auto">
          <a:xfrm>
            <a:off x="14504259" y="9395771"/>
            <a:ext cx="6457954" cy="2114922"/>
          </a:xfrm>
          <a:prstGeom prst="rect">
            <a:avLst/>
          </a:prstGeom>
        </p:spPr>
        <p:txBody>
          <a:bodyPr/>
          <a:lstStyle>
            <a:lvl1pPr>
              <a:lnSpc>
                <a:spcPct val="150000"/>
              </a:lnSpc>
              <a:defRPr sz="2400">
                <a:solidFill>
                  <a:schemeClr val="accent4"/>
                </a:solidFill>
              </a:defRPr>
            </a:lvl1pPr>
          </a:lstStyle>
          <a:p>
            <a:pPr>
              <a:defRPr/>
            </a:pPr>
            <a:r>
              <a:t>Text</a:t>
            </a:r>
          </a:p>
        </p:txBody>
      </p:sp>
      <p:sp>
        <p:nvSpPr>
          <p:cNvPr id="318" name="Picture Placeholder 8"/>
          <p:cNvSpPr>
            <a:spLocks noGrp="1"/>
          </p:cNvSpPr>
          <p:nvPr>
            <p:ph type="pic" sz="quarter" idx="29"/>
          </p:nvPr>
        </p:nvSpPr>
        <p:spPr bwMode="auto">
          <a:xfrm>
            <a:off x="14504252" y="7160691"/>
            <a:ext cx="3303536" cy="593314"/>
          </a:xfrm>
          <a:prstGeom prst="rect">
            <a:avLst/>
          </a:prstGeom>
        </p:spPr>
        <p:txBody>
          <a:bodyPr lIns="91439" rIns="91439">
            <a:noAutofit/>
          </a:bodyPr>
          <a:lstStyle/>
          <a:p>
            <a:pPr>
              <a:defRPr/>
            </a:pPr>
            <a:endParaRPr/>
          </a:p>
        </p:txBody>
      </p:sp>
      <p:sp>
        <p:nvSpPr>
          <p:cNvPr id="319" name="Text Placeholder 28"/>
          <p:cNvSpPr>
            <a:spLocks noGrp="1"/>
          </p:cNvSpPr>
          <p:nvPr>
            <p:ph type="body" sz="quarter" idx="30" hasCustomPrompt="1"/>
          </p:nvPr>
        </p:nvSpPr>
        <p:spPr bwMode="auto">
          <a:xfrm>
            <a:off x="14689765" y="7260291"/>
            <a:ext cx="3021838" cy="397810"/>
          </a:xfrm>
          <a:prstGeom prst="rect">
            <a:avLst/>
          </a:prstGeom>
        </p:spPr>
        <p:txBody>
          <a:bodyPr/>
          <a:lstStyle>
            <a:lvl1pPr defTabSz="1389540">
              <a:spcBef>
                <a:spcPts val="1500"/>
              </a:spcBef>
              <a:defRPr sz="1800">
                <a:solidFill>
                  <a:srgbClr val="FFFFFF"/>
                </a:solidFill>
              </a:defRPr>
            </a:lvl1pPr>
          </a:lstStyle>
          <a:p>
            <a:pPr>
              <a:defRPr/>
            </a:pPr>
            <a:r>
              <a:t>Text</a:t>
            </a:r>
          </a:p>
        </p:txBody>
      </p:sp>
    </p:spTree>
    <p:extLst>
      <p:ext uri="{BB962C8B-B14F-4D97-AF65-F5344CB8AC3E}">
        <p14:creationId xmlns:p14="http://schemas.microsoft.com/office/powerpoint/2010/main" val="27746359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PhAnim="0" type="tx" userDrawn="1">
  <p:cSld name="8_Custom Layout">
    <p:spTree>
      <p:nvGrpSpPr>
        <p:cNvPr id="1" name=""/>
        <p:cNvGrpSpPr/>
        <p:nvPr/>
      </p:nvGrpSpPr>
      <p:grpSpPr bwMode="auto">
        <a:xfrm>
          <a:off x="0" y="0"/>
          <a:ext cx="0" cy="0"/>
          <a:chOff x="0" y="0"/>
          <a:chExt cx="0" cy="0"/>
        </a:xfrm>
      </p:grpSpPr>
      <p:sp>
        <p:nvSpPr>
          <p:cNvPr id="326"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327" name="Текст заголовка"/>
          <p:cNvSpPr txBox="1">
            <a:spLocks noGrp="1"/>
          </p:cNvSpPr>
          <p:nvPr>
            <p:ph type="title"/>
          </p:nvPr>
        </p:nvSpPr>
        <p:spPr bwMode="auto">
          <a:xfrm>
            <a:off x="1676836" y="753036"/>
            <a:ext cx="21036680" cy="1381688"/>
          </a:xfrm>
          <a:prstGeom prst="rect">
            <a:avLst/>
          </a:prstGeom>
        </p:spPr>
        <p:txBody>
          <a:bodyPr/>
          <a:lstStyle>
            <a:lvl1pPr algn="ctr">
              <a:defRPr>
                <a:solidFill>
                  <a:srgbClr val="404040"/>
                </a:solidFill>
              </a:defRPr>
            </a:lvl1pPr>
          </a:lstStyle>
          <a:p>
            <a:pPr>
              <a:defRPr/>
            </a:pPr>
            <a:r>
              <a:t>Текст заголовка</a:t>
            </a:r>
          </a:p>
        </p:txBody>
      </p:sp>
      <p:sp>
        <p:nvSpPr>
          <p:cNvPr id="328" name="Уровень текста 1…"/>
          <p:cNvSpPr txBox="1">
            <a:spLocks noGrp="1"/>
          </p:cNvSpPr>
          <p:nvPr>
            <p:ph type="body" sz="quarter" idx="1"/>
          </p:nvPr>
        </p:nvSpPr>
        <p:spPr bwMode="auto">
          <a:xfrm>
            <a:off x="1676836" y="2134729"/>
            <a:ext cx="21036680" cy="457202"/>
          </a:xfrm>
          <a:prstGeom prst="rect">
            <a:avLst/>
          </a:prstGeom>
        </p:spPr>
        <p:txBody>
          <a:bodyPr/>
          <a:lstStyle>
            <a:lvl1pPr algn="ctr">
              <a:defRPr sz="3200">
                <a:solidFill>
                  <a:schemeClr val="accent4"/>
                </a:solidFill>
              </a:defRPr>
            </a:lvl1pPr>
            <a:lvl2pPr algn="ctr">
              <a:defRPr sz="3200">
                <a:solidFill>
                  <a:schemeClr val="accent4"/>
                </a:solidFill>
              </a:defRPr>
            </a:lvl2pPr>
            <a:lvl3pPr algn="ctr">
              <a:defRPr sz="3200">
                <a:solidFill>
                  <a:schemeClr val="accent4"/>
                </a:solidFill>
              </a:defRPr>
            </a:lvl3pPr>
            <a:lvl4pPr algn="ctr">
              <a:defRPr sz="3200">
                <a:solidFill>
                  <a:schemeClr val="accent4"/>
                </a:solidFill>
              </a:defRPr>
            </a:lvl4pPr>
            <a:lvl5pPr algn="ct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
        <p:nvSpPr>
          <p:cNvPr id="329" name="Text Placeholder 33"/>
          <p:cNvSpPr>
            <a:spLocks noGrp="1"/>
          </p:cNvSpPr>
          <p:nvPr>
            <p:ph type="body" sz="quarter" idx="21" hasCustomPrompt="1"/>
          </p:nvPr>
        </p:nvSpPr>
        <p:spPr bwMode="auto">
          <a:xfrm>
            <a:off x="5546443" y="4145287"/>
            <a:ext cx="5289130" cy="612458"/>
          </a:xfrm>
          <a:prstGeom prst="rect">
            <a:avLst/>
          </a:prstGeom>
        </p:spPr>
        <p:txBody>
          <a:bodyPr/>
          <a:lstStyle>
            <a:lvl1pPr>
              <a:defRPr sz="3200">
                <a:solidFill>
                  <a:srgbClr val="404040"/>
                </a:solidFill>
                <a:latin typeface="Montserrat Semi Bold"/>
                <a:ea typeface="Montserrat Semi Bold"/>
                <a:cs typeface="Montserrat Semi Bold"/>
              </a:defRPr>
            </a:lvl1pPr>
          </a:lstStyle>
          <a:p>
            <a:pPr>
              <a:defRPr/>
            </a:pPr>
            <a:r>
              <a:t>Text</a:t>
            </a:r>
          </a:p>
        </p:txBody>
      </p:sp>
      <p:sp>
        <p:nvSpPr>
          <p:cNvPr id="330" name="Text Placeholder 33"/>
          <p:cNvSpPr>
            <a:spLocks noGrp="1"/>
          </p:cNvSpPr>
          <p:nvPr>
            <p:ph type="body" sz="quarter" idx="22" hasCustomPrompt="1"/>
          </p:nvPr>
        </p:nvSpPr>
        <p:spPr bwMode="auto">
          <a:xfrm>
            <a:off x="5546443" y="4886331"/>
            <a:ext cx="5289130" cy="2037230"/>
          </a:xfrm>
          <a:prstGeom prst="rect">
            <a:avLst/>
          </a:prstGeom>
        </p:spPr>
        <p:txBody>
          <a:bodyPr/>
          <a:lstStyle>
            <a:lvl1pPr>
              <a:lnSpc>
                <a:spcPct val="150000"/>
              </a:lnSpc>
              <a:defRPr sz="2200">
                <a:solidFill>
                  <a:schemeClr val="accent4"/>
                </a:solidFill>
              </a:defRPr>
            </a:lvl1pPr>
          </a:lstStyle>
          <a:p>
            <a:pPr>
              <a:defRPr/>
            </a:pPr>
            <a:r>
              <a:t>Text</a:t>
            </a:r>
          </a:p>
        </p:txBody>
      </p:sp>
      <p:sp>
        <p:nvSpPr>
          <p:cNvPr id="331" name="Picture Placeholder 11"/>
          <p:cNvSpPr>
            <a:spLocks noGrp="1"/>
          </p:cNvSpPr>
          <p:nvPr>
            <p:ph type="pic" sz="quarter" idx="23"/>
          </p:nvPr>
        </p:nvSpPr>
        <p:spPr bwMode="auto">
          <a:xfrm>
            <a:off x="2573097" y="4145287"/>
            <a:ext cx="2339242" cy="2338022"/>
          </a:xfrm>
          <a:prstGeom prst="rect">
            <a:avLst/>
          </a:prstGeom>
        </p:spPr>
        <p:txBody>
          <a:bodyPr lIns="91439" rIns="91439">
            <a:noAutofit/>
          </a:bodyPr>
          <a:lstStyle/>
          <a:p>
            <a:pPr>
              <a:defRPr/>
            </a:pPr>
            <a:endParaRPr/>
          </a:p>
        </p:txBody>
      </p:sp>
      <p:sp>
        <p:nvSpPr>
          <p:cNvPr id="332" name="Text Placeholder 33"/>
          <p:cNvSpPr>
            <a:spLocks noGrp="1"/>
          </p:cNvSpPr>
          <p:nvPr>
            <p:ph type="body" sz="quarter" idx="24" hasCustomPrompt="1"/>
          </p:nvPr>
        </p:nvSpPr>
        <p:spPr bwMode="auto">
          <a:xfrm>
            <a:off x="5546443" y="8208871"/>
            <a:ext cx="5289130" cy="612458"/>
          </a:xfrm>
          <a:prstGeom prst="rect">
            <a:avLst/>
          </a:prstGeom>
        </p:spPr>
        <p:txBody>
          <a:bodyPr/>
          <a:lstStyle>
            <a:lvl1pPr>
              <a:defRPr sz="3200">
                <a:solidFill>
                  <a:srgbClr val="404040"/>
                </a:solidFill>
                <a:latin typeface="Montserrat Semi Bold"/>
                <a:ea typeface="Montserrat Semi Bold"/>
                <a:cs typeface="Montserrat Semi Bold"/>
              </a:defRPr>
            </a:lvl1pPr>
          </a:lstStyle>
          <a:p>
            <a:pPr>
              <a:defRPr/>
            </a:pPr>
            <a:r>
              <a:t>Text</a:t>
            </a:r>
          </a:p>
        </p:txBody>
      </p:sp>
      <p:sp>
        <p:nvSpPr>
          <p:cNvPr id="333" name="Text Placeholder 33"/>
          <p:cNvSpPr>
            <a:spLocks noGrp="1"/>
          </p:cNvSpPr>
          <p:nvPr>
            <p:ph type="body" sz="quarter" idx="25" hasCustomPrompt="1"/>
          </p:nvPr>
        </p:nvSpPr>
        <p:spPr bwMode="auto">
          <a:xfrm>
            <a:off x="5546443" y="8949917"/>
            <a:ext cx="5289130" cy="2037230"/>
          </a:xfrm>
          <a:prstGeom prst="rect">
            <a:avLst/>
          </a:prstGeom>
        </p:spPr>
        <p:txBody>
          <a:bodyPr/>
          <a:lstStyle>
            <a:lvl1pPr>
              <a:lnSpc>
                <a:spcPct val="150000"/>
              </a:lnSpc>
              <a:defRPr sz="2200">
                <a:solidFill>
                  <a:schemeClr val="accent4"/>
                </a:solidFill>
              </a:defRPr>
            </a:lvl1pPr>
          </a:lstStyle>
          <a:p>
            <a:pPr>
              <a:defRPr/>
            </a:pPr>
            <a:r>
              <a:t>Text</a:t>
            </a:r>
          </a:p>
        </p:txBody>
      </p:sp>
      <p:sp>
        <p:nvSpPr>
          <p:cNvPr id="334" name="Picture Placeholder 11"/>
          <p:cNvSpPr>
            <a:spLocks noGrp="1"/>
          </p:cNvSpPr>
          <p:nvPr>
            <p:ph type="pic" sz="quarter" idx="26"/>
          </p:nvPr>
        </p:nvSpPr>
        <p:spPr bwMode="auto">
          <a:xfrm>
            <a:off x="2573097" y="8208864"/>
            <a:ext cx="2339242" cy="2338024"/>
          </a:xfrm>
          <a:prstGeom prst="rect">
            <a:avLst/>
          </a:prstGeom>
        </p:spPr>
        <p:txBody>
          <a:bodyPr lIns="91439" rIns="91439">
            <a:noAutofit/>
          </a:bodyPr>
          <a:lstStyle/>
          <a:p>
            <a:pPr>
              <a:defRPr/>
            </a:pPr>
            <a:endParaRPr/>
          </a:p>
        </p:txBody>
      </p:sp>
      <p:sp>
        <p:nvSpPr>
          <p:cNvPr id="335" name="Text Placeholder 33"/>
          <p:cNvSpPr>
            <a:spLocks noGrp="1"/>
          </p:cNvSpPr>
          <p:nvPr>
            <p:ph type="body" sz="quarter" idx="27" hasCustomPrompt="1"/>
          </p:nvPr>
        </p:nvSpPr>
        <p:spPr bwMode="auto">
          <a:xfrm>
            <a:off x="16311048" y="4145287"/>
            <a:ext cx="5289132" cy="612458"/>
          </a:xfrm>
          <a:prstGeom prst="rect">
            <a:avLst/>
          </a:prstGeom>
        </p:spPr>
        <p:txBody>
          <a:bodyPr/>
          <a:lstStyle>
            <a:lvl1pPr>
              <a:defRPr sz="3200">
                <a:solidFill>
                  <a:srgbClr val="404040"/>
                </a:solidFill>
                <a:latin typeface="Montserrat Semi Bold"/>
                <a:ea typeface="Montserrat Semi Bold"/>
                <a:cs typeface="Montserrat Semi Bold"/>
              </a:defRPr>
            </a:lvl1pPr>
          </a:lstStyle>
          <a:p>
            <a:pPr>
              <a:defRPr/>
            </a:pPr>
            <a:r>
              <a:t>Text</a:t>
            </a:r>
          </a:p>
        </p:txBody>
      </p:sp>
      <p:sp>
        <p:nvSpPr>
          <p:cNvPr id="336" name="Text Placeholder 33"/>
          <p:cNvSpPr>
            <a:spLocks noGrp="1"/>
          </p:cNvSpPr>
          <p:nvPr>
            <p:ph type="body" sz="quarter" idx="28" hasCustomPrompt="1"/>
          </p:nvPr>
        </p:nvSpPr>
        <p:spPr bwMode="auto">
          <a:xfrm>
            <a:off x="16311048" y="4886331"/>
            <a:ext cx="5289132" cy="2037230"/>
          </a:xfrm>
          <a:prstGeom prst="rect">
            <a:avLst/>
          </a:prstGeom>
        </p:spPr>
        <p:txBody>
          <a:bodyPr/>
          <a:lstStyle>
            <a:lvl1pPr>
              <a:lnSpc>
                <a:spcPct val="150000"/>
              </a:lnSpc>
              <a:defRPr sz="2200">
                <a:solidFill>
                  <a:schemeClr val="accent4"/>
                </a:solidFill>
              </a:defRPr>
            </a:lvl1pPr>
          </a:lstStyle>
          <a:p>
            <a:pPr>
              <a:defRPr/>
            </a:pPr>
            <a:r>
              <a:t>Text</a:t>
            </a:r>
          </a:p>
        </p:txBody>
      </p:sp>
      <p:sp>
        <p:nvSpPr>
          <p:cNvPr id="337" name="Picture Placeholder 11"/>
          <p:cNvSpPr>
            <a:spLocks noGrp="1"/>
          </p:cNvSpPr>
          <p:nvPr>
            <p:ph type="pic" sz="quarter" idx="29"/>
          </p:nvPr>
        </p:nvSpPr>
        <p:spPr bwMode="auto">
          <a:xfrm>
            <a:off x="13337700" y="4145287"/>
            <a:ext cx="2339240" cy="2338022"/>
          </a:xfrm>
          <a:prstGeom prst="rect">
            <a:avLst/>
          </a:prstGeom>
        </p:spPr>
        <p:txBody>
          <a:bodyPr lIns="91439" rIns="91439">
            <a:noAutofit/>
          </a:bodyPr>
          <a:lstStyle/>
          <a:p>
            <a:pPr>
              <a:defRPr/>
            </a:pPr>
            <a:endParaRPr/>
          </a:p>
        </p:txBody>
      </p:sp>
      <p:sp>
        <p:nvSpPr>
          <p:cNvPr id="338" name="Text Placeholder 33"/>
          <p:cNvSpPr>
            <a:spLocks noGrp="1"/>
          </p:cNvSpPr>
          <p:nvPr>
            <p:ph type="body" sz="quarter" idx="30" hasCustomPrompt="1"/>
          </p:nvPr>
        </p:nvSpPr>
        <p:spPr bwMode="auto">
          <a:xfrm>
            <a:off x="16311048" y="8208871"/>
            <a:ext cx="5289132" cy="612458"/>
          </a:xfrm>
          <a:prstGeom prst="rect">
            <a:avLst/>
          </a:prstGeom>
        </p:spPr>
        <p:txBody>
          <a:bodyPr/>
          <a:lstStyle>
            <a:lvl1pPr>
              <a:defRPr sz="3200">
                <a:solidFill>
                  <a:srgbClr val="404040"/>
                </a:solidFill>
                <a:latin typeface="Montserrat Semi Bold"/>
                <a:ea typeface="Montserrat Semi Bold"/>
                <a:cs typeface="Montserrat Semi Bold"/>
              </a:defRPr>
            </a:lvl1pPr>
          </a:lstStyle>
          <a:p>
            <a:pPr>
              <a:defRPr/>
            </a:pPr>
            <a:r>
              <a:t>Text</a:t>
            </a:r>
          </a:p>
        </p:txBody>
      </p:sp>
      <p:sp>
        <p:nvSpPr>
          <p:cNvPr id="339" name="Text Placeholder 33"/>
          <p:cNvSpPr>
            <a:spLocks noGrp="1"/>
          </p:cNvSpPr>
          <p:nvPr>
            <p:ph type="body" sz="quarter" idx="31" hasCustomPrompt="1"/>
          </p:nvPr>
        </p:nvSpPr>
        <p:spPr bwMode="auto">
          <a:xfrm>
            <a:off x="16311048" y="8949917"/>
            <a:ext cx="5289132" cy="2037230"/>
          </a:xfrm>
          <a:prstGeom prst="rect">
            <a:avLst/>
          </a:prstGeom>
        </p:spPr>
        <p:txBody>
          <a:bodyPr/>
          <a:lstStyle>
            <a:lvl1pPr>
              <a:lnSpc>
                <a:spcPct val="150000"/>
              </a:lnSpc>
              <a:defRPr sz="2200">
                <a:solidFill>
                  <a:schemeClr val="accent4"/>
                </a:solidFill>
              </a:defRPr>
            </a:lvl1pPr>
          </a:lstStyle>
          <a:p>
            <a:pPr>
              <a:defRPr/>
            </a:pPr>
            <a:r>
              <a:t>Text</a:t>
            </a:r>
          </a:p>
        </p:txBody>
      </p:sp>
      <p:sp>
        <p:nvSpPr>
          <p:cNvPr id="340" name="Picture Placeholder 11"/>
          <p:cNvSpPr>
            <a:spLocks noGrp="1"/>
          </p:cNvSpPr>
          <p:nvPr>
            <p:ph type="pic" sz="quarter" idx="32"/>
          </p:nvPr>
        </p:nvSpPr>
        <p:spPr bwMode="auto">
          <a:xfrm>
            <a:off x="13337700" y="8208864"/>
            <a:ext cx="2339240" cy="2338024"/>
          </a:xfrm>
          <a:prstGeom prst="rect">
            <a:avLst/>
          </a:prstGeom>
        </p:spPr>
        <p:txBody>
          <a:bodyPr lIns="91439" rIns="91439">
            <a:noAutofit/>
          </a:bodyPr>
          <a:lstStyle/>
          <a:p>
            <a:pPr>
              <a:defRPr/>
            </a:pPr>
            <a:endParaRPr/>
          </a:p>
        </p:txBody>
      </p:sp>
    </p:spTree>
    <p:extLst>
      <p:ext uri="{BB962C8B-B14F-4D97-AF65-F5344CB8AC3E}">
        <p14:creationId xmlns:p14="http://schemas.microsoft.com/office/powerpoint/2010/main" val="209990474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PhAnim="0" type="tx" userDrawn="1">
  <p:cSld name="9_Custom Layout">
    <p:spTree>
      <p:nvGrpSpPr>
        <p:cNvPr id="1" name=""/>
        <p:cNvGrpSpPr/>
        <p:nvPr/>
      </p:nvGrpSpPr>
      <p:grpSpPr bwMode="auto">
        <a:xfrm>
          <a:off x="0" y="0"/>
          <a:ext cx="0" cy="0"/>
          <a:chOff x="0" y="0"/>
          <a:chExt cx="0" cy="0"/>
        </a:xfrm>
      </p:grpSpPr>
      <p:sp>
        <p:nvSpPr>
          <p:cNvPr id="347"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348" name="Picture Placeholder 8"/>
          <p:cNvSpPr>
            <a:spLocks noGrp="1"/>
          </p:cNvSpPr>
          <p:nvPr>
            <p:ph type="pic" sz="half" idx="21"/>
          </p:nvPr>
        </p:nvSpPr>
        <p:spPr bwMode="auto">
          <a:xfrm>
            <a:off x="1" y="0"/>
            <a:ext cx="14466486" cy="6858000"/>
          </a:xfrm>
          <a:prstGeom prst="rect">
            <a:avLst/>
          </a:prstGeom>
          <a:ln w="152400">
            <a:solidFill>
              <a:srgbClr val="FFFFFF"/>
            </a:solidFill>
            <a:round/>
          </a:ln>
        </p:spPr>
        <p:txBody>
          <a:bodyPr lIns="91439" rIns="91439">
            <a:noAutofit/>
          </a:bodyPr>
          <a:lstStyle/>
          <a:p>
            <a:pPr>
              <a:defRPr/>
            </a:pPr>
            <a:endParaRPr/>
          </a:p>
        </p:txBody>
      </p:sp>
      <p:sp>
        <p:nvSpPr>
          <p:cNvPr id="349" name="Picture Placeholder 8"/>
          <p:cNvSpPr>
            <a:spLocks noGrp="1"/>
          </p:cNvSpPr>
          <p:nvPr>
            <p:ph type="pic" sz="half" idx="22"/>
          </p:nvPr>
        </p:nvSpPr>
        <p:spPr bwMode="auto">
          <a:xfrm>
            <a:off x="14466491" y="0"/>
            <a:ext cx="9923870" cy="6858000"/>
          </a:xfrm>
          <a:prstGeom prst="rect">
            <a:avLst/>
          </a:prstGeom>
          <a:ln w="152400">
            <a:solidFill>
              <a:srgbClr val="FFFFFF"/>
            </a:solidFill>
            <a:round/>
          </a:ln>
        </p:spPr>
        <p:txBody>
          <a:bodyPr lIns="91439" rIns="91439">
            <a:noAutofit/>
          </a:bodyPr>
          <a:lstStyle/>
          <a:p>
            <a:pPr>
              <a:defRPr/>
            </a:pPr>
            <a:endParaRPr/>
          </a:p>
        </p:txBody>
      </p:sp>
      <p:sp>
        <p:nvSpPr>
          <p:cNvPr id="350" name="Picture Placeholder 8"/>
          <p:cNvSpPr>
            <a:spLocks noGrp="1"/>
          </p:cNvSpPr>
          <p:nvPr>
            <p:ph type="pic" sz="half" idx="23"/>
          </p:nvPr>
        </p:nvSpPr>
        <p:spPr bwMode="auto">
          <a:xfrm>
            <a:off x="7" y="6858000"/>
            <a:ext cx="9923870" cy="6858000"/>
          </a:xfrm>
          <a:prstGeom prst="rect">
            <a:avLst/>
          </a:prstGeom>
          <a:ln w="152400">
            <a:solidFill>
              <a:srgbClr val="FFFFFF"/>
            </a:solidFill>
            <a:round/>
          </a:ln>
        </p:spPr>
        <p:txBody>
          <a:bodyPr lIns="91439" rIns="91439">
            <a:noAutofit/>
          </a:bodyPr>
          <a:lstStyle/>
          <a:p>
            <a:pPr>
              <a:defRPr/>
            </a:pPr>
            <a:endParaRPr/>
          </a:p>
        </p:txBody>
      </p:sp>
      <p:sp>
        <p:nvSpPr>
          <p:cNvPr id="351" name="Picture Placeholder 8"/>
          <p:cNvSpPr>
            <a:spLocks noGrp="1"/>
          </p:cNvSpPr>
          <p:nvPr>
            <p:ph type="pic" sz="half" idx="24"/>
          </p:nvPr>
        </p:nvSpPr>
        <p:spPr bwMode="auto">
          <a:xfrm>
            <a:off x="9923875" y="6858000"/>
            <a:ext cx="14466486" cy="6858000"/>
          </a:xfrm>
          <a:prstGeom prst="rect">
            <a:avLst/>
          </a:prstGeom>
          <a:ln w="152400">
            <a:solidFill>
              <a:srgbClr val="FFFFFF"/>
            </a:solidFill>
            <a:round/>
          </a:ln>
        </p:spPr>
        <p:txBody>
          <a:bodyPr lIns="91439" rIns="91439">
            <a:noAutofit/>
          </a:bodyPr>
          <a:lstStyle/>
          <a:p>
            <a:pPr>
              <a:defRPr/>
            </a:pPr>
            <a:endParaRPr/>
          </a:p>
        </p:txBody>
      </p:sp>
      <p:sp>
        <p:nvSpPr>
          <p:cNvPr id="352" name="Picture Placeholder 8"/>
          <p:cNvSpPr>
            <a:spLocks noGrp="1"/>
          </p:cNvSpPr>
          <p:nvPr>
            <p:ph type="pic" sz="half" idx="25"/>
          </p:nvPr>
        </p:nvSpPr>
        <p:spPr bwMode="auto">
          <a:xfrm>
            <a:off x="4508606" y="3390909"/>
            <a:ext cx="15339132" cy="6858002"/>
          </a:xfrm>
          <a:prstGeom prst="rect">
            <a:avLst/>
          </a:prstGeom>
          <a:ln w="152400">
            <a:solidFill>
              <a:srgbClr val="FFFFFF"/>
            </a:solidFill>
            <a:round/>
          </a:ln>
        </p:spPr>
        <p:txBody>
          <a:bodyPr lIns="91439" rIns="91439">
            <a:noAutofit/>
          </a:bodyPr>
          <a:lstStyle/>
          <a:p>
            <a:pPr>
              <a:defRPr/>
            </a:pPr>
            <a:endParaRPr/>
          </a:p>
        </p:txBody>
      </p:sp>
      <p:sp>
        <p:nvSpPr>
          <p:cNvPr id="353" name="Текст заголовка"/>
          <p:cNvSpPr txBox="1">
            <a:spLocks noGrp="1"/>
          </p:cNvSpPr>
          <p:nvPr>
            <p:ph type="title"/>
          </p:nvPr>
        </p:nvSpPr>
        <p:spPr bwMode="auto">
          <a:xfrm>
            <a:off x="5183871" y="3950260"/>
            <a:ext cx="13825238" cy="1057276"/>
          </a:xfrm>
          <a:prstGeom prst="rect">
            <a:avLst/>
          </a:prstGeom>
        </p:spPr>
        <p:txBody>
          <a:bodyPr/>
          <a:lstStyle>
            <a:lvl1pPr algn="ctr">
              <a:defRPr sz="5400">
                <a:solidFill>
                  <a:srgbClr val="FFFFFF"/>
                </a:solidFill>
              </a:defRPr>
            </a:lvl1pPr>
          </a:lstStyle>
          <a:p>
            <a:pPr>
              <a:defRPr/>
            </a:pPr>
            <a:r>
              <a:t>Текст заголовка</a:t>
            </a:r>
          </a:p>
        </p:txBody>
      </p:sp>
      <p:sp>
        <p:nvSpPr>
          <p:cNvPr id="354" name="Уровень текста 1…"/>
          <p:cNvSpPr txBox="1">
            <a:spLocks noGrp="1"/>
          </p:cNvSpPr>
          <p:nvPr>
            <p:ph type="body" sz="quarter" idx="1"/>
          </p:nvPr>
        </p:nvSpPr>
        <p:spPr bwMode="auto">
          <a:xfrm>
            <a:off x="5183871" y="5007543"/>
            <a:ext cx="13825238" cy="457202"/>
          </a:xfrm>
          <a:prstGeom prst="rect">
            <a:avLst/>
          </a:prstGeom>
        </p:spPr>
        <p:txBody>
          <a:bodyPr/>
          <a:lstStyle>
            <a:lvl1pPr algn="ctr">
              <a:defRPr sz="3200">
                <a:solidFill>
                  <a:srgbClr val="FFFFFF"/>
                </a:solidFill>
              </a:defRPr>
            </a:lvl1pPr>
            <a:lvl2pPr algn="ctr">
              <a:defRPr sz="3200">
                <a:solidFill>
                  <a:srgbClr val="FFFFFF"/>
                </a:solidFill>
              </a:defRPr>
            </a:lvl2pPr>
            <a:lvl3pPr algn="ctr">
              <a:defRPr sz="3200">
                <a:solidFill>
                  <a:srgbClr val="FFFFFF"/>
                </a:solidFill>
              </a:defRPr>
            </a:lvl3pPr>
            <a:lvl4pPr algn="ctr">
              <a:defRPr sz="3200">
                <a:solidFill>
                  <a:srgbClr val="FFFFFF"/>
                </a:solidFill>
              </a:defRPr>
            </a:lvl4pPr>
            <a:lvl5pPr algn="ctr">
              <a:defRPr sz="3200">
                <a:solidFill>
                  <a:srgbClr val="FFFFFF"/>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Tree>
    <p:extLst>
      <p:ext uri="{BB962C8B-B14F-4D97-AF65-F5344CB8AC3E}">
        <p14:creationId xmlns:p14="http://schemas.microsoft.com/office/powerpoint/2010/main" val="13894712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PhAnim="0" type="tx" userDrawn="1">
  <p:cSld name="11_Custom Layout">
    <p:spTree>
      <p:nvGrpSpPr>
        <p:cNvPr id="1" name=""/>
        <p:cNvGrpSpPr/>
        <p:nvPr/>
      </p:nvGrpSpPr>
      <p:grpSpPr bwMode="auto">
        <a:xfrm>
          <a:off x="0" y="0"/>
          <a:ext cx="0" cy="0"/>
          <a:chOff x="0" y="0"/>
          <a:chExt cx="0" cy="0"/>
        </a:xfrm>
      </p:grpSpPr>
      <p:sp>
        <p:nvSpPr>
          <p:cNvPr id="361"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362" name="Picture Placeholder 8"/>
          <p:cNvSpPr>
            <a:spLocks noGrp="1"/>
          </p:cNvSpPr>
          <p:nvPr>
            <p:ph type="pic" sz="quarter" idx="21"/>
          </p:nvPr>
        </p:nvSpPr>
        <p:spPr bwMode="auto">
          <a:xfrm>
            <a:off x="2" y="0"/>
            <a:ext cx="8129436" cy="6858000"/>
          </a:xfrm>
          <a:prstGeom prst="rect">
            <a:avLst/>
          </a:prstGeom>
          <a:ln w="57150">
            <a:solidFill>
              <a:srgbClr val="FFFFFF"/>
            </a:solidFill>
            <a:round/>
          </a:ln>
        </p:spPr>
        <p:txBody>
          <a:bodyPr lIns="91439" rIns="91439">
            <a:noAutofit/>
          </a:bodyPr>
          <a:lstStyle/>
          <a:p>
            <a:pPr>
              <a:defRPr/>
            </a:pPr>
            <a:endParaRPr/>
          </a:p>
        </p:txBody>
      </p:sp>
      <p:sp>
        <p:nvSpPr>
          <p:cNvPr id="363" name="Picture Placeholder 8"/>
          <p:cNvSpPr>
            <a:spLocks noGrp="1"/>
          </p:cNvSpPr>
          <p:nvPr>
            <p:ph type="pic" sz="quarter" idx="22"/>
          </p:nvPr>
        </p:nvSpPr>
        <p:spPr bwMode="auto">
          <a:xfrm>
            <a:off x="16260920" y="0"/>
            <a:ext cx="8129436" cy="6858000"/>
          </a:xfrm>
          <a:prstGeom prst="rect">
            <a:avLst/>
          </a:prstGeom>
          <a:ln w="57150">
            <a:solidFill>
              <a:srgbClr val="FFFFFF"/>
            </a:solidFill>
            <a:round/>
          </a:ln>
        </p:spPr>
        <p:txBody>
          <a:bodyPr lIns="91439" rIns="91439">
            <a:noAutofit/>
          </a:bodyPr>
          <a:lstStyle/>
          <a:p>
            <a:pPr>
              <a:defRPr/>
            </a:pPr>
            <a:endParaRPr/>
          </a:p>
        </p:txBody>
      </p:sp>
      <p:sp>
        <p:nvSpPr>
          <p:cNvPr id="364" name="Picture Placeholder 8"/>
          <p:cNvSpPr>
            <a:spLocks noGrp="1"/>
          </p:cNvSpPr>
          <p:nvPr>
            <p:ph type="pic" sz="quarter" idx="23"/>
          </p:nvPr>
        </p:nvSpPr>
        <p:spPr bwMode="auto">
          <a:xfrm>
            <a:off x="8129436" y="0"/>
            <a:ext cx="8129436" cy="6858000"/>
          </a:xfrm>
          <a:prstGeom prst="rect">
            <a:avLst/>
          </a:prstGeom>
          <a:ln w="57150">
            <a:solidFill>
              <a:srgbClr val="FFFFFF"/>
            </a:solidFill>
            <a:round/>
          </a:ln>
        </p:spPr>
        <p:txBody>
          <a:bodyPr lIns="91439" rIns="91439">
            <a:noAutofit/>
          </a:bodyPr>
          <a:lstStyle/>
          <a:p>
            <a:pPr>
              <a:defRPr/>
            </a:pPr>
            <a:endParaRPr/>
          </a:p>
        </p:txBody>
      </p:sp>
      <p:sp>
        <p:nvSpPr>
          <p:cNvPr id="365" name="Picture Placeholder 8"/>
          <p:cNvSpPr>
            <a:spLocks noGrp="1"/>
          </p:cNvSpPr>
          <p:nvPr>
            <p:ph type="pic" sz="quarter" idx="24"/>
          </p:nvPr>
        </p:nvSpPr>
        <p:spPr bwMode="auto">
          <a:xfrm>
            <a:off x="-2052" y="6858000"/>
            <a:ext cx="8129436" cy="6858000"/>
          </a:xfrm>
          <a:prstGeom prst="rect">
            <a:avLst/>
          </a:prstGeom>
          <a:ln w="57150">
            <a:solidFill>
              <a:srgbClr val="FFFFFF"/>
            </a:solidFill>
            <a:round/>
          </a:ln>
        </p:spPr>
        <p:txBody>
          <a:bodyPr lIns="91439" rIns="91439">
            <a:noAutofit/>
          </a:bodyPr>
          <a:lstStyle/>
          <a:p>
            <a:pPr>
              <a:defRPr/>
            </a:pPr>
            <a:endParaRPr/>
          </a:p>
        </p:txBody>
      </p:sp>
      <p:sp>
        <p:nvSpPr>
          <p:cNvPr id="366" name="Picture Placeholder 8"/>
          <p:cNvSpPr>
            <a:spLocks noGrp="1"/>
          </p:cNvSpPr>
          <p:nvPr>
            <p:ph type="pic" sz="quarter" idx="25"/>
          </p:nvPr>
        </p:nvSpPr>
        <p:spPr bwMode="auto">
          <a:xfrm>
            <a:off x="16258870" y="6858000"/>
            <a:ext cx="8129436" cy="6858000"/>
          </a:xfrm>
          <a:prstGeom prst="rect">
            <a:avLst/>
          </a:prstGeom>
          <a:ln w="57150">
            <a:solidFill>
              <a:srgbClr val="FFFFFF"/>
            </a:solidFill>
            <a:round/>
          </a:ln>
        </p:spPr>
        <p:txBody>
          <a:bodyPr lIns="91439" rIns="91439">
            <a:noAutofit/>
          </a:bodyPr>
          <a:lstStyle/>
          <a:p>
            <a:pPr>
              <a:defRPr/>
            </a:pPr>
            <a:endParaRPr/>
          </a:p>
        </p:txBody>
      </p:sp>
      <p:sp>
        <p:nvSpPr>
          <p:cNvPr id="367" name="Picture Placeholder 8"/>
          <p:cNvSpPr>
            <a:spLocks noGrp="1"/>
          </p:cNvSpPr>
          <p:nvPr>
            <p:ph type="pic" sz="quarter" idx="26"/>
          </p:nvPr>
        </p:nvSpPr>
        <p:spPr bwMode="auto">
          <a:xfrm>
            <a:off x="8127382" y="6858000"/>
            <a:ext cx="8129436" cy="6858000"/>
          </a:xfrm>
          <a:prstGeom prst="rect">
            <a:avLst/>
          </a:prstGeom>
          <a:ln w="57150">
            <a:solidFill>
              <a:srgbClr val="FFFFFF"/>
            </a:solidFill>
            <a:round/>
          </a:ln>
        </p:spPr>
        <p:txBody>
          <a:bodyPr lIns="91439" rIns="91439">
            <a:noAutofit/>
          </a:bodyPr>
          <a:lstStyle/>
          <a:p>
            <a:pPr>
              <a:defRPr/>
            </a:pPr>
            <a:endParaRPr/>
          </a:p>
        </p:txBody>
      </p:sp>
      <p:sp>
        <p:nvSpPr>
          <p:cNvPr id="368" name="Picture Placeholder 8"/>
          <p:cNvSpPr>
            <a:spLocks noGrp="1"/>
          </p:cNvSpPr>
          <p:nvPr>
            <p:ph type="pic" sz="quarter" idx="27"/>
          </p:nvPr>
        </p:nvSpPr>
        <p:spPr bwMode="auto">
          <a:xfrm>
            <a:off x="6434983" y="5873750"/>
            <a:ext cx="11512198" cy="1968500"/>
          </a:xfrm>
          <a:prstGeom prst="rect">
            <a:avLst/>
          </a:prstGeom>
          <a:ln w="57150">
            <a:solidFill>
              <a:srgbClr val="FFFFFF"/>
            </a:solidFill>
            <a:round/>
          </a:ln>
        </p:spPr>
        <p:txBody>
          <a:bodyPr lIns="91439" rIns="91439">
            <a:noAutofit/>
          </a:bodyPr>
          <a:lstStyle/>
          <a:p>
            <a:pPr>
              <a:defRPr/>
            </a:pPr>
            <a:endParaRPr/>
          </a:p>
        </p:txBody>
      </p:sp>
      <p:sp>
        <p:nvSpPr>
          <p:cNvPr id="369" name="Текст заголовка"/>
          <p:cNvSpPr txBox="1">
            <a:spLocks noGrp="1"/>
          </p:cNvSpPr>
          <p:nvPr>
            <p:ph type="title"/>
          </p:nvPr>
        </p:nvSpPr>
        <p:spPr bwMode="auto">
          <a:xfrm>
            <a:off x="7068063" y="6329362"/>
            <a:ext cx="10254242" cy="1057276"/>
          </a:xfrm>
          <a:prstGeom prst="rect">
            <a:avLst/>
          </a:prstGeom>
        </p:spPr>
        <p:txBody>
          <a:bodyPr/>
          <a:lstStyle>
            <a:lvl1pPr algn="ctr">
              <a:defRPr sz="5400">
                <a:solidFill>
                  <a:srgbClr val="404040"/>
                </a:solidFill>
              </a:defRPr>
            </a:lvl1pPr>
          </a:lstStyle>
          <a:p>
            <a:pPr>
              <a:defRPr/>
            </a:pPr>
            <a:r>
              <a:t>Текст заголовка</a:t>
            </a:r>
          </a:p>
        </p:txBody>
      </p:sp>
    </p:spTree>
    <p:extLst>
      <p:ext uri="{BB962C8B-B14F-4D97-AF65-F5344CB8AC3E}">
        <p14:creationId xmlns:p14="http://schemas.microsoft.com/office/powerpoint/2010/main" val="426960486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PhAnim="0" type="tx" userDrawn="1">
  <p:cSld name="12_Custom Layout">
    <p:spTree>
      <p:nvGrpSpPr>
        <p:cNvPr id="1" name=""/>
        <p:cNvGrpSpPr/>
        <p:nvPr/>
      </p:nvGrpSpPr>
      <p:grpSpPr bwMode="auto">
        <a:xfrm>
          <a:off x="0" y="0"/>
          <a:ext cx="0" cy="0"/>
          <a:chOff x="0" y="0"/>
          <a:chExt cx="0" cy="0"/>
        </a:xfrm>
      </p:grpSpPr>
      <p:sp>
        <p:nvSpPr>
          <p:cNvPr id="376"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377" name="Picture Placeholder 8"/>
          <p:cNvSpPr>
            <a:spLocks noGrp="1"/>
          </p:cNvSpPr>
          <p:nvPr>
            <p:ph type="pic" sz="quarter" idx="21"/>
          </p:nvPr>
        </p:nvSpPr>
        <p:spPr bwMode="auto">
          <a:xfrm>
            <a:off x="12195183" y="0"/>
            <a:ext cx="12195178" cy="4572000"/>
          </a:xfrm>
          <a:prstGeom prst="rect">
            <a:avLst/>
          </a:prstGeom>
        </p:spPr>
        <p:txBody>
          <a:bodyPr lIns="91439" rIns="91439">
            <a:noAutofit/>
          </a:bodyPr>
          <a:lstStyle/>
          <a:p>
            <a:pPr>
              <a:defRPr/>
            </a:pPr>
            <a:endParaRPr/>
          </a:p>
        </p:txBody>
      </p:sp>
      <p:sp>
        <p:nvSpPr>
          <p:cNvPr id="378" name="Picture Placeholder 8"/>
          <p:cNvSpPr>
            <a:spLocks noGrp="1"/>
          </p:cNvSpPr>
          <p:nvPr>
            <p:ph type="pic" sz="quarter" idx="22"/>
          </p:nvPr>
        </p:nvSpPr>
        <p:spPr bwMode="auto">
          <a:xfrm>
            <a:off x="12195183" y="4572000"/>
            <a:ext cx="12195178" cy="4572000"/>
          </a:xfrm>
          <a:prstGeom prst="rect">
            <a:avLst/>
          </a:prstGeom>
        </p:spPr>
        <p:txBody>
          <a:bodyPr lIns="91439" rIns="91439">
            <a:noAutofit/>
          </a:bodyPr>
          <a:lstStyle/>
          <a:p>
            <a:pPr>
              <a:defRPr/>
            </a:pPr>
            <a:endParaRPr/>
          </a:p>
        </p:txBody>
      </p:sp>
      <p:sp>
        <p:nvSpPr>
          <p:cNvPr id="379" name="Picture Placeholder 8"/>
          <p:cNvSpPr>
            <a:spLocks noGrp="1"/>
          </p:cNvSpPr>
          <p:nvPr>
            <p:ph type="pic" sz="quarter" idx="23"/>
          </p:nvPr>
        </p:nvSpPr>
        <p:spPr bwMode="auto">
          <a:xfrm>
            <a:off x="12195183" y="9144000"/>
            <a:ext cx="12195178" cy="4572000"/>
          </a:xfrm>
          <a:prstGeom prst="rect">
            <a:avLst/>
          </a:prstGeom>
        </p:spPr>
        <p:txBody>
          <a:bodyPr lIns="91439" rIns="91439">
            <a:noAutofit/>
          </a:bodyPr>
          <a:lstStyle/>
          <a:p>
            <a:pPr>
              <a:defRPr/>
            </a:pPr>
            <a:endParaRPr/>
          </a:p>
        </p:txBody>
      </p:sp>
      <p:sp>
        <p:nvSpPr>
          <p:cNvPr id="380" name="Picture Placeholder 8"/>
          <p:cNvSpPr>
            <a:spLocks noGrp="1"/>
          </p:cNvSpPr>
          <p:nvPr>
            <p:ph type="pic" sz="quarter" idx="24"/>
          </p:nvPr>
        </p:nvSpPr>
        <p:spPr bwMode="auto">
          <a:xfrm>
            <a:off x="18554847" y="0"/>
            <a:ext cx="5835514" cy="4572000"/>
          </a:xfrm>
          <a:prstGeom prst="rect">
            <a:avLst/>
          </a:prstGeom>
        </p:spPr>
        <p:txBody>
          <a:bodyPr lIns="91439" rIns="91439">
            <a:noAutofit/>
          </a:bodyPr>
          <a:lstStyle/>
          <a:p>
            <a:pPr>
              <a:defRPr/>
            </a:pPr>
            <a:endParaRPr/>
          </a:p>
        </p:txBody>
      </p:sp>
      <p:sp>
        <p:nvSpPr>
          <p:cNvPr id="381" name="Picture Placeholder 8"/>
          <p:cNvSpPr>
            <a:spLocks noGrp="1"/>
          </p:cNvSpPr>
          <p:nvPr>
            <p:ph type="pic" sz="quarter" idx="25"/>
          </p:nvPr>
        </p:nvSpPr>
        <p:spPr bwMode="auto">
          <a:xfrm>
            <a:off x="18554847" y="4572000"/>
            <a:ext cx="5835514" cy="4572000"/>
          </a:xfrm>
          <a:prstGeom prst="rect">
            <a:avLst/>
          </a:prstGeom>
        </p:spPr>
        <p:txBody>
          <a:bodyPr lIns="91439" rIns="91439">
            <a:noAutofit/>
          </a:bodyPr>
          <a:lstStyle/>
          <a:p>
            <a:pPr>
              <a:defRPr/>
            </a:pPr>
            <a:endParaRPr/>
          </a:p>
        </p:txBody>
      </p:sp>
      <p:sp>
        <p:nvSpPr>
          <p:cNvPr id="382" name="Picture Placeholder 8"/>
          <p:cNvSpPr>
            <a:spLocks noGrp="1"/>
          </p:cNvSpPr>
          <p:nvPr>
            <p:ph type="pic" sz="quarter" idx="26"/>
          </p:nvPr>
        </p:nvSpPr>
        <p:spPr bwMode="auto">
          <a:xfrm>
            <a:off x="18554847" y="9144000"/>
            <a:ext cx="5835514" cy="4572000"/>
          </a:xfrm>
          <a:prstGeom prst="rect">
            <a:avLst/>
          </a:prstGeom>
        </p:spPr>
        <p:txBody>
          <a:bodyPr lIns="91439" rIns="91439">
            <a:noAutofit/>
          </a:bodyPr>
          <a:lstStyle/>
          <a:p>
            <a:pPr>
              <a:defRPr/>
            </a:pPr>
            <a:endParaRPr/>
          </a:p>
        </p:txBody>
      </p:sp>
      <p:sp>
        <p:nvSpPr>
          <p:cNvPr id="383" name="Уровень текста 1…"/>
          <p:cNvSpPr txBox="1">
            <a:spLocks noGrp="1"/>
          </p:cNvSpPr>
          <p:nvPr>
            <p:ph type="body" sz="quarter" idx="1" hasCustomPrompt="1"/>
          </p:nvPr>
        </p:nvSpPr>
        <p:spPr bwMode="auto">
          <a:xfrm>
            <a:off x="19015002" y="1041409"/>
            <a:ext cx="4786312" cy="415926"/>
          </a:xfrm>
          <a:prstGeom prst="rect">
            <a:avLst/>
          </a:prstGeom>
        </p:spPr>
        <p:txBody>
          <a:bodyPr/>
          <a:lstStyle>
            <a:lvl1pPr>
              <a:defRPr>
                <a:solidFill>
                  <a:srgbClr val="FFFFFF"/>
                </a:solidFill>
                <a:latin typeface="Montserrat Semi Bold"/>
                <a:ea typeface="Montserrat Semi Bold"/>
                <a:cs typeface="Montserrat Semi Bold"/>
              </a:defRPr>
            </a:lvl1pPr>
            <a:lvl2pPr>
              <a:defRPr>
                <a:solidFill>
                  <a:srgbClr val="FFFFFF"/>
                </a:solidFill>
                <a:latin typeface="Montserrat Semi Bold"/>
                <a:ea typeface="Montserrat Semi Bold"/>
                <a:cs typeface="Montserrat Semi Bold"/>
              </a:defRPr>
            </a:lvl2pPr>
            <a:lvl3pPr>
              <a:defRPr>
                <a:solidFill>
                  <a:srgbClr val="FFFFFF"/>
                </a:solidFill>
                <a:latin typeface="Montserrat Semi Bold"/>
                <a:ea typeface="Montserrat Semi Bold"/>
                <a:cs typeface="Montserrat Semi Bold"/>
              </a:defRPr>
            </a:lvl3pPr>
            <a:lvl4pPr>
              <a:defRPr>
                <a:solidFill>
                  <a:srgbClr val="FFFFFF"/>
                </a:solidFill>
                <a:latin typeface="Montserrat Semi Bold"/>
                <a:ea typeface="Montserrat Semi Bold"/>
                <a:cs typeface="Montserrat Semi Bold"/>
              </a:defRPr>
            </a:lvl4pPr>
            <a:lvl5pPr>
              <a:defRPr>
                <a:solidFill>
                  <a:srgbClr val="FFFFFF"/>
                </a:solidFill>
                <a:latin typeface="Montserrat Semi Bold"/>
                <a:ea typeface="Montserrat Semi Bold"/>
                <a:cs typeface="Montserrat Semi Bold"/>
              </a:defRPr>
            </a:lvl5pPr>
          </a:lstStyle>
          <a:p>
            <a:pPr>
              <a:defRPr/>
            </a:pPr>
            <a:r>
              <a:t>Text</a:t>
            </a:r>
          </a:p>
          <a:p>
            <a:pPr lvl="1">
              <a:defRPr/>
            </a:pPr>
            <a:endParaRPr/>
          </a:p>
          <a:p>
            <a:pPr lvl="2">
              <a:defRPr/>
            </a:pPr>
            <a:endParaRPr/>
          </a:p>
          <a:p>
            <a:pPr lvl="3">
              <a:defRPr/>
            </a:pPr>
            <a:endParaRPr/>
          </a:p>
          <a:p>
            <a:pPr lvl="4">
              <a:defRPr/>
            </a:pPr>
            <a:endParaRPr/>
          </a:p>
        </p:txBody>
      </p:sp>
      <p:sp>
        <p:nvSpPr>
          <p:cNvPr id="384" name="Text Placeholder 33"/>
          <p:cNvSpPr>
            <a:spLocks noGrp="1"/>
          </p:cNvSpPr>
          <p:nvPr>
            <p:ph type="body" sz="quarter" idx="27" hasCustomPrompt="1"/>
          </p:nvPr>
        </p:nvSpPr>
        <p:spPr bwMode="auto">
          <a:xfrm>
            <a:off x="19015002" y="1651007"/>
            <a:ext cx="4786312" cy="2079170"/>
          </a:xfrm>
          <a:prstGeom prst="rect">
            <a:avLst/>
          </a:prstGeom>
        </p:spPr>
        <p:txBody>
          <a:bodyPr/>
          <a:lstStyle>
            <a:lvl1pPr>
              <a:lnSpc>
                <a:spcPct val="150000"/>
              </a:lnSpc>
              <a:defRPr sz="2400">
                <a:solidFill>
                  <a:srgbClr val="FFFFFF"/>
                </a:solidFill>
              </a:defRPr>
            </a:lvl1pPr>
          </a:lstStyle>
          <a:p>
            <a:pPr>
              <a:defRPr/>
            </a:pPr>
            <a:r>
              <a:t>Text</a:t>
            </a:r>
          </a:p>
        </p:txBody>
      </p:sp>
      <p:sp>
        <p:nvSpPr>
          <p:cNvPr id="385" name="Text Placeholder 33"/>
          <p:cNvSpPr>
            <a:spLocks noGrp="1"/>
          </p:cNvSpPr>
          <p:nvPr>
            <p:ph type="body" sz="quarter" idx="28" hasCustomPrompt="1"/>
          </p:nvPr>
        </p:nvSpPr>
        <p:spPr bwMode="auto">
          <a:xfrm>
            <a:off x="19015002" y="5499109"/>
            <a:ext cx="4786312" cy="415926"/>
          </a:xfrm>
          <a:prstGeom prst="rect">
            <a:avLst/>
          </a:prstGeom>
        </p:spPr>
        <p:txBody>
          <a:bodyPr/>
          <a:lstStyle>
            <a:lvl1pPr defTabSz="1426108">
              <a:spcBef>
                <a:spcPts val="1500"/>
              </a:spcBef>
              <a:defRPr sz="2200">
                <a:solidFill>
                  <a:srgbClr val="FFFFFF"/>
                </a:solidFill>
                <a:latin typeface="Montserrat Semi Bold"/>
                <a:ea typeface="Montserrat Semi Bold"/>
                <a:cs typeface="Montserrat Semi Bold"/>
              </a:defRPr>
            </a:lvl1pPr>
          </a:lstStyle>
          <a:p>
            <a:pPr>
              <a:defRPr/>
            </a:pPr>
            <a:r>
              <a:t>Text</a:t>
            </a:r>
          </a:p>
        </p:txBody>
      </p:sp>
      <p:sp>
        <p:nvSpPr>
          <p:cNvPr id="386" name="Text Placeholder 33"/>
          <p:cNvSpPr>
            <a:spLocks noGrp="1"/>
          </p:cNvSpPr>
          <p:nvPr>
            <p:ph type="body" sz="quarter" idx="29" hasCustomPrompt="1"/>
          </p:nvPr>
        </p:nvSpPr>
        <p:spPr bwMode="auto">
          <a:xfrm>
            <a:off x="19015002" y="6108705"/>
            <a:ext cx="4786312" cy="2079170"/>
          </a:xfrm>
          <a:prstGeom prst="rect">
            <a:avLst/>
          </a:prstGeom>
        </p:spPr>
        <p:txBody>
          <a:bodyPr/>
          <a:lstStyle>
            <a:lvl1pPr>
              <a:lnSpc>
                <a:spcPct val="150000"/>
              </a:lnSpc>
              <a:defRPr sz="2400">
                <a:solidFill>
                  <a:srgbClr val="FFFFFF"/>
                </a:solidFill>
              </a:defRPr>
            </a:lvl1pPr>
          </a:lstStyle>
          <a:p>
            <a:pPr>
              <a:defRPr/>
            </a:pPr>
            <a:r>
              <a:t>Text</a:t>
            </a:r>
          </a:p>
        </p:txBody>
      </p:sp>
      <p:sp>
        <p:nvSpPr>
          <p:cNvPr id="387" name="Text Placeholder 33"/>
          <p:cNvSpPr>
            <a:spLocks noGrp="1"/>
          </p:cNvSpPr>
          <p:nvPr>
            <p:ph type="body" sz="quarter" idx="30" hasCustomPrompt="1"/>
          </p:nvPr>
        </p:nvSpPr>
        <p:spPr bwMode="auto">
          <a:xfrm>
            <a:off x="19015002" y="10127807"/>
            <a:ext cx="4786312" cy="415926"/>
          </a:xfrm>
          <a:prstGeom prst="rect">
            <a:avLst/>
          </a:prstGeom>
        </p:spPr>
        <p:txBody>
          <a:bodyPr/>
          <a:lstStyle>
            <a:lvl1pPr defTabSz="1426108">
              <a:spcBef>
                <a:spcPts val="1500"/>
              </a:spcBef>
              <a:defRPr sz="2200">
                <a:solidFill>
                  <a:srgbClr val="FFFFFF"/>
                </a:solidFill>
                <a:latin typeface="Montserrat Semi Bold"/>
                <a:ea typeface="Montserrat Semi Bold"/>
                <a:cs typeface="Montserrat Semi Bold"/>
              </a:defRPr>
            </a:lvl1pPr>
          </a:lstStyle>
          <a:p>
            <a:pPr>
              <a:defRPr/>
            </a:pPr>
            <a:r>
              <a:t>Text</a:t>
            </a:r>
          </a:p>
        </p:txBody>
      </p:sp>
      <p:sp>
        <p:nvSpPr>
          <p:cNvPr id="388" name="Text Placeholder 33"/>
          <p:cNvSpPr>
            <a:spLocks noGrp="1"/>
          </p:cNvSpPr>
          <p:nvPr>
            <p:ph type="body" sz="quarter" idx="31" hasCustomPrompt="1"/>
          </p:nvPr>
        </p:nvSpPr>
        <p:spPr bwMode="auto">
          <a:xfrm>
            <a:off x="19015002" y="10737409"/>
            <a:ext cx="4786312" cy="2079170"/>
          </a:xfrm>
          <a:prstGeom prst="rect">
            <a:avLst/>
          </a:prstGeom>
        </p:spPr>
        <p:txBody>
          <a:bodyPr/>
          <a:lstStyle>
            <a:lvl1pPr>
              <a:lnSpc>
                <a:spcPct val="150000"/>
              </a:lnSpc>
              <a:defRPr sz="2400">
                <a:solidFill>
                  <a:srgbClr val="FFFFFF"/>
                </a:solidFill>
              </a:defRPr>
            </a:lvl1pPr>
          </a:lstStyle>
          <a:p>
            <a:pPr>
              <a:defRPr/>
            </a:pPr>
            <a:r>
              <a:t>Text</a:t>
            </a:r>
          </a:p>
        </p:txBody>
      </p:sp>
      <p:sp>
        <p:nvSpPr>
          <p:cNvPr id="389" name="Picture Placeholder 8"/>
          <p:cNvSpPr>
            <a:spLocks noGrp="1"/>
          </p:cNvSpPr>
          <p:nvPr>
            <p:ph type="pic" sz="quarter" idx="32"/>
          </p:nvPr>
        </p:nvSpPr>
        <p:spPr bwMode="auto">
          <a:xfrm>
            <a:off x="7" y="0"/>
            <a:ext cx="12195178" cy="4572000"/>
          </a:xfrm>
          <a:prstGeom prst="rect">
            <a:avLst/>
          </a:prstGeom>
        </p:spPr>
        <p:txBody>
          <a:bodyPr lIns="91439" rIns="91439">
            <a:noAutofit/>
          </a:bodyPr>
          <a:lstStyle/>
          <a:p>
            <a:pPr>
              <a:defRPr/>
            </a:pPr>
            <a:endParaRPr/>
          </a:p>
        </p:txBody>
      </p:sp>
      <p:sp>
        <p:nvSpPr>
          <p:cNvPr id="390" name="Picture Placeholder 8"/>
          <p:cNvSpPr>
            <a:spLocks noGrp="1"/>
          </p:cNvSpPr>
          <p:nvPr>
            <p:ph type="pic" sz="quarter" idx="33"/>
          </p:nvPr>
        </p:nvSpPr>
        <p:spPr bwMode="auto">
          <a:xfrm>
            <a:off x="7" y="4572000"/>
            <a:ext cx="12195178" cy="4572000"/>
          </a:xfrm>
          <a:prstGeom prst="rect">
            <a:avLst/>
          </a:prstGeom>
        </p:spPr>
        <p:txBody>
          <a:bodyPr lIns="91439" rIns="91439">
            <a:noAutofit/>
          </a:bodyPr>
          <a:lstStyle/>
          <a:p>
            <a:pPr>
              <a:defRPr/>
            </a:pPr>
            <a:endParaRPr/>
          </a:p>
        </p:txBody>
      </p:sp>
      <p:sp>
        <p:nvSpPr>
          <p:cNvPr id="391" name="Picture Placeholder 8"/>
          <p:cNvSpPr>
            <a:spLocks noGrp="1"/>
          </p:cNvSpPr>
          <p:nvPr>
            <p:ph type="pic" sz="quarter" idx="34"/>
          </p:nvPr>
        </p:nvSpPr>
        <p:spPr bwMode="auto">
          <a:xfrm>
            <a:off x="7" y="9144000"/>
            <a:ext cx="12195178" cy="4572000"/>
          </a:xfrm>
          <a:prstGeom prst="rect">
            <a:avLst/>
          </a:prstGeom>
        </p:spPr>
        <p:txBody>
          <a:bodyPr lIns="91439" rIns="91439">
            <a:noAutofit/>
          </a:bodyPr>
          <a:lstStyle/>
          <a:p>
            <a:pPr>
              <a:defRPr/>
            </a:pPr>
            <a:endParaRPr/>
          </a:p>
        </p:txBody>
      </p:sp>
      <p:sp>
        <p:nvSpPr>
          <p:cNvPr id="392" name="Picture Placeholder 8"/>
          <p:cNvSpPr>
            <a:spLocks noGrp="1"/>
          </p:cNvSpPr>
          <p:nvPr>
            <p:ph type="pic" sz="quarter" idx="35"/>
          </p:nvPr>
        </p:nvSpPr>
        <p:spPr bwMode="auto">
          <a:xfrm>
            <a:off x="6359671" y="0"/>
            <a:ext cx="5835514" cy="4572000"/>
          </a:xfrm>
          <a:prstGeom prst="rect">
            <a:avLst/>
          </a:prstGeom>
        </p:spPr>
        <p:txBody>
          <a:bodyPr lIns="91439" rIns="91439">
            <a:noAutofit/>
          </a:bodyPr>
          <a:lstStyle/>
          <a:p>
            <a:pPr>
              <a:defRPr/>
            </a:pPr>
            <a:endParaRPr/>
          </a:p>
        </p:txBody>
      </p:sp>
      <p:sp>
        <p:nvSpPr>
          <p:cNvPr id="393" name="Picture Placeholder 8"/>
          <p:cNvSpPr>
            <a:spLocks noGrp="1"/>
          </p:cNvSpPr>
          <p:nvPr>
            <p:ph type="pic" sz="quarter" idx="36"/>
          </p:nvPr>
        </p:nvSpPr>
        <p:spPr bwMode="auto">
          <a:xfrm>
            <a:off x="6359671" y="4572000"/>
            <a:ext cx="5835514" cy="4572000"/>
          </a:xfrm>
          <a:prstGeom prst="rect">
            <a:avLst/>
          </a:prstGeom>
        </p:spPr>
        <p:txBody>
          <a:bodyPr lIns="91439" rIns="91439">
            <a:noAutofit/>
          </a:bodyPr>
          <a:lstStyle/>
          <a:p>
            <a:pPr>
              <a:defRPr/>
            </a:pPr>
            <a:endParaRPr/>
          </a:p>
        </p:txBody>
      </p:sp>
      <p:sp>
        <p:nvSpPr>
          <p:cNvPr id="394" name="Picture Placeholder 8"/>
          <p:cNvSpPr>
            <a:spLocks noGrp="1"/>
          </p:cNvSpPr>
          <p:nvPr>
            <p:ph type="pic" sz="quarter" idx="37"/>
          </p:nvPr>
        </p:nvSpPr>
        <p:spPr bwMode="auto">
          <a:xfrm>
            <a:off x="6359671" y="9144000"/>
            <a:ext cx="5835514" cy="4572000"/>
          </a:xfrm>
          <a:prstGeom prst="rect">
            <a:avLst/>
          </a:prstGeom>
        </p:spPr>
        <p:txBody>
          <a:bodyPr lIns="91439" rIns="91439">
            <a:noAutofit/>
          </a:bodyPr>
          <a:lstStyle/>
          <a:p>
            <a:pPr>
              <a:defRPr/>
            </a:pPr>
            <a:endParaRPr/>
          </a:p>
        </p:txBody>
      </p:sp>
      <p:sp>
        <p:nvSpPr>
          <p:cNvPr id="395" name="Text Placeholder 33"/>
          <p:cNvSpPr>
            <a:spLocks noGrp="1"/>
          </p:cNvSpPr>
          <p:nvPr>
            <p:ph type="body" sz="quarter" idx="38" hasCustomPrompt="1"/>
          </p:nvPr>
        </p:nvSpPr>
        <p:spPr bwMode="auto">
          <a:xfrm>
            <a:off x="6819826" y="1041409"/>
            <a:ext cx="4786312" cy="415926"/>
          </a:xfrm>
          <a:prstGeom prst="rect">
            <a:avLst/>
          </a:prstGeom>
        </p:spPr>
        <p:txBody>
          <a:bodyPr/>
          <a:lstStyle>
            <a:lvl1pPr defTabSz="1426108">
              <a:spcBef>
                <a:spcPts val="1500"/>
              </a:spcBef>
              <a:defRPr sz="2200">
                <a:solidFill>
                  <a:srgbClr val="FFFFFF"/>
                </a:solidFill>
                <a:latin typeface="Montserrat Semi Bold"/>
                <a:ea typeface="Montserrat Semi Bold"/>
                <a:cs typeface="Montserrat Semi Bold"/>
              </a:defRPr>
            </a:lvl1pPr>
          </a:lstStyle>
          <a:p>
            <a:pPr>
              <a:defRPr/>
            </a:pPr>
            <a:r>
              <a:t>Text</a:t>
            </a:r>
          </a:p>
        </p:txBody>
      </p:sp>
      <p:sp>
        <p:nvSpPr>
          <p:cNvPr id="396" name="Text Placeholder 33"/>
          <p:cNvSpPr>
            <a:spLocks noGrp="1"/>
          </p:cNvSpPr>
          <p:nvPr>
            <p:ph type="body" sz="quarter" idx="39" hasCustomPrompt="1"/>
          </p:nvPr>
        </p:nvSpPr>
        <p:spPr bwMode="auto">
          <a:xfrm>
            <a:off x="6819826" y="1651007"/>
            <a:ext cx="4786312" cy="2079170"/>
          </a:xfrm>
          <a:prstGeom prst="rect">
            <a:avLst/>
          </a:prstGeom>
        </p:spPr>
        <p:txBody>
          <a:bodyPr/>
          <a:lstStyle>
            <a:lvl1pPr>
              <a:lnSpc>
                <a:spcPct val="150000"/>
              </a:lnSpc>
              <a:defRPr sz="2400">
                <a:solidFill>
                  <a:srgbClr val="FFFFFF"/>
                </a:solidFill>
              </a:defRPr>
            </a:lvl1pPr>
          </a:lstStyle>
          <a:p>
            <a:pPr>
              <a:defRPr/>
            </a:pPr>
            <a:r>
              <a:t>Text</a:t>
            </a:r>
          </a:p>
        </p:txBody>
      </p:sp>
      <p:sp>
        <p:nvSpPr>
          <p:cNvPr id="397" name="Text Placeholder 33"/>
          <p:cNvSpPr>
            <a:spLocks noGrp="1"/>
          </p:cNvSpPr>
          <p:nvPr>
            <p:ph type="body" sz="quarter" idx="40" hasCustomPrompt="1"/>
          </p:nvPr>
        </p:nvSpPr>
        <p:spPr bwMode="auto">
          <a:xfrm>
            <a:off x="6819826" y="5499109"/>
            <a:ext cx="4786312" cy="415926"/>
          </a:xfrm>
          <a:prstGeom prst="rect">
            <a:avLst/>
          </a:prstGeom>
        </p:spPr>
        <p:txBody>
          <a:bodyPr/>
          <a:lstStyle>
            <a:lvl1pPr defTabSz="1426108">
              <a:spcBef>
                <a:spcPts val="1500"/>
              </a:spcBef>
              <a:defRPr sz="2200">
                <a:solidFill>
                  <a:srgbClr val="FFFFFF"/>
                </a:solidFill>
                <a:latin typeface="Montserrat Semi Bold"/>
                <a:ea typeface="Montserrat Semi Bold"/>
                <a:cs typeface="Montserrat Semi Bold"/>
              </a:defRPr>
            </a:lvl1pPr>
          </a:lstStyle>
          <a:p>
            <a:pPr>
              <a:defRPr/>
            </a:pPr>
            <a:r>
              <a:t>Text</a:t>
            </a:r>
          </a:p>
        </p:txBody>
      </p:sp>
      <p:sp>
        <p:nvSpPr>
          <p:cNvPr id="398" name="Text Placeholder 33"/>
          <p:cNvSpPr>
            <a:spLocks noGrp="1"/>
          </p:cNvSpPr>
          <p:nvPr>
            <p:ph type="body" sz="quarter" idx="41" hasCustomPrompt="1"/>
          </p:nvPr>
        </p:nvSpPr>
        <p:spPr bwMode="auto">
          <a:xfrm>
            <a:off x="6819826" y="6108705"/>
            <a:ext cx="4786312" cy="2079170"/>
          </a:xfrm>
          <a:prstGeom prst="rect">
            <a:avLst/>
          </a:prstGeom>
        </p:spPr>
        <p:txBody>
          <a:bodyPr/>
          <a:lstStyle>
            <a:lvl1pPr>
              <a:lnSpc>
                <a:spcPct val="150000"/>
              </a:lnSpc>
              <a:defRPr sz="2400">
                <a:solidFill>
                  <a:srgbClr val="FFFFFF"/>
                </a:solidFill>
              </a:defRPr>
            </a:lvl1pPr>
          </a:lstStyle>
          <a:p>
            <a:pPr>
              <a:defRPr/>
            </a:pPr>
            <a:r>
              <a:t>Text</a:t>
            </a:r>
          </a:p>
        </p:txBody>
      </p:sp>
      <p:sp>
        <p:nvSpPr>
          <p:cNvPr id="399" name="Text Placeholder 33"/>
          <p:cNvSpPr>
            <a:spLocks noGrp="1"/>
          </p:cNvSpPr>
          <p:nvPr>
            <p:ph type="body" sz="quarter" idx="42" hasCustomPrompt="1"/>
          </p:nvPr>
        </p:nvSpPr>
        <p:spPr bwMode="auto">
          <a:xfrm>
            <a:off x="6819826" y="10127807"/>
            <a:ext cx="4786312" cy="415926"/>
          </a:xfrm>
          <a:prstGeom prst="rect">
            <a:avLst/>
          </a:prstGeom>
        </p:spPr>
        <p:txBody>
          <a:bodyPr/>
          <a:lstStyle>
            <a:lvl1pPr defTabSz="1426108">
              <a:spcBef>
                <a:spcPts val="1500"/>
              </a:spcBef>
              <a:defRPr sz="2200">
                <a:solidFill>
                  <a:srgbClr val="FFFFFF"/>
                </a:solidFill>
                <a:latin typeface="Montserrat Semi Bold"/>
                <a:ea typeface="Montserrat Semi Bold"/>
                <a:cs typeface="Montserrat Semi Bold"/>
              </a:defRPr>
            </a:lvl1pPr>
          </a:lstStyle>
          <a:p>
            <a:pPr>
              <a:defRPr/>
            </a:pPr>
            <a:r>
              <a:t>Text</a:t>
            </a:r>
          </a:p>
        </p:txBody>
      </p:sp>
      <p:sp>
        <p:nvSpPr>
          <p:cNvPr id="400" name="Text Placeholder 33"/>
          <p:cNvSpPr>
            <a:spLocks noGrp="1"/>
          </p:cNvSpPr>
          <p:nvPr>
            <p:ph type="body" sz="quarter" idx="43" hasCustomPrompt="1"/>
          </p:nvPr>
        </p:nvSpPr>
        <p:spPr bwMode="auto">
          <a:xfrm>
            <a:off x="6819826" y="10737409"/>
            <a:ext cx="4786312" cy="2079170"/>
          </a:xfrm>
          <a:prstGeom prst="rect">
            <a:avLst/>
          </a:prstGeom>
        </p:spPr>
        <p:txBody>
          <a:bodyPr/>
          <a:lstStyle>
            <a:lvl1pPr>
              <a:lnSpc>
                <a:spcPct val="150000"/>
              </a:lnSpc>
              <a:defRPr sz="2400">
                <a:solidFill>
                  <a:srgbClr val="FFFFFF"/>
                </a:solidFill>
              </a:defRPr>
            </a:lvl1pPr>
          </a:lstStyle>
          <a:p>
            <a:pPr>
              <a:defRPr/>
            </a:pPr>
            <a:r>
              <a:t>Text</a:t>
            </a:r>
          </a:p>
        </p:txBody>
      </p:sp>
    </p:spTree>
    <p:extLst>
      <p:ext uri="{BB962C8B-B14F-4D97-AF65-F5344CB8AC3E}">
        <p14:creationId xmlns:p14="http://schemas.microsoft.com/office/powerpoint/2010/main" val="181612202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PhAnim="0" type="tx" userDrawn="1">
  <p:cSld name="14_Custom Layout">
    <p:spTree>
      <p:nvGrpSpPr>
        <p:cNvPr id="1" name=""/>
        <p:cNvGrpSpPr/>
        <p:nvPr/>
      </p:nvGrpSpPr>
      <p:grpSpPr bwMode="auto">
        <a:xfrm>
          <a:off x="0" y="0"/>
          <a:ext cx="0" cy="0"/>
          <a:chOff x="0" y="0"/>
          <a:chExt cx="0" cy="0"/>
        </a:xfrm>
      </p:grpSpPr>
      <p:sp>
        <p:nvSpPr>
          <p:cNvPr id="407"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408" name="Picture Placeholder 8"/>
          <p:cNvSpPr>
            <a:spLocks noGrp="1"/>
          </p:cNvSpPr>
          <p:nvPr>
            <p:ph type="pic" idx="21"/>
          </p:nvPr>
        </p:nvSpPr>
        <p:spPr bwMode="auto">
          <a:xfrm>
            <a:off x="7" y="11149"/>
            <a:ext cx="12195178" cy="13704854"/>
          </a:xfrm>
          <a:prstGeom prst="rect">
            <a:avLst/>
          </a:prstGeom>
        </p:spPr>
        <p:txBody>
          <a:bodyPr lIns="91439" rIns="91439">
            <a:noAutofit/>
          </a:bodyPr>
          <a:lstStyle/>
          <a:p>
            <a:pPr>
              <a:defRPr/>
            </a:pPr>
            <a:endParaRPr/>
          </a:p>
        </p:txBody>
      </p:sp>
      <p:sp>
        <p:nvSpPr>
          <p:cNvPr id="409" name="Picture Placeholder 8"/>
          <p:cNvSpPr>
            <a:spLocks noGrp="1"/>
          </p:cNvSpPr>
          <p:nvPr>
            <p:ph type="pic" sz="half" idx="22"/>
          </p:nvPr>
        </p:nvSpPr>
        <p:spPr bwMode="auto">
          <a:xfrm>
            <a:off x="-1" y="8040921"/>
            <a:ext cx="12195178" cy="5675086"/>
          </a:xfrm>
          <a:prstGeom prst="rect">
            <a:avLst/>
          </a:prstGeom>
        </p:spPr>
        <p:txBody>
          <a:bodyPr lIns="91439" rIns="91439">
            <a:noAutofit/>
          </a:bodyPr>
          <a:lstStyle/>
          <a:p>
            <a:pPr>
              <a:defRPr/>
            </a:pPr>
            <a:endParaRPr/>
          </a:p>
        </p:txBody>
      </p:sp>
      <p:sp>
        <p:nvSpPr>
          <p:cNvPr id="410" name="Picture Placeholder 8"/>
          <p:cNvSpPr>
            <a:spLocks noGrp="1"/>
          </p:cNvSpPr>
          <p:nvPr>
            <p:ph type="pic" idx="23"/>
          </p:nvPr>
        </p:nvSpPr>
        <p:spPr bwMode="auto">
          <a:xfrm>
            <a:off x="12195176" y="2"/>
            <a:ext cx="12195180" cy="13716000"/>
          </a:xfrm>
          <a:prstGeom prst="rect">
            <a:avLst/>
          </a:prstGeom>
        </p:spPr>
        <p:txBody>
          <a:bodyPr lIns="91439" rIns="91439">
            <a:noAutofit/>
          </a:bodyPr>
          <a:lstStyle/>
          <a:p>
            <a:pPr>
              <a:defRPr/>
            </a:pPr>
            <a:endParaRPr/>
          </a:p>
        </p:txBody>
      </p:sp>
      <p:sp>
        <p:nvSpPr>
          <p:cNvPr id="411" name="Picture Placeholder 8"/>
          <p:cNvSpPr>
            <a:spLocks noGrp="1"/>
          </p:cNvSpPr>
          <p:nvPr>
            <p:ph type="pic" sz="half" idx="24"/>
          </p:nvPr>
        </p:nvSpPr>
        <p:spPr bwMode="auto">
          <a:xfrm>
            <a:off x="12195176" y="8036300"/>
            <a:ext cx="12195180" cy="5679700"/>
          </a:xfrm>
          <a:prstGeom prst="rect">
            <a:avLst/>
          </a:prstGeom>
        </p:spPr>
        <p:txBody>
          <a:bodyPr lIns="91439" rIns="91439">
            <a:noAutofit/>
          </a:bodyPr>
          <a:lstStyle/>
          <a:p>
            <a:pPr>
              <a:defRPr/>
            </a:pPr>
            <a:endParaRPr/>
          </a:p>
        </p:txBody>
      </p:sp>
      <p:sp>
        <p:nvSpPr>
          <p:cNvPr id="412" name="Уровень текста 1…"/>
          <p:cNvSpPr txBox="1">
            <a:spLocks noGrp="1"/>
          </p:cNvSpPr>
          <p:nvPr>
            <p:ph type="body" sz="quarter" idx="1" hasCustomPrompt="1"/>
          </p:nvPr>
        </p:nvSpPr>
        <p:spPr bwMode="auto">
          <a:xfrm>
            <a:off x="1676845" y="9174297"/>
            <a:ext cx="8586934" cy="800142"/>
          </a:xfrm>
          <a:prstGeom prst="rect">
            <a:avLst/>
          </a:prstGeom>
        </p:spPr>
        <p:txBody>
          <a:bodyPr/>
          <a:lstStyle>
            <a:lvl1pPr algn="ctr">
              <a:defRPr sz="4000">
                <a:solidFill>
                  <a:srgbClr val="FFFFFF"/>
                </a:solidFill>
                <a:latin typeface="Montserrat Semi Bold"/>
                <a:ea typeface="Montserrat Semi Bold"/>
                <a:cs typeface="Montserrat Semi Bold"/>
              </a:defRPr>
            </a:lvl1pPr>
            <a:lvl2pPr algn="ctr">
              <a:defRPr sz="4000">
                <a:solidFill>
                  <a:srgbClr val="FFFFFF"/>
                </a:solidFill>
                <a:latin typeface="Montserrat Semi Bold"/>
                <a:ea typeface="Montserrat Semi Bold"/>
                <a:cs typeface="Montserrat Semi Bold"/>
              </a:defRPr>
            </a:lvl2pPr>
            <a:lvl3pPr algn="ctr">
              <a:defRPr sz="4000">
                <a:solidFill>
                  <a:srgbClr val="FFFFFF"/>
                </a:solidFill>
                <a:latin typeface="Montserrat Semi Bold"/>
                <a:ea typeface="Montserrat Semi Bold"/>
                <a:cs typeface="Montserrat Semi Bold"/>
              </a:defRPr>
            </a:lvl3pPr>
            <a:lvl4pPr algn="ctr">
              <a:defRPr sz="4000">
                <a:solidFill>
                  <a:srgbClr val="FFFFFF"/>
                </a:solidFill>
                <a:latin typeface="Montserrat Semi Bold"/>
                <a:ea typeface="Montserrat Semi Bold"/>
                <a:cs typeface="Montserrat Semi Bold"/>
              </a:defRPr>
            </a:lvl4pPr>
            <a:lvl5pPr algn="ctr">
              <a:defRPr sz="4000">
                <a:solidFill>
                  <a:srgbClr val="FFFFFF"/>
                </a:solidFill>
                <a:latin typeface="Montserrat Semi Bold"/>
                <a:ea typeface="Montserrat Semi Bold"/>
                <a:cs typeface="Montserrat Semi Bold"/>
              </a:defRPr>
            </a:lvl5pPr>
          </a:lstStyle>
          <a:p>
            <a:pPr>
              <a:defRPr/>
            </a:pPr>
            <a:r>
              <a:t>Text</a:t>
            </a:r>
          </a:p>
          <a:p>
            <a:pPr lvl="1">
              <a:defRPr/>
            </a:pPr>
            <a:endParaRPr/>
          </a:p>
          <a:p>
            <a:pPr lvl="2">
              <a:defRPr/>
            </a:pPr>
            <a:endParaRPr/>
          </a:p>
          <a:p>
            <a:pPr lvl="3">
              <a:defRPr/>
            </a:pPr>
            <a:endParaRPr/>
          </a:p>
          <a:p>
            <a:pPr lvl="4">
              <a:defRPr/>
            </a:pPr>
            <a:endParaRPr/>
          </a:p>
        </p:txBody>
      </p:sp>
      <p:sp>
        <p:nvSpPr>
          <p:cNvPr id="413" name="Text Placeholder 33"/>
          <p:cNvSpPr>
            <a:spLocks noGrp="1"/>
          </p:cNvSpPr>
          <p:nvPr>
            <p:ph type="body" sz="quarter" idx="25" hasCustomPrompt="1"/>
          </p:nvPr>
        </p:nvSpPr>
        <p:spPr bwMode="auto">
          <a:xfrm>
            <a:off x="1676845" y="10014865"/>
            <a:ext cx="8586934" cy="1883458"/>
          </a:xfrm>
          <a:prstGeom prst="rect">
            <a:avLst/>
          </a:prstGeom>
        </p:spPr>
        <p:txBody>
          <a:bodyPr/>
          <a:lstStyle>
            <a:lvl1pPr algn="ctr">
              <a:lnSpc>
                <a:spcPct val="150000"/>
              </a:lnSpc>
              <a:defRPr>
                <a:solidFill>
                  <a:srgbClr val="FFFFFF"/>
                </a:solidFill>
              </a:defRPr>
            </a:lvl1pPr>
          </a:lstStyle>
          <a:p>
            <a:pPr>
              <a:defRPr/>
            </a:pPr>
            <a:r>
              <a:t>Text</a:t>
            </a:r>
          </a:p>
        </p:txBody>
      </p:sp>
      <p:sp>
        <p:nvSpPr>
          <p:cNvPr id="414" name="Text Placeholder 33"/>
          <p:cNvSpPr>
            <a:spLocks noGrp="1"/>
          </p:cNvSpPr>
          <p:nvPr>
            <p:ph type="body" sz="quarter" idx="26" hasCustomPrompt="1"/>
          </p:nvPr>
        </p:nvSpPr>
        <p:spPr bwMode="auto">
          <a:xfrm>
            <a:off x="1676845" y="8510335"/>
            <a:ext cx="8586934" cy="513538"/>
          </a:xfrm>
          <a:prstGeom prst="rect">
            <a:avLst/>
          </a:prstGeom>
        </p:spPr>
        <p:txBody>
          <a:bodyPr/>
          <a:lstStyle>
            <a:lvl1pPr algn="ctr">
              <a:defRPr sz="2400">
                <a:solidFill>
                  <a:srgbClr val="404040"/>
                </a:solidFill>
                <a:latin typeface="Montserrat Semi Bold"/>
                <a:ea typeface="Montserrat Semi Bold"/>
                <a:cs typeface="Montserrat Semi Bold"/>
              </a:defRPr>
            </a:lvl1pPr>
          </a:lstStyle>
          <a:p>
            <a:pPr>
              <a:defRPr/>
            </a:pPr>
            <a:r>
              <a:t>Text</a:t>
            </a:r>
          </a:p>
        </p:txBody>
      </p:sp>
      <p:sp>
        <p:nvSpPr>
          <p:cNvPr id="415" name="Text Placeholder 33"/>
          <p:cNvSpPr>
            <a:spLocks noGrp="1"/>
          </p:cNvSpPr>
          <p:nvPr>
            <p:ph type="body" sz="quarter" idx="27" hasCustomPrompt="1"/>
          </p:nvPr>
        </p:nvSpPr>
        <p:spPr bwMode="auto">
          <a:xfrm>
            <a:off x="14126591" y="9144819"/>
            <a:ext cx="8586934" cy="800142"/>
          </a:xfrm>
          <a:prstGeom prst="rect">
            <a:avLst/>
          </a:prstGeom>
        </p:spPr>
        <p:txBody>
          <a:bodyPr/>
          <a:lstStyle>
            <a:lvl1pPr algn="ctr">
              <a:defRPr sz="4000">
                <a:solidFill>
                  <a:srgbClr val="FFFFFF"/>
                </a:solidFill>
                <a:latin typeface="Montserrat Semi Bold"/>
                <a:ea typeface="Montserrat Semi Bold"/>
                <a:cs typeface="Montserrat Semi Bold"/>
              </a:defRPr>
            </a:lvl1pPr>
          </a:lstStyle>
          <a:p>
            <a:pPr>
              <a:defRPr/>
            </a:pPr>
            <a:r>
              <a:t>Text</a:t>
            </a:r>
          </a:p>
        </p:txBody>
      </p:sp>
      <p:sp>
        <p:nvSpPr>
          <p:cNvPr id="416" name="Text Placeholder 33"/>
          <p:cNvSpPr>
            <a:spLocks noGrp="1"/>
          </p:cNvSpPr>
          <p:nvPr>
            <p:ph type="body" sz="quarter" idx="28" hasCustomPrompt="1"/>
          </p:nvPr>
        </p:nvSpPr>
        <p:spPr bwMode="auto">
          <a:xfrm>
            <a:off x="14126591" y="9985387"/>
            <a:ext cx="8586934" cy="1883458"/>
          </a:xfrm>
          <a:prstGeom prst="rect">
            <a:avLst/>
          </a:prstGeom>
        </p:spPr>
        <p:txBody>
          <a:bodyPr/>
          <a:lstStyle>
            <a:lvl1pPr algn="ctr">
              <a:lnSpc>
                <a:spcPct val="150000"/>
              </a:lnSpc>
              <a:defRPr>
                <a:solidFill>
                  <a:srgbClr val="FFFFFF"/>
                </a:solidFill>
              </a:defRPr>
            </a:lvl1pPr>
          </a:lstStyle>
          <a:p>
            <a:pPr>
              <a:defRPr/>
            </a:pPr>
            <a:r>
              <a:t>Text</a:t>
            </a:r>
          </a:p>
        </p:txBody>
      </p:sp>
      <p:sp>
        <p:nvSpPr>
          <p:cNvPr id="417" name="Text Placeholder 33"/>
          <p:cNvSpPr>
            <a:spLocks noGrp="1"/>
          </p:cNvSpPr>
          <p:nvPr>
            <p:ph type="body" sz="quarter" idx="29" hasCustomPrompt="1"/>
          </p:nvPr>
        </p:nvSpPr>
        <p:spPr bwMode="auto">
          <a:xfrm>
            <a:off x="14126591" y="8480857"/>
            <a:ext cx="8586934" cy="513538"/>
          </a:xfrm>
          <a:prstGeom prst="rect">
            <a:avLst/>
          </a:prstGeom>
        </p:spPr>
        <p:txBody>
          <a:bodyPr/>
          <a:lstStyle>
            <a:lvl1pPr algn="ctr">
              <a:defRPr sz="2400">
                <a:solidFill>
                  <a:srgbClr val="404040"/>
                </a:solidFill>
                <a:latin typeface="Montserrat Semi Bold"/>
                <a:ea typeface="Montserrat Semi Bold"/>
                <a:cs typeface="Montserrat Semi Bold"/>
              </a:defRPr>
            </a:lvl1pPr>
          </a:lstStyle>
          <a:p>
            <a:pPr>
              <a:defRPr/>
            </a:pPr>
            <a:r>
              <a:t>Text</a:t>
            </a:r>
          </a:p>
        </p:txBody>
      </p:sp>
    </p:spTree>
    <p:extLst>
      <p:ext uri="{BB962C8B-B14F-4D97-AF65-F5344CB8AC3E}">
        <p14:creationId xmlns:p14="http://schemas.microsoft.com/office/powerpoint/2010/main" val="262504005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PhAnim="0" type="tx" userDrawn="1">
  <p:cSld name="15_Custom Layout">
    <p:spTree>
      <p:nvGrpSpPr>
        <p:cNvPr id="1" name=""/>
        <p:cNvGrpSpPr/>
        <p:nvPr/>
      </p:nvGrpSpPr>
      <p:grpSpPr bwMode="auto">
        <a:xfrm>
          <a:off x="0" y="0"/>
          <a:ext cx="0" cy="0"/>
          <a:chOff x="0" y="0"/>
          <a:chExt cx="0" cy="0"/>
        </a:xfrm>
      </p:grpSpPr>
      <p:sp>
        <p:nvSpPr>
          <p:cNvPr id="424"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425" name="Picture Placeholder 8"/>
          <p:cNvSpPr>
            <a:spLocks noGrp="1"/>
          </p:cNvSpPr>
          <p:nvPr>
            <p:ph type="pic" sz="half" idx="21"/>
          </p:nvPr>
        </p:nvSpPr>
        <p:spPr bwMode="auto">
          <a:xfrm>
            <a:off x="7" y="3"/>
            <a:ext cx="12195178" cy="6858002"/>
          </a:xfrm>
          <a:prstGeom prst="rect">
            <a:avLst/>
          </a:prstGeom>
        </p:spPr>
        <p:txBody>
          <a:bodyPr lIns="91439" rIns="91439">
            <a:noAutofit/>
          </a:bodyPr>
          <a:lstStyle/>
          <a:p>
            <a:pPr>
              <a:defRPr/>
            </a:pPr>
            <a:endParaRPr/>
          </a:p>
        </p:txBody>
      </p:sp>
      <p:sp>
        <p:nvSpPr>
          <p:cNvPr id="426" name="Picture Placeholder 8"/>
          <p:cNvSpPr>
            <a:spLocks noGrp="1"/>
          </p:cNvSpPr>
          <p:nvPr>
            <p:ph type="pic" sz="half" idx="22"/>
          </p:nvPr>
        </p:nvSpPr>
        <p:spPr bwMode="auto">
          <a:xfrm>
            <a:off x="12195185" y="3"/>
            <a:ext cx="12195178" cy="6858002"/>
          </a:xfrm>
          <a:prstGeom prst="rect">
            <a:avLst/>
          </a:prstGeom>
        </p:spPr>
        <p:txBody>
          <a:bodyPr lIns="91439" rIns="91439">
            <a:noAutofit/>
          </a:bodyPr>
          <a:lstStyle/>
          <a:p>
            <a:pPr>
              <a:defRPr/>
            </a:pPr>
            <a:endParaRPr/>
          </a:p>
        </p:txBody>
      </p:sp>
      <p:sp>
        <p:nvSpPr>
          <p:cNvPr id="427" name="Picture Placeholder 8"/>
          <p:cNvSpPr>
            <a:spLocks noGrp="1"/>
          </p:cNvSpPr>
          <p:nvPr>
            <p:ph type="pic" sz="half" idx="23"/>
          </p:nvPr>
        </p:nvSpPr>
        <p:spPr bwMode="auto">
          <a:xfrm>
            <a:off x="7" y="6858009"/>
            <a:ext cx="12195178" cy="6858002"/>
          </a:xfrm>
          <a:prstGeom prst="rect">
            <a:avLst/>
          </a:prstGeom>
        </p:spPr>
        <p:txBody>
          <a:bodyPr lIns="91439" rIns="91439">
            <a:noAutofit/>
          </a:bodyPr>
          <a:lstStyle/>
          <a:p>
            <a:pPr>
              <a:defRPr/>
            </a:pPr>
            <a:endParaRPr/>
          </a:p>
        </p:txBody>
      </p:sp>
      <p:sp>
        <p:nvSpPr>
          <p:cNvPr id="428" name="Picture Placeholder 8"/>
          <p:cNvSpPr>
            <a:spLocks noGrp="1"/>
          </p:cNvSpPr>
          <p:nvPr>
            <p:ph type="pic" sz="half" idx="24"/>
          </p:nvPr>
        </p:nvSpPr>
        <p:spPr bwMode="auto">
          <a:xfrm>
            <a:off x="12195185" y="6858009"/>
            <a:ext cx="12195178" cy="6858002"/>
          </a:xfrm>
          <a:prstGeom prst="rect">
            <a:avLst/>
          </a:prstGeom>
        </p:spPr>
        <p:txBody>
          <a:bodyPr lIns="91439" rIns="91439">
            <a:noAutofit/>
          </a:bodyPr>
          <a:lstStyle/>
          <a:p>
            <a:pPr>
              <a:defRPr/>
            </a:pPr>
            <a:endParaRPr/>
          </a:p>
        </p:txBody>
      </p:sp>
      <p:sp>
        <p:nvSpPr>
          <p:cNvPr id="429" name="Picture Placeholder 8"/>
          <p:cNvSpPr>
            <a:spLocks noGrp="1"/>
          </p:cNvSpPr>
          <p:nvPr>
            <p:ph type="pic" sz="quarter" idx="25"/>
          </p:nvPr>
        </p:nvSpPr>
        <p:spPr bwMode="auto">
          <a:xfrm>
            <a:off x="2636186" y="4572007"/>
            <a:ext cx="9558992" cy="2257426"/>
          </a:xfrm>
          <a:prstGeom prst="rect">
            <a:avLst/>
          </a:prstGeom>
        </p:spPr>
        <p:txBody>
          <a:bodyPr lIns="91439" rIns="91439">
            <a:noAutofit/>
          </a:bodyPr>
          <a:lstStyle/>
          <a:p>
            <a:pPr>
              <a:defRPr/>
            </a:pPr>
            <a:endParaRPr/>
          </a:p>
        </p:txBody>
      </p:sp>
      <p:sp>
        <p:nvSpPr>
          <p:cNvPr id="430" name="Picture Placeholder 8"/>
          <p:cNvSpPr>
            <a:spLocks noGrp="1"/>
          </p:cNvSpPr>
          <p:nvPr>
            <p:ph type="pic" sz="quarter" idx="26"/>
          </p:nvPr>
        </p:nvSpPr>
        <p:spPr bwMode="auto">
          <a:xfrm>
            <a:off x="12195185" y="4572007"/>
            <a:ext cx="9558990" cy="2257426"/>
          </a:xfrm>
          <a:prstGeom prst="rect">
            <a:avLst/>
          </a:prstGeom>
        </p:spPr>
        <p:txBody>
          <a:bodyPr lIns="91439" rIns="91439">
            <a:noAutofit/>
          </a:bodyPr>
          <a:lstStyle/>
          <a:p>
            <a:pPr>
              <a:defRPr/>
            </a:pPr>
            <a:endParaRPr/>
          </a:p>
        </p:txBody>
      </p:sp>
      <p:sp>
        <p:nvSpPr>
          <p:cNvPr id="431" name="Picture Placeholder 8"/>
          <p:cNvSpPr>
            <a:spLocks noGrp="1"/>
          </p:cNvSpPr>
          <p:nvPr>
            <p:ph type="pic" sz="quarter" idx="27"/>
          </p:nvPr>
        </p:nvSpPr>
        <p:spPr bwMode="auto">
          <a:xfrm>
            <a:off x="2636186" y="6829426"/>
            <a:ext cx="9558992" cy="2257428"/>
          </a:xfrm>
          <a:prstGeom prst="rect">
            <a:avLst/>
          </a:prstGeom>
        </p:spPr>
        <p:txBody>
          <a:bodyPr lIns="91439" rIns="91439">
            <a:noAutofit/>
          </a:bodyPr>
          <a:lstStyle/>
          <a:p>
            <a:pPr>
              <a:defRPr/>
            </a:pPr>
            <a:endParaRPr/>
          </a:p>
        </p:txBody>
      </p:sp>
      <p:sp>
        <p:nvSpPr>
          <p:cNvPr id="432" name="Picture Placeholder 8"/>
          <p:cNvSpPr>
            <a:spLocks noGrp="1"/>
          </p:cNvSpPr>
          <p:nvPr>
            <p:ph type="pic" sz="quarter" idx="28"/>
          </p:nvPr>
        </p:nvSpPr>
        <p:spPr bwMode="auto">
          <a:xfrm>
            <a:off x="12195185" y="6829426"/>
            <a:ext cx="9558990" cy="2257428"/>
          </a:xfrm>
          <a:prstGeom prst="rect">
            <a:avLst/>
          </a:prstGeom>
        </p:spPr>
        <p:txBody>
          <a:bodyPr lIns="91439" rIns="91439">
            <a:noAutofit/>
          </a:bodyPr>
          <a:lstStyle/>
          <a:p>
            <a:pPr>
              <a:defRPr/>
            </a:pPr>
            <a:endParaRPr/>
          </a:p>
        </p:txBody>
      </p:sp>
    </p:spTree>
    <p:extLst>
      <p:ext uri="{BB962C8B-B14F-4D97-AF65-F5344CB8AC3E}">
        <p14:creationId xmlns:p14="http://schemas.microsoft.com/office/powerpoint/2010/main" val="183247395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PhAnim="0" type="tx" userDrawn="1">
  <p:cSld name="10_Custom Layout">
    <p:spTree>
      <p:nvGrpSpPr>
        <p:cNvPr id="1" name=""/>
        <p:cNvGrpSpPr/>
        <p:nvPr/>
      </p:nvGrpSpPr>
      <p:grpSpPr bwMode="auto">
        <a:xfrm>
          <a:off x="0" y="0"/>
          <a:ext cx="0" cy="0"/>
          <a:chOff x="0" y="0"/>
          <a:chExt cx="0" cy="0"/>
        </a:xfrm>
      </p:grpSpPr>
      <p:sp>
        <p:nvSpPr>
          <p:cNvPr id="439" name="Picture Placeholder 11"/>
          <p:cNvSpPr>
            <a:spLocks noGrp="1"/>
          </p:cNvSpPr>
          <p:nvPr>
            <p:ph type="pic" sz="half" idx="21"/>
          </p:nvPr>
        </p:nvSpPr>
        <p:spPr bwMode="auto">
          <a:xfrm>
            <a:off x="0" y="-2"/>
            <a:ext cx="13873096" cy="8008372"/>
          </a:xfrm>
          <a:prstGeom prst="rect">
            <a:avLst/>
          </a:prstGeom>
        </p:spPr>
        <p:txBody>
          <a:bodyPr lIns="91439" rIns="91439">
            <a:noAutofit/>
          </a:bodyPr>
          <a:lstStyle/>
          <a:p>
            <a:pPr>
              <a:defRPr/>
            </a:pPr>
            <a:endParaRPr/>
          </a:p>
        </p:txBody>
      </p:sp>
      <p:sp>
        <p:nvSpPr>
          <p:cNvPr id="440" name="Picture Placeholder 14"/>
          <p:cNvSpPr>
            <a:spLocks noGrp="1"/>
          </p:cNvSpPr>
          <p:nvPr>
            <p:ph type="pic" sz="half" idx="22"/>
          </p:nvPr>
        </p:nvSpPr>
        <p:spPr bwMode="auto">
          <a:xfrm>
            <a:off x="11655359" y="2"/>
            <a:ext cx="12735002" cy="8008368"/>
          </a:xfrm>
          <a:prstGeom prst="rect">
            <a:avLst/>
          </a:prstGeom>
        </p:spPr>
        <p:txBody>
          <a:bodyPr lIns="91439" rIns="91439">
            <a:noAutofit/>
          </a:bodyPr>
          <a:lstStyle/>
          <a:p>
            <a:pPr>
              <a:defRPr/>
            </a:pPr>
            <a:endParaRPr/>
          </a:p>
        </p:txBody>
      </p:sp>
      <p:sp>
        <p:nvSpPr>
          <p:cNvPr id="441" name="Picture Placeholder 17"/>
          <p:cNvSpPr>
            <a:spLocks noGrp="1"/>
          </p:cNvSpPr>
          <p:nvPr>
            <p:ph type="pic" sz="quarter" idx="23"/>
          </p:nvPr>
        </p:nvSpPr>
        <p:spPr bwMode="auto">
          <a:xfrm>
            <a:off x="0" y="8977932"/>
            <a:ext cx="11655352" cy="4737848"/>
          </a:xfrm>
          <a:prstGeom prst="rect">
            <a:avLst/>
          </a:prstGeom>
        </p:spPr>
        <p:txBody>
          <a:bodyPr lIns="91439" rIns="91439">
            <a:noAutofit/>
          </a:bodyPr>
          <a:lstStyle/>
          <a:p>
            <a:pPr>
              <a:defRPr/>
            </a:pPr>
            <a:endParaRPr/>
          </a:p>
        </p:txBody>
      </p:sp>
      <p:sp>
        <p:nvSpPr>
          <p:cNvPr id="442" name="Picture Placeholder 20"/>
          <p:cNvSpPr>
            <a:spLocks noGrp="1"/>
          </p:cNvSpPr>
          <p:nvPr>
            <p:ph type="pic" sz="quarter" idx="24"/>
          </p:nvPr>
        </p:nvSpPr>
        <p:spPr bwMode="auto">
          <a:xfrm>
            <a:off x="12598619" y="8978159"/>
            <a:ext cx="11791742" cy="4737850"/>
          </a:xfrm>
          <a:prstGeom prst="rect">
            <a:avLst/>
          </a:prstGeom>
        </p:spPr>
        <p:txBody>
          <a:bodyPr lIns="91439" rIns="91439">
            <a:noAutofit/>
          </a:bodyPr>
          <a:lstStyle/>
          <a:p>
            <a:pPr>
              <a:defRPr/>
            </a:pPr>
            <a:endParaRPr/>
          </a:p>
        </p:txBody>
      </p:sp>
      <p:sp>
        <p:nvSpPr>
          <p:cNvPr id="443" name="Текст заголовка"/>
          <p:cNvSpPr txBox="1">
            <a:spLocks noGrp="1"/>
          </p:cNvSpPr>
          <p:nvPr>
            <p:ph type="title"/>
          </p:nvPr>
        </p:nvSpPr>
        <p:spPr bwMode="auto">
          <a:xfrm>
            <a:off x="1649656" y="7922742"/>
            <a:ext cx="21091040" cy="1231528"/>
          </a:xfrm>
          <a:prstGeom prst="rect">
            <a:avLst/>
          </a:prstGeom>
        </p:spPr>
        <p:txBody>
          <a:bodyPr/>
          <a:lstStyle>
            <a:lvl1pPr algn="ctr">
              <a:defRPr sz="6000">
                <a:solidFill>
                  <a:srgbClr val="404040"/>
                </a:solidFill>
              </a:defRPr>
            </a:lvl1pPr>
          </a:lstStyle>
          <a:p>
            <a:pPr>
              <a:defRPr/>
            </a:pPr>
            <a:r>
              <a:t>Текст заголовка</a:t>
            </a:r>
          </a:p>
        </p:txBody>
      </p:sp>
      <p:sp>
        <p:nvSpPr>
          <p:cNvPr id="444" name="Уровень текста 1…"/>
          <p:cNvSpPr txBox="1">
            <a:spLocks noGrp="1"/>
          </p:cNvSpPr>
          <p:nvPr>
            <p:ph type="body" sz="quarter" idx="1"/>
          </p:nvPr>
        </p:nvSpPr>
        <p:spPr bwMode="auto">
          <a:xfrm>
            <a:off x="1676836" y="9154277"/>
            <a:ext cx="21036680" cy="457202"/>
          </a:xfrm>
          <a:prstGeom prst="rect">
            <a:avLst/>
          </a:prstGeom>
        </p:spPr>
        <p:txBody>
          <a:bodyPr/>
          <a:lstStyle>
            <a:lvl1pPr algn="ctr">
              <a:defRPr sz="3200">
                <a:solidFill>
                  <a:schemeClr val="accent4"/>
                </a:solidFill>
              </a:defRPr>
            </a:lvl1pPr>
            <a:lvl2pPr algn="ctr">
              <a:defRPr sz="3200">
                <a:solidFill>
                  <a:schemeClr val="accent4"/>
                </a:solidFill>
              </a:defRPr>
            </a:lvl2pPr>
            <a:lvl3pPr algn="ctr">
              <a:defRPr sz="3200">
                <a:solidFill>
                  <a:schemeClr val="accent4"/>
                </a:solidFill>
              </a:defRPr>
            </a:lvl3pPr>
            <a:lvl4pPr algn="ctr">
              <a:defRPr sz="3200">
                <a:solidFill>
                  <a:schemeClr val="accent4"/>
                </a:solidFill>
              </a:defRPr>
            </a:lvl4pPr>
            <a:lvl5pPr algn="ct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
        <p:nvSpPr>
          <p:cNvPr id="445" name="Номер слайда"/>
          <p:cNvSpPr txBox="1">
            <a:spLocks noGrp="1"/>
          </p:cNvSpPr>
          <p:nvPr>
            <p:ph type="sldNum" sz="quarter" idx="2"/>
          </p:nvPr>
        </p:nvSpPr>
        <p:spPr bwMode="auto">
          <a:xfrm>
            <a:off x="17023798" y="12489562"/>
            <a:ext cx="451404" cy="446276"/>
          </a:xfrm>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Tree>
    <p:extLst>
      <p:ext uri="{BB962C8B-B14F-4D97-AF65-F5344CB8AC3E}">
        <p14:creationId xmlns:p14="http://schemas.microsoft.com/office/powerpoint/2010/main" val="340169806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PhAnim="0" type="tx" userDrawn="1">
  <p:cSld name="13_Custom Layout">
    <p:spTree>
      <p:nvGrpSpPr>
        <p:cNvPr id="1" name=""/>
        <p:cNvGrpSpPr/>
        <p:nvPr/>
      </p:nvGrpSpPr>
      <p:grpSpPr bwMode="auto">
        <a:xfrm>
          <a:off x="0" y="0"/>
          <a:ext cx="0" cy="0"/>
          <a:chOff x="0" y="0"/>
          <a:chExt cx="0" cy="0"/>
        </a:xfrm>
      </p:grpSpPr>
      <p:sp>
        <p:nvSpPr>
          <p:cNvPr id="452"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453" name="Picture Placeholder 8"/>
          <p:cNvSpPr>
            <a:spLocks noGrp="1"/>
          </p:cNvSpPr>
          <p:nvPr>
            <p:ph type="pic" sz="quarter" idx="21"/>
          </p:nvPr>
        </p:nvSpPr>
        <p:spPr bwMode="auto">
          <a:xfrm>
            <a:off x="12195176" y="0"/>
            <a:ext cx="6359664" cy="4572000"/>
          </a:xfrm>
          <a:prstGeom prst="rect">
            <a:avLst/>
          </a:prstGeom>
        </p:spPr>
        <p:txBody>
          <a:bodyPr lIns="91439" rIns="91439">
            <a:noAutofit/>
          </a:bodyPr>
          <a:lstStyle/>
          <a:p>
            <a:pPr>
              <a:defRPr/>
            </a:pPr>
            <a:endParaRPr/>
          </a:p>
        </p:txBody>
      </p:sp>
      <p:sp>
        <p:nvSpPr>
          <p:cNvPr id="454" name="Picture Placeholder 8"/>
          <p:cNvSpPr>
            <a:spLocks noGrp="1"/>
          </p:cNvSpPr>
          <p:nvPr>
            <p:ph type="pic" sz="quarter" idx="22"/>
          </p:nvPr>
        </p:nvSpPr>
        <p:spPr bwMode="auto">
          <a:xfrm>
            <a:off x="12195176" y="4572000"/>
            <a:ext cx="6359664" cy="4572000"/>
          </a:xfrm>
          <a:prstGeom prst="rect">
            <a:avLst/>
          </a:prstGeom>
        </p:spPr>
        <p:txBody>
          <a:bodyPr lIns="91439" rIns="91439">
            <a:noAutofit/>
          </a:bodyPr>
          <a:lstStyle/>
          <a:p>
            <a:pPr>
              <a:defRPr/>
            </a:pPr>
            <a:endParaRPr/>
          </a:p>
        </p:txBody>
      </p:sp>
      <p:sp>
        <p:nvSpPr>
          <p:cNvPr id="455" name="Picture Placeholder 8"/>
          <p:cNvSpPr>
            <a:spLocks noGrp="1"/>
          </p:cNvSpPr>
          <p:nvPr>
            <p:ph type="pic" sz="quarter" idx="23"/>
          </p:nvPr>
        </p:nvSpPr>
        <p:spPr bwMode="auto">
          <a:xfrm>
            <a:off x="12195179" y="9144000"/>
            <a:ext cx="6359662" cy="4572000"/>
          </a:xfrm>
          <a:prstGeom prst="rect">
            <a:avLst/>
          </a:prstGeom>
        </p:spPr>
        <p:txBody>
          <a:bodyPr lIns="91439" rIns="91439">
            <a:noAutofit/>
          </a:bodyPr>
          <a:lstStyle/>
          <a:p>
            <a:pPr>
              <a:defRPr/>
            </a:pPr>
            <a:endParaRPr/>
          </a:p>
        </p:txBody>
      </p:sp>
      <p:sp>
        <p:nvSpPr>
          <p:cNvPr id="456" name="Picture Placeholder 8"/>
          <p:cNvSpPr>
            <a:spLocks noGrp="1"/>
          </p:cNvSpPr>
          <p:nvPr>
            <p:ph type="pic" sz="quarter" idx="24"/>
          </p:nvPr>
        </p:nvSpPr>
        <p:spPr bwMode="auto">
          <a:xfrm>
            <a:off x="18554847" y="0"/>
            <a:ext cx="5835514" cy="4572000"/>
          </a:xfrm>
          <a:prstGeom prst="rect">
            <a:avLst/>
          </a:prstGeom>
        </p:spPr>
        <p:txBody>
          <a:bodyPr lIns="91439" rIns="91439">
            <a:noAutofit/>
          </a:bodyPr>
          <a:lstStyle/>
          <a:p>
            <a:pPr>
              <a:defRPr/>
            </a:pPr>
            <a:endParaRPr/>
          </a:p>
        </p:txBody>
      </p:sp>
      <p:sp>
        <p:nvSpPr>
          <p:cNvPr id="457" name="Picture Placeholder 8"/>
          <p:cNvSpPr>
            <a:spLocks noGrp="1"/>
          </p:cNvSpPr>
          <p:nvPr>
            <p:ph type="pic" sz="quarter" idx="25"/>
          </p:nvPr>
        </p:nvSpPr>
        <p:spPr bwMode="auto">
          <a:xfrm>
            <a:off x="18554847" y="4572000"/>
            <a:ext cx="5835514" cy="4572000"/>
          </a:xfrm>
          <a:prstGeom prst="rect">
            <a:avLst/>
          </a:prstGeom>
        </p:spPr>
        <p:txBody>
          <a:bodyPr lIns="91439" rIns="91439">
            <a:noAutofit/>
          </a:bodyPr>
          <a:lstStyle/>
          <a:p>
            <a:pPr>
              <a:defRPr/>
            </a:pPr>
            <a:endParaRPr/>
          </a:p>
        </p:txBody>
      </p:sp>
      <p:sp>
        <p:nvSpPr>
          <p:cNvPr id="458" name="Picture Placeholder 8"/>
          <p:cNvSpPr>
            <a:spLocks noGrp="1"/>
          </p:cNvSpPr>
          <p:nvPr>
            <p:ph type="pic" sz="quarter" idx="26"/>
          </p:nvPr>
        </p:nvSpPr>
        <p:spPr bwMode="auto">
          <a:xfrm>
            <a:off x="18554847" y="9144000"/>
            <a:ext cx="5835514" cy="4572000"/>
          </a:xfrm>
          <a:prstGeom prst="rect">
            <a:avLst/>
          </a:prstGeom>
        </p:spPr>
        <p:txBody>
          <a:bodyPr lIns="91439" rIns="91439">
            <a:noAutofit/>
          </a:bodyPr>
          <a:lstStyle/>
          <a:p>
            <a:pPr>
              <a:defRPr/>
            </a:pPr>
            <a:endParaRPr/>
          </a:p>
        </p:txBody>
      </p:sp>
      <p:sp>
        <p:nvSpPr>
          <p:cNvPr id="459" name="Уровень текста 1…"/>
          <p:cNvSpPr txBox="1">
            <a:spLocks noGrp="1"/>
          </p:cNvSpPr>
          <p:nvPr>
            <p:ph type="body" sz="quarter" idx="1" hasCustomPrompt="1"/>
          </p:nvPr>
        </p:nvSpPr>
        <p:spPr bwMode="auto">
          <a:xfrm>
            <a:off x="19015002" y="1041409"/>
            <a:ext cx="4786312" cy="415926"/>
          </a:xfrm>
          <a:prstGeom prst="rect">
            <a:avLst/>
          </a:prstGeom>
        </p:spPr>
        <p:txBody>
          <a:bodyPr/>
          <a:lstStyle>
            <a:lvl1pPr>
              <a:defRPr>
                <a:solidFill>
                  <a:srgbClr val="FFFFFF"/>
                </a:solidFill>
                <a:latin typeface="Montserrat Semi Bold"/>
                <a:ea typeface="Montserrat Semi Bold"/>
                <a:cs typeface="Montserrat Semi Bold"/>
              </a:defRPr>
            </a:lvl1pPr>
            <a:lvl2pPr>
              <a:defRPr>
                <a:solidFill>
                  <a:srgbClr val="FFFFFF"/>
                </a:solidFill>
                <a:latin typeface="Montserrat Semi Bold"/>
                <a:ea typeface="Montserrat Semi Bold"/>
                <a:cs typeface="Montserrat Semi Bold"/>
              </a:defRPr>
            </a:lvl2pPr>
            <a:lvl3pPr>
              <a:defRPr>
                <a:solidFill>
                  <a:srgbClr val="FFFFFF"/>
                </a:solidFill>
                <a:latin typeface="Montserrat Semi Bold"/>
                <a:ea typeface="Montserrat Semi Bold"/>
                <a:cs typeface="Montserrat Semi Bold"/>
              </a:defRPr>
            </a:lvl3pPr>
            <a:lvl4pPr>
              <a:defRPr>
                <a:solidFill>
                  <a:srgbClr val="FFFFFF"/>
                </a:solidFill>
                <a:latin typeface="Montserrat Semi Bold"/>
                <a:ea typeface="Montserrat Semi Bold"/>
                <a:cs typeface="Montserrat Semi Bold"/>
              </a:defRPr>
            </a:lvl4pPr>
            <a:lvl5pPr>
              <a:defRPr>
                <a:solidFill>
                  <a:srgbClr val="FFFFFF"/>
                </a:solidFill>
                <a:latin typeface="Montserrat Semi Bold"/>
                <a:ea typeface="Montserrat Semi Bold"/>
                <a:cs typeface="Montserrat Semi Bold"/>
              </a:defRPr>
            </a:lvl5pPr>
          </a:lstStyle>
          <a:p>
            <a:pPr>
              <a:defRPr/>
            </a:pPr>
            <a:r>
              <a:t>Text</a:t>
            </a:r>
          </a:p>
          <a:p>
            <a:pPr lvl="1">
              <a:defRPr/>
            </a:pPr>
            <a:endParaRPr/>
          </a:p>
          <a:p>
            <a:pPr lvl="2">
              <a:defRPr/>
            </a:pPr>
            <a:endParaRPr/>
          </a:p>
          <a:p>
            <a:pPr lvl="3">
              <a:defRPr/>
            </a:pPr>
            <a:endParaRPr/>
          </a:p>
          <a:p>
            <a:pPr lvl="4">
              <a:defRPr/>
            </a:pPr>
            <a:endParaRPr/>
          </a:p>
        </p:txBody>
      </p:sp>
      <p:sp>
        <p:nvSpPr>
          <p:cNvPr id="460" name="Text Placeholder 33"/>
          <p:cNvSpPr>
            <a:spLocks noGrp="1"/>
          </p:cNvSpPr>
          <p:nvPr>
            <p:ph type="body" sz="quarter" idx="27" hasCustomPrompt="1"/>
          </p:nvPr>
        </p:nvSpPr>
        <p:spPr bwMode="auto">
          <a:xfrm>
            <a:off x="19015002" y="1651007"/>
            <a:ext cx="4786312" cy="2079170"/>
          </a:xfrm>
          <a:prstGeom prst="rect">
            <a:avLst/>
          </a:prstGeom>
        </p:spPr>
        <p:txBody>
          <a:bodyPr/>
          <a:lstStyle>
            <a:lvl1pPr>
              <a:lnSpc>
                <a:spcPct val="150000"/>
              </a:lnSpc>
              <a:defRPr sz="2000">
                <a:solidFill>
                  <a:srgbClr val="FFFFFF"/>
                </a:solidFill>
              </a:defRPr>
            </a:lvl1pPr>
          </a:lstStyle>
          <a:p>
            <a:pPr>
              <a:defRPr/>
            </a:pPr>
            <a:r>
              <a:t>Text</a:t>
            </a:r>
          </a:p>
        </p:txBody>
      </p:sp>
      <p:sp>
        <p:nvSpPr>
          <p:cNvPr id="461" name="Text Placeholder 33"/>
          <p:cNvSpPr>
            <a:spLocks noGrp="1"/>
          </p:cNvSpPr>
          <p:nvPr>
            <p:ph type="body" sz="quarter" idx="28" hasCustomPrompt="1"/>
          </p:nvPr>
        </p:nvSpPr>
        <p:spPr bwMode="auto">
          <a:xfrm>
            <a:off x="19015002" y="5499109"/>
            <a:ext cx="4786312" cy="415926"/>
          </a:xfrm>
          <a:prstGeom prst="rect">
            <a:avLst/>
          </a:prstGeom>
        </p:spPr>
        <p:txBody>
          <a:bodyPr/>
          <a:lstStyle>
            <a:lvl1pPr defTabSz="1426108">
              <a:spcBef>
                <a:spcPts val="1500"/>
              </a:spcBef>
              <a:defRPr sz="2200">
                <a:solidFill>
                  <a:srgbClr val="FFFFFF"/>
                </a:solidFill>
                <a:latin typeface="Montserrat Semi Bold"/>
                <a:ea typeface="Montserrat Semi Bold"/>
                <a:cs typeface="Montserrat Semi Bold"/>
              </a:defRPr>
            </a:lvl1pPr>
          </a:lstStyle>
          <a:p>
            <a:pPr>
              <a:defRPr/>
            </a:pPr>
            <a:r>
              <a:t>Text</a:t>
            </a:r>
          </a:p>
        </p:txBody>
      </p:sp>
      <p:sp>
        <p:nvSpPr>
          <p:cNvPr id="462" name="Text Placeholder 33"/>
          <p:cNvSpPr>
            <a:spLocks noGrp="1"/>
          </p:cNvSpPr>
          <p:nvPr>
            <p:ph type="body" sz="quarter" idx="29" hasCustomPrompt="1"/>
          </p:nvPr>
        </p:nvSpPr>
        <p:spPr bwMode="auto">
          <a:xfrm>
            <a:off x="19015002" y="6108705"/>
            <a:ext cx="4786312" cy="2079170"/>
          </a:xfrm>
          <a:prstGeom prst="rect">
            <a:avLst/>
          </a:prstGeom>
        </p:spPr>
        <p:txBody>
          <a:bodyPr/>
          <a:lstStyle>
            <a:lvl1pPr>
              <a:lnSpc>
                <a:spcPct val="150000"/>
              </a:lnSpc>
              <a:defRPr sz="2000">
                <a:solidFill>
                  <a:srgbClr val="FFFFFF"/>
                </a:solidFill>
              </a:defRPr>
            </a:lvl1pPr>
          </a:lstStyle>
          <a:p>
            <a:pPr>
              <a:defRPr/>
            </a:pPr>
            <a:r>
              <a:t>Text</a:t>
            </a:r>
          </a:p>
        </p:txBody>
      </p:sp>
      <p:sp>
        <p:nvSpPr>
          <p:cNvPr id="463" name="Text Placeholder 33"/>
          <p:cNvSpPr>
            <a:spLocks noGrp="1"/>
          </p:cNvSpPr>
          <p:nvPr>
            <p:ph type="body" sz="quarter" idx="30" hasCustomPrompt="1"/>
          </p:nvPr>
        </p:nvSpPr>
        <p:spPr bwMode="auto">
          <a:xfrm>
            <a:off x="19015002" y="10127807"/>
            <a:ext cx="4786312" cy="415926"/>
          </a:xfrm>
          <a:prstGeom prst="rect">
            <a:avLst/>
          </a:prstGeom>
        </p:spPr>
        <p:txBody>
          <a:bodyPr/>
          <a:lstStyle>
            <a:lvl1pPr defTabSz="1426108">
              <a:spcBef>
                <a:spcPts val="1500"/>
              </a:spcBef>
              <a:defRPr sz="2200">
                <a:solidFill>
                  <a:srgbClr val="FFFFFF"/>
                </a:solidFill>
                <a:latin typeface="Montserrat Semi Bold"/>
                <a:ea typeface="Montserrat Semi Bold"/>
                <a:cs typeface="Montserrat Semi Bold"/>
              </a:defRPr>
            </a:lvl1pPr>
          </a:lstStyle>
          <a:p>
            <a:pPr>
              <a:defRPr/>
            </a:pPr>
            <a:r>
              <a:t>Text</a:t>
            </a:r>
          </a:p>
        </p:txBody>
      </p:sp>
      <p:sp>
        <p:nvSpPr>
          <p:cNvPr id="464" name="Text Placeholder 33"/>
          <p:cNvSpPr>
            <a:spLocks noGrp="1"/>
          </p:cNvSpPr>
          <p:nvPr>
            <p:ph type="body" sz="quarter" idx="31" hasCustomPrompt="1"/>
          </p:nvPr>
        </p:nvSpPr>
        <p:spPr bwMode="auto">
          <a:xfrm>
            <a:off x="19015002" y="10737409"/>
            <a:ext cx="4786312" cy="2079170"/>
          </a:xfrm>
          <a:prstGeom prst="rect">
            <a:avLst/>
          </a:prstGeom>
        </p:spPr>
        <p:txBody>
          <a:bodyPr/>
          <a:lstStyle>
            <a:lvl1pPr>
              <a:lnSpc>
                <a:spcPct val="150000"/>
              </a:lnSpc>
              <a:defRPr sz="2000">
                <a:solidFill>
                  <a:srgbClr val="FFFFFF"/>
                </a:solidFill>
              </a:defRPr>
            </a:lvl1pPr>
          </a:lstStyle>
          <a:p>
            <a:pPr>
              <a:defRPr/>
            </a:pPr>
            <a:r>
              <a:t>Text</a:t>
            </a:r>
          </a:p>
        </p:txBody>
      </p:sp>
      <p:sp>
        <p:nvSpPr>
          <p:cNvPr id="465" name="Picture Placeholder 8"/>
          <p:cNvSpPr>
            <a:spLocks noGrp="1"/>
          </p:cNvSpPr>
          <p:nvPr>
            <p:ph type="pic" sz="quarter" idx="32"/>
          </p:nvPr>
        </p:nvSpPr>
        <p:spPr bwMode="auto">
          <a:xfrm>
            <a:off x="5835517" y="0"/>
            <a:ext cx="6359666" cy="4572000"/>
          </a:xfrm>
          <a:prstGeom prst="rect">
            <a:avLst/>
          </a:prstGeom>
        </p:spPr>
        <p:txBody>
          <a:bodyPr lIns="91439" rIns="91439">
            <a:noAutofit/>
          </a:bodyPr>
          <a:lstStyle/>
          <a:p>
            <a:pPr>
              <a:defRPr/>
            </a:pPr>
            <a:endParaRPr/>
          </a:p>
        </p:txBody>
      </p:sp>
      <p:sp>
        <p:nvSpPr>
          <p:cNvPr id="466" name="Picture Placeholder 8"/>
          <p:cNvSpPr>
            <a:spLocks noGrp="1"/>
          </p:cNvSpPr>
          <p:nvPr>
            <p:ph type="pic" sz="quarter" idx="33"/>
          </p:nvPr>
        </p:nvSpPr>
        <p:spPr bwMode="auto">
          <a:xfrm>
            <a:off x="5835517" y="4572000"/>
            <a:ext cx="6359666" cy="4572000"/>
          </a:xfrm>
          <a:prstGeom prst="rect">
            <a:avLst/>
          </a:prstGeom>
        </p:spPr>
        <p:txBody>
          <a:bodyPr lIns="91439" rIns="91439">
            <a:noAutofit/>
          </a:bodyPr>
          <a:lstStyle/>
          <a:p>
            <a:pPr>
              <a:defRPr/>
            </a:pPr>
            <a:endParaRPr/>
          </a:p>
        </p:txBody>
      </p:sp>
      <p:sp>
        <p:nvSpPr>
          <p:cNvPr id="467" name="Picture Placeholder 8"/>
          <p:cNvSpPr>
            <a:spLocks noGrp="1"/>
          </p:cNvSpPr>
          <p:nvPr>
            <p:ph type="pic" sz="quarter" idx="34"/>
          </p:nvPr>
        </p:nvSpPr>
        <p:spPr bwMode="auto">
          <a:xfrm>
            <a:off x="5835517" y="9144000"/>
            <a:ext cx="6359666" cy="4572000"/>
          </a:xfrm>
          <a:prstGeom prst="rect">
            <a:avLst/>
          </a:prstGeom>
        </p:spPr>
        <p:txBody>
          <a:bodyPr lIns="91439" rIns="91439">
            <a:noAutofit/>
          </a:bodyPr>
          <a:lstStyle/>
          <a:p>
            <a:pPr>
              <a:defRPr/>
            </a:pPr>
            <a:endParaRPr/>
          </a:p>
        </p:txBody>
      </p:sp>
      <p:sp>
        <p:nvSpPr>
          <p:cNvPr id="468" name="Picture Placeholder 8"/>
          <p:cNvSpPr>
            <a:spLocks noGrp="1"/>
          </p:cNvSpPr>
          <p:nvPr>
            <p:ph type="pic" sz="quarter" idx="35"/>
          </p:nvPr>
        </p:nvSpPr>
        <p:spPr bwMode="auto">
          <a:xfrm>
            <a:off x="-1" y="31309"/>
            <a:ext cx="5835514" cy="4572002"/>
          </a:xfrm>
          <a:prstGeom prst="rect">
            <a:avLst/>
          </a:prstGeom>
        </p:spPr>
        <p:txBody>
          <a:bodyPr lIns="91439" rIns="91439">
            <a:noAutofit/>
          </a:bodyPr>
          <a:lstStyle/>
          <a:p>
            <a:pPr>
              <a:defRPr/>
            </a:pPr>
            <a:endParaRPr/>
          </a:p>
        </p:txBody>
      </p:sp>
      <p:sp>
        <p:nvSpPr>
          <p:cNvPr id="469" name="Picture Placeholder 8"/>
          <p:cNvSpPr>
            <a:spLocks noGrp="1"/>
          </p:cNvSpPr>
          <p:nvPr>
            <p:ph type="pic" sz="quarter" idx="36"/>
          </p:nvPr>
        </p:nvSpPr>
        <p:spPr bwMode="auto">
          <a:xfrm>
            <a:off x="-1" y="4603309"/>
            <a:ext cx="5835514" cy="4572002"/>
          </a:xfrm>
          <a:prstGeom prst="rect">
            <a:avLst/>
          </a:prstGeom>
        </p:spPr>
        <p:txBody>
          <a:bodyPr lIns="91439" rIns="91439">
            <a:noAutofit/>
          </a:bodyPr>
          <a:lstStyle/>
          <a:p>
            <a:pPr>
              <a:defRPr/>
            </a:pPr>
            <a:endParaRPr/>
          </a:p>
        </p:txBody>
      </p:sp>
      <p:sp>
        <p:nvSpPr>
          <p:cNvPr id="470" name="Picture Placeholder 8"/>
          <p:cNvSpPr>
            <a:spLocks noGrp="1"/>
          </p:cNvSpPr>
          <p:nvPr>
            <p:ph type="pic" sz="quarter" idx="37"/>
          </p:nvPr>
        </p:nvSpPr>
        <p:spPr bwMode="auto">
          <a:xfrm>
            <a:off x="-1" y="9175309"/>
            <a:ext cx="5835514" cy="4572002"/>
          </a:xfrm>
          <a:prstGeom prst="rect">
            <a:avLst/>
          </a:prstGeom>
        </p:spPr>
        <p:txBody>
          <a:bodyPr lIns="91439" rIns="91439">
            <a:noAutofit/>
          </a:bodyPr>
          <a:lstStyle/>
          <a:p>
            <a:pPr>
              <a:defRPr/>
            </a:pPr>
            <a:endParaRPr/>
          </a:p>
        </p:txBody>
      </p:sp>
      <p:sp>
        <p:nvSpPr>
          <p:cNvPr id="471" name="Text Placeholder 33"/>
          <p:cNvSpPr>
            <a:spLocks noGrp="1"/>
          </p:cNvSpPr>
          <p:nvPr>
            <p:ph type="body" sz="quarter" idx="38" hasCustomPrompt="1"/>
          </p:nvPr>
        </p:nvSpPr>
        <p:spPr bwMode="auto">
          <a:xfrm>
            <a:off x="460169" y="1072707"/>
            <a:ext cx="4786310" cy="415926"/>
          </a:xfrm>
          <a:prstGeom prst="rect">
            <a:avLst/>
          </a:prstGeom>
        </p:spPr>
        <p:txBody>
          <a:bodyPr/>
          <a:lstStyle>
            <a:lvl1pPr algn="r" defTabSz="1426108">
              <a:spcBef>
                <a:spcPts val="1500"/>
              </a:spcBef>
              <a:defRPr sz="2200">
                <a:solidFill>
                  <a:srgbClr val="FFFFFF"/>
                </a:solidFill>
                <a:latin typeface="Montserrat Semi Bold"/>
                <a:ea typeface="Montserrat Semi Bold"/>
                <a:cs typeface="Montserrat Semi Bold"/>
              </a:defRPr>
            </a:lvl1pPr>
          </a:lstStyle>
          <a:p>
            <a:pPr>
              <a:defRPr/>
            </a:pPr>
            <a:r>
              <a:t>Text</a:t>
            </a:r>
          </a:p>
        </p:txBody>
      </p:sp>
      <p:sp>
        <p:nvSpPr>
          <p:cNvPr id="472" name="Text Placeholder 33"/>
          <p:cNvSpPr>
            <a:spLocks noGrp="1"/>
          </p:cNvSpPr>
          <p:nvPr>
            <p:ph type="body" sz="quarter" idx="39" hasCustomPrompt="1"/>
          </p:nvPr>
        </p:nvSpPr>
        <p:spPr bwMode="auto">
          <a:xfrm>
            <a:off x="460169" y="1682309"/>
            <a:ext cx="4786310" cy="2079170"/>
          </a:xfrm>
          <a:prstGeom prst="rect">
            <a:avLst/>
          </a:prstGeom>
        </p:spPr>
        <p:txBody>
          <a:bodyPr/>
          <a:lstStyle>
            <a:lvl1pPr algn="r">
              <a:lnSpc>
                <a:spcPct val="150000"/>
              </a:lnSpc>
              <a:defRPr sz="2000">
                <a:solidFill>
                  <a:srgbClr val="FFFFFF"/>
                </a:solidFill>
              </a:defRPr>
            </a:lvl1pPr>
          </a:lstStyle>
          <a:p>
            <a:pPr>
              <a:defRPr/>
            </a:pPr>
            <a:r>
              <a:t>Text</a:t>
            </a:r>
          </a:p>
        </p:txBody>
      </p:sp>
      <p:sp>
        <p:nvSpPr>
          <p:cNvPr id="473" name="Text Placeholder 33"/>
          <p:cNvSpPr>
            <a:spLocks noGrp="1"/>
          </p:cNvSpPr>
          <p:nvPr>
            <p:ph type="body" sz="quarter" idx="40" hasCustomPrompt="1"/>
          </p:nvPr>
        </p:nvSpPr>
        <p:spPr bwMode="auto">
          <a:xfrm>
            <a:off x="460169" y="5530409"/>
            <a:ext cx="4786310" cy="415926"/>
          </a:xfrm>
          <a:prstGeom prst="rect">
            <a:avLst/>
          </a:prstGeom>
        </p:spPr>
        <p:txBody>
          <a:bodyPr/>
          <a:lstStyle>
            <a:lvl1pPr algn="r" defTabSz="1426108">
              <a:spcBef>
                <a:spcPts val="1500"/>
              </a:spcBef>
              <a:defRPr sz="2200">
                <a:solidFill>
                  <a:srgbClr val="FFFFFF"/>
                </a:solidFill>
                <a:latin typeface="Montserrat Semi Bold"/>
                <a:ea typeface="Montserrat Semi Bold"/>
                <a:cs typeface="Montserrat Semi Bold"/>
              </a:defRPr>
            </a:lvl1pPr>
          </a:lstStyle>
          <a:p>
            <a:pPr>
              <a:defRPr/>
            </a:pPr>
            <a:r>
              <a:t>Text</a:t>
            </a:r>
          </a:p>
        </p:txBody>
      </p:sp>
      <p:sp>
        <p:nvSpPr>
          <p:cNvPr id="474" name="Text Placeholder 33"/>
          <p:cNvSpPr>
            <a:spLocks noGrp="1"/>
          </p:cNvSpPr>
          <p:nvPr>
            <p:ph type="body" sz="quarter" idx="41" hasCustomPrompt="1"/>
          </p:nvPr>
        </p:nvSpPr>
        <p:spPr bwMode="auto">
          <a:xfrm>
            <a:off x="460169" y="6140009"/>
            <a:ext cx="4786310" cy="2079170"/>
          </a:xfrm>
          <a:prstGeom prst="rect">
            <a:avLst/>
          </a:prstGeom>
        </p:spPr>
        <p:txBody>
          <a:bodyPr/>
          <a:lstStyle>
            <a:lvl1pPr algn="r">
              <a:lnSpc>
                <a:spcPct val="150000"/>
              </a:lnSpc>
              <a:defRPr sz="2000">
                <a:solidFill>
                  <a:srgbClr val="FFFFFF"/>
                </a:solidFill>
              </a:defRPr>
            </a:lvl1pPr>
          </a:lstStyle>
          <a:p>
            <a:pPr>
              <a:defRPr/>
            </a:pPr>
            <a:r>
              <a:t>Text</a:t>
            </a:r>
          </a:p>
        </p:txBody>
      </p:sp>
      <p:sp>
        <p:nvSpPr>
          <p:cNvPr id="475" name="Text Placeholder 33"/>
          <p:cNvSpPr>
            <a:spLocks noGrp="1"/>
          </p:cNvSpPr>
          <p:nvPr>
            <p:ph type="body" sz="quarter" idx="42" hasCustomPrompt="1"/>
          </p:nvPr>
        </p:nvSpPr>
        <p:spPr bwMode="auto">
          <a:xfrm>
            <a:off x="460169" y="10159107"/>
            <a:ext cx="4786310" cy="415926"/>
          </a:xfrm>
          <a:prstGeom prst="rect">
            <a:avLst/>
          </a:prstGeom>
        </p:spPr>
        <p:txBody>
          <a:bodyPr/>
          <a:lstStyle>
            <a:lvl1pPr algn="r" defTabSz="1426108">
              <a:spcBef>
                <a:spcPts val="1500"/>
              </a:spcBef>
              <a:defRPr sz="2200">
                <a:solidFill>
                  <a:srgbClr val="FFFFFF"/>
                </a:solidFill>
                <a:latin typeface="Montserrat Semi Bold"/>
                <a:ea typeface="Montserrat Semi Bold"/>
                <a:cs typeface="Montserrat Semi Bold"/>
              </a:defRPr>
            </a:lvl1pPr>
          </a:lstStyle>
          <a:p>
            <a:pPr>
              <a:defRPr/>
            </a:pPr>
            <a:r>
              <a:t>Text</a:t>
            </a:r>
          </a:p>
        </p:txBody>
      </p:sp>
      <p:sp>
        <p:nvSpPr>
          <p:cNvPr id="476" name="Text Placeholder 33"/>
          <p:cNvSpPr>
            <a:spLocks noGrp="1"/>
          </p:cNvSpPr>
          <p:nvPr>
            <p:ph type="body" sz="quarter" idx="43" hasCustomPrompt="1"/>
          </p:nvPr>
        </p:nvSpPr>
        <p:spPr bwMode="auto">
          <a:xfrm>
            <a:off x="460169" y="10768709"/>
            <a:ext cx="4786310" cy="2079170"/>
          </a:xfrm>
          <a:prstGeom prst="rect">
            <a:avLst/>
          </a:prstGeom>
        </p:spPr>
        <p:txBody>
          <a:bodyPr/>
          <a:lstStyle>
            <a:lvl1pPr algn="r">
              <a:lnSpc>
                <a:spcPct val="150000"/>
              </a:lnSpc>
              <a:defRPr sz="2000">
                <a:solidFill>
                  <a:srgbClr val="FFFFFF"/>
                </a:solidFill>
              </a:defRPr>
            </a:lvl1pPr>
          </a:lstStyle>
          <a:p>
            <a:pPr>
              <a:defRPr/>
            </a:pPr>
            <a:r>
              <a:t>Text</a:t>
            </a:r>
          </a:p>
        </p:txBody>
      </p:sp>
    </p:spTree>
    <p:extLst>
      <p:ext uri="{BB962C8B-B14F-4D97-AF65-F5344CB8AC3E}">
        <p14:creationId xmlns:p14="http://schemas.microsoft.com/office/powerpoint/2010/main" val="427293610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PhAnim="0" type="tx" userDrawn="1">
  <p:cSld name="16_Custom Layout">
    <p:spTree>
      <p:nvGrpSpPr>
        <p:cNvPr id="1" name=""/>
        <p:cNvGrpSpPr/>
        <p:nvPr/>
      </p:nvGrpSpPr>
      <p:grpSpPr bwMode="auto">
        <a:xfrm>
          <a:off x="0" y="0"/>
          <a:ext cx="0" cy="0"/>
          <a:chOff x="0" y="0"/>
          <a:chExt cx="0" cy="0"/>
        </a:xfrm>
      </p:grpSpPr>
      <p:sp>
        <p:nvSpPr>
          <p:cNvPr id="483" name="Picture Placeholder 8"/>
          <p:cNvSpPr>
            <a:spLocks noGrp="1"/>
          </p:cNvSpPr>
          <p:nvPr>
            <p:ph type="pic" sz="half" idx="21"/>
          </p:nvPr>
        </p:nvSpPr>
        <p:spPr bwMode="auto">
          <a:xfrm>
            <a:off x="7" y="3973606"/>
            <a:ext cx="12195178" cy="5520020"/>
          </a:xfrm>
          <a:prstGeom prst="rect">
            <a:avLst/>
          </a:prstGeom>
        </p:spPr>
        <p:txBody>
          <a:bodyPr lIns="91439" rIns="91439">
            <a:noAutofit/>
          </a:bodyPr>
          <a:lstStyle/>
          <a:p>
            <a:pPr>
              <a:defRPr/>
            </a:pPr>
            <a:endParaRPr/>
          </a:p>
        </p:txBody>
      </p:sp>
      <p:sp>
        <p:nvSpPr>
          <p:cNvPr id="484" name="Picture Placeholder 13"/>
          <p:cNvSpPr>
            <a:spLocks noGrp="1"/>
          </p:cNvSpPr>
          <p:nvPr>
            <p:ph type="pic" sz="quarter" idx="22"/>
          </p:nvPr>
        </p:nvSpPr>
        <p:spPr bwMode="auto">
          <a:xfrm>
            <a:off x="-792853" y="7220230"/>
            <a:ext cx="7957522" cy="1704884"/>
          </a:xfrm>
          <a:prstGeom prst="rect">
            <a:avLst/>
          </a:prstGeom>
        </p:spPr>
        <p:txBody>
          <a:bodyPr lIns="91439" rIns="91439">
            <a:noAutofit/>
          </a:bodyPr>
          <a:lstStyle/>
          <a:p>
            <a:pPr>
              <a:defRPr/>
            </a:pPr>
            <a:endParaRPr/>
          </a:p>
        </p:txBody>
      </p:sp>
      <p:sp>
        <p:nvSpPr>
          <p:cNvPr id="485"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486" name="Текст заголовка"/>
          <p:cNvSpPr txBox="1">
            <a:spLocks noGrp="1"/>
          </p:cNvSpPr>
          <p:nvPr>
            <p:ph type="title"/>
          </p:nvPr>
        </p:nvSpPr>
        <p:spPr bwMode="auto">
          <a:xfrm>
            <a:off x="1676836" y="753036"/>
            <a:ext cx="21036680" cy="1381688"/>
          </a:xfrm>
          <a:prstGeom prst="rect">
            <a:avLst/>
          </a:prstGeom>
        </p:spPr>
        <p:txBody>
          <a:bodyPr/>
          <a:lstStyle>
            <a:lvl1pPr algn="ctr">
              <a:defRPr>
                <a:solidFill>
                  <a:srgbClr val="404040"/>
                </a:solidFill>
              </a:defRPr>
            </a:lvl1pPr>
          </a:lstStyle>
          <a:p>
            <a:pPr>
              <a:defRPr/>
            </a:pPr>
            <a:r>
              <a:t>Текст заголовка</a:t>
            </a:r>
          </a:p>
        </p:txBody>
      </p:sp>
      <p:sp>
        <p:nvSpPr>
          <p:cNvPr id="487" name="Уровень текста 1…"/>
          <p:cNvSpPr txBox="1">
            <a:spLocks noGrp="1"/>
          </p:cNvSpPr>
          <p:nvPr>
            <p:ph type="body" sz="quarter" idx="1"/>
          </p:nvPr>
        </p:nvSpPr>
        <p:spPr bwMode="auto">
          <a:xfrm>
            <a:off x="1676836" y="2134729"/>
            <a:ext cx="21036680" cy="457202"/>
          </a:xfrm>
          <a:prstGeom prst="rect">
            <a:avLst/>
          </a:prstGeom>
        </p:spPr>
        <p:txBody>
          <a:bodyPr/>
          <a:lstStyle>
            <a:lvl1pPr algn="ctr">
              <a:defRPr sz="3200">
                <a:solidFill>
                  <a:schemeClr val="accent4"/>
                </a:solidFill>
              </a:defRPr>
            </a:lvl1pPr>
            <a:lvl2pPr algn="ctr">
              <a:defRPr sz="3200">
                <a:solidFill>
                  <a:schemeClr val="accent4"/>
                </a:solidFill>
              </a:defRPr>
            </a:lvl2pPr>
            <a:lvl3pPr algn="ctr">
              <a:defRPr sz="3200">
                <a:solidFill>
                  <a:schemeClr val="accent4"/>
                </a:solidFill>
              </a:defRPr>
            </a:lvl3pPr>
            <a:lvl4pPr algn="ctr">
              <a:defRPr sz="3200">
                <a:solidFill>
                  <a:schemeClr val="accent4"/>
                </a:solidFill>
              </a:defRPr>
            </a:lvl4pPr>
            <a:lvl5pPr algn="ct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
        <p:nvSpPr>
          <p:cNvPr id="488" name="Text Placeholder 28"/>
          <p:cNvSpPr>
            <a:spLocks noGrp="1"/>
          </p:cNvSpPr>
          <p:nvPr>
            <p:ph type="body" sz="quarter" idx="23"/>
          </p:nvPr>
        </p:nvSpPr>
        <p:spPr bwMode="auto">
          <a:xfrm>
            <a:off x="779590" y="7543249"/>
            <a:ext cx="5660800" cy="1087906"/>
          </a:xfrm>
          <a:prstGeom prst="rect">
            <a:avLst/>
          </a:prstGeom>
        </p:spPr>
        <p:txBody>
          <a:bodyPr/>
          <a:lstStyle/>
          <a:p>
            <a:pPr>
              <a:defRPr sz="2400">
                <a:solidFill>
                  <a:srgbClr val="FFFFFF"/>
                </a:solidFill>
              </a:defRPr>
            </a:pPr>
            <a:endParaRPr/>
          </a:p>
        </p:txBody>
      </p:sp>
      <p:sp>
        <p:nvSpPr>
          <p:cNvPr id="489" name="Text Placeholder 33"/>
          <p:cNvSpPr>
            <a:spLocks noGrp="1"/>
          </p:cNvSpPr>
          <p:nvPr>
            <p:ph type="body" sz="quarter" idx="24" hasCustomPrompt="1"/>
          </p:nvPr>
        </p:nvSpPr>
        <p:spPr bwMode="auto">
          <a:xfrm>
            <a:off x="13566742" y="3973613"/>
            <a:ext cx="7932856" cy="550866"/>
          </a:xfrm>
          <a:prstGeom prst="rect">
            <a:avLst/>
          </a:prstGeom>
        </p:spPr>
        <p:txBody>
          <a:bodyPr/>
          <a:lstStyle>
            <a:lvl1pPr defTabSz="1700360">
              <a:spcBef>
                <a:spcPts val="1800"/>
              </a:spcBef>
              <a:defRPr sz="3000">
                <a:solidFill>
                  <a:srgbClr val="404040"/>
                </a:solidFill>
                <a:latin typeface="Montserrat Semi Bold"/>
                <a:ea typeface="Montserrat Semi Bold"/>
                <a:cs typeface="Montserrat Semi Bold"/>
              </a:defRPr>
            </a:lvl1pPr>
          </a:lstStyle>
          <a:p>
            <a:pPr>
              <a:defRPr/>
            </a:pPr>
            <a:r>
              <a:t>Text</a:t>
            </a:r>
          </a:p>
        </p:txBody>
      </p:sp>
      <p:sp>
        <p:nvSpPr>
          <p:cNvPr id="490" name="Text Placeholder 33"/>
          <p:cNvSpPr>
            <a:spLocks noGrp="1"/>
          </p:cNvSpPr>
          <p:nvPr>
            <p:ph type="body" sz="quarter" idx="25" hasCustomPrompt="1"/>
          </p:nvPr>
        </p:nvSpPr>
        <p:spPr bwMode="auto">
          <a:xfrm>
            <a:off x="13566742" y="4653058"/>
            <a:ext cx="7932856" cy="4280740"/>
          </a:xfrm>
          <a:prstGeom prst="rect">
            <a:avLst/>
          </a:prstGeom>
        </p:spPr>
        <p:txBody>
          <a:bodyPr/>
          <a:lstStyle>
            <a:lvl1pPr>
              <a:lnSpc>
                <a:spcPct val="150000"/>
              </a:lnSpc>
              <a:defRPr>
                <a:solidFill>
                  <a:schemeClr val="accent4"/>
                </a:solidFill>
              </a:defRPr>
            </a:lvl1pPr>
          </a:lstStyle>
          <a:p>
            <a:pPr>
              <a:defRPr/>
            </a:pPr>
            <a:r>
              <a:t>Text</a:t>
            </a:r>
          </a:p>
        </p:txBody>
      </p:sp>
      <p:sp>
        <p:nvSpPr>
          <p:cNvPr id="491" name="Text Placeholder 33"/>
          <p:cNvSpPr>
            <a:spLocks noGrp="1"/>
          </p:cNvSpPr>
          <p:nvPr>
            <p:ph type="body" sz="quarter" idx="26" hasCustomPrompt="1"/>
          </p:nvPr>
        </p:nvSpPr>
        <p:spPr bwMode="auto">
          <a:xfrm>
            <a:off x="1676838" y="10220324"/>
            <a:ext cx="10518340" cy="1629900"/>
          </a:xfrm>
          <a:prstGeom prst="rect">
            <a:avLst/>
          </a:prstGeom>
        </p:spPr>
        <p:txBody>
          <a:bodyPr/>
          <a:lstStyle>
            <a:lvl1pPr>
              <a:lnSpc>
                <a:spcPct val="150000"/>
              </a:lnSpc>
              <a:defRPr sz="2400">
                <a:solidFill>
                  <a:schemeClr val="accent4"/>
                </a:solidFill>
              </a:defRPr>
            </a:lvl1pPr>
          </a:lstStyle>
          <a:p>
            <a:pPr>
              <a:defRPr/>
            </a:pPr>
            <a:r>
              <a:t>Text</a:t>
            </a:r>
          </a:p>
        </p:txBody>
      </p:sp>
    </p:spTree>
    <p:extLst>
      <p:ext uri="{BB962C8B-B14F-4D97-AF65-F5344CB8AC3E}">
        <p14:creationId xmlns:p14="http://schemas.microsoft.com/office/powerpoint/2010/main" val="344957332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PhAnim="0" type="tx" userDrawn="1">
  <p:cSld name="18_Custom Layout">
    <p:spTree>
      <p:nvGrpSpPr>
        <p:cNvPr id="1" name=""/>
        <p:cNvGrpSpPr/>
        <p:nvPr/>
      </p:nvGrpSpPr>
      <p:grpSpPr bwMode="auto">
        <a:xfrm>
          <a:off x="0" y="0"/>
          <a:ext cx="0" cy="0"/>
          <a:chOff x="0" y="0"/>
          <a:chExt cx="0" cy="0"/>
        </a:xfrm>
      </p:grpSpPr>
      <p:sp>
        <p:nvSpPr>
          <p:cNvPr id="498" name="Picture Placeholder 8"/>
          <p:cNvSpPr>
            <a:spLocks noGrp="1"/>
          </p:cNvSpPr>
          <p:nvPr>
            <p:ph type="pic" sz="quarter" idx="21"/>
          </p:nvPr>
        </p:nvSpPr>
        <p:spPr bwMode="auto">
          <a:xfrm>
            <a:off x="16804511" y="3993785"/>
            <a:ext cx="7595382" cy="3856038"/>
          </a:xfrm>
          <a:prstGeom prst="rect">
            <a:avLst/>
          </a:prstGeom>
        </p:spPr>
        <p:txBody>
          <a:bodyPr lIns="91439" rIns="91439">
            <a:noAutofit/>
          </a:bodyPr>
          <a:lstStyle/>
          <a:p>
            <a:pPr>
              <a:defRPr/>
            </a:pPr>
            <a:endParaRPr/>
          </a:p>
        </p:txBody>
      </p:sp>
      <p:sp>
        <p:nvSpPr>
          <p:cNvPr id="499" name="Picture Placeholder 8"/>
          <p:cNvSpPr>
            <a:spLocks noGrp="1"/>
          </p:cNvSpPr>
          <p:nvPr>
            <p:ph type="pic" sz="quarter" idx="22"/>
          </p:nvPr>
        </p:nvSpPr>
        <p:spPr bwMode="auto">
          <a:xfrm>
            <a:off x="9533" y="3993778"/>
            <a:ext cx="7576322" cy="3856040"/>
          </a:xfrm>
          <a:prstGeom prst="rect">
            <a:avLst/>
          </a:prstGeom>
        </p:spPr>
        <p:txBody>
          <a:bodyPr lIns="91439" rIns="91439">
            <a:noAutofit/>
          </a:bodyPr>
          <a:lstStyle/>
          <a:p>
            <a:pPr>
              <a:defRPr/>
            </a:pPr>
            <a:endParaRPr/>
          </a:p>
        </p:txBody>
      </p:sp>
      <p:sp>
        <p:nvSpPr>
          <p:cNvPr id="500"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501" name="Picture Placeholder 14"/>
          <p:cNvSpPr>
            <a:spLocks noGrp="1"/>
          </p:cNvSpPr>
          <p:nvPr>
            <p:ph type="pic" sz="quarter" idx="23"/>
          </p:nvPr>
        </p:nvSpPr>
        <p:spPr bwMode="auto">
          <a:xfrm>
            <a:off x="6150213" y="3993785"/>
            <a:ext cx="12089942" cy="3856038"/>
          </a:xfrm>
          <a:prstGeom prst="rect">
            <a:avLst/>
          </a:prstGeom>
        </p:spPr>
        <p:txBody>
          <a:bodyPr lIns="91439" rIns="91439">
            <a:noAutofit/>
          </a:bodyPr>
          <a:lstStyle/>
          <a:p>
            <a:pPr>
              <a:defRPr/>
            </a:pPr>
            <a:endParaRPr/>
          </a:p>
        </p:txBody>
      </p:sp>
      <p:sp>
        <p:nvSpPr>
          <p:cNvPr id="502" name="Текст заголовка"/>
          <p:cNvSpPr txBox="1">
            <a:spLocks noGrp="1"/>
          </p:cNvSpPr>
          <p:nvPr>
            <p:ph type="title"/>
          </p:nvPr>
        </p:nvSpPr>
        <p:spPr bwMode="auto">
          <a:xfrm>
            <a:off x="1676836" y="753036"/>
            <a:ext cx="21036680" cy="1381688"/>
          </a:xfrm>
          <a:prstGeom prst="rect">
            <a:avLst/>
          </a:prstGeom>
        </p:spPr>
        <p:txBody>
          <a:bodyPr/>
          <a:lstStyle>
            <a:lvl1pPr algn="ctr">
              <a:defRPr>
                <a:solidFill>
                  <a:srgbClr val="404040"/>
                </a:solidFill>
              </a:defRPr>
            </a:lvl1pPr>
          </a:lstStyle>
          <a:p>
            <a:pPr>
              <a:defRPr/>
            </a:pPr>
            <a:r>
              <a:t>Текст заголовка</a:t>
            </a:r>
          </a:p>
        </p:txBody>
      </p:sp>
      <p:sp>
        <p:nvSpPr>
          <p:cNvPr id="503" name="Уровень текста 1…"/>
          <p:cNvSpPr txBox="1">
            <a:spLocks noGrp="1"/>
          </p:cNvSpPr>
          <p:nvPr>
            <p:ph type="body" sz="quarter" idx="1"/>
          </p:nvPr>
        </p:nvSpPr>
        <p:spPr bwMode="auto">
          <a:xfrm>
            <a:off x="1676836" y="2134729"/>
            <a:ext cx="21036680" cy="457202"/>
          </a:xfrm>
          <a:prstGeom prst="rect">
            <a:avLst/>
          </a:prstGeom>
        </p:spPr>
        <p:txBody>
          <a:bodyPr/>
          <a:lstStyle>
            <a:lvl1pPr algn="ctr">
              <a:defRPr sz="3200">
                <a:solidFill>
                  <a:schemeClr val="accent4"/>
                </a:solidFill>
              </a:defRPr>
            </a:lvl1pPr>
            <a:lvl2pPr algn="ctr">
              <a:defRPr sz="3200">
                <a:solidFill>
                  <a:schemeClr val="accent4"/>
                </a:solidFill>
              </a:defRPr>
            </a:lvl2pPr>
            <a:lvl3pPr algn="ctr">
              <a:defRPr sz="3200">
                <a:solidFill>
                  <a:schemeClr val="accent4"/>
                </a:solidFill>
              </a:defRPr>
            </a:lvl3pPr>
            <a:lvl4pPr algn="ctr">
              <a:defRPr sz="3200">
                <a:solidFill>
                  <a:schemeClr val="accent4"/>
                </a:solidFill>
              </a:defRPr>
            </a:lvl4pPr>
            <a:lvl5pPr algn="ct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Tree>
    <p:extLst>
      <p:ext uri="{BB962C8B-B14F-4D97-AF65-F5344CB8AC3E}">
        <p14:creationId xmlns:p14="http://schemas.microsoft.com/office/powerpoint/2010/main" val="63134216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PhAnim="0" type="tx" userDrawn="1">
  <p:cSld name="11_Title and Content">
    <p:spTree>
      <p:nvGrpSpPr>
        <p:cNvPr id="1" name=""/>
        <p:cNvGrpSpPr/>
        <p:nvPr/>
      </p:nvGrpSpPr>
      <p:grpSpPr bwMode="auto">
        <a:xfrm>
          <a:off x="0" y="0"/>
          <a:ext cx="0" cy="0"/>
          <a:chOff x="0" y="0"/>
          <a:chExt cx="0" cy="0"/>
        </a:xfrm>
      </p:grpSpPr>
      <p:sp>
        <p:nvSpPr>
          <p:cNvPr id="510" name="Текст заголовка"/>
          <p:cNvSpPr txBox="1">
            <a:spLocks noGrp="1"/>
          </p:cNvSpPr>
          <p:nvPr>
            <p:ph type="title"/>
          </p:nvPr>
        </p:nvSpPr>
        <p:spPr bwMode="auto">
          <a:xfrm>
            <a:off x="1676845" y="400052"/>
            <a:ext cx="10064082" cy="1057276"/>
          </a:xfrm>
          <a:prstGeom prst="rect">
            <a:avLst/>
          </a:prstGeom>
        </p:spPr>
        <p:txBody>
          <a:bodyPr/>
          <a:lstStyle>
            <a:lvl1pPr>
              <a:defRPr sz="5400">
                <a:solidFill>
                  <a:srgbClr val="404040"/>
                </a:solidFill>
              </a:defRPr>
            </a:lvl1pPr>
          </a:lstStyle>
          <a:p>
            <a:pPr>
              <a:defRPr/>
            </a:pPr>
            <a:r>
              <a:t>Текст заголовка</a:t>
            </a:r>
          </a:p>
        </p:txBody>
      </p:sp>
      <p:sp>
        <p:nvSpPr>
          <p:cNvPr id="511" name="Уровень текста 1…"/>
          <p:cNvSpPr txBox="1">
            <a:spLocks noGrp="1"/>
          </p:cNvSpPr>
          <p:nvPr>
            <p:ph type="body" sz="quarter" idx="1"/>
          </p:nvPr>
        </p:nvSpPr>
        <p:spPr bwMode="auto">
          <a:xfrm>
            <a:off x="1676845" y="1457326"/>
            <a:ext cx="10064082" cy="457200"/>
          </a:xfrm>
          <a:prstGeom prst="rect">
            <a:avLst/>
          </a:prstGeom>
        </p:spPr>
        <p:txBody>
          <a:bodyPr/>
          <a:lstStyle>
            <a:lvl1pPr>
              <a:defRPr sz="3200">
                <a:solidFill>
                  <a:schemeClr val="accent4"/>
                </a:solidFill>
              </a:defRPr>
            </a:lvl1pPr>
            <a:lvl2pPr>
              <a:defRPr sz="3200">
                <a:solidFill>
                  <a:schemeClr val="accent4"/>
                </a:solidFill>
              </a:defRPr>
            </a:lvl2pPr>
            <a:lvl3pPr>
              <a:defRPr sz="3200">
                <a:solidFill>
                  <a:schemeClr val="accent4"/>
                </a:solidFill>
              </a:defRPr>
            </a:lvl3pPr>
            <a:lvl4pPr>
              <a:defRPr sz="3200">
                <a:solidFill>
                  <a:schemeClr val="accent4"/>
                </a:solidFill>
              </a:defRPr>
            </a:lvl4pPr>
            <a:lvl5pP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
        <p:nvSpPr>
          <p:cNvPr id="512" name="Straight Connector 7"/>
          <p:cNvSpPr/>
          <p:nvPr/>
        </p:nvSpPr>
        <p:spPr bwMode="auto">
          <a:xfrm>
            <a:off x="1676838" y="2143126"/>
            <a:ext cx="5487832" cy="0"/>
          </a:xfrm>
          <a:prstGeom prst="line">
            <a:avLst/>
          </a:prstGeom>
          <a:ln w="6350">
            <a:solidFill>
              <a:schemeClr val="accent4"/>
            </a:solidFill>
            <a:miter/>
          </a:ln>
        </p:spPr>
        <p:txBody>
          <a:bodyPr lIns="45720" rIns="45720"/>
          <a:lstStyle/>
          <a:p>
            <a:pPr marL="0" marR="0" lvl="0" indent="0" algn="l" defTabSz="1828434" rtl="0" eaLnBrk="1" fontAlgn="auto" latinLnBrk="0" hangingPunct="1">
              <a:lnSpc>
                <a:spcPct val="100000"/>
              </a:lnSpc>
              <a:spcBef>
                <a:spcPts val="0"/>
              </a:spcBef>
              <a:spcAft>
                <a:spcPts val="0"/>
              </a:spcAft>
              <a:buClrTx/>
              <a:buSzTx/>
              <a:buFontTx/>
              <a:buNone/>
              <a:tabLst/>
              <a:defRPr/>
            </a:pPr>
            <a:endParaRPr kumimoji="0" sz="3500" b="0" i="0" u="none" strike="noStrike" kern="0" cap="none" spc="0" normalizeH="0" baseline="0" noProof="0">
              <a:ln>
                <a:noFill/>
              </a:ln>
              <a:solidFill>
                <a:srgbClr val="000000"/>
              </a:solidFill>
              <a:effectLst/>
              <a:uLnTx/>
              <a:uFillTx/>
              <a:latin typeface="Open Sans Light"/>
              <a:ea typeface="Open Sans"/>
              <a:cs typeface="Calibri"/>
              <a:sym typeface="Open Sans"/>
            </a:endParaRPr>
          </a:p>
        </p:txBody>
      </p:sp>
      <p:sp>
        <p:nvSpPr>
          <p:cNvPr id="513" name="Picture Placeholder 8"/>
          <p:cNvSpPr>
            <a:spLocks noGrp="1"/>
          </p:cNvSpPr>
          <p:nvPr>
            <p:ph type="pic" sz="quarter" idx="21"/>
          </p:nvPr>
        </p:nvSpPr>
        <p:spPr bwMode="auto">
          <a:xfrm>
            <a:off x="12195179" y="3"/>
            <a:ext cx="3050790" cy="3441602"/>
          </a:xfrm>
          <a:prstGeom prst="rect">
            <a:avLst/>
          </a:prstGeom>
        </p:spPr>
        <p:txBody>
          <a:bodyPr lIns="91439" rIns="91439">
            <a:noAutofit/>
          </a:bodyPr>
          <a:lstStyle/>
          <a:p>
            <a:pPr>
              <a:defRPr/>
            </a:pPr>
            <a:endParaRPr/>
          </a:p>
        </p:txBody>
      </p:sp>
      <p:sp>
        <p:nvSpPr>
          <p:cNvPr id="514" name="Picture Placeholder 8"/>
          <p:cNvSpPr>
            <a:spLocks noGrp="1"/>
          </p:cNvSpPr>
          <p:nvPr>
            <p:ph type="pic" sz="quarter" idx="22"/>
          </p:nvPr>
        </p:nvSpPr>
        <p:spPr bwMode="auto">
          <a:xfrm>
            <a:off x="15246039" y="3"/>
            <a:ext cx="3050790" cy="3441602"/>
          </a:xfrm>
          <a:prstGeom prst="rect">
            <a:avLst/>
          </a:prstGeom>
        </p:spPr>
        <p:txBody>
          <a:bodyPr lIns="91439" rIns="91439">
            <a:noAutofit/>
          </a:bodyPr>
          <a:lstStyle/>
          <a:p>
            <a:pPr>
              <a:defRPr/>
            </a:pPr>
            <a:endParaRPr/>
          </a:p>
        </p:txBody>
      </p:sp>
      <p:sp>
        <p:nvSpPr>
          <p:cNvPr id="515" name="Picture Placeholder 8"/>
          <p:cNvSpPr>
            <a:spLocks noGrp="1"/>
          </p:cNvSpPr>
          <p:nvPr>
            <p:ph type="pic" sz="quarter" idx="23"/>
          </p:nvPr>
        </p:nvSpPr>
        <p:spPr bwMode="auto">
          <a:xfrm>
            <a:off x="18296829" y="3"/>
            <a:ext cx="3050790" cy="3441602"/>
          </a:xfrm>
          <a:prstGeom prst="rect">
            <a:avLst/>
          </a:prstGeom>
        </p:spPr>
        <p:txBody>
          <a:bodyPr lIns="91439" rIns="91439">
            <a:noAutofit/>
          </a:bodyPr>
          <a:lstStyle/>
          <a:p>
            <a:pPr>
              <a:defRPr/>
            </a:pPr>
            <a:endParaRPr/>
          </a:p>
        </p:txBody>
      </p:sp>
      <p:sp>
        <p:nvSpPr>
          <p:cNvPr id="516" name="Picture Placeholder 8"/>
          <p:cNvSpPr>
            <a:spLocks noGrp="1"/>
          </p:cNvSpPr>
          <p:nvPr>
            <p:ph type="pic" sz="quarter" idx="24"/>
          </p:nvPr>
        </p:nvSpPr>
        <p:spPr bwMode="auto">
          <a:xfrm>
            <a:off x="21347683" y="3"/>
            <a:ext cx="3050790" cy="3441602"/>
          </a:xfrm>
          <a:prstGeom prst="rect">
            <a:avLst/>
          </a:prstGeom>
        </p:spPr>
        <p:txBody>
          <a:bodyPr lIns="91439" rIns="91439">
            <a:noAutofit/>
          </a:bodyPr>
          <a:lstStyle/>
          <a:p>
            <a:pPr>
              <a:defRPr/>
            </a:pPr>
            <a:endParaRPr/>
          </a:p>
        </p:txBody>
      </p:sp>
      <p:sp>
        <p:nvSpPr>
          <p:cNvPr id="517" name="Picture Placeholder 8"/>
          <p:cNvSpPr>
            <a:spLocks noGrp="1"/>
          </p:cNvSpPr>
          <p:nvPr>
            <p:ph type="pic" sz="quarter" idx="25"/>
          </p:nvPr>
        </p:nvSpPr>
        <p:spPr bwMode="auto">
          <a:xfrm>
            <a:off x="12195179" y="3441607"/>
            <a:ext cx="3050790" cy="3441602"/>
          </a:xfrm>
          <a:prstGeom prst="rect">
            <a:avLst/>
          </a:prstGeom>
        </p:spPr>
        <p:txBody>
          <a:bodyPr lIns="91439" rIns="91439">
            <a:noAutofit/>
          </a:bodyPr>
          <a:lstStyle/>
          <a:p>
            <a:pPr>
              <a:defRPr/>
            </a:pPr>
            <a:endParaRPr/>
          </a:p>
        </p:txBody>
      </p:sp>
      <p:sp>
        <p:nvSpPr>
          <p:cNvPr id="518" name="Picture Placeholder 8"/>
          <p:cNvSpPr>
            <a:spLocks noGrp="1"/>
          </p:cNvSpPr>
          <p:nvPr>
            <p:ph type="pic" sz="quarter" idx="26"/>
          </p:nvPr>
        </p:nvSpPr>
        <p:spPr bwMode="auto">
          <a:xfrm>
            <a:off x="15246039" y="3441607"/>
            <a:ext cx="3050790" cy="3441602"/>
          </a:xfrm>
          <a:prstGeom prst="rect">
            <a:avLst/>
          </a:prstGeom>
        </p:spPr>
        <p:txBody>
          <a:bodyPr lIns="91439" rIns="91439">
            <a:noAutofit/>
          </a:bodyPr>
          <a:lstStyle/>
          <a:p>
            <a:pPr>
              <a:defRPr/>
            </a:pPr>
            <a:endParaRPr/>
          </a:p>
        </p:txBody>
      </p:sp>
      <p:sp>
        <p:nvSpPr>
          <p:cNvPr id="519" name="Picture Placeholder 8"/>
          <p:cNvSpPr>
            <a:spLocks noGrp="1"/>
          </p:cNvSpPr>
          <p:nvPr>
            <p:ph type="pic" sz="quarter" idx="27"/>
          </p:nvPr>
        </p:nvSpPr>
        <p:spPr bwMode="auto">
          <a:xfrm>
            <a:off x="18296829" y="3441607"/>
            <a:ext cx="3050790" cy="3441602"/>
          </a:xfrm>
          <a:prstGeom prst="rect">
            <a:avLst/>
          </a:prstGeom>
        </p:spPr>
        <p:txBody>
          <a:bodyPr lIns="91439" rIns="91439">
            <a:noAutofit/>
          </a:bodyPr>
          <a:lstStyle/>
          <a:p>
            <a:pPr>
              <a:defRPr/>
            </a:pPr>
            <a:endParaRPr/>
          </a:p>
        </p:txBody>
      </p:sp>
      <p:sp>
        <p:nvSpPr>
          <p:cNvPr id="520" name="Picture Placeholder 8"/>
          <p:cNvSpPr>
            <a:spLocks noGrp="1"/>
          </p:cNvSpPr>
          <p:nvPr>
            <p:ph type="pic" sz="quarter" idx="28"/>
          </p:nvPr>
        </p:nvSpPr>
        <p:spPr bwMode="auto">
          <a:xfrm>
            <a:off x="21347683" y="3441607"/>
            <a:ext cx="3050790" cy="3441602"/>
          </a:xfrm>
          <a:prstGeom prst="rect">
            <a:avLst/>
          </a:prstGeom>
        </p:spPr>
        <p:txBody>
          <a:bodyPr lIns="91439" rIns="91439">
            <a:noAutofit/>
          </a:bodyPr>
          <a:lstStyle/>
          <a:p>
            <a:pPr>
              <a:defRPr/>
            </a:pPr>
            <a:endParaRPr/>
          </a:p>
        </p:txBody>
      </p:sp>
      <p:sp>
        <p:nvSpPr>
          <p:cNvPr id="521" name="Picture Placeholder 8"/>
          <p:cNvSpPr>
            <a:spLocks noGrp="1"/>
          </p:cNvSpPr>
          <p:nvPr>
            <p:ph type="pic" sz="quarter" idx="29"/>
          </p:nvPr>
        </p:nvSpPr>
        <p:spPr bwMode="auto">
          <a:xfrm>
            <a:off x="12195179" y="6832807"/>
            <a:ext cx="3050790" cy="3441602"/>
          </a:xfrm>
          <a:prstGeom prst="rect">
            <a:avLst/>
          </a:prstGeom>
        </p:spPr>
        <p:txBody>
          <a:bodyPr lIns="91439" rIns="91439">
            <a:noAutofit/>
          </a:bodyPr>
          <a:lstStyle/>
          <a:p>
            <a:pPr>
              <a:defRPr/>
            </a:pPr>
            <a:endParaRPr/>
          </a:p>
        </p:txBody>
      </p:sp>
      <p:sp>
        <p:nvSpPr>
          <p:cNvPr id="522" name="Picture Placeholder 8"/>
          <p:cNvSpPr>
            <a:spLocks noGrp="1"/>
          </p:cNvSpPr>
          <p:nvPr>
            <p:ph type="pic" sz="quarter" idx="30"/>
          </p:nvPr>
        </p:nvSpPr>
        <p:spPr bwMode="auto">
          <a:xfrm>
            <a:off x="15246039" y="6832807"/>
            <a:ext cx="3050790" cy="3441602"/>
          </a:xfrm>
          <a:prstGeom prst="rect">
            <a:avLst/>
          </a:prstGeom>
        </p:spPr>
        <p:txBody>
          <a:bodyPr lIns="91439" rIns="91439">
            <a:noAutofit/>
          </a:bodyPr>
          <a:lstStyle/>
          <a:p>
            <a:pPr>
              <a:defRPr/>
            </a:pPr>
            <a:endParaRPr/>
          </a:p>
        </p:txBody>
      </p:sp>
      <p:sp>
        <p:nvSpPr>
          <p:cNvPr id="523" name="Picture Placeholder 8"/>
          <p:cNvSpPr>
            <a:spLocks noGrp="1"/>
          </p:cNvSpPr>
          <p:nvPr>
            <p:ph type="pic" sz="quarter" idx="31"/>
          </p:nvPr>
        </p:nvSpPr>
        <p:spPr bwMode="auto">
          <a:xfrm>
            <a:off x="18296829" y="6832807"/>
            <a:ext cx="3050790" cy="3441602"/>
          </a:xfrm>
          <a:prstGeom prst="rect">
            <a:avLst/>
          </a:prstGeom>
        </p:spPr>
        <p:txBody>
          <a:bodyPr lIns="91439" rIns="91439">
            <a:noAutofit/>
          </a:bodyPr>
          <a:lstStyle/>
          <a:p>
            <a:pPr>
              <a:defRPr/>
            </a:pPr>
            <a:endParaRPr/>
          </a:p>
        </p:txBody>
      </p:sp>
      <p:sp>
        <p:nvSpPr>
          <p:cNvPr id="524" name="Picture Placeholder 8"/>
          <p:cNvSpPr>
            <a:spLocks noGrp="1"/>
          </p:cNvSpPr>
          <p:nvPr>
            <p:ph type="pic" sz="quarter" idx="32"/>
          </p:nvPr>
        </p:nvSpPr>
        <p:spPr bwMode="auto">
          <a:xfrm>
            <a:off x="21347683" y="6832807"/>
            <a:ext cx="3050790" cy="3441602"/>
          </a:xfrm>
          <a:prstGeom prst="rect">
            <a:avLst/>
          </a:prstGeom>
        </p:spPr>
        <p:txBody>
          <a:bodyPr lIns="91439" rIns="91439">
            <a:noAutofit/>
          </a:bodyPr>
          <a:lstStyle/>
          <a:p>
            <a:pPr>
              <a:defRPr/>
            </a:pPr>
            <a:endParaRPr/>
          </a:p>
        </p:txBody>
      </p:sp>
      <p:sp>
        <p:nvSpPr>
          <p:cNvPr id="525" name="Picture Placeholder 8"/>
          <p:cNvSpPr>
            <a:spLocks noGrp="1"/>
          </p:cNvSpPr>
          <p:nvPr>
            <p:ph type="pic" sz="quarter" idx="33"/>
          </p:nvPr>
        </p:nvSpPr>
        <p:spPr bwMode="auto">
          <a:xfrm>
            <a:off x="12195179" y="10274407"/>
            <a:ext cx="3050790" cy="3441602"/>
          </a:xfrm>
          <a:prstGeom prst="rect">
            <a:avLst/>
          </a:prstGeom>
        </p:spPr>
        <p:txBody>
          <a:bodyPr lIns="91439" rIns="91439">
            <a:noAutofit/>
          </a:bodyPr>
          <a:lstStyle/>
          <a:p>
            <a:pPr>
              <a:defRPr/>
            </a:pPr>
            <a:endParaRPr/>
          </a:p>
        </p:txBody>
      </p:sp>
      <p:sp>
        <p:nvSpPr>
          <p:cNvPr id="526" name="Picture Placeholder 8"/>
          <p:cNvSpPr>
            <a:spLocks noGrp="1"/>
          </p:cNvSpPr>
          <p:nvPr>
            <p:ph type="pic" sz="quarter" idx="34"/>
          </p:nvPr>
        </p:nvSpPr>
        <p:spPr bwMode="auto">
          <a:xfrm>
            <a:off x="15246039" y="10274407"/>
            <a:ext cx="3050790" cy="3441602"/>
          </a:xfrm>
          <a:prstGeom prst="rect">
            <a:avLst/>
          </a:prstGeom>
        </p:spPr>
        <p:txBody>
          <a:bodyPr lIns="91439" rIns="91439">
            <a:noAutofit/>
          </a:bodyPr>
          <a:lstStyle/>
          <a:p>
            <a:pPr>
              <a:defRPr/>
            </a:pPr>
            <a:endParaRPr/>
          </a:p>
        </p:txBody>
      </p:sp>
      <p:sp>
        <p:nvSpPr>
          <p:cNvPr id="527" name="Picture Placeholder 8"/>
          <p:cNvSpPr>
            <a:spLocks noGrp="1"/>
          </p:cNvSpPr>
          <p:nvPr>
            <p:ph type="pic" sz="quarter" idx="35"/>
          </p:nvPr>
        </p:nvSpPr>
        <p:spPr bwMode="auto">
          <a:xfrm>
            <a:off x="18296829" y="10274407"/>
            <a:ext cx="3050790" cy="3441602"/>
          </a:xfrm>
          <a:prstGeom prst="rect">
            <a:avLst/>
          </a:prstGeom>
        </p:spPr>
        <p:txBody>
          <a:bodyPr lIns="91439" rIns="91439">
            <a:noAutofit/>
          </a:bodyPr>
          <a:lstStyle/>
          <a:p>
            <a:pPr>
              <a:defRPr/>
            </a:pPr>
            <a:endParaRPr/>
          </a:p>
        </p:txBody>
      </p:sp>
      <p:sp>
        <p:nvSpPr>
          <p:cNvPr id="528" name="Picture Placeholder 8"/>
          <p:cNvSpPr>
            <a:spLocks noGrp="1"/>
          </p:cNvSpPr>
          <p:nvPr>
            <p:ph type="pic" sz="quarter" idx="36"/>
          </p:nvPr>
        </p:nvSpPr>
        <p:spPr bwMode="auto">
          <a:xfrm>
            <a:off x="21347683" y="10274407"/>
            <a:ext cx="3050790" cy="3441602"/>
          </a:xfrm>
          <a:prstGeom prst="rect">
            <a:avLst/>
          </a:prstGeom>
        </p:spPr>
        <p:txBody>
          <a:bodyPr lIns="91439" rIns="91439">
            <a:noAutofit/>
          </a:bodyPr>
          <a:lstStyle/>
          <a:p>
            <a:pPr>
              <a:defRPr/>
            </a:pPr>
            <a:endParaRPr/>
          </a:p>
        </p:txBody>
      </p:sp>
      <p:sp>
        <p:nvSpPr>
          <p:cNvPr id="529" name="Номер слайда"/>
          <p:cNvSpPr txBox="1">
            <a:spLocks noGrp="1"/>
          </p:cNvSpPr>
          <p:nvPr>
            <p:ph type="sldNum" sz="quarter" idx="2"/>
          </p:nvPr>
        </p:nvSpPr>
        <p:spPr bwMode="auto">
          <a:xfrm>
            <a:off x="17023798" y="12489562"/>
            <a:ext cx="451404" cy="446276"/>
          </a:xfrm>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Tree>
    <p:extLst>
      <p:ext uri="{BB962C8B-B14F-4D97-AF65-F5344CB8AC3E}">
        <p14:creationId xmlns:p14="http://schemas.microsoft.com/office/powerpoint/2010/main" val="296999924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PhAnim="0" type="tx" userDrawn="1">
  <p:cSld name="19_Custom Layout">
    <p:spTree>
      <p:nvGrpSpPr>
        <p:cNvPr id="1" name=""/>
        <p:cNvGrpSpPr/>
        <p:nvPr/>
      </p:nvGrpSpPr>
      <p:grpSpPr bwMode="auto">
        <a:xfrm>
          <a:off x="0" y="0"/>
          <a:ext cx="0" cy="0"/>
          <a:chOff x="0" y="0"/>
          <a:chExt cx="0" cy="0"/>
        </a:xfrm>
      </p:grpSpPr>
      <p:sp>
        <p:nvSpPr>
          <p:cNvPr id="536" name="Picture Placeholder 8"/>
          <p:cNvSpPr>
            <a:spLocks noGrp="1"/>
          </p:cNvSpPr>
          <p:nvPr>
            <p:ph type="pic" sz="half" idx="21"/>
          </p:nvPr>
        </p:nvSpPr>
        <p:spPr bwMode="auto">
          <a:xfrm>
            <a:off x="2" y="4622612"/>
            <a:ext cx="24380824" cy="5032748"/>
          </a:xfrm>
          <a:prstGeom prst="rect">
            <a:avLst/>
          </a:prstGeom>
        </p:spPr>
        <p:txBody>
          <a:bodyPr lIns="91439" rIns="91439">
            <a:noAutofit/>
          </a:bodyPr>
          <a:lstStyle/>
          <a:p>
            <a:pPr>
              <a:defRPr/>
            </a:pPr>
            <a:endParaRPr/>
          </a:p>
        </p:txBody>
      </p:sp>
      <p:sp>
        <p:nvSpPr>
          <p:cNvPr id="537"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538" name="Текст заголовка"/>
          <p:cNvSpPr txBox="1">
            <a:spLocks noGrp="1"/>
          </p:cNvSpPr>
          <p:nvPr>
            <p:ph type="title"/>
          </p:nvPr>
        </p:nvSpPr>
        <p:spPr bwMode="auto">
          <a:xfrm>
            <a:off x="1676836" y="753036"/>
            <a:ext cx="21036680" cy="1381688"/>
          </a:xfrm>
          <a:prstGeom prst="rect">
            <a:avLst/>
          </a:prstGeom>
        </p:spPr>
        <p:txBody>
          <a:bodyPr/>
          <a:lstStyle>
            <a:lvl1pPr algn="ctr">
              <a:defRPr>
                <a:solidFill>
                  <a:srgbClr val="404040"/>
                </a:solidFill>
              </a:defRPr>
            </a:lvl1pPr>
          </a:lstStyle>
          <a:p>
            <a:pPr>
              <a:defRPr/>
            </a:pPr>
            <a:r>
              <a:t>Текст заголовка</a:t>
            </a:r>
          </a:p>
        </p:txBody>
      </p:sp>
      <p:sp>
        <p:nvSpPr>
          <p:cNvPr id="539" name="Уровень текста 1…"/>
          <p:cNvSpPr txBox="1">
            <a:spLocks noGrp="1"/>
          </p:cNvSpPr>
          <p:nvPr>
            <p:ph type="body" sz="quarter" idx="1"/>
          </p:nvPr>
        </p:nvSpPr>
        <p:spPr bwMode="auto">
          <a:xfrm>
            <a:off x="1676836" y="2134729"/>
            <a:ext cx="21036680" cy="457202"/>
          </a:xfrm>
          <a:prstGeom prst="rect">
            <a:avLst/>
          </a:prstGeom>
        </p:spPr>
        <p:txBody>
          <a:bodyPr/>
          <a:lstStyle>
            <a:lvl1pPr algn="ctr">
              <a:defRPr sz="3200">
                <a:solidFill>
                  <a:schemeClr val="accent4"/>
                </a:solidFill>
              </a:defRPr>
            </a:lvl1pPr>
            <a:lvl2pPr algn="ctr">
              <a:defRPr sz="3200">
                <a:solidFill>
                  <a:schemeClr val="accent4"/>
                </a:solidFill>
              </a:defRPr>
            </a:lvl2pPr>
            <a:lvl3pPr algn="ctr">
              <a:defRPr sz="3200">
                <a:solidFill>
                  <a:schemeClr val="accent4"/>
                </a:solidFill>
              </a:defRPr>
            </a:lvl3pPr>
            <a:lvl4pPr algn="ctr">
              <a:defRPr sz="3200">
                <a:solidFill>
                  <a:schemeClr val="accent4"/>
                </a:solidFill>
              </a:defRPr>
            </a:lvl4pPr>
            <a:lvl5pPr algn="ct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Tree>
    <p:extLst>
      <p:ext uri="{BB962C8B-B14F-4D97-AF65-F5344CB8AC3E}">
        <p14:creationId xmlns:p14="http://schemas.microsoft.com/office/powerpoint/2010/main" val="413245240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PhAnim="0" type="tx" userDrawn="1">
  <p:cSld name="20_Custom Layout">
    <p:spTree>
      <p:nvGrpSpPr>
        <p:cNvPr id="1" name=""/>
        <p:cNvGrpSpPr/>
        <p:nvPr/>
      </p:nvGrpSpPr>
      <p:grpSpPr bwMode="auto">
        <a:xfrm>
          <a:off x="0" y="0"/>
          <a:ext cx="0" cy="0"/>
          <a:chOff x="0" y="0"/>
          <a:chExt cx="0" cy="0"/>
        </a:xfrm>
      </p:grpSpPr>
      <p:sp>
        <p:nvSpPr>
          <p:cNvPr id="546" name="Picture Placeholder 8"/>
          <p:cNvSpPr>
            <a:spLocks noGrp="1"/>
          </p:cNvSpPr>
          <p:nvPr>
            <p:ph type="pic" idx="21"/>
          </p:nvPr>
        </p:nvSpPr>
        <p:spPr bwMode="auto">
          <a:xfrm>
            <a:off x="2" y="3665156"/>
            <a:ext cx="24380824" cy="6385688"/>
          </a:xfrm>
          <a:prstGeom prst="rect">
            <a:avLst/>
          </a:prstGeom>
        </p:spPr>
        <p:txBody>
          <a:bodyPr lIns="91439" rIns="91439">
            <a:noAutofit/>
          </a:bodyPr>
          <a:lstStyle/>
          <a:p>
            <a:pPr>
              <a:defRPr/>
            </a:pPr>
            <a:endParaRPr/>
          </a:p>
        </p:txBody>
      </p:sp>
      <p:sp>
        <p:nvSpPr>
          <p:cNvPr id="547" name="Picture Placeholder 8"/>
          <p:cNvSpPr>
            <a:spLocks noGrp="1"/>
          </p:cNvSpPr>
          <p:nvPr>
            <p:ph type="pic" idx="22"/>
          </p:nvPr>
        </p:nvSpPr>
        <p:spPr bwMode="auto">
          <a:xfrm>
            <a:off x="9" y="3665156"/>
            <a:ext cx="24390354" cy="6385688"/>
          </a:xfrm>
          <a:prstGeom prst="rect">
            <a:avLst/>
          </a:prstGeom>
        </p:spPr>
        <p:txBody>
          <a:bodyPr lIns="91439" rIns="91439">
            <a:noAutofit/>
          </a:bodyPr>
          <a:lstStyle/>
          <a:p>
            <a:pPr>
              <a:defRPr/>
            </a:pPr>
            <a:endParaRPr/>
          </a:p>
        </p:txBody>
      </p:sp>
      <p:sp>
        <p:nvSpPr>
          <p:cNvPr id="548"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549" name="CLICK TO EDIT MASTER TITLE STYLE"/>
          <p:cNvSpPr txBox="1">
            <a:spLocks noGrp="1"/>
          </p:cNvSpPr>
          <p:nvPr>
            <p:ph type="title" hasCustomPrompt="1"/>
          </p:nvPr>
        </p:nvSpPr>
        <p:spPr bwMode="auto">
          <a:xfrm>
            <a:off x="1604219" y="5850395"/>
            <a:ext cx="21145402" cy="1381686"/>
          </a:xfrm>
          <a:prstGeom prst="rect">
            <a:avLst/>
          </a:prstGeom>
        </p:spPr>
        <p:txBody>
          <a:bodyPr/>
          <a:lstStyle>
            <a:lvl1pPr algn="ctr">
              <a:defRPr>
                <a:solidFill>
                  <a:srgbClr val="FFFFFF"/>
                </a:solidFill>
              </a:defRPr>
            </a:lvl1pPr>
          </a:lstStyle>
          <a:p>
            <a:pPr>
              <a:defRPr/>
            </a:pPr>
            <a:r>
              <a:t>CLICK TO EDIT MASTER TITLE STYLE</a:t>
            </a:r>
          </a:p>
        </p:txBody>
      </p:sp>
      <p:sp>
        <p:nvSpPr>
          <p:cNvPr id="550" name="Уровень текста 1…"/>
          <p:cNvSpPr txBox="1">
            <a:spLocks noGrp="1"/>
          </p:cNvSpPr>
          <p:nvPr>
            <p:ph type="body" sz="quarter" idx="1"/>
          </p:nvPr>
        </p:nvSpPr>
        <p:spPr bwMode="auto">
          <a:xfrm>
            <a:off x="1604219" y="7232071"/>
            <a:ext cx="21145402" cy="457202"/>
          </a:xfrm>
          <a:prstGeom prst="rect">
            <a:avLst/>
          </a:prstGeom>
        </p:spPr>
        <p:txBody>
          <a:bodyPr/>
          <a:lstStyle>
            <a:lvl1pPr algn="ctr">
              <a:defRPr sz="3200">
                <a:solidFill>
                  <a:srgbClr val="FFFFFF"/>
                </a:solidFill>
              </a:defRPr>
            </a:lvl1pPr>
            <a:lvl2pPr algn="ctr">
              <a:defRPr sz="3200">
                <a:solidFill>
                  <a:srgbClr val="FFFFFF"/>
                </a:solidFill>
              </a:defRPr>
            </a:lvl2pPr>
            <a:lvl3pPr algn="ctr">
              <a:defRPr sz="3200">
                <a:solidFill>
                  <a:srgbClr val="FFFFFF"/>
                </a:solidFill>
              </a:defRPr>
            </a:lvl3pPr>
            <a:lvl4pPr algn="ctr">
              <a:defRPr sz="3200">
                <a:solidFill>
                  <a:srgbClr val="FFFFFF"/>
                </a:solidFill>
              </a:defRPr>
            </a:lvl4pPr>
            <a:lvl5pPr algn="ctr">
              <a:defRPr sz="3200">
                <a:solidFill>
                  <a:srgbClr val="FFFFFF"/>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Tree>
    <p:extLst>
      <p:ext uri="{BB962C8B-B14F-4D97-AF65-F5344CB8AC3E}">
        <p14:creationId xmlns:p14="http://schemas.microsoft.com/office/powerpoint/2010/main" val="120146148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PhAnim="0" type="tx" userDrawn="1">
  <p:cSld name="21_Custom Layout">
    <p:spTree>
      <p:nvGrpSpPr>
        <p:cNvPr id="1" name=""/>
        <p:cNvGrpSpPr/>
        <p:nvPr/>
      </p:nvGrpSpPr>
      <p:grpSpPr bwMode="auto">
        <a:xfrm>
          <a:off x="0" y="0"/>
          <a:ext cx="0" cy="0"/>
          <a:chOff x="0" y="0"/>
          <a:chExt cx="0" cy="0"/>
        </a:xfrm>
      </p:grpSpPr>
      <p:sp>
        <p:nvSpPr>
          <p:cNvPr id="557" name="Picture Placeholder 8"/>
          <p:cNvSpPr>
            <a:spLocks noGrp="1"/>
          </p:cNvSpPr>
          <p:nvPr>
            <p:ph type="pic" idx="21"/>
          </p:nvPr>
        </p:nvSpPr>
        <p:spPr bwMode="auto">
          <a:xfrm>
            <a:off x="7" y="0"/>
            <a:ext cx="24390354" cy="7620000"/>
          </a:xfrm>
          <a:prstGeom prst="rect">
            <a:avLst/>
          </a:prstGeom>
        </p:spPr>
        <p:txBody>
          <a:bodyPr lIns="91439" rIns="91439">
            <a:noAutofit/>
          </a:bodyPr>
          <a:lstStyle/>
          <a:p>
            <a:pPr>
              <a:defRPr/>
            </a:pPr>
            <a:endParaRPr/>
          </a:p>
        </p:txBody>
      </p:sp>
      <p:sp>
        <p:nvSpPr>
          <p:cNvPr id="558"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559" name="Picture Placeholder 8"/>
          <p:cNvSpPr>
            <a:spLocks noGrp="1"/>
          </p:cNvSpPr>
          <p:nvPr>
            <p:ph type="pic" sz="quarter" idx="22"/>
          </p:nvPr>
        </p:nvSpPr>
        <p:spPr bwMode="auto">
          <a:xfrm>
            <a:off x="18957480" y="6130927"/>
            <a:ext cx="2534972" cy="4264026"/>
          </a:xfrm>
          <a:prstGeom prst="rect">
            <a:avLst/>
          </a:prstGeom>
        </p:spPr>
        <p:txBody>
          <a:bodyPr lIns="91439" rIns="91439">
            <a:noAutofit/>
          </a:bodyPr>
          <a:lstStyle/>
          <a:p>
            <a:pPr>
              <a:defRPr/>
            </a:pPr>
            <a:endParaRPr/>
          </a:p>
        </p:txBody>
      </p:sp>
      <p:sp>
        <p:nvSpPr>
          <p:cNvPr id="560" name="Текст заголовка"/>
          <p:cNvSpPr txBox="1">
            <a:spLocks noGrp="1"/>
          </p:cNvSpPr>
          <p:nvPr>
            <p:ph type="title"/>
          </p:nvPr>
        </p:nvSpPr>
        <p:spPr bwMode="auto">
          <a:xfrm>
            <a:off x="1982234" y="2514605"/>
            <a:ext cx="10212944" cy="3159126"/>
          </a:xfrm>
          <a:prstGeom prst="rect">
            <a:avLst/>
          </a:prstGeom>
        </p:spPr>
        <p:txBody>
          <a:bodyPr/>
          <a:lstStyle>
            <a:lvl1pPr algn="r">
              <a:defRPr>
                <a:solidFill>
                  <a:srgbClr val="404040"/>
                </a:solidFill>
              </a:defRPr>
            </a:lvl1pPr>
          </a:lstStyle>
          <a:p>
            <a:pPr>
              <a:defRPr/>
            </a:pPr>
            <a:r>
              <a:t>Текст заголовка</a:t>
            </a:r>
          </a:p>
        </p:txBody>
      </p:sp>
      <p:sp>
        <p:nvSpPr>
          <p:cNvPr id="561" name="Уровень текста 1…"/>
          <p:cNvSpPr txBox="1">
            <a:spLocks noGrp="1"/>
          </p:cNvSpPr>
          <p:nvPr>
            <p:ph type="body" sz="quarter" idx="1"/>
          </p:nvPr>
        </p:nvSpPr>
        <p:spPr bwMode="auto">
          <a:xfrm>
            <a:off x="1982234" y="5673726"/>
            <a:ext cx="10212944" cy="457200"/>
          </a:xfrm>
          <a:prstGeom prst="rect">
            <a:avLst/>
          </a:prstGeom>
        </p:spPr>
        <p:txBody>
          <a:bodyPr/>
          <a:lstStyle>
            <a:lvl1pPr algn="r">
              <a:defRPr sz="3200">
                <a:solidFill>
                  <a:schemeClr val="accent4"/>
                </a:solidFill>
              </a:defRPr>
            </a:lvl1pPr>
            <a:lvl2pPr algn="r">
              <a:defRPr sz="3200">
                <a:solidFill>
                  <a:schemeClr val="accent4"/>
                </a:solidFill>
              </a:defRPr>
            </a:lvl2pPr>
            <a:lvl3pPr algn="r">
              <a:defRPr sz="3200">
                <a:solidFill>
                  <a:schemeClr val="accent4"/>
                </a:solidFill>
              </a:defRPr>
            </a:lvl3pPr>
            <a:lvl4pPr algn="r">
              <a:defRPr sz="3200">
                <a:solidFill>
                  <a:schemeClr val="accent4"/>
                </a:solidFill>
              </a:defRPr>
            </a:lvl4pPr>
            <a:lvl5pPr algn="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Tree>
    <p:extLst>
      <p:ext uri="{BB962C8B-B14F-4D97-AF65-F5344CB8AC3E}">
        <p14:creationId xmlns:p14="http://schemas.microsoft.com/office/powerpoint/2010/main" val="362539341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PhAnim="0" type="tx" userDrawn="1">
  <p:cSld name="22_Custom Layout">
    <p:spTree>
      <p:nvGrpSpPr>
        <p:cNvPr id="1" name=""/>
        <p:cNvGrpSpPr/>
        <p:nvPr/>
      </p:nvGrpSpPr>
      <p:grpSpPr bwMode="auto">
        <a:xfrm>
          <a:off x="0" y="0"/>
          <a:ext cx="0" cy="0"/>
          <a:chOff x="0" y="0"/>
          <a:chExt cx="0" cy="0"/>
        </a:xfrm>
      </p:grpSpPr>
      <p:sp>
        <p:nvSpPr>
          <p:cNvPr id="568" name="Picture Placeholder 8"/>
          <p:cNvSpPr>
            <a:spLocks noGrp="1"/>
          </p:cNvSpPr>
          <p:nvPr>
            <p:ph type="pic" sz="quarter" idx="21"/>
          </p:nvPr>
        </p:nvSpPr>
        <p:spPr bwMode="auto">
          <a:xfrm>
            <a:off x="11029351" y="6261101"/>
            <a:ext cx="2528618" cy="4254502"/>
          </a:xfrm>
          <a:prstGeom prst="rect">
            <a:avLst/>
          </a:prstGeom>
        </p:spPr>
        <p:txBody>
          <a:bodyPr lIns="91439" rIns="91439">
            <a:noAutofit/>
          </a:bodyPr>
          <a:lstStyle/>
          <a:p>
            <a:pPr>
              <a:defRPr/>
            </a:pPr>
            <a:endParaRPr/>
          </a:p>
        </p:txBody>
      </p:sp>
      <p:sp>
        <p:nvSpPr>
          <p:cNvPr id="569"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570" name="Текст заголовка"/>
          <p:cNvSpPr txBox="1">
            <a:spLocks noGrp="1"/>
          </p:cNvSpPr>
          <p:nvPr>
            <p:ph type="title"/>
          </p:nvPr>
        </p:nvSpPr>
        <p:spPr bwMode="auto">
          <a:xfrm>
            <a:off x="1676836" y="753036"/>
            <a:ext cx="21036680" cy="1381688"/>
          </a:xfrm>
          <a:prstGeom prst="rect">
            <a:avLst/>
          </a:prstGeom>
        </p:spPr>
        <p:txBody>
          <a:bodyPr/>
          <a:lstStyle>
            <a:lvl1pPr algn="ctr">
              <a:defRPr>
                <a:solidFill>
                  <a:srgbClr val="404040"/>
                </a:solidFill>
              </a:defRPr>
            </a:lvl1pPr>
          </a:lstStyle>
          <a:p>
            <a:pPr>
              <a:defRPr/>
            </a:pPr>
            <a:r>
              <a:t>Текст заголовка</a:t>
            </a:r>
          </a:p>
        </p:txBody>
      </p:sp>
      <p:sp>
        <p:nvSpPr>
          <p:cNvPr id="571" name="Уровень текста 1…"/>
          <p:cNvSpPr txBox="1">
            <a:spLocks noGrp="1"/>
          </p:cNvSpPr>
          <p:nvPr>
            <p:ph type="body" sz="quarter" idx="1"/>
          </p:nvPr>
        </p:nvSpPr>
        <p:spPr bwMode="auto">
          <a:xfrm>
            <a:off x="1676836" y="2134729"/>
            <a:ext cx="21036680" cy="457202"/>
          </a:xfrm>
          <a:prstGeom prst="rect">
            <a:avLst/>
          </a:prstGeom>
        </p:spPr>
        <p:txBody>
          <a:bodyPr/>
          <a:lstStyle>
            <a:lvl1pPr algn="ctr">
              <a:defRPr sz="3200">
                <a:solidFill>
                  <a:schemeClr val="accent4"/>
                </a:solidFill>
              </a:defRPr>
            </a:lvl1pPr>
            <a:lvl2pPr algn="ctr">
              <a:defRPr sz="3200">
                <a:solidFill>
                  <a:schemeClr val="accent4"/>
                </a:solidFill>
              </a:defRPr>
            </a:lvl2pPr>
            <a:lvl3pPr algn="ctr">
              <a:defRPr sz="3200">
                <a:solidFill>
                  <a:schemeClr val="accent4"/>
                </a:solidFill>
              </a:defRPr>
            </a:lvl3pPr>
            <a:lvl4pPr algn="ctr">
              <a:defRPr sz="3200">
                <a:solidFill>
                  <a:schemeClr val="accent4"/>
                </a:solidFill>
              </a:defRPr>
            </a:lvl4pPr>
            <a:lvl5pPr algn="ct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Tree>
    <p:extLst>
      <p:ext uri="{BB962C8B-B14F-4D97-AF65-F5344CB8AC3E}">
        <p14:creationId xmlns:p14="http://schemas.microsoft.com/office/powerpoint/2010/main" val="405528224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PhAnim="0" type="tx" userDrawn="1">
  <p:cSld name="24_Custom Layout">
    <p:spTree>
      <p:nvGrpSpPr>
        <p:cNvPr id="1" name=""/>
        <p:cNvGrpSpPr/>
        <p:nvPr/>
      </p:nvGrpSpPr>
      <p:grpSpPr bwMode="auto">
        <a:xfrm>
          <a:off x="0" y="0"/>
          <a:ext cx="0" cy="0"/>
          <a:chOff x="0" y="0"/>
          <a:chExt cx="0" cy="0"/>
        </a:xfrm>
      </p:grpSpPr>
      <p:sp>
        <p:nvSpPr>
          <p:cNvPr id="578"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579" name="Picture Placeholder 8"/>
          <p:cNvSpPr>
            <a:spLocks noGrp="1"/>
          </p:cNvSpPr>
          <p:nvPr>
            <p:ph type="pic" sz="quarter" idx="21"/>
          </p:nvPr>
        </p:nvSpPr>
        <p:spPr bwMode="auto">
          <a:xfrm>
            <a:off x="13516609" y="5902878"/>
            <a:ext cx="5563102" cy="2829668"/>
          </a:xfrm>
          <a:prstGeom prst="rect">
            <a:avLst/>
          </a:prstGeom>
        </p:spPr>
        <p:txBody>
          <a:bodyPr lIns="91439" rIns="91439">
            <a:noAutofit/>
          </a:bodyPr>
          <a:lstStyle/>
          <a:p>
            <a:pPr>
              <a:defRPr/>
            </a:pPr>
            <a:endParaRPr/>
          </a:p>
        </p:txBody>
      </p:sp>
      <p:sp>
        <p:nvSpPr>
          <p:cNvPr id="580" name="Текст заголовка"/>
          <p:cNvSpPr txBox="1">
            <a:spLocks noGrp="1"/>
          </p:cNvSpPr>
          <p:nvPr>
            <p:ph type="title"/>
          </p:nvPr>
        </p:nvSpPr>
        <p:spPr bwMode="auto">
          <a:xfrm>
            <a:off x="1676836" y="753036"/>
            <a:ext cx="21036680" cy="1381688"/>
          </a:xfrm>
          <a:prstGeom prst="rect">
            <a:avLst/>
          </a:prstGeom>
        </p:spPr>
        <p:txBody>
          <a:bodyPr/>
          <a:lstStyle>
            <a:lvl1pPr algn="ctr">
              <a:defRPr>
                <a:solidFill>
                  <a:srgbClr val="404040"/>
                </a:solidFill>
              </a:defRPr>
            </a:lvl1pPr>
          </a:lstStyle>
          <a:p>
            <a:pPr>
              <a:defRPr/>
            </a:pPr>
            <a:r>
              <a:t>Текст заголовка</a:t>
            </a:r>
          </a:p>
        </p:txBody>
      </p:sp>
      <p:sp>
        <p:nvSpPr>
          <p:cNvPr id="581" name="Уровень текста 1…"/>
          <p:cNvSpPr txBox="1">
            <a:spLocks noGrp="1"/>
          </p:cNvSpPr>
          <p:nvPr>
            <p:ph type="body" sz="quarter" idx="1"/>
          </p:nvPr>
        </p:nvSpPr>
        <p:spPr bwMode="auto">
          <a:xfrm>
            <a:off x="1676836" y="2134729"/>
            <a:ext cx="21036680" cy="457202"/>
          </a:xfrm>
          <a:prstGeom prst="rect">
            <a:avLst/>
          </a:prstGeom>
        </p:spPr>
        <p:txBody>
          <a:bodyPr/>
          <a:lstStyle>
            <a:lvl1pPr algn="ctr">
              <a:defRPr sz="3200">
                <a:solidFill>
                  <a:schemeClr val="accent4"/>
                </a:solidFill>
              </a:defRPr>
            </a:lvl1pPr>
            <a:lvl2pPr algn="ctr">
              <a:defRPr sz="3200">
                <a:solidFill>
                  <a:schemeClr val="accent4"/>
                </a:solidFill>
              </a:defRPr>
            </a:lvl2pPr>
            <a:lvl3pPr algn="ctr">
              <a:defRPr sz="3200">
                <a:solidFill>
                  <a:schemeClr val="accent4"/>
                </a:solidFill>
              </a:defRPr>
            </a:lvl3pPr>
            <a:lvl4pPr algn="ctr">
              <a:defRPr sz="3200">
                <a:solidFill>
                  <a:schemeClr val="accent4"/>
                </a:solidFill>
              </a:defRPr>
            </a:lvl4pPr>
            <a:lvl5pPr algn="ct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Tree>
    <p:extLst>
      <p:ext uri="{BB962C8B-B14F-4D97-AF65-F5344CB8AC3E}">
        <p14:creationId xmlns:p14="http://schemas.microsoft.com/office/powerpoint/2010/main" val="123543275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PhAnim="0" type="tx" userDrawn="1">
  <p:cSld name="23_Custom Layout">
    <p:spTree>
      <p:nvGrpSpPr>
        <p:cNvPr id="1" name=""/>
        <p:cNvGrpSpPr/>
        <p:nvPr/>
      </p:nvGrpSpPr>
      <p:grpSpPr bwMode="auto">
        <a:xfrm>
          <a:off x="0" y="0"/>
          <a:ext cx="0" cy="0"/>
          <a:chOff x="0" y="0"/>
          <a:chExt cx="0" cy="0"/>
        </a:xfrm>
      </p:grpSpPr>
      <p:sp>
        <p:nvSpPr>
          <p:cNvPr id="588"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589" name="Picture Placeholder 8"/>
          <p:cNvSpPr>
            <a:spLocks noGrp="1"/>
          </p:cNvSpPr>
          <p:nvPr>
            <p:ph type="pic" sz="quarter" idx="21"/>
          </p:nvPr>
        </p:nvSpPr>
        <p:spPr bwMode="auto">
          <a:xfrm>
            <a:off x="9758112" y="7389635"/>
            <a:ext cx="5548180" cy="4220310"/>
          </a:xfrm>
          <a:prstGeom prst="rect">
            <a:avLst/>
          </a:prstGeom>
        </p:spPr>
        <p:txBody>
          <a:bodyPr lIns="91439" rIns="91439">
            <a:noAutofit/>
          </a:bodyPr>
          <a:lstStyle/>
          <a:p>
            <a:pPr>
              <a:defRPr/>
            </a:pPr>
            <a:endParaRPr/>
          </a:p>
        </p:txBody>
      </p:sp>
      <p:sp>
        <p:nvSpPr>
          <p:cNvPr id="590" name="Текст заголовка"/>
          <p:cNvSpPr txBox="1">
            <a:spLocks noGrp="1"/>
          </p:cNvSpPr>
          <p:nvPr>
            <p:ph type="title"/>
          </p:nvPr>
        </p:nvSpPr>
        <p:spPr bwMode="auto">
          <a:xfrm>
            <a:off x="1676836" y="753036"/>
            <a:ext cx="21036680" cy="1381688"/>
          </a:xfrm>
          <a:prstGeom prst="rect">
            <a:avLst/>
          </a:prstGeom>
        </p:spPr>
        <p:txBody>
          <a:bodyPr/>
          <a:lstStyle>
            <a:lvl1pPr algn="ctr">
              <a:defRPr>
                <a:solidFill>
                  <a:srgbClr val="404040"/>
                </a:solidFill>
              </a:defRPr>
            </a:lvl1pPr>
          </a:lstStyle>
          <a:p>
            <a:pPr>
              <a:defRPr/>
            </a:pPr>
            <a:r>
              <a:t>Текст заголовка</a:t>
            </a:r>
          </a:p>
        </p:txBody>
      </p:sp>
      <p:sp>
        <p:nvSpPr>
          <p:cNvPr id="591" name="Уровень текста 1…"/>
          <p:cNvSpPr txBox="1">
            <a:spLocks noGrp="1"/>
          </p:cNvSpPr>
          <p:nvPr>
            <p:ph type="body" sz="quarter" idx="1"/>
          </p:nvPr>
        </p:nvSpPr>
        <p:spPr bwMode="auto">
          <a:xfrm>
            <a:off x="1676836" y="2134729"/>
            <a:ext cx="21036680" cy="457202"/>
          </a:xfrm>
          <a:prstGeom prst="rect">
            <a:avLst/>
          </a:prstGeom>
        </p:spPr>
        <p:txBody>
          <a:bodyPr/>
          <a:lstStyle>
            <a:lvl1pPr algn="ctr">
              <a:defRPr sz="3200">
                <a:solidFill>
                  <a:schemeClr val="accent4"/>
                </a:solidFill>
              </a:defRPr>
            </a:lvl1pPr>
            <a:lvl2pPr algn="ctr">
              <a:defRPr sz="3200">
                <a:solidFill>
                  <a:schemeClr val="accent4"/>
                </a:solidFill>
              </a:defRPr>
            </a:lvl2pPr>
            <a:lvl3pPr algn="ctr">
              <a:defRPr sz="3200">
                <a:solidFill>
                  <a:schemeClr val="accent4"/>
                </a:solidFill>
              </a:defRPr>
            </a:lvl3pPr>
            <a:lvl4pPr algn="ctr">
              <a:defRPr sz="3200">
                <a:solidFill>
                  <a:schemeClr val="accent4"/>
                </a:solidFill>
              </a:defRPr>
            </a:lvl4pPr>
            <a:lvl5pPr algn="ct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Tree>
    <p:extLst>
      <p:ext uri="{BB962C8B-B14F-4D97-AF65-F5344CB8AC3E}">
        <p14:creationId xmlns:p14="http://schemas.microsoft.com/office/powerpoint/2010/main" val="8747377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PhAnim="0" type="tx" userDrawn="1">
  <p:cSld name="25_Custom Layout">
    <p:spTree>
      <p:nvGrpSpPr>
        <p:cNvPr id="1" name=""/>
        <p:cNvGrpSpPr/>
        <p:nvPr/>
      </p:nvGrpSpPr>
      <p:grpSpPr bwMode="auto">
        <a:xfrm>
          <a:off x="0" y="0"/>
          <a:ext cx="0" cy="0"/>
          <a:chOff x="0" y="0"/>
          <a:chExt cx="0" cy="0"/>
        </a:xfrm>
      </p:grpSpPr>
      <p:sp>
        <p:nvSpPr>
          <p:cNvPr id="598"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599" name="Picture Placeholder 8"/>
          <p:cNvSpPr>
            <a:spLocks noGrp="1"/>
          </p:cNvSpPr>
          <p:nvPr>
            <p:ph type="pic" sz="quarter" idx="21"/>
          </p:nvPr>
        </p:nvSpPr>
        <p:spPr bwMode="auto">
          <a:xfrm>
            <a:off x="9043654" y="4658204"/>
            <a:ext cx="6235192" cy="4551508"/>
          </a:xfrm>
          <a:prstGeom prst="rect">
            <a:avLst/>
          </a:prstGeom>
        </p:spPr>
        <p:txBody>
          <a:bodyPr lIns="91439" rIns="91439">
            <a:noAutofit/>
          </a:bodyPr>
          <a:lstStyle/>
          <a:p>
            <a:pPr>
              <a:defRPr/>
            </a:pPr>
            <a:endParaRPr/>
          </a:p>
        </p:txBody>
      </p:sp>
      <p:sp>
        <p:nvSpPr>
          <p:cNvPr id="600" name="Текст заголовка"/>
          <p:cNvSpPr txBox="1">
            <a:spLocks noGrp="1"/>
          </p:cNvSpPr>
          <p:nvPr>
            <p:ph type="title"/>
          </p:nvPr>
        </p:nvSpPr>
        <p:spPr bwMode="auto">
          <a:xfrm>
            <a:off x="1676836" y="753036"/>
            <a:ext cx="21036680" cy="1381688"/>
          </a:xfrm>
          <a:prstGeom prst="rect">
            <a:avLst/>
          </a:prstGeom>
        </p:spPr>
        <p:txBody>
          <a:bodyPr/>
          <a:lstStyle>
            <a:lvl1pPr algn="ctr">
              <a:defRPr>
                <a:solidFill>
                  <a:srgbClr val="404040"/>
                </a:solidFill>
              </a:defRPr>
            </a:lvl1pPr>
          </a:lstStyle>
          <a:p>
            <a:pPr>
              <a:defRPr/>
            </a:pPr>
            <a:r>
              <a:t>Текст заголовка</a:t>
            </a:r>
          </a:p>
        </p:txBody>
      </p:sp>
      <p:sp>
        <p:nvSpPr>
          <p:cNvPr id="601" name="Уровень текста 1…"/>
          <p:cNvSpPr txBox="1">
            <a:spLocks noGrp="1"/>
          </p:cNvSpPr>
          <p:nvPr>
            <p:ph type="body" sz="quarter" idx="1"/>
          </p:nvPr>
        </p:nvSpPr>
        <p:spPr bwMode="auto">
          <a:xfrm>
            <a:off x="1676836" y="2134729"/>
            <a:ext cx="21036680" cy="457202"/>
          </a:xfrm>
          <a:prstGeom prst="rect">
            <a:avLst/>
          </a:prstGeom>
        </p:spPr>
        <p:txBody>
          <a:bodyPr/>
          <a:lstStyle>
            <a:lvl1pPr algn="ctr">
              <a:defRPr sz="3200">
                <a:solidFill>
                  <a:schemeClr val="accent4"/>
                </a:solidFill>
              </a:defRPr>
            </a:lvl1pPr>
            <a:lvl2pPr algn="ctr">
              <a:defRPr sz="3200">
                <a:solidFill>
                  <a:schemeClr val="accent4"/>
                </a:solidFill>
              </a:defRPr>
            </a:lvl2pPr>
            <a:lvl3pPr algn="ctr">
              <a:defRPr sz="3200">
                <a:solidFill>
                  <a:schemeClr val="accent4"/>
                </a:solidFill>
              </a:defRPr>
            </a:lvl3pPr>
            <a:lvl4pPr algn="ctr">
              <a:defRPr sz="3200">
                <a:solidFill>
                  <a:schemeClr val="accent4"/>
                </a:solidFill>
              </a:defRPr>
            </a:lvl4pPr>
            <a:lvl5pPr algn="ct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Tree>
    <p:extLst>
      <p:ext uri="{BB962C8B-B14F-4D97-AF65-F5344CB8AC3E}">
        <p14:creationId xmlns:p14="http://schemas.microsoft.com/office/powerpoint/2010/main" val="203101746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PhAnim="0" type="tx" userDrawn="1">
  <p:cSld name="26_Custom Layout">
    <p:spTree>
      <p:nvGrpSpPr>
        <p:cNvPr id="1" name=""/>
        <p:cNvGrpSpPr/>
        <p:nvPr/>
      </p:nvGrpSpPr>
      <p:grpSpPr bwMode="auto">
        <a:xfrm>
          <a:off x="0" y="0"/>
          <a:ext cx="0" cy="0"/>
          <a:chOff x="0" y="0"/>
          <a:chExt cx="0" cy="0"/>
        </a:xfrm>
      </p:grpSpPr>
      <p:sp>
        <p:nvSpPr>
          <p:cNvPr id="608"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609" name="Picture Placeholder 8"/>
          <p:cNvSpPr>
            <a:spLocks noGrp="1"/>
          </p:cNvSpPr>
          <p:nvPr>
            <p:ph type="pic" sz="quarter" idx="21"/>
          </p:nvPr>
        </p:nvSpPr>
        <p:spPr bwMode="auto">
          <a:xfrm>
            <a:off x="3728123" y="5610227"/>
            <a:ext cx="6373642" cy="3562350"/>
          </a:xfrm>
          <a:prstGeom prst="rect">
            <a:avLst/>
          </a:prstGeom>
        </p:spPr>
        <p:txBody>
          <a:bodyPr lIns="91439" rIns="91439">
            <a:noAutofit/>
          </a:bodyPr>
          <a:lstStyle/>
          <a:p>
            <a:pPr>
              <a:defRPr/>
            </a:pPr>
            <a:endParaRPr/>
          </a:p>
        </p:txBody>
      </p:sp>
      <p:sp>
        <p:nvSpPr>
          <p:cNvPr id="610" name="Текст заголовка"/>
          <p:cNvSpPr txBox="1">
            <a:spLocks noGrp="1"/>
          </p:cNvSpPr>
          <p:nvPr>
            <p:ph type="title"/>
          </p:nvPr>
        </p:nvSpPr>
        <p:spPr bwMode="auto">
          <a:xfrm>
            <a:off x="1676836" y="753036"/>
            <a:ext cx="21036680" cy="1381688"/>
          </a:xfrm>
          <a:prstGeom prst="rect">
            <a:avLst/>
          </a:prstGeom>
        </p:spPr>
        <p:txBody>
          <a:bodyPr/>
          <a:lstStyle>
            <a:lvl1pPr algn="ctr">
              <a:defRPr>
                <a:solidFill>
                  <a:srgbClr val="404040"/>
                </a:solidFill>
              </a:defRPr>
            </a:lvl1pPr>
          </a:lstStyle>
          <a:p>
            <a:pPr>
              <a:defRPr/>
            </a:pPr>
            <a:r>
              <a:t>Текст заголовка</a:t>
            </a:r>
          </a:p>
        </p:txBody>
      </p:sp>
      <p:sp>
        <p:nvSpPr>
          <p:cNvPr id="611" name="Уровень текста 1…"/>
          <p:cNvSpPr txBox="1">
            <a:spLocks noGrp="1"/>
          </p:cNvSpPr>
          <p:nvPr>
            <p:ph type="body" sz="quarter" idx="1"/>
          </p:nvPr>
        </p:nvSpPr>
        <p:spPr bwMode="auto">
          <a:xfrm>
            <a:off x="1676836" y="2134729"/>
            <a:ext cx="21036680" cy="457202"/>
          </a:xfrm>
          <a:prstGeom prst="rect">
            <a:avLst/>
          </a:prstGeom>
        </p:spPr>
        <p:txBody>
          <a:bodyPr/>
          <a:lstStyle>
            <a:lvl1pPr algn="ctr">
              <a:defRPr sz="3200">
                <a:solidFill>
                  <a:schemeClr val="accent4"/>
                </a:solidFill>
              </a:defRPr>
            </a:lvl1pPr>
            <a:lvl2pPr algn="ctr">
              <a:defRPr sz="3200">
                <a:solidFill>
                  <a:schemeClr val="accent4"/>
                </a:solidFill>
              </a:defRPr>
            </a:lvl2pPr>
            <a:lvl3pPr algn="ctr">
              <a:defRPr sz="3200">
                <a:solidFill>
                  <a:schemeClr val="accent4"/>
                </a:solidFill>
              </a:defRPr>
            </a:lvl3pPr>
            <a:lvl4pPr algn="ctr">
              <a:defRPr sz="3200">
                <a:solidFill>
                  <a:schemeClr val="accent4"/>
                </a:solidFill>
              </a:defRPr>
            </a:lvl4pPr>
            <a:lvl5pPr algn="ct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Tree>
    <p:extLst>
      <p:ext uri="{BB962C8B-B14F-4D97-AF65-F5344CB8AC3E}">
        <p14:creationId xmlns:p14="http://schemas.microsoft.com/office/powerpoint/2010/main" val="185169745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PhAnim="0" type="tx" userDrawn="1">
  <p:cSld name="27_Custom Layout">
    <p:spTree>
      <p:nvGrpSpPr>
        <p:cNvPr id="1" name=""/>
        <p:cNvGrpSpPr/>
        <p:nvPr/>
      </p:nvGrpSpPr>
      <p:grpSpPr bwMode="auto">
        <a:xfrm>
          <a:off x="0" y="0"/>
          <a:ext cx="0" cy="0"/>
          <a:chOff x="0" y="0"/>
          <a:chExt cx="0" cy="0"/>
        </a:xfrm>
      </p:grpSpPr>
      <p:sp>
        <p:nvSpPr>
          <p:cNvPr id="618"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619" name="Picture Placeholder 8"/>
          <p:cNvSpPr>
            <a:spLocks noGrp="1"/>
          </p:cNvSpPr>
          <p:nvPr>
            <p:ph type="pic" idx="21"/>
          </p:nvPr>
        </p:nvSpPr>
        <p:spPr bwMode="auto">
          <a:xfrm>
            <a:off x="-1" y="7"/>
            <a:ext cx="24390354" cy="13716002"/>
          </a:xfrm>
          <a:prstGeom prst="rect">
            <a:avLst/>
          </a:prstGeom>
        </p:spPr>
        <p:txBody>
          <a:bodyPr lIns="91439" rIns="91439">
            <a:noAutofit/>
          </a:bodyPr>
          <a:lstStyle/>
          <a:p>
            <a:pPr>
              <a:defRPr/>
            </a:pPr>
            <a:endParaRPr/>
          </a:p>
        </p:txBody>
      </p:sp>
      <p:sp>
        <p:nvSpPr>
          <p:cNvPr id="620" name="Текст заголовка"/>
          <p:cNvSpPr txBox="1">
            <a:spLocks noGrp="1"/>
          </p:cNvSpPr>
          <p:nvPr>
            <p:ph type="title"/>
          </p:nvPr>
        </p:nvSpPr>
        <p:spPr bwMode="auto">
          <a:xfrm>
            <a:off x="1604219" y="5476321"/>
            <a:ext cx="21145402" cy="1381686"/>
          </a:xfrm>
          <a:prstGeom prst="rect">
            <a:avLst/>
          </a:prstGeom>
        </p:spPr>
        <p:txBody>
          <a:bodyPr/>
          <a:lstStyle>
            <a:lvl1pPr algn="ctr">
              <a:defRPr>
                <a:solidFill>
                  <a:srgbClr val="404040"/>
                </a:solidFill>
              </a:defRPr>
            </a:lvl1pPr>
          </a:lstStyle>
          <a:p>
            <a:pPr>
              <a:defRPr/>
            </a:pPr>
            <a:r>
              <a:t>Текст заголовка</a:t>
            </a:r>
          </a:p>
        </p:txBody>
      </p:sp>
      <p:sp>
        <p:nvSpPr>
          <p:cNvPr id="621" name="Уровень текста 1…"/>
          <p:cNvSpPr txBox="1">
            <a:spLocks noGrp="1"/>
          </p:cNvSpPr>
          <p:nvPr>
            <p:ph type="body" sz="quarter" idx="1"/>
          </p:nvPr>
        </p:nvSpPr>
        <p:spPr bwMode="auto">
          <a:xfrm>
            <a:off x="1604219" y="6858000"/>
            <a:ext cx="21145402" cy="457200"/>
          </a:xfrm>
          <a:prstGeom prst="rect">
            <a:avLst/>
          </a:prstGeom>
        </p:spPr>
        <p:txBody>
          <a:bodyPr/>
          <a:lstStyle>
            <a:lvl1pPr algn="ctr">
              <a:defRPr sz="3200">
                <a:solidFill>
                  <a:schemeClr val="accent4"/>
                </a:solidFill>
              </a:defRPr>
            </a:lvl1pPr>
            <a:lvl2pPr algn="ctr">
              <a:defRPr sz="3200">
                <a:solidFill>
                  <a:schemeClr val="accent4"/>
                </a:solidFill>
              </a:defRPr>
            </a:lvl2pPr>
            <a:lvl3pPr algn="ctr">
              <a:defRPr sz="3200">
                <a:solidFill>
                  <a:schemeClr val="accent4"/>
                </a:solidFill>
              </a:defRPr>
            </a:lvl3pPr>
            <a:lvl4pPr algn="ctr">
              <a:defRPr sz="3200">
                <a:solidFill>
                  <a:schemeClr val="accent4"/>
                </a:solidFill>
              </a:defRPr>
            </a:lvl4pPr>
            <a:lvl5pPr algn="ct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Tree>
    <p:extLst>
      <p:ext uri="{BB962C8B-B14F-4D97-AF65-F5344CB8AC3E}">
        <p14:creationId xmlns:p14="http://schemas.microsoft.com/office/powerpoint/2010/main" val="398034699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PhAnim="0" type="tx" userDrawn="1">
  <p:cSld name="30_Custom Layout">
    <p:spTree>
      <p:nvGrpSpPr>
        <p:cNvPr id="1" name=""/>
        <p:cNvGrpSpPr/>
        <p:nvPr/>
      </p:nvGrpSpPr>
      <p:grpSpPr bwMode="auto">
        <a:xfrm>
          <a:off x="0" y="0"/>
          <a:ext cx="0" cy="0"/>
          <a:chOff x="0" y="0"/>
          <a:chExt cx="0" cy="0"/>
        </a:xfrm>
      </p:grpSpPr>
      <p:sp>
        <p:nvSpPr>
          <p:cNvPr id="646" name="Picture Placeholder 8"/>
          <p:cNvSpPr>
            <a:spLocks noGrp="1"/>
          </p:cNvSpPr>
          <p:nvPr>
            <p:ph type="pic" idx="21"/>
          </p:nvPr>
        </p:nvSpPr>
        <p:spPr bwMode="auto">
          <a:xfrm>
            <a:off x="-1" y="7"/>
            <a:ext cx="24390354" cy="13716002"/>
          </a:xfrm>
          <a:prstGeom prst="rect">
            <a:avLst/>
          </a:prstGeom>
        </p:spPr>
        <p:txBody>
          <a:bodyPr lIns="91439" rIns="91439">
            <a:noAutofit/>
          </a:bodyPr>
          <a:lstStyle/>
          <a:p>
            <a:pPr>
              <a:defRPr/>
            </a:pPr>
            <a:endParaRPr/>
          </a:p>
        </p:txBody>
      </p:sp>
      <p:sp>
        <p:nvSpPr>
          <p:cNvPr id="647"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648" name="Текст заголовка"/>
          <p:cNvSpPr txBox="1">
            <a:spLocks noGrp="1"/>
          </p:cNvSpPr>
          <p:nvPr>
            <p:ph type="title"/>
          </p:nvPr>
        </p:nvSpPr>
        <p:spPr bwMode="auto">
          <a:xfrm>
            <a:off x="1604217" y="6429375"/>
            <a:ext cx="21109306" cy="2028826"/>
          </a:xfrm>
          <a:prstGeom prst="rect">
            <a:avLst/>
          </a:prstGeom>
        </p:spPr>
        <p:txBody>
          <a:bodyPr/>
          <a:lstStyle>
            <a:lvl1pPr algn="ctr">
              <a:defRPr sz="8800">
                <a:solidFill>
                  <a:srgbClr val="404040"/>
                </a:solidFill>
              </a:defRPr>
            </a:lvl1pPr>
          </a:lstStyle>
          <a:p>
            <a:pPr>
              <a:defRPr/>
            </a:pPr>
            <a:r>
              <a:t>Текст заголовка</a:t>
            </a:r>
          </a:p>
        </p:txBody>
      </p:sp>
      <p:sp>
        <p:nvSpPr>
          <p:cNvPr id="649" name="Уровень текста 1…"/>
          <p:cNvSpPr txBox="1">
            <a:spLocks noGrp="1"/>
          </p:cNvSpPr>
          <p:nvPr>
            <p:ph type="body" sz="quarter" idx="1"/>
          </p:nvPr>
        </p:nvSpPr>
        <p:spPr bwMode="auto">
          <a:xfrm>
            <a:off x="1604217" y="8458200"/>
            <a:ext cx="21109306" cy="457200"/>
          </a:xfrm>
          <a:prstGeom prst="rect">
            <a:avLst/>
          </a:prstGeom>
        </p:spPr>
        <p:txBody>
          <a:bodyPr/>
          <a:lstStyle>
            <a:lvl1pPr algn="ctr">
              <a:defRPr sz="3200">
                <a:solidFill>
                  <a:schemeClr val="accent4"/>
                </a:solidFill>
              </a:defRPr>
            </a:lvl1pPr>
            <a:lvl2pPr algn="ctr">
              <a:defRPr sz="3200">
                <a:solidFill>
                  <a:schemeClr val="accent4"/>
                </a:solidFill>
              </a:defRPr>
            </a:lvl2pPr>
            <a:lvl3pPr algn="ctr">
              <a:defRPr sz="3200">
                <a:solidFill>
                  <a:schemeClr val="accent4"/>
                </a:solidFill>
              </a:defRPr>
            </a:lvl3pPr>
            <a:lvl4pPr algn="ctr">
              <a:defRPr sz="3200">
                <a:solidFill>
                  <a:schemeClr val="accent4"/>
                </a:solidFill>
              </a:defRPr>
            </a:lvl4pPr>
            <a:lvl5pPr algn="ct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Tree>
    <p:extLst>
      <p:ext uri="{BB962C8B-B14F-4D97-AF65-F5344CB8AC3E}">
        <p14:creationId xmlns:p14="http://schemas.microsoft.com/office/powerpoint/2010/main" val="293679096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PhAnim="0" type="tx" userDrawn="1">
  <p:cSld name="31_Custom Layout">
    <p:spTree>
      <p:nvGrpSpPr>
        <p:cNvPr id="1" name=""/>
        <p:cNvGrpSpPr/>
        <p:nvPr/>
      </p:nvGrpSpPr>
      <p:grpSpPr bwMode="auto">
        <a:xfrm>
          <a:off x="0" y="0"/>
          <a:ext cx="0" cy="0"/>
          <a:chOff x="0" y="0"/>
          <a:chExt cx="0" cy="0"/>
        </a:xfrm>
      </p:grpSpPr>
      <p:sp>
        <p:nvSpPr>
          <p:cNvPr id="656"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657" name="Текст заголовка"/>
          <p:cNvSpPr txBox="1">
            <a:spLocks noGrp="1"/>
          </p:cNvSpPr>
          <p:nvPr>
            <p:ph type="title"/>
          </p:nvPr>
        </p:nvSpPr>
        <p:spPr bwMode="auto">
          <a:xfrm>
            <a:off x="1604219" y="4829183"/>
            <a:ext cx="21109306" cy="2028826"/>
          </a:xfrm>
          <a:prstGeom prst="rect">
            <a:avLst/>
          </a:prstGeom>
        </p:spPr>
        <p:txBody>
          <a:bodyPr/>
          <a:lstStyle>
            <a:lvl1pPr algn="ctr">
              <a:defRPr sz="8800">
                <a:solidFill>
                  <a:srgbClr val="404040"/>
                </a:solidFill>
              </a:defRPr>
            </a:lvl1pPr>
          </a:lstStyle>
          <a:p>
            <a:pPr>
              <a:defRPr/>
            </a:pPr>
            <a:r>
              <a:t>Текст заголовка</a:t>
            </a:r>
          </a:p>
        </p:txBody>
      </p:sp>
      <p:sp>
        <p:nvSpPr>
          <p:cNvPr id="658" name="Уровень текста 1…"/>
          <p:cNvSpPr txBox="1">
            <a:spLocks noGrp="1"/>
          </p:cNvSpPr>
          <p:nvPr>
            <p:ph type="body" sz="quarter" idx="1"/>
          </p:nvPr>
        </p:nvSpPr>
        <p:spPr bwMode="auto">
          <a:xfrm>
            <a:off x="1604219" y="6858000"/>
            <a:ext cx="21109306" cy="457200"/>
          </a:xfrm>
          <a:prstGeom prst="rect">
            <a:avLst/>
          </a:prstGeom>
        </p:spPr>
        <p:txBody>
          <a:bodyPr/>
          <a:lstStyle>
            <a:lvl1pPr algn="ctr">
              <a:defRPr sz="3200">
                <a:solidFill>
                  <a:schemeClr val="accent4"/>
                </a:solidFill>
              </a:defRPr>
            </a:lvl1pPr>
            <a:lvl2pPr algn="ctr">
              <a:defRPr sz="3200">
                <a:solidFill>
                  <a:schemeClr val="accent4"/>
                </a:solidFill>
              </a:defRPr>
            </a:lvl2pPr>
            <a:lvl3pPr algn="ctr">
              <a:defRPr sz="3200">
                <a:solidFill>
                  <a:schemeClr val="accent4"/>
                </a:solidFill>
              </a:defRPr>
            </a:lvl3pPr>
            <a:lvl4pPr algn="ctr">
              <a:defRPr sz="3200">
                <a:solidFill>
                  <a:schemeClr val="accent4"/>
                </a:solidFill>
              </a:defRPr>
            </a:lvl4pPr>
            <a:lvl5pPr algn="ct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Tree>
    <p:extLst>
      <p:ext uri="{BB962C8B-B14F-4D97-AF65-F5344CB8AC3E}">
        <p14:creationId xmlns:p14="http://schemas.microsoft.com/office/powerpoint/2010/main" val="191572150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PhAnim="0" type="tx" userDrawn="1">
  <p:cSld name="Section Header">
    <p:spTree>
      <p:nvGrpSpPr>
        <p:cNvPr id="1" name=""/>
        <p:cNvGrpSpPr/>
        <p:nvPr/>
      </p:nvGrpSpPr>
      <p:grpSpPr bwMode="auto">
        <a:xfrm>
          <a:off x="0" y="0"/>
          <a:ext cx="0" cy="0"/>
          <a:chOff x="0" y="0"/>
          <a:chExt cx="0" cy="0"/>
        </a:xfrm>
      </p:grpSpPr>
      <p:sp>
        <p:nvSpPr>
          <p:cNvPr id="665" name="Текст заголовка"/>
          <p:cNvSpPr txBox="1">
            <a:spLocks noGrp="1"/>
          </p:cNvSpPr>
          <p:nvPr>
            <p:ph type="title"/>
          </p:nvPr>
        </p:nvSpPr>
        <p:spPr bwMode="auto">
          <a:xfrm>
            <a:off x="1676836" y="7557246"/>
            <a:ext cx="5991984" cy="680200"/>
          </a:xfrm>
          <a:prstGeom prst="rect">
            <a:avLst/>
          </a:prstGeom>
        </p:spPr>
        <p:txBody>
          <a:bodyPr anchor="b"/>
          <a:lstStyle>
            <a:lvl1pPr>
              <a:defRPr sz="3200">
                <a:solidFill>
                  <a:srgbClr val="404040"/>
                </a:solidFill>
              </a:defRPr>
            </a:lvl1pPr>
          </a:lstStyle>
          <a:p>
            <a:pPr>
              <a:defRPr/>
            </a:pPr>
            <a:r>
              <a:t>Текст заголовка</a:t>
            </a:r>
          </a:p>
        </p:txBody>
      </p:sp>
      <p:sp>
        <p:nvSpPr>
          <p:cNvPr id="666" name="Уровень текста 1…"/>
          <p:cNvSpPr txBox="1">
            <a:spLocks noGrp="1"/>
          </p:cNvSpPr>
          <p:nvPr>
            <p:ph type="body" sz="quarter" idx="1"/>
          </p:nvPr>
        </p:nvSpPr>
        <p:spPr bwMode="auto">
          <a:xfrm>
            <a:off x="1676845" y="8237446"/>
            <a:ext cx="5991982" cy="1471332"/>
          </a:xfrm>
          <a:prstGeom prst="rect">
            <a:avLst/>
          </a:prstGeom>
        </p:spPr>
        <p:txBody>
          <a:bodyPr/>
          <a:lstStyle>
            <a:lvl1pPr>
              <a:defRPr>
                <a:solidFill>
                  <a:srgbClr val="888888"/>
                </a:solidFill>
              </a:defRPr>
            </a:lvl1pPr>
            <a:lvl2pPr>
              <a:defRPr>
                <a:solidFill>
                  <a:srgbClr val="888888"/>
                </a:solidFill>
              </a:defRPr>
            </a:lvl2pPr>
            <a:lvl3pPr>
              <a:defRPr>
                <a:solidFill>
                  <a:srgbClr val="888888"/>
                </a:solidFill>
              </a:defRPr>
            </a:lvl3pPr>
            <a:lvl4pPr>
              <a:defRPr>
                <a:solidFill>
                  <a:srgbClr val="888888"/>
                </a:solidFill>
              </a:defRPr>
            </a:lvl4pPr>
            <a:lvl5pPr indent="3656686">
              <a:defRPr>
                <a:solidFill>
                  <a:srgbClr val="888888"/>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
        <p:nvSpPr>
          <p:cNvPr id="667"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Tree>
    <p:extLst>
      <p:ext uri="{BB962C8B-B14F-4D97-AF65-F5344CB8AC3E}">
        <p14:creationId xmlns:p14="http://schemas.microsoft.com/office/powerpoint/2010/main" val="36759773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PhAnim="0" type="tx" userDrawn="1">
  <p:cSld name="Custom Layout">
    <p:spTree>
      <p:nvGrpSpPr>
        <p:cNvPr id="1" name=""/>
        <p:cNvGrpSpPr/>
        <p:nvPr/>
      </p:nvGrpSpPr>
      <p:grpSpPr bwMode="auto">
        <a:xfrm>
          <a:off x="0" y="0"/>
          <a:ext cx="0" cy="0"/>
          <a:chOff x="0" y="0"/>
          <a:chExt cx="0" cy="0"/>
        </a:xfrm>
      </p:grpSpPr>
      <p:sp>
        <p:nvSpPr>
          <p:cNvPr id="674"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675" name="Picture Placeholder 8"/>
          <p:cNvSpPr>
            <a:spLocks noGrp="1"/>
          </p:cNvSpPr>
          <p:nvPr>
            <p:ph type="pic" sz="quarter" idx="21"/>
          </p:nvPr>
        </p:nvSpPr>
        <p:spPr bwMode="auto">
          <a:xfrm>
            <a:off x="5" y="0"/>
            <a:ext cx="6105182" cy="4572000"/>
          </a:xfrm>
          <a:prstGeom prst="rect">
            <a:avLst/>
          </a:prstGeom>
        </p:spPr>
        <p:txBody>
          <a:bodyPr lIns="91439" rIns="91439">
            <a:noAutofit/>
          </a:bodyPr>
          <a:lstStyle/>
          <a:p>
            <a:pPr>
              <a:defRPr/>
            </a:pPr>
            <a:endParaRPr/>
          </a:p>
        </p:txBody>
      </p:sp>
      <p:sp>
        <p:nvSpPr>
          <p:cNvPr id="676" name="Picture Placeholder 8"/>
          <p:cNvSpPr>
            <a:spLocks noGrp="1"/>
          </p:cNvSpPr>
          <p:nvPr>
            <p:ph type="pic" sz="quarter" idx="22"/>
          </p:nvPr>
        </p:nvSpPr>
        <p:spPr bwMode="auto">
          <a:xfrm>
            <a:off x="6105187" y="0"/>
            <a:ext cx="6105182" cy="4572000"/>
          </a:xfrm>
          <a:prstGeom prst="rect">
            <a:avLst/>
          </a:prstGeom>
        </p:spPr>
        <p:txBody>
          <a:bodyPr lIns="91439" rIns="91439">
            <a:noAutofit/>
          </a:bodyPr>
          <a:lstStyle/>
          <a:p>
            <a:pPr>
              <a:defRPr/>
            </a:pPr>
            <a:endParaRPr/>
          </a:p>
        </p:txBody>
      </p:sp>
      <p:sp>
        <p:nvSpPr>
          <p:cNvPr id="677" name="Picture Placeholder 8"/>
          <p:cNvSpPr>
            <a:spLocks noGrp="1"/>
          </p:cNvSpPr>
          <p:nvPr>
            <p:ph type="pic" sz="quarter" idx="23"/>
          </p:nvPr>
        </p:nvSpPr>
        <p:spPr bwMode="auto">
          <a:xfrm>
            <a:off x="12210365" y="0"/>
            <a:ext cx="6105182" cy="4572000"/>
          </a:xfrm>
          <a:prstGeom prst="rect">
            <a:avLst/>
          </a:prstGeom>
        </p:spPr>
        <p:txBody>
          <a:bodyPr lIns="91439" rIns="91439">
            <a:noAutofit/>
          </a:bodyPr>
          <a:lstStyle/>
          <a:p>
            <a:pPr>
              <a:defRPr/>
            </a:pPr>
            <a:endParaRPr/>
          </a:p>
        </p:txBody>
      </p:sp>
      <p:sp>
        <p:nvSpPr>
          <p:cNvPr id="678" name="Picture Placeholder 8"/>
          <p:cNvSpPr>
            <a:spLocks noGrp="1"/>
          </p:cNvSpPr>
          <p:nvPr>
            <p:ph type="pic" sz="quarter" idx="24"/>
          </p:nvPr>
        </p:nvSpPr>
        <p:spPr bwMode="auto">
          <a:xfrm>
            <a:off x="18315547" y="0"/>
            <a:ext cx="6105182" cy="4572000"/>
          </a:xfrm>
          <a:prstGeom prst="rect">
            <a:avLst/>
          </a:prstGeom>
        </p:spPr>
        <p:txBody>
          <a:bodyPr lIns="91439" rIns="91439">
            <a:noAutofit/>
          </a:bodyPr>
          <a:lstStyle/>
          <a:p>
            <a:pPr>
              <a:defRPr/>
            </a:pPr>
            <a:endParaRPr/>
          </a:p>
        </p:txBody>
      </p:sp>
      <p:sp>
        <p:nvSpPr>
          <p:cNvPr id="679" name="Picture Placeholder 8"/>
          <p:cNvSpPr>
            <a:spLocks noGrp="1"/>
          </p:cNvSpPr>
          <p:nvPr>
            <p:ph type="pic" sz="quarter" idx="25"/>
          </p:nvPr>
        </p:nvSpPr>
        <p:spPr bwMode="auto">
          <a:xfrm>
            <a:off x="5" y="4572000"/>
            <a:ext cx="6105182" cy="4572000"/>
          </a:xfrm>
          <a:prstGeom prst="rect">
            <a:avLst/>
          </a:prstGeom>
        </p:spPr>
        <p:txBody>
          <a:bodyPr lIns="91439" rIns="91439">
            <a:noAutofit/>
          </a:bodyPr>
          <a:lstStyle/>
          <a:p>
            <a:pPr>
              <a:defRPr/>
            </a:pPr>
            <a:endParaRPr/>
          </a:p>
        </p:txBody>
      </p:sp>
      <p:sp>
        <p:nvSpPr>
          <p:cNvPr id="680" name="Picture Placeholder 8"/>
          <p:cNvSpPr>
            <a:spLocks noGrp="1"/>
          </p:cNvSpPr>
          <p:nvPr>
            <p:ph type="pic" sz="quarter" idx="26"/>
          </p:nvPr>
        </p:nvSpPr>
        <p:spPr bwMode="auto">
          <a:xfrm>
            <a:off x="6105187" y="4572000"/>
            <a:ext cx="6105182" cy="4572000"/>
          </a:xfrm>
          <a:prstGeom prst="rect">
            <a:avLst/>
          </a:prstGeom>
        </p:spPr>
        <p:txBody>
          <a:bodyPr lIns="91439" rIns="91439">
            <a:noAutofit/>
          </a:bodyPr>
          <a:lstStyle/>
          <a:p>
            <a:pPr>
              <a:defRPr/>
            </a:pPr>
            <a:endParaRPr/>
          </a:p>
        </p:txBody>
      </p:sp>
      <p:sp>
        <p:nvSpPr>
          <p:cNvPr id="681" name="Picture Placeholder 8"/>
          <p:cNvSpPr>
            <a:spLocks noGrp="1"/>
          </p:cNvSpPr>
          <p:nvPr>
            <p:ph type="pic" sz="quarter" idx="27"/>
          </p:nvPr>
        </p:nvSpPr>
        <p:spPr bwMode="auto">
          <a:xfrm>
            <a:off x="12210365" y="4572000"/>
            <a:ext cx="6105182" cy="4572000"/>
          </a:xfrm>
          <a:prstGeom prst="rect">
            <a:avLst/>
          </a:prstGeom>
        </p:spPr>
        <p:txBody>
          <a:bodyPr lIns="91439" rIns="91439">
            <a:noAutofit/>
          </a:bodyPr>
          <a:lstStyle/>
          <a:p>
            <a:pPr>
              <a:defRPr/>
            </a:pPr>
            <a:endParaRPr/>
          </a:p>
        </p:txBody>
      </p:sp>
      <p:sp>
        <p:nvSpPr>
          <p:cNvPr id="682" name="Picture Placeholder 8"/>
          <p:cNvSpPr>
            <a:spLocks noGrp="1"/>
          </p:cNvSpPr>
          <p:nvPr>
            <p:ph type="pic" sz="quarter" idx="28"/>
          </p:nvPr>
        </p:nvSpPr>
        <p:spPr bwMode="auto">
          <a:xfrm>
            <a:off x="18315547" y="4572000"/>
            <a:ext cx="6105182" cy="4572000"/>
          </a:xfrm>
          <a:prstGeom prst="rect">
            <a:avLst/>
          </a:prstGeom>
        </p:spPr>
        <p:txBody>
          <a:bodyPr lIns="91439" rIns="91439">
            <a:noAutofit/>
          </a:bodyPr>
          <a:lstStyle/>
          <a:p>
            <a:pPr>
              <a:defRPr/>
            </a:pPr>
            <a:endParaRPr/>
          </a:p>
        </p:txBody>
      </p:sp>
      <p:sp>
        <p:nvSpPr>
          <p:cNvPr id="683" name="Picture Placeholder 8"/>
          <p:cNvSpPr>
            <a:spLocks noGrp="1"/>
          </p:cNvSpPr>
          <p:nvPr>
            <p:ph type="pic" sz="quarter" idx="29"/>
          </p:nvPr>
        </p:nvSpPr>
        <p:spPr bwMode="auto">
          <a:xfrm>
            <a:off x="5" y="9144000"/>
            <a:ext cx="6105182" cy="4572000"/>
          </a:xfrm>
          <a:prstGeom prst="rect">
            <a:avLst/>
          </a:prstGeom>
        </p:spPr>
        <p:txBody>
          <a:bodyPr lIns="91439" rIns="91439">
            <a:noAutofit/>
          </a:bodyPr>
          <a:lstStyle/>
          <a:p>
            <a:pPr>
              <a:defRPr/>
            </a:pPr>
            <a:endParaRPr/>
          </a:p>
        </p:txBody>
      </p:sp>
      <p:sp>
        <p:nvSpPr>
          <p:cNvPr id="684" name="Picture Placeholder 8"/>
          <p:cNvSpPr>
            <a:spLocks noGrp="1"/>
          </p:cNvSpPr>
          <p:nvPr>
            <p:ph type="pic" sz="quarter" idx="30"/>
          </p:nvPr>
        </p:nvSpPr>
        <p:spPr bwMode="auto">
          <a:xfrm>
            <a:off x="6105187" y="9144000"/>
            <a:ext cx="6105182" cy="4572000"/>
          </a:xfrm>
          <a:prstGeom prst="rect">
            <a:avLst/>
          </a:prstGeom>
        </p:spPr>
        <p:txBody>
          <a:bodyPr lIns="91439" rIns="91439">
            <a:noAutofit/>
          </a:bodyPr>
          <a:lstStyle/>
          <a:p>
            <a:pPr>
              <a:defRPr/>
            </a:pPr>
            <a:endParaRPr/>
          </a:p>
        </p:txBody>
      </p:sp>
      <p:sp>
        <p:nvSpPr>
          <p:cNvPr id="685" name="Picture Placeholder 8"/>
          <p:cNvSpPr>
            <a:spLocks noGrp="1"/>
          </p:cNvSpPr>
          <p:nvPr>
            <p:ph type="pic" sz="quarter" idx="31"/>
          </p:nvPr>
        </p:nvSpPr>
        <p:spPr bwMode="auto">
          <a:xfrm>
            <a:off x="12210365" y="9144000"/>
            <a:ext cx="6105182" cy="4572000"/>
          </a:xfrm>
          <a:prstGeom prst="rect">
            <a:avLst/>
          </a:prstGeom>
        </p:spPr>
        <p:txBody>
          <a:bodyPr lIns="91439" rIns="91439">
            <a:noAutofit/>
          </a:bodyPr>
          <a:lstStyle/>
          <a:p>
            <a:pPr>
              <a:defRPr/>
            </a:pPr>
            <a:endParaRPr/>
          </a:p>
        </p:txBody>
      </p:sp>
      <p:sp>
        <p:nvSpPr>
          <p:cNvPr id="686" name="Picture Placeholder 8"/>
          <p:cNvSpPr>
            <a:spLocks noGrp="1"/>
          </p:cNvSpPr>
          <p:nvPr>
            <p:ph type="pic" sz="quarter" idx="32"/>
          </p:nvPr>
        </p:nvSpPr>
        <p:spPr bwMode="auto">
          <a:xfrm>
            <a:off x="18315547" y="9144000"/>
            <a:ext cx="6105182" cy="4572000"/>
          </a:xfrm>
          <a:prstGeom prst="rect">
            <a:avLst/>
          </a:prstGeom>
        </p:spPr>
        <p:txBody>
          <a:bodyPr lIns="91439" rIns="91439">
            <a:noAutofit/>
          </a:bodyPr>
          <a:lstStyle/>
          <a:p>
            <a:pPr>
              <a:defRPr/>
            </a:pPr>
            <a:endParaRPr/>
          </a:p>
        </p:txBody>
      </p:sp>
      <p:sp>
        <p:nvSpPr>
          <p:cNvPr id="687" name="Picture Placeholder 8"/>
          <p:cNvSpPr>
            <a:spLocks noGrp="1"/>
          </p:cNvSpPr>
          <p:nvPr>
            <p:ph type="pic" sz="quarter" idx="33"/>
          </p:nvPr>
        </p:nvSpPr>
        <p:spPr bwMode="auto">
          <a:xfrm>
            <a:off x="12339537" y="6994526"/>
            <a:ext cx="6105182" cy="4572000"/>
          </a:xfrm>
          <a:prstGeom prst="rect">
            <a:avLst/>
          </a:prstGeom>
        </p:spPr>
        <p:txBody>
          <a:bodyPr lIns="91439" rIns="91439">
            <a:noAutofit/>
          </a:bodyPr>
          <a:lstStyle/>
          <a:p>
            <a:pPr>
              <a:defRPr/>
            </a:pPr>
            <a:endParaRPr/>
          </a:p>
        </p:txBody>
      </p:sp>
    </p:spTree>
    <p:extLst>
      <p:ext uri="{BB962C8B-B14F-4D97-AF65-F5344CB8AC3E}">
        <p14:creationId xmlns:p14="http://schemas.microsoft.com/office/powerpoint/2010/main" val="287198839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PhAnim="0" type="tx" userDrawn="1">
  <p:cSld name="Two Content">
    <p:spTree>
      <p:nvGrpSpPr>
        <p:cNvPr id="1" name=""/>
        <p:cNvGrpSpPr/>
        <p:nvPr/>
      </p:nvGrpSpPr>
      <p:grpSpPr bwMode="auto">
        <a:xfrm>
          <a:off x="0" y="0"/>
          <a:ext cx="0" cy="0"/>
          <a:chOff x="0" y="0"/>
          <a:chExt cx="0" cy="0"/>
        </a:xfrm>
      </p:grpSpPr>
      <p:sp>
        <p:nvSpPr>
          <p:cNvPr id="694" name="Текст заголовка"/>
          <p:cNvSpPr txBox="1">
            <a:spLocks noGrp="1"/>
          </p:cNvSpPr>
          <p:nvPr>
            <p:ph type="title"/>
          </p:nvPr>
        </p:nvSpPr>
        <p:spPr bwMode="auto">
          <a:xfrm>
            <a:off x="1676843" y="730259"/>
            <a:ext cx="21036682" cy="2651126"/>
          </a:xfrm>
          <a:prstGeom prst="rect">
            <a:avLst/>
          </a:prstGeom>
        </p:spPr>
        <p:txBody>
          <a:bodyPr/>
          <a:lstStyle/>
          <a:p>
            <a:pPr>
              <a:defRPr/>
            </a:pPr>
            <a:r>
              <a:t>Текст заголовка</a:t>
            </a:r>
          </a:p>
        </p:txBody>
      </p:sp>
      <p:sp>
        <p:nvSpPr>
          <p:cNvPr id="695" name="Уровень текста 1…"/>
          <p:cNvSpPr txBox="1">
            <a:spLocks noGrp="1"/>
          </p:cNvSpPr>
          <p:nvPr>
            <p:ph type="body" sz="half" idx="1"/>
          </p:nvPr>
        </p:nvSpPr>
        <p:spPr bwMode="auto">
          <a:xfrm>
            <a:off x="1676841" y="3651250"/>
            <a:ext cx="10365902" cy="8702676"/>
          </a:xfrm>
          <a:prstGeom prst="rect">
            <a:avLst/>
          </a:prstGeom>
        </p:spPr>
        <p:txBody>
          <a:body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
        <p:nvSpPr>
          <p:cNvPr id="696"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Tree>
    <p:extLst>
      <p:ext uri="{BB962C8B-B14F-4D97-AF65-F5344CB8AC3E}">
        <p14:creationId xmlns:p14="http://schemas.microsoft.com/office/powerpoint/2010/main" val="318027358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PhAnim="0" type="tx" userDrawn="1">
  <p:cSld name="Comparison">
    <p:spTree>
      <p:nvGrpSpPr>
        <p:cNvPr id="1" name=""/>
        <p:cNvGrpSpPr/>
        <p:nvPr/>
      </p:nvGrpSpPr>
      <p:grpSpPr bwMode="auto">
        <a:xfrm>
          <a:off x="0" y="0"/>
          <a:ext cx="0" cy="0"/>
          <a:chOff x="0" y="0"/>
          <a:chExt cx="0" cy="0"/>
        </a:xfrm>
      </p:grpSpPr>
      <p:sp>
        <p:nvSpPr>
          <p:cNvPr id="703" name="Текст заголовка"/>
          <p:cNvSpPr txBox="1">
            <a:spLocks noGrp="1"/>
          </p:cNvSpPr>
          <p:nvPr>
            <p:ph type="title"/>
          </p:nvPr>
        </p:nvSpPr>
        <p:spPr bwMode="auto">
          <a:xfrm>
            <a:off x="1680015" y="730259"/>
            <a:ext cx="21036682" cy="2651126"/>
          </a:xfrm>
          <a:prstGeom prst="rect">
            <a:avLst/>
          </a:prstGeom>
        </p:spPr>
        <p:txBody>
          <a:bodyPr/>
          <a:lstStyle/>
          <a:p>
            <a:pPr>
              <a:defRPr/>
            </a:pPr>
            <a:r>
              <a:t>Текст заголовка</a:t>
            </a:r>
          </a:p>
        </p:txBody>
      </p:sp>
      <p:sp>
        <p:nvSpPr>
          <p:cNvPr id="704" name="Уровень текста 1…"/>
          <p:cNvSpPr txBox="1">
            <a:spLocks noGrp="1"/>
          </p:cNvSpPr>
          <p:nvPr>
            <p:ph type="body" sz="quarter" idx="1"/>
          </p:nvPr>
        </p:nvSpPr>
        <p:spPr bwMode="auto">
          <a:xfrm>
            <a:off x="1680012" y="3362333"/>
            <a:ext cx="10318264" cy="1647826"/>
          </a:xfrm>
          <a:prstGeom prst="rect">
            <a:avLst/>
          </a:prstGeom>
        </p:spPr>
        <p:txBody>
          <a:bodyPr anchor="b"/>
          <a:lstStyle>
            <a:lvl1pPr>
              <a:defRPr sz="4700"/>
            </a:lvl1pPr>
            <a:lvl2pPr>
              <a:defRPr sz="4700"/>
            </a:lvl2pPr>
            <a:lvl3pPr>
              <a:defRPr sz="4700"/>
            </a:lvl3pPr>
            <a:lvl4pPr>
              <a:defRPr sz="4700"/>
            </a:lvl4pPr>
            <a:lvl5pPr indent="3656686">
              <a:defRPr sz="4700"/>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
        <p:nvSpPr>
          <p:cNvPr id="705" name="Text Placeholder 4"/>
          <p:cNvSpPr>
            <a:spLocks noGrp="1"/>
          </p:cNvSpPr>
          <p:nvPr>
            <p:ph type="body" sz="quarter" idx="21"/>
          </p:nvPr>
        </p:nvSpPr>
        <p:spPr bwMode="auto">
          <a:xfrm>
            <a:off x="12347625" y="3362333"/>
            <a:ext cx="10369078" cy="1647826"/>
          </a:xfrm>
          <a:prstGeom prst="rect">
            <a:avLst/>
          </a:prstGeom>
        </p:spPr>
        <p:txBody>
          <a:bodyPr anchor="b"/>
          <a:lstStyle/>
          <a:p>
            <a:pPr>
              <a:defRPr sz="4700"/>
            </a:pPr>
            <a:endParaRPr/>
          </a:p>
        </p:txBody>
      </p:sp>
      <p:sp>
        <p:nvSpPr>
          <p:cNvPr id="706"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Tree>
    <p:extLst>
      <p:ext uri="{BB962C8B-B14F-4D97-AF65-F5344CB8AC3E}">
        <p14:creationId xmlns:p14="http://schemas.microsoft.com/office/powerpoint/2010/main" val="271187702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PhAnim="0" type="tx" userDrawn="1">
  <p:cSld name="Title Only">
    <p:spTree>
      <p:nvGrpSpPr>
        <p:cNvPr id="1" name=""/>
        <p:cNvGrpSpPr/>
        <p:nvPr/>
      </p:nvGrpSpPr>
      <p:grpSpPr bwMode="auto">
        <a:xfrm>
          <a:off x="0" y="0"/>
          <a:ext cx="0" cy="0"/>
          <a:chOff x="0" y="0"/>
          <a:chExt cx="0" cy="0"/>
        </a:xfrm>
      </p:grpSpPr>
      <p:sp>
        <p:nvSpPr>
          <p:cNvPr id="713" name="Текст заголовка"/>
          <p:cNvSpPr txBox="1">
            <a:spLocks noGrp="1"/>
          </p:cNvSpPr>
          <p:nvPr>
            <p:ph type="title"/>
          </p:nvPr>
        </p:nvSpPr>
        <p:spPr bwMode="auto">
          <a:xfrm>
            <a:off x="1676843" y="730259"/>
            <a:ext cx="21036682" cy="2651126"/>
          </a:xfrm>
          <a:prstGeom prst="rect">
            <a:avLst/>
          </a:prstGeom>
        </p:spPr>
        <p:txBody>
          <a:bodyPr/>
          <a:lstStyle/>
          <a:p>
            <a:pPr>
              <a:defRPr/>
            </a:pPr>
            <a:r>
              <a:t>Текст заголовка</a:t>
            </a:r>
          </a:p>
        </p:txBody>
      </p:sp>
      <p:sp>
        <p:nvSpPr>
          <p:cNvPr id="714"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715" name="Уровень текста 1…"/>
          <p:cNvSpPr txBox="1">
            <a:spLocks noGrp="1"/>
          </p:cNvSpPr>
          <p:nvPr>
            <p:ph type="body" sz="quarter" idx="1"/>
          </p:nvPr>
        </p:nvSpPr>
        <p:spPr bwMode="auto">
          <a:xfrm>
            <a:off x="2555627" y="5297495"/>
            <a:ext cx="5301838" cy="1828802"/>
          </a:xfrm>
          <a:prstGeom prst="rect">
            <a:avLst/>
          </a:prstGeom>
        </p:spPr>
        <p:txBody>
          <a:bodyPr/>
          <a:lstStyle>
            <a:lvl1pPr>
              <a:defRPr sz="8800">
                <a:latin typeface="Montserrat Semi Bold"/>
                <a:ea typeface="Montserrat Semi Bold"/>
                <a:cs typeface="Montserrat Semi Bold"/>
              </a:defRPr>
            </a:lvl1pPr>
            <a:lvl2pPr>
              <a:defRPr sz="8800">
                <a:latin typeface="Montserrat Semi Bold"/>
                <a:ea typeface="Montserrat Semi Bold"/>
                <a:cs typeface="Montserrat Semi Bold"/>
              </a:defRPr>
            </a:lvl2pPr>
            <a:lvl3pPr>
              <a:defRPr sz="8800">
                <a:latin typeface="Montserrat Semi Bold"/>
                <a:ea typeface="Montserrat Semi Bold"/>
                <a:cs typeface="Montserrat Semi Bold"/>
              </a:defRPr>
            </a:lvl3pPr>
            <a:lvl4pPr>
              <a:defRPr sz="8800">
                <a:latin typeface="Montserrat Semi Bold"/>
                <a:ea typeface="Montserrat Semi Bold"/>
                <a:cs typeface="Montserrat Semi Bold"/>
              </a:defRPr>
            </a:lvl4pPr>
            <a:lvl5pPr>
              <a:defRPr sz="8800">
                <a:latin typeface="Montserrat Semi Bold"/>
                <a:ea typeface="Montserrat Semi Bold"/>
                <a:cs typeface="Montserrat Semi Bold"/>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
        <p:nvSpPr>
          <p:cNvPr id="716" name="Text Placeholder 7"/>
          <p:cNvSpPr>
            <a:spLocks noGrp="1"/>
          </p:cNvSpPr>
          <p:nvPr>
            <p:ph type="body" sz="quarter" idx="21"/>
          </p:nvPr>
        </p:nvSpPr>
        <p:spPr bwMode="auto">
          <a:xfrm>
            <a:off x="2582620" y="7423155"/>
            <a:ext cx="5274836" cy="1531938"/>
          </a:xfrm>
          <a:prstGeom prst="rect">
            <a:avLst/>
          </a:prstGeom>
        </p:spPr>
        <p:txBody>
          <a:bodyPr/>
          <a:lstStyle/>
          <a:p>
            <a:pPr>
              <a:defRPr/>
            </a:pPr>
            <a:endParaRPr/>
          </a:p>
        </p:txBody>
      </p:sp>
      <p:sp>
        <p:nvSpPr>
          <p:cNvPr id="717" name="Text Placeholder 9"/>
          <p:cNvSpPr>
            <a:spLocks noGrp="1"/>
          </p:cNvSpPr>
          <p:nvPr>
            <p:ph type="body" sz="quarter" idx="22"/>
          </p:nvPr>
        </p:nvSpPr>
        <p:spPr bwMode="auto">
          <a:xfrm>
            <a:off x="8798313" y="5303847"/>
            <a:ext cx="5301838" cy="1828802"/>
          </a:xfrm>
          <a:prstGeom prst="rect">
            <a:avLst/>
          </a:prstGeom>
        </p:spPr>
        <p:txBody>
          <a:bodyPr/>
          <a:lstStyle/>
          <a:p>
            <a:pPr>
              <a:defRPr sz="3200">
                <a:latin typeface="Montserrat Semi Bold"/>
                <a:ea typeface="Montserrat Semi Bold"/>
                <a:cs typeface="Montserrat Semi Bold"/>
              </a:defRPr>
            </a:pPr>
            <a:endParaRPr/>
          </a:p>
        </p:txBody>
      </p:sp>
    </p:spTree>
    <p:extLst>
      <p:ext uri="{BB962C8B-B14F-4D97-AF65-F5344CB8AC3E}">
        <p14:creationId xmlns:p14="http://schemas.microsoft.com/office/powerpoint/2010/main" val="296192334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PhAnim="0" type="tx" userDrawn="1">
  <p:cSld name="Blank">
    <p:spTree>
      <p:nvGrpSpPr>
        <p:cNvPr id="1" name=""/>
        <p:cNvGrpSpPr/>
        <p:nvPr/>
      </p:nvGrpSpPr>
      <p:grpSpPr bwMode="auto">
        <a:xfrm>
          <a:off x="0" y="0"/>
          <a:ext cx="0" cy="0"/>
          <a:chOff x="0" y="0"/>
          <a:chExt cx="0" cy="0"/>
        </a:xfrm>
      </p:grpSpPr>
      <p:sp>
        <p:nvSpPr>
          <p:cNvPr id="724"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Tree>
    <p:extLst>
      <p:ext uri="{BB962C8B-B14F-4D97-AF65-F5344CB8AC3E}">
        <p14:creationId xmlns:p14="http://schemas.microsoft.com/office/powerpoint/2010/main" val="95416606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PhAnim="0" type="tx" userDrawn="1">
  <p:cSld name="Content with Caption">
    <p:spTree>
      <p:nvGrpSpPr>
        <p:cNvPr id="1" name=""/>
        <p:cNvGrpSpPr/>
        <p:nvPr/>
      </p:nvGrpSpPr>
      <p:grpSpPr bwMode="auto">
        <a:xfrm>
          <a:off x="0" y="0"/>
          <a:ext cx="0" cy="0"/>
          <a:chOff x="0" y="0"/>
          <a:chExt cx="0" cy="0"/>
        </a:xfrm>
      </p:grpSpPr>
      <p:sp>
        <p:nvSpPr>
          <p:cNvPr id="731" name="Текст заголовка"/>
          <p:cNvSpPr txBox="1">
            <a:spLocks noGrp="1"/>
          </p:cNvSpPr>
          <p:nvPr>
            <p:ph type="title"/>
          </p:nvPr>
        </p:nvSpPr>
        <p:spPr bwMode="auto">
          <a:xfrm>
            <a:off x="1680021" y="914400"/>
            <a:ext cx="7866526" cy="3200400"/>
          </a:xfrm>
          <a:prstGeom prst="rect">
            <a:avLst/>
          </a:prstGeom>
        </p:spPr>
        <p:txBody>
          <a:bodyPr anchor="b"/>
          <a:lstStyle>
            <a:lvl1pPr>
              <a:defRPr sz="6300"/>
            </a:lvl1pPr>
          </a:lstStyle>
          <a:p>
            <a:pPr>
              <a:defRPr/>
            </a:pPr>
            <a:r>
              <a:t>Текст заголовка</a:t>
            </a:r>
          </a:p>
        </p:txBody>
      </p:sp>
      <p:sp>
        <p:nvSpPr>
          <p:cNvPr id="732" name="Уровень текста 1…"/>
          <p:cNvSpPr txBox="1">
            <a:spLocks noGrp="1"/>
          </p:cNvSpPr>
          <p:nvPr>
            <p:ph type="body" sz="half" idx="1"/>
          </p:nvPr>
        </p:nvSpPr>
        <p:spPr bwMode="auto">
          <a:xfrm>
            <a:off x="10369085" y="1974852"/>
            <a:ext cx="12347618" cy="9747252"/>
          </a:xfrm>
          <a:prstGeom prst="rect">
            <a:avLst/>
          </a:prstGeom>
        </p:spPr>
        <p:txBody>
          <a:bodyPr/>
          <a:lstStyle>
            <a:lvl1pPr>
              <a:defRPr sz="6300"/>
            </a:lvl1pPr>
            <a:lvl2pPr>
              <a:defRPr sz="6300"/>
            </a:lvl2pPr>
            <a:lvl3pPr>
              <a:defRPr sz="6300"/>
            </a:lvl3pPr>
            <a:lvl4pPr>
              <a:defRPr sz="6300"/>
            </a:lvl4pPr>
            <a:lvl5pPr>
              <a:defRPr sz="6300"/>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
        <p:nvSpPr>
          <p:cNvPr id="733" name="Text Placeholder 3"/>
          <p:cNvSpPr>
            <a:spLocks noGrp="1"/>
          </p:cNvSpPr>
          <p:nvPr>
            <p:ph type="body" sz="quarter" idx="21"/>
          </p:nvPr>
        </p:nvSpPr>
        <p:spPr bwMode="auto">
          <a:xfrm>
            <a:off x="1680021" y="4114800"/>
            <a:ext cx="7866526" cy="7623176"/>
          </a:xfrm>
          <a:prstGeom prst="rect">
            <a:avLst/>
          </a:prstGeom>
        </p:spPr>
        <p:txBody>
          <a:bodyPr/>
          <a:lstStyle/>
          <a:p>
            <a:pPr>
              <a:defRPr sz="3100"/>
            </a:pPr>
            <a:endParaRPr/>
          </a:p>
        </p:txBody>
      </p:sp>
      <p:sp>
        <p:nvSpPr>
          <p:cNvPr id="734"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Tree>
    <p:extLst>
      <p:ext uri="{BB962C8B-B14F-4D97-AF65-F5344CB8AC3E}">
        <p14:creationId xmlns:p14="http://schemas.microsoft.com/office/powerpoint/2010/main" val="183907998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PhAnim="0" type="tx" userDrawn="1">
  <p:cSld name="Picture with Caption">
    <p:spTree>
      <p:nvGrpSpPr>
        <p:cNvPr id="1" name=""/>
        <p:cNvGrpSpPr/>
        <p:nvPr/>
      </p:nvGrpSpPr>
      <p:grpSpPr bwMode="auto">
        <a:xfrm>
          <a:off x="0" y="0"/>
          <a:ext cx="0" cy="0"/>
          <a:chOff x="0" y="0"/>
          <a:chExt cx="0" cy="0"/>
        </a:xfrm>
      </p:grpSpPr>
      <p:sp>
        <p:nvSpPr>
          <p:cNvPr id="741" name="Текст заголовка"/>
          <p:cNvSpPr txBox="1">
            <a:spLocks noGrp="1"/>
          </p:cNvSpPr>
          <p:nvPr>
            <p:ph type="title"/>
          </p:nvPr>
        </p:nvSpPr>
        <p:spPr bwMode="auto">
          <a:xfrm>
            <a:off x="1680021" y="914400"/>
            <a:ext cx="7866526" cy="3200400"/>
          </a:xfrm>
          <a:prstGeom prst="rect">
            <a:avLst/>
          </a:prstGeom>
        </p:spPr>
        <p:txBody>
          <a:bodyPr anchor="b"/>
          <a:lstStyle>
            <a:lvl1pPr>
              <a:defRPr sz="6300"/>
            </a:lvl1pPr>
          </a:lstStyle>
          <a:p>
            <a:pPr>
              <a:defRPr/>
            </a:pPr>
            <a:r>
              <a:t>Текст заголовка</a:t>
            </a:r>
          </a:p>
        </p:txBody>
      </p:sp>
      <p:sp>
        <p:nvSpPr>
          <p:cNvPr id="742" name="Picture Placeholder 2"/>
          <p:cNvSpPr>
            <a:spLocks noGrp="1"/>
          </p:cNvSpPr>
          <p:nvPr>
            <p:ph type="pic" sz="half" idx="21"/>
          </p:nvPr>
        </p:nvSpPr>
        <p:spPr bwMode="auto">
          <a:xfrm>
            <a:off x="10369085" y="1974852"/>
            <a:ext cx="12347618" cy="9747252"/>
          </a:xfrm>
          <a:prstGeom prst="rect">
            <a:avLst/>
          </a:prstGeom>
        </p:spPr>
        <p:txBody>
          <a:bodyPr lIns="91439" rIns="91439">
            <a:noAutofit/>
          </a:bodyPr>
          <a:lstStyle/>
          <a:p>
            <a:pPr>
              <a:defRPr/>
            </a:pPr>
            <a:endParaRPr/>
          </a:p>
        </p:txBody>
      </p:sp>
      <p:sp>
        <p:nvSpPr>
          <p:cNvPr id="743" name="Уровень текста 1…"/>
          <p:cNvSpPr txBox="1">
            <a:spLocks noGrp="1"/>
          </p:cNvSpPr>
          <p:nvPr>
            <p:ph type="body" sz="quarter" idx="1"/>
          </p:nvPr>
        </p:nvSpPr>
        <p:spPr bwMode="auto">
          <a:xfrm>
            <a:off x="1680021" y="4114800"/>
            <a:ext cx="7866526" cy="7623176"/>
          </a:xfrm>
          <a:prstGeom prst="rect">
            <a:avLst/>
          </a:prstGeom>
        </p:spPr>
        <p:txBody>
          <a:bodyPr/>
          <a:lstStyle>
            <a:lvl1pPr>
              <a:defRPr sz="3100"/>
            </a:lvl1pPr>
            <a:lvl2pPr>
              <a:defRPr sz="3100"/>
            </a:lvl2pPr>
            <a:lvl3pPr>
              <a:defRPr sz="3100"/>
            </a:lvl3pPr>
            <a:lvl4pPr>
              <a:defRPr sz="3100"/>
            </a:lvl4pPr>
            <a:lvl5pPr indent="3656686">
              <a:defRPr sz="3100"/>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
        <p:nvSpPr>
          <p:cNvPr id="744"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Tree>
    <p:extLst>
      <p:ext uri="{BB962C8B-B14F-4D97-AF65-F5344CB8AC3E}">
        <p14:creationId xmlns:p14="http://schemas.microsoft.com/office/powerpoint/2010/main" val="379952367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PhAnim="0" type="tx" userDrawn="1">
  <p:cSld name="35_Custom Layout">
    <p:spTree>
      <p:nvGrpSpPr>
        <p:cNvPr id="1" name=""/>
        <p:cNvGrpSpPr/>
        <p:nvPr/>
      </p:nvGrpSpPr>
      <p:grpSpPr bwMode="auto">
        <a:xfrm>
          <a:off x="0" y="0"/>
          <a:ext cx="0" cy="0"/>
          <a:chOff x="0" y="0"/>
          <a:chExt cx="0" cy="0"/>
        </a:xfrm>
      </p:grpSpPr>
      <p:sp>
        <p:nvSpPr>
          <p:cNvPr id="751" name="Picture Placeholder 3"/>
          <p:cNvSpPr>
            <a:spLocks noGrp="1"/>
          </p:cNvSpPr>
          <p:nvPr>
            <p:ph type="pic" sz="quarter" idx="21"/>
          </p:nvPr>
        </p:nvSpPr>
        <p:spPr bwMode="auto">
          <a:xfrm>
            <a:off x="14939815" y="4114800"/>
            <a:ext cx="8233890" cy="5486400"/>
          </a:xfrm>
          <a:prstGeom prst="rect">
            <a:avLst/>
          </a:prstGeom>
        </p:spPr>
        <p:txBody>
          <a:bodyPr lIns="91439" rIns="91439">
            <a:noAutofit/>
          </a:bodyPr>
          <a:lstStyle/>
          <a:p>
            <a:pPr>
              <a:defRPr/>
            </a:pPr>
            <a:endParaRPr/>
          </a:p>
        </p:txBody>
      </p:sp>
      <p:sp>
        <p:nvSpPr>
          <p:cNvPr id="752" name="Номер слайда"/>
          <p:cNvSpPr txBox="1">
            <a:spLocks noGrp="1"/>
          </p:cNvSpPr>
          <p:nvPr>
            <p:ph type="sldNum" sz="quarter" idx="2"/>
          </p:nvPr>
        </p:nvSpPr>
        <p:spPr bwMode="auto">
          <a:xfrm>
            <a:off x="17023798" y="12489562"/>
            <a:ext cx="451404" cy="446276"/>
          </a:xfrm>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Tree>
    <p:extLst>
      <p:ext uri="{BB962C8B-B14F-4D97-AF65-F5344CB8AC3E}">
        <p14:creationId xmlns:p14="http://schemas.microsoft.com/office/powerpoint/2010/main" val="403959079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PhAnim="0" type="tx" userDrawn="1">
  <p:cSld name="36_Custom Layout">
    <p:spTree>
      <p:nvGrpSpPr>
        <p:cNvPr id="1" name=""/>
        <p:cNvGrpSpPr/>
        <p:nvPr/>
      </p:nvGrpSpPr>
      <p:grpSpPr bwMode="auto">
        <a:xfrm>
          <a:off x="0" y="0"/>
          <a:ext cx="0" cy="0"/>
          <a:chOff x="0" y="0"/>
          <a:chExt cx="0" cy="0"/>
        </a:xfrm>
      </p:grpSpPr>
      <p:sp>
        <p:nvSpPr>
          <p:cNvPr id="759" name="Picture Placeholder 3"/>
          <p:cNvSpPr>
            <a:spLocks noGrp="1"/>
          </p:cNvSpPr>
          <p:nvPr>
            <p:ph type="pic" sz="quarter" idx="21"/>
          </p:nvPr>
        </p:nvSpPr>
        <p:spPr bwMode="auto">
          <a:xfrm>
            <a:off x="15243970" y="4297681"/>
            <a:ext cx="9146384" cy="5486402"/>
          </a:xfrm>
          <a:prstGeom prst="rect">
            <a:avLst/>
          </a:prstGeom>
        </p:spPr>
        <p:txBody>
          <a:bodyPr lIns="91439" rIns="91439">
            <a:noAutofit/>
          </a:bodyPr>
          <a:lstStyle/>
          <a:p>
            <a:pPr>
              <a:defRPr/>
            </a:pPr>
            <a:endParaRPr/>
          </a:p>
        </p:txBody>
      </p:sp>
      <p:sp>
        <p:nvSpPr>
          <p:cNvPr id="760" name="Номер слайда"/>
          <p:cNvSpPr txBox="1">
            <a:spLocks noGrp="1"/>
          </p:cNvSpPr>
          <p:nvPr>
            <p:ph type="sldNum" sz="quarter" idx="2"/>
          </p:nvPr>
        </p:nvSpPr>
        <p:spPr bwMode="auto">
          <a:xfrm>
            <a:off x="17023798" y="12489562"/>
            <a:ext cx="451404" cy="446276"/>
          </a:xfrm>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Tree>
    <p:extLst>
      <p:ext uri="{BB962C8B-B14F-4D97-AF65-F5344CB8AC3E}">
        <p14:creationId xmlns:p14="http://schemas.microsoft.com/office/powerpoint/2010/main" val="352575203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PhAnim="0" type="tx" userDrawn="1">
  <p:cSld name="5_Title Slide">
    <p:spTree>
      <p:nvGrpSpPr>
        <p:cNvPr id="1" name=""/>
        <p:cNvGrpSpPr/>
        <p:nvPr/>
      </p:nvGrpSpPr>
      <p:grpSpPr bwMode="auto">
        <a:xfrm>
          <a:off x="0" y="0"/>
          <a:ext cx="0" cy="0"/>
          <a:chOff x="0" y="0"/>
          <a:chExt cx="0" cy="0"/>
        </a:xfrm>
      </p:grpSpPr>
      <p:sp>
        <p:nvSpPr>
          <p:cNvPr id="794" name="Picture Placeholder 7"/>
          <p:cNvSpPr>
            <a:spLocks noGrp="1"/>
          </p:cNvSpPr>
          <p:nvPr>
            <p:ph type="pic" idx="21"/>
          </p:nvPr>
        </p:nvSpPr>
        <p:spPr bwMode="auto">
          <a:xfrm>
            <a:off x="7" y="0"/>
            <a:ext cx="24390354" cy="13716000"/>
          </a:xfrm>
          <a:prstGeom prst="rect">
            <a:avLst/>
          </a:prstGeom>
        </p:spPr>
        <p:txBody>
          <a:bodyPr lIns="91439" rIns="91439">
            <a:noAutofit/>
          </a:bodyPr>
          <a:lstStyle/>
          <a:p>
            <a:pPr>
              <a:defRPr/>
            </a:pPr>
            <a:endParaRPr/>
          </a:p>
        </p:txBody>
      </p:sp>
      <p:sp>
        <p:nvSpPr>
          <p:cNvPr id="795" name="Номер слайда"/>
          <p:cNvSpPr txBox="1">
            <a:spLocks noGrp="1"/>
          </p:cNvSpPr>
          <p:nvPr>
            <p:ph type="sldNum" sz="quarter" idx="2"/>
          </p:nvPr>
        </p:nvSpPr>
        <p:spPr bwMode="auto">
          <a:xfrm>
            <a:off x="17023798" y="12489562"/>
            <a:ext cx="451404" cy="446276"/>
          </a:xfrm>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Tree>
    <p:extLst>
      <p:ext uri="{BB962C8B-B14F-4D97-AF65-F5344CB8AC3E}">
        <p14:creationId xmlns:p14="http://schemas.microsoft.com/office/powerpoint/2010/main" val="247747322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PhAnim="0" type="tx" userDrawn="1">
  <p:cSld name="39_Custom Layout">
    <p:spTree>
      <p:nvGrpSpPr>
        <p:cNvPr id="1" name=""/>
        <p:cNvGrpSpPr/>
        <p:nvPr/>
      </p:nvGrpSpPr>
      <p:grpSpPr bwMode="auto">
        <a:xfrm>
          <a:off x="0" y="0"/>
          <a:ext cx="0" cy="0"/>
          <a:chOff x="0" y="0"/>
          <a:chExt cx="0" cy="0"/>
        </a:xfrm>
      </p:grpSpPr>
      <p:sp>
        <p:nvSpPr>
          <p:cNvPr id="834" name="Picture Placeholder 6"/>
          <p:cNvSpPr>
            <a:spLocks noGrp="1"/>
          </p:cNvSpPr>
          <p:nvPr>
            <p:ph type="pic" idx="21"/>
          </p:nvPr>
        </p:nvSpPr>
        <p:spPr bwMode="auto">
          <a:xfrm>
            <a:off x="7" y="0"/>
            <a:ext cx="24390354" cy="8686800"/>
          </a:xfrm>
          <a:prstGeom prst="rect">
            <a:avLst/>
          </a:prstGeom>
        </p:spPr>
        <p:txBody>
          <a:bodyPr lIns="91439" rIns="91439">
            <a:noAutofit/>
          </a:bodyPr>
          <a:lstStyle/>
          <a:p>
            <a:pPr>
              <a:defRPr/>
            </a:pPr>
            <a:endParaRPr/>
          </a:p>
        </p:txBody>
      </p:sp>
      <p:sp>
        <p:nvSpPr>
          <p:cNvPr id="835" name="Номер слайда"/>
          <p:cNvSpPr txBox="1">
            <a:spLocks noGrp="1"/>
          </p:cNvSpPr>
          <p:nvPr>
            <p:ph type="sldNum" sz="quarter" idx="2"/>
          </p:nvPr>
        </p:nvSpPr>
        <p:spPr bwMode="auto">
          <a:xfrm>
            <a:off x="17023798" y="12489562"/>
            <a:ext cx="451404" cy="446276"/>
          </a:xfrm>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Tree>
    <p:extLst>
      <p:ext uri="{BB962C8B-B14F-4D97-AF65-F5344CB8AC3E}">
        <p14:creationId xmlns:p14="http://schemas.microsoft.com/office/powerpoint/2010/main" val="429039906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PhAnim="0" type="title" userDrawn="1">
  <p:cSld name="Title Slide">
    <p:spTree>
      <p:nvGrpSpPr>
        <p:cNvPr id="1" name=""/>
        <p:cNvGrpSpPr/>
        <p:nvPr/>
      </p:nvGrpSpPr>
      <p:grpSpPr bwMode="auto">
        <a:xfrm>
          <a:off x="0" y="0"/>
          <a:ext cx="0" cy="0"/>
          <a:chOff x="0" y="0"/>
          <a:chExt cx="0" cy="0"/>
        </a:xfrm>
      </p:grpSpPr>
      <p:sp>
        <p:nvSpPr>
          <p:cNvPr id="11" name="Picture Placeholder 7"/>
          <p:cNvSpPr>
            <a:spLocks noGrp="1"/>
          </p:cNvSpPr>
          <p:nvPr>
            <p:ph type="pic" idx="21"/>
          </p:nvPr>
        </p:nvSpPr>
        <p:spPr bwMode="auto">
          <a:xfrm>
            <a:off x="7" y="0"/>
            <a:ext cx="24390354" cy="13716000"/>
          </a:xfrm>
          <a:prstGeom prst="rect">
            <a:avLst/>
          </a:prstGeom>
        </p:spPr>
        <p:txBody>
          <a:bodyPr lIns="91439" rIns="91439">
            <a:noAutofit/>
          </a:bodyPr>
          <a:lstStyle/>
          <a:p>
            <a:pPr>
              <a:defRPr/>
            </a:pPr>
            <a:endParaRPr/>
          </a:p>
        </p:txBody>
      </p:sp>
      <p:sp>
        <p:nvSpPr>
          <p:cNvPr id="12"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13" name="Текст заголовка"/>
          <p:cNvSpPr txBox="1">
            <a:spLocks noGrp="1"/>
          </p:cNvSpPr>
          <p:nvPr>
            <p:ph type="title"/>
          </p:nvPr>
        </p:nvSpPr>
        <p:spPr bwMode="auto">
          <a:xfrm>
            <a:off x="3048801" y="5006974"/>
            <a:ext cx="18292766" cy="2012952"/>
          </a:xfrm>
          <a:prstGeom prst="rect">
            <a:avLst/>
          </a:prstGeom>
        </p:spPr>
        <p:txBody>
          <a:bodyPr anchor="b"/>
          <a:lstStyle>
            <a:lvl1pPr algn="ctr">
              <a:defRPr sz="8800"/>
            </a:lvl1pPr>
          </a:lstStyle>
          <a:p>
            <a:pPr>
              <a:defRPr/>
            </a:pPr>
            <a:r>
              <a:t>Текст заголовка</a:t>
            </a:r>
          </a:p>
        </p:txBody>
      </p:sp>
      <p:sp>
        <p:nvSpPr>
          <p:cNvPr id="14" name="Уровень текста 1…"/>
          <p:cNvSpPr txBox="1">
            <a:spLocks noGrp="1"/>
          </p:cNvSpPr>
          <p:nvPr>
            <p:ph type="body" sz="quarter" idx="1"/>
          </p:nvPr>
        </p:nvSpPr>
        <p:spPr bwMode="auto">
          <a:xfrm>
            <a:off x="3048801" y="7204074"/>
            <a:ext cx="18292766" cy="595220"/>
          </a:xfrm>
          <a:prstGeom prst="rect">
            <a:avLst/>
          </a:prstGeom>
        </p:spPr>
        <p:txBody>
          <a:bodyPr/>
          <a:lstStyle>
            <a:lvl1pPr algn="ctr"/>
            <a:lvl2pPr algn="ctr"/>
            <a:lvl3pPr algn="ctr"/>
            <a:lvl4pPr algn="ctr"/>
            <a:lvl5pPr indent="3656686" algn="ct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Tree>
    <p:extLst>
      <p:ext uri="{BB962C8B-B14F-4D97-AF65-F5344CB8AC3E}">
        <p14:creationId xmlns:p14="http://schemas.microsoft.com/office/powerpoint/2010/main" val="329095304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PhAnim="0" type="tx" userDrawn="1">
  <p:cSld name="1_Title and Content">
    <p:spTree>
      <p:nvGrpSpPr>
        <p:cNvPr id="1" name=""/>
        <p:cNvGrpSpPr/>
        <p:nvPr/>
      </p:nvGrpSpPr>
      <p:grpSpPr bwMode="auto">
        <a:xfrm>
          <a:off x="0" y="0"/>
          <a:ext cx="0" cy="0"/>
          <a:chOff x="0" y="0"/>
          <a:chExt cx="0" cy="0"/>
        </a:xfrm>
      </p:grpSpPr>
      <p:sp>
        <p:nvSpPr>
          <p:cNvPr id="21" name="Текст заголовка"/>
          <p:cNvSpPr txBox="1">
            <a:spLocks noGrp="1"/>
          </p:cNvSpPr>
          <p:nvPr>
            <p:ph type="title"/>
          </p:nvPr>
        </p:nvSpPr>
        <p:spPr bwMode="auto">
          <a:xfrm>
            <a:off x="1712932" y="3708962"/>
            <a:ext cx="21036680" cy="1405968"/>
          </a:xfrm>
          <a:prstGeom prst="rect">
            <a:avLst/>
          </a:prstGeom>
        </p:spPr>
        <p:txBody>
          <a:bodyPr/>
          <a:lstStyle>
            <a:lvl1pPr algn="ctr"/>
          </a:lstStyle>
          <a:p>
            <a:pPr>
              <a:defRPr/>
            </a:pPr>
            <a:r>
              <a:t>Текст заголовка</a:t>
            </a:r>
          </a:p>
        </p:txBody>
      </p:sp>
      <p:sp>
        <p:nvSpPr>
          <p:cNvPr id="22" name="Уровень текста 1…"/>
          <p:cNvSpPr txBox="1">
            <a:spLocks noGrp="1"/>
          </p:cNvSpPr>
          <p:nvPr>
            <p:ph type="body" sz="quarter" idx="1"/>
          </p:nvPr>
        </p:nvSpPr>
        <p:spPr bwMode="auto">
          <a:xfrm>
            <a:off x="1712932" y="5817091"/>
            <a:ext cx="21036680" cy="755170"/>
          </a:xfrm>
          <a:prstGeom prst="rect">
            <a:avLst/>
          </a:prstGeom>
        </p:spPr>
        <p:txBody>
          <a:bodyPr/>
          <a:lstStyle>
            <a:lvl1pPr algn="ctr">
              <a:defRPr sz="3200"/>
            </a:lvl1pPr>
            <a:lvl2pPr algn="ctr">
              <a:defRPr sz="3200"/>
            </a:lvl2pPr>
            <a:lvl3pPr algn="ctr">
              <a:defRPr sz="3200"/>
            </a:lvl3pPr>
            <a:lvl4pPr algn="ctr">
              <a:defRPr sz="3200"/>
            </a:lvl4pPr>
            <a:lvl5pPr algn="ctr">
              <a:defRPr sz="3200"/>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
        <p:nvSpPr>
          <p:cNvPr id="23"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24" name="Rectangle 8"/>
          <p:cNvSpPr/>
          <p:nvPr/>
        </p:nvSpPr>
        <p:spPr bwMode="auto">
          <a:xfrm>
            <a:off x="11454348" y="5305993"/>
            <a:ext cx="1553848" cy="91438"/>
          </a:xfrm>
          <a:prstGeom prst="rect">
            <a:avLst/>
          </a:prstGeom>
          <a:solidFill>
            <a:schemeClr val="accent2"/>
          </a:solidFill>
          <a:ln w="12700">
            <a:miter lim="400000"/>
          </a:ln>
        </p:spPr>
        <p:txBody>
          <a:bodyPr lIns="45720" rIns="45720" anchor="ctr"/>
          <a:lstStyle/>
          <a:p>
            <a:pPr marL="0" marR="0" lvl="0" indent="0" algn="ctr" defTabSz="1828434" rtl="0" eaLnBrk="1" fontAlgn="auto" latinLnBrk="0" hangingPunct="1">
              <a:lnSpc>
                <a:spcPct val="100000"/>
              </a:lnSpc>
              <a:spcBef>
                <a:spcPts val="0"/>
              </a:spcBef>
              <a:spcAft>
                <a:spcPts val="0"/>
              </a:spcAft>
              <a:buClrTx/>
              <a:buSzTx/>
              <a:buFontTx/>
              <a:buNone/>
              <a:tabLst/>
              <a:defRPr>
                <a:solidFill>
                  <a:srgbClr val="B2B2B2"/>
                </a:solidFill>
              </a:defRPr>
            </a:pPr>
            <a:endParaRPr kumimoji="0" sz="3500" b="0" i="0" u="none" strike="noStrike" kern="0" cap="none" spc="0" normalizeH="0" baseline="0" noProof="0">
              <a:ln>
                <a:noFill/>
              </a:ln>
              <a:solidFill>
                <a:srgbClr val="B2B2B2"/>
              </a:solidFill>
              <a:effectLst/>
              <a:uLnTx/>
              <a:uFillTx/>
              <a:latin typeface="Open Sans Light"/>
              <a:ea typeface="Open Sans"/>
              <a:cs typeface="Calibri"/>
              <a:sym typeface="Open Sans"/>
            </a:endParaRPr>
          </a:p>
        </p:txBody>
      </p:sp>
      <p:sp>
        <p:nvSpPr>
          <p:cNvPr id="25" name="Text Placeholder 10"/>
          <p:cNvSpPr>
            <a:spLocks noGrp="1"/>
          </p:cNvSpPr>
          <p:nvPr>
            <p:ph type="body" sz="quarter" idx="21"/>
          </p:nvPr>
        </p:nvSpPr>
        <p:spPr bwMode="auto">
          <a:xfrm>
            <a:off x="3173483" y="7458076"/>
            <a:ext cx="18040222" cy="2400300"/>
          </a:xfrm>
          <a:prstGeom prst="rect">
            <a:avLst/>
          </a:prstGeom>
        </p:spPr>
        <p:txBody>
          <a:bodyPr/>
          <a:lstStyle/>
          <a:p>
            <a:pPr algn="ctr">
              <a:defRPr/>
            </a:pPr>
            <a:endParaRPr/>
          </a:p>
        </p:txBody>
      </p:sp>
    </p:spTree>
    <p:extLst>
      <p:ext uri="{BB962C8B-B14F-4D97-AF65-F5344CB8AC3E}">
        <p14:creationId xmlns:p14="http://schemas.microsoft.com/office/powerpoint/2010/main" val="115166707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PhAnim="0" type="tx" userDrawn="1">
  <p:cSld name="17_Custom Layout">
    <p:spTree>
      <p:nvGrpSpPr>
        <p:cNvPr id="1" name=""/>
        <p:cNvGrpSpPr/>
        <p:nvPr/>
      </p:nvGrpSpPr>
      <p:grpSpPr bwMode="auto">
        <a:xfrm>
          <a:off x="0" y="0"/>
          <a:ext cx="0" cy="0"/>
          <a:chOff x="0" y="0"/>
          <a:chExt cx="0" cy="0"/>
        </a:xfrm>
      </p:grpSpPr>
      <p:sp>
        <p:nvSpPr>
          <p:cNvPr id="41"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42" name="Текст заголовка"/>
          <p:cNvSpPr txBox="1">
            <a:spLocks noGrp="1"/>
          </p:cNvSpPr>
          <p:nvPr>
            <p:ph type="title"/>
          </p:nvPr>
        </p:nvSpPr>
        <p:spPr bwMode="auto">
          <a:xfrm>
            <a:off x="1676836" y="753036"/>
            <a:ext cx="21036680" cy="1381688"/>
          </a:xfrm>
          <a:prstGeom prst="rect">
            <a:avLst/>
          </a:prstGeom>
        </p:spPr>
        <p:txBody>
          <a:bodyPr/>
          <a:lstStyle>
            <a:lvl1pPr algn="ctr">
              <a:defRPr>
                <a:solidFill>
                  <a:srgbClr val="404040"/>
                </a:solidFill>
              </a:defRPr>
            </a:lvl1pPr>
          </a:lstStyle>
          <a:p>
            <a:pPr>
              <a:defRPr/>
            </a:pPr>
            <a:r>
              <a:t>Текст заголовка</a:t>
            </a:r>
          </a:p>
        </p:txBody>
      </p:sp>
      <p:sp>
        <p:nvSpPr>
          <p:cNvPr id="43" name="Уровень текста 1…"/>
          <p:cNvSpPr txBox="1">
            <a:spLocks noGrp="1"/>
          </p:cNvSpPr>
          <p:nvPr>
            <p:ph type="body" sz="quarter" idx="1"/>
          </p:nvPr>
        </p:nvSpPr>
        <p:spPr bwMode="auto">
          <a:xfrm>
            <a:off x="1676836" y="2134729"/>
            <a:ext cx="21036680" cy="457202"/>
          </a:xfrm>
          <a:prstGeom prst="rect">
            <a:avLst/>
          </a:prstGeom>
        </p:spPr>
        <p:txBody>
          <a:bodyPr/>
          <a:lstStyle>
            <a:lvl1pPr algn="ctr">
              <a:defRPr sz="3200">
                <a:solidFill>
                  <a:schemeClr val="accent4"/>
                </a:solidFill>
              </a:defRPr>
            </a:lvl1pPr>
            <a:lvl2pPr algn="ctr">
              <a:defRPr sz="3200">
                <a:solidFill>
                  <a:schemeClr val="accent4"/>
                </a:solidFill>
              </a:defRPr>
            </a:lvl2pPr>
            <a:lvl3pPr algn="ctr">
              <a:defRPr sz="3200">
                <a:solidFill>
                  <a:schemeClr val="accent4"/>
                </a:solidFill>
              </a:defRPr>
            </a:lvl3pPr>
            <a:lvl4pPr algn="ctr">
              <a:defRPr sz="3200">
                <a:solidFill>
                  <a:schemeClr val="accent4"/>
                </a:solidFill>
              </a:defRPr>
            </a:lvl4pPr>
            <a:lvl5pPr algn="ct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
        <p:nvSpPr>
          <p:cNvPr id="44" name="Picture Placeholder 8"/>
          <p:cNvSpPr>
            <a:spLocks noGrp="1"/>
          </p:cNvSpPr>
          <p:nvPr>
            <p:ph type="pic" sz="quarter" idx="21"/>
          </p:nvPr>
        </p:nvSpPr>
        <p:spPr bwMode="auto">
          <a:xfrm>
            <a:off x="15768166" y="3938096"/>
            <a:ext cx="6926764" cy="4291504"/>
          </a:xfrm>
          <a:prstGeom prst="rect">
            <a:avLst/>
          </a:prstGeom>
        </p:spPr>
        <p:txBody>
          <a:bodyPr lIns="91439" rIns="91439">
            <a:noAutofit/>
          </a:bodyPr>
          <a:lstStyle/>
          <a:p>
            <a:pPr>
              <a:defRPr/>
            </a:pPr>
            <a:endParaRPr/>
          </a:p>
        </p:txBody>
      </p:sp>
      <p:sp>
        <p:nvSpPr>
          <p:cNvPr id="45" name="Text Placeholder 33"/>
          <p:cNvSpPr>
            <a:spLocks noGrp="1"/>
          </p:cNvSpPr>
          <p:nvPr>
            <p:ph type="body" sz="quarter" idx="22" hasCustomPrompt="1"/>
          </p:nvPr>
        </p:nvSpPr>
        <p:spPr bwMode="auto">
          <a:xfrm>
            <a:off x="8066053" y="3938103"/>
            <a:ext cx="7128082" cy="550330"/>
          </a:xfrm>
          <a:prstGeom prst="rect">
            <a:avLst/>
          </a:prstGeom>
        </p:spPr>
        <p:txBody>
          <a:bodyPr/>
          <a:lstStyle>
            <a:lvl1pPr defTabSz="1700360">
              <a:spcBef>
                <a:spcPts val="1800"/>
              </a:spcBef>
              <a:defRPr sz="3000">
                <a:solidFill>
                  <a:srgbClr val="404040"/>
                </a:solidFill>
                <a:latin typeface="Montserrat Semi Bold"/>
                <a:ea typeface="Montserrat Semi Bold"/>
                <a:cs typeface="Montserrat Semi Bold"/>
              </a:defRPr>
            </a:lvl1pPr>
          </a:lstStyle>
          <a:p>
            <a:pPr>
              <a:defRPr/>
            </a:pPr>
            <a:r>
              <a:t>Text</a:t>
            </a:r>
          </a:p>
        </p:txBody>
      </p:sp>
      <p:sp>
        <p:nvSpPr>
          <p:cNvPr id="46" name="Text Placeholder 33"/>
          <p:cNvSpPr>
            <a:spLocks noGrp="1"/>
          </p:cNvSpPr>
          <p:nvPr>
            <p:ph type="body" sz="quarter" idx="23" hasCustomPrompt="1"/>
          </p:nvPr>
        </p:nvSpPr>
        <p:spPr bwMode="auto">
          <a:xfrm>
            <a:off x="15768173" y="8556338"/>
            <a:ext cx="6981446" cy="1461780"/>
          </a:xfrm>
          <a:prstGeom prst="rect">
            <a:avLst/>
          </a:prstGeom>
        </p:spPr>
        <p:txBody>
          <a:bodyPr/>
          <a:lstStyle>
            <a:lvl1pPr>
              <a:defRPr sz="2000">
                <a:solidFill>
                  <a:schemeClr val="accent4"/>
                </a:solidFill>
              </a:defRPr>
            </a:lvl1pPr>
          </a:lstStyle>
          <a:p>
            <a:pPr>
              <a:defRPr/>
            </a:pPr>
            <a:r>
              <a:t>Text</a:t>
            </a:r>
          </a:p>
        </p:txBody>
      </p:sp>
      <p:sp>
        <p:nvSpPr>
          <p:cNvPr id="47" name="Text Placeholder 33"/>
          <p:cNvSpPr>
            <a:spLocks noGrp="1"/>
          </p:cNvSpPr>
          <p:nvPr>
            <p:ph type="body" sz="quarter" idx="24" hasCustomPrompt="1"/>
          </p:nvPr>
        </p:nvSpPr>
        <p:spPr bwMode="auto">
          <a:xfrm>
            <a:off x="8066053" y="4700107"/>
            <a:ext cx="7128082" cy="3291050"/>
          </a:xfrm>
          <a:prstGeom prst="rect">
            <a:avLst/>
          </a:prstGeom>
        </p:spPr>
        <p:txBody>
          <a:bodyPr/>
          <a:lstStyle>
            <a:lvl1pPr>
              <a:lnSpc>
                <a:spcPct val="150000"/>
              </a:lnSpc>
              <a:defRPr sz="2400">
                <a:solidFill>
                  <a:schemeClr val="accent4"/>
                </a:solidFill>
              </a:defRPr>
            </a:lvl1pPr>
          </a:lstStyle>
          <a:p>
            <a:pPr>
              <a:defRPr/>
            </a:pPr>
            <a:r>
              <a:t>Text</a:t>
            </a:r>
          </a:p>
        </p:txBody>
      </p:sp>
    </p:spTree>
    <p:extLst>
      <p:ext uri="{BB962C8B-B14F-4D97-AF65-F5344CB8AC3E}">
        <p14:creationId xmlns:p14="http://schemas.microsoft.com/office/powerpoint/2010/main" val="134039686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PhAnim="0" type="tx" userDrawn="1">
  <p:cSld name="2_Title and Content">
    <p:spTree>
      <p:nvGrpSpPr>
        <p:cNvPr id="1" name=""/>
        <p:cNvGrpSpPr/>
        <p:nvPr/>
      </p:nvGrpSpPr>
      <p:grpSpPr bwMode="auto">
        <a:xfrm>
          <a:off x="0" y="0"/>
          <a:ext cx="0" cy="0"/>
          <a:chOff x="0" y="0"/>
          <a:chExt cx="0" cy="0"/>
        </a:xfrm>
      </p:grpSpPr>
      <p:sp>
        <p:nvSpPr>
          <p:cNvPr id="64" name="Rectangle 6"/>
          <p:cNvSpPr/>
          <p:nvPr/>
        </p:nvSpPr>
        <p:spPr bwMode="auto">
          <a:xfrm>
            <a:off x="-1" y="1457323"/>
            <a:ext cx="22749614" cy="10872330"/>
          </a:xfrm>
          <a:prstGeom prst="rect">
            <a:avLst/>
          </a:prstGeom>
          <a:solidFill>
            <a:srgbClr val="DDDDDD"/>
          </a:solidFill>
          <a:ln w="12700">
            <a:miter lim="400000"/>
          </a:ln>
        </p:spPr>
        <p:txBody>
          <a:bodyPr lIns="45720" rIns="45720" anchor="ctr"/>
          <a:lstStyle/>
          <a:p>
            <a:pPr marL="0" marR="0" lvl="0" indent="0" algn="ctr" defTabSz="1828434" rtl="0" eaLnBrk="1" fontAlgn="auto" latinLnBrk="0" hangingPunct="1">
              <a:lnSpc>
                <a:spcPct val="100000"/>
              </a:lnSpc>
              <a:spcBef>
                <a:spcPts val="0"/>
              </a:spcBef>
              <a:spcAft>
                <a:spcPts val="0"/>
              </a:spcAft>
              <a:buClrTx/>
              <a:buSzTx/>
              <a:buFontTx/>
              <a:buNone/>
              <a:tabLst/>
              <a:defRPr>
                <a:solidFill>
                  <a:srgbClr val="FFFFFF"/>
                </a:solidFill>
              </a:defRPr>
            </a:pPr>
            <a:endParaRPr kumimoji="0" sz="3500" b="0" i="0" u="none" strike="noStrike" kern="0" cap="none" spc="0" normalizeH="0" baseline="0" noProof="0">
              <a:ln>
                <a:noFill/>
              </a:ln>
              <a:solidFill>
                <a:srgbClr val="FFFFFF"/>
              </a:solidFill>
              <a:effectLst/>
              <a:uLnTx/>
              <a:uFillTx/>
              <a:latin typeface="Open Sans Light"/>
              <a:ea typeface="Open Sans"/>
              <a:cs typeface="Calibri"/>
              <a:sym typeface="Open Sans"/>
            </a:endParaRPr>
          </a:p>
        </p:txBody>
      </p:sp>
      <p:sp>
        <p:nvSpPr>
          <p:cNvPr id="65" name="Picture Placeholder 13"/>
          <p:cNvSpPr>
            <a:spLocks noGrp="1"/>
          </p:cNvSpPr>
          <p:nvPr>
            <p:ph type="pic" idx="21"/>
          </p:nvPr>
        </p:nvSpPr>
        <p:spPr bwMode="auto">
          <a:xfrm>
            <a:off x="-349805" y="1864518"/>
            <a:ext cx="22553158" cy="10033796"/>
          </a:xfrm>
          <a:prstGeom prst="rect">
            <a:avLst/>
          </a:prstGeom>
        </p:spPr>
        <p:txBody>
          <a:bodyPr lIns="91439" rIns="91439">
            <a:noAutofit/>
          </a:bodyPr>
          <a:lstStyle/>
          <a:p>
            <a:pPr>
              <a:defRPr/>
            </a:pPr>
            <a:endParaRPr/>
          </a:p>
        </p:txBody>
      </p:sp>
      <p:sp>
        <p:nvSpPr>
          <p:cNvPr id="66" name="Picture Placeholder 14"/>
          <p:cNvSpPr>
            <a:spLocks noGrp="1"/>
          </p:cNvSpPr>
          <p:nvPr>
            <p:ph type="pic" idx="22"/>
          </p:nvPr>
        </p:nvSpPr>
        <p:spPr bwMode="auto">
          <a:xfrm>
            <a:off x="-349808" y="1864518"/>
            <a:ext cx="22553156" cy="10033796"/>
          </a:xfrm>
          <a:prstGeom prst="rect">
            <a:avLst/>
          </a:prstGeom>
        </p:spPr>
        <p:txBody>
          <a:bodyPr lIns="91439" rIns="91439">
            <a:noAutofit/>
          </a:bodyPr>
          <a:lstStyle/>
          <a:p>
            <a:pPr>
              <a:defRPr/>
            </a:pPr>
            <a:endParaRPr/>
          </a:p>
        </p:txBody>
      </p:sp>
      <p:sp>
        <p:nvSpPr>
          <p:cNvPr id="67" name="Текст заголовка"/>
          <p:cNvSpPr txBox="1">
            <a:spLocks noGrp="1"/>
          </p:cNvSpPr>
          <p:nvPr>
            <p:ph type="title"/>
          </p:nvPr>
        </p:nvSpPr>
        <p:spPr bwMode="auto">
          <a:xfrm>
            <a:off x="1604219" y="2775886"/>
            <a:ext cx="10518342" cy="1446492"/>
          </a:xfrm>
          <a:prstGeom prst="rect">
            <a:avLst/>
          </a:prstGeom>
        </p:spPr>
        <p:txBody>
          <a:bodyPr/>
          <a:lstStyle>
            <a:lvl1pPr>
              <a:defRPr>
                <a:solidFill>
                  <a:srgbClr val="404040"/>
                </a:solidFill>
              </a:defRPr>
            </a:lvl1pPr>
          </a:lstStyle>
          <a:p>
            <a:pPr>
              <a:defRPr/>
            </a:pPr>
            <a:r>
              <a:t>Текст заголовка</a:t>
            </a:r>
          </a:p>
        </p:txBody>
      </p:sp>
      <p:sp>
        <p:nvSpPr>
          <p:cNvPr id="68" name="Уровень текста 1…"/>
          <p:cNvSpPr txBox="1">
            <a:spLocks noGrp="1"/>
          </p:cNvSpPr>
          <p:nvPr>
            <p:ph type="body" sz="quarter" idx="1"/>
          </p:nvPr>
        </p:nvSpPr>
        <p:spPr bwMode="auto">
          <a:xfrm>
            <a:off x="1604219" y="2260788"/>
            <a:ext cx="10518342" cy="724460"/>
          </a:xfrm>
          <a:prstGeom prst="rect">
            <a:avLst/>
          </a:prstGeom>
        </p:spPr>
        <p:txBody>
          <a:bodyPr/>
          <a:lstStyle>
            <a:lvl1pPr>
              <a:defRPr sz="3200">
                <a:solidFill>
                  <a:schemeClr val="accent4"/>
                </a:solidFill>
              </a:defRPr>
            </a:lvl1pPr>
            <a:lvl2pPr>
              <a:defRPr sz="3200">
                <a:solidFill>
                  <a:schemeClr val="accent4"/>
                </a:solidFill>
              </a:defRPr>
            </a:lvl2pPr>
            <a:lvl3pPr>
              <a:defRPr sz="3200">
                <a:solidFill>
                  <a:schemeClr val="accent4"/>
                </a:solidFill>
              </a:defRPr>
            </a:lvl3pPr>
            <a:lvl4pPr>
              <a:defRPr sz="3200">
                <a:solidFill>
                  <a:schemeClr val="accent4"/>
                </a:solidFill>
              </a:defRPr>
            </a:lvl4pPr>
            <a:lvl5pP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
        <p:nvSpPr>
          <p:cNvPr id="69"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Tree>
    <p:extLst>
      <p:ext uri="{BB962C8B-B14F-4D97-AF65-F5344CB8AC3E}">
        <p14:creationId xmlns:p14="http://schemas.microsoft.com/office/powerpoint/2010/main" val="236086724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PhAnim="0" type="tx" userDrawn="1">
  <p:cSld name="3_Title and Content">
    <p:spTree>
      <p:nvGrpSpPr>
        <p:cNvPr id="1" name=""/>
        <p:cNvGrpSpPr/>
        <p:nvPr/>
      </p:nvGrpSpPr>
      <p:grpSpPr bwMode="auto">
        <a:xfrm>
          <a:off x="0" y="0"/>
          <a:ext cx="0" cy="0"/>
          <a:chOff x="0" y="0"/>
          <a:chExt cx="0" cy="0"/>
        </a:xfrm>
      </p:grpSpPr>
      <p:sp>
        <p:nvSpPr>
          <p:cNvPr id="76" name="Текст заголовка"/>
          <p:cNvSpPr txBox="1">
            <a:spLocks noGrp="1"/>
          </p:cNvSpPr>
          <p:nvPr>
            <p:ph type="title"/>
          </p:nvPr>
        </p:nvSpPr>
        <p:spPr bwMode="auto">
          <a:xfrm>
            <a:off x="1676845" y="628652"/>
            <a:ext cx="10064082" cy="1057276"/>
          </a:xfrm>
          <a:prstGeom prst="rect">
            <a:avLst/>
          </a:prstGeom>
        </p:spPr>
        <p:txBody>
          <a:bodyPr/>
          <a:lstStyle>
            <a:lvl1pPr>
              <a:defRPr sz="5400">
                <a:solidFill>
                  <a:srgbClr val="404040"/>
                </a:solidFill>
              </a:defRPr>
            </a:lvl1pPr>
          </a:lstStyle>
          <a:p>
            <a:pPr>
              <a:defRPr/>
            </a:pPr>
            <a:r>
              <a:t>Текст заголовка</a:t>
            </a:r>
          </a:p>
        </p:txBody>
      </p:sp>
      <p:sp>
        <p:nvSpPr>
          <p:cNvPr id="77" name="Уровень текста 1…"/>
          <p:cNvSpPr txBox="1">
            <a:spLocks noGrp="1"/>
          </p:cNvSpPr>
          <p:nvPr>
            <p:ph type="body" sz="quarter" idx="1"/>
          </p:nvPr>
        </p:nvSpPr>
        <p:spPr bwMode="auto">
          <a:xfrm>
            <a:off x="1676845" y="1685926"/>
            <a:ext cx="10064082" cy="457200"/>
          </a:xfrm>
          <a:prstGeom prst="rect">
            <a:avLst/>
          </a:prstGeom>
        </p:spPr>
        <p:txBody>
          <a:bodyPr/>
          <a:lstStyle>
            <a:lvl1pPr>
              <a:defRPr sz="3200">
                <a:solidFill>
                  <a:schemeClr val="accent4"/>
                </a:solidFill>
              </a:defRPr>
            </a:lvl1pPr>
            <a:lvl2pPr>
              <a:defRPr sz="3200">
                <a:solidFill>
                  <a:schemeClr val="accent4"/>
                </a:solidFill>
              </a:defRPr>
            </a:lvl2pPr>
            <a:lvl3pPr>
              <a:defRPr sz="3200">
                <a:solidFill>
                  <a:schemeClr val="accent4"/>
                </a:solidFill>
              </a:defRPr>
            </a:lvl3pPr>
            <a:lvl4pPr>
              <a:defRPr sz="3200">
                <a:solidFill>
                  <a:schemeClr val="accent4"/>
                </a:solidFill>
              </a:defRPr>
            </a:lvl4pPr>
            <a:lvl5pP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
        <p:nvSpPr>
          <p:cNvPr id="78"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79" name="Straight Connector 7"/>
          <p:cNvSpPr/>
          <p:nvPr/>
        </p:nvSpPr>
        <p:spPr bwMode="auto">
          <a:xfrm>
            <a:off x="1676838" y="2371726"/>
            <a:ext cx="5487832" cy="0"/>
          </a:xfrm>
          <a:prstGeom prst="line">
            <a:avLst/>
          </a:prstGeom>
          <a:ln w="6350">
            <a:solidFill>
              <a:schemeClr val="accent4"/>
            </a:solidFill>
            <a:miter/>
          </a:ln>
        </p:spPr>
        <p:txBody>
          <a:bodyPr lIns="45720" rIns="45720"/>
          <a:lstStyle/>
          <a:p>
            <a:pPr marL="0" marR="0" lvl="0" indent="0" algn="l" defTabSz="1828434" rtl="0" eaLnBrk="1" fontAlgn="auto" latinLnBrk="0" hangingPunct="1">
              <a:lnSpc>
                <a:spcPct val="100000"/>
              </a:lnSpc>
              <a:spcBef>
                <a:spcPts val="0"/>
              </a:spcBef>
              <a:spcAft>
                <a:spcPts val="0"/>
              </a:spcAft>
              <a:buClrTx/>
              <a:buSzTx/>
              <a:buFontTx/>
              <a:buNone/>
              <a:tabLst/>
              <a:defRPr/>
            </a:pPr>
            <a:endParaRPr kumimoji="0" sz="3500" b="0" i="0" u="none" strike="noStrike" kern="0" cap="none" spc="0" normalizeH="0" baseline="0" noProof="0">
              <a:ln>
                <a:noFill/>
              </a:ln>
              <a:solidFill>
                <a:srgbClr val="000000"/>
              </a:solidFill>
              <a:effectLst/>
              <a:uLnTx/>
              <a:uFillTx/>
              <a:latin typeface="Open Sans Light"/>
              <a:ea typeface="Open Sans"/>
              <a:cs typeface="Calibri"/>
              <a:sym typeface="Open Sans"/>
            </a:endParaRPr>
          </a:p>
        </p:txBody>
      </p:sp>
      <p:sp>
        <p:nvSpPr>
          <p:cNvPr id="80" name="Picture Placeholder 11"/>
          <p:cNvSpPr>
            <a:spLocks noGrp="1"/>
          </p:cNvSpPr>
          <p:nvPr>
            <p:ph type="pic" sz="quarter" idx="21"/>
          </p:nvPr>
        </p:nvSpPr>
        <p:spPr bwMode="auto">
          <a:xfrm>
            <a:off x="5239062" y="3918325"/>
            <a:ext cx="2939628" cy="2938098"/>
          </a:xfrm>
          <a:prstGeom prst="rect">
            <a:avLst/>
          </a:prstGeom>
        </p:spPr>
        <p:txBody>
          <a:bodyPr lIns="91439" rIns="91439">
            <a:noAutofit/>
          </a:bodyPr>
          <a:lstStyle/>
          <a:p>
            <a:pPr>
              <a:defRPr/>
            </a:pPr>
            <a:endParaRPr/>
          </a:p>
        </p:txBody>
      </p:sp>
    </p:spTree>
    <p:extLst>
      <p:ext uri="{BB962C8B-B14F-4D97-AF65-F5344CB8AC3E}">
        <p14:creationId xmlns:p14="http://schemas.microsoft.com/office/powerpoint/2010/main" val="354278266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PhAnim="0" type="tx" userDrawn="1">
  <p:cSld name="4_Title and Content">
    <p:spTree>
      <p:nvGrpSpPr>
        <p:cNvPr id="1" name=""/>
        <p:cNvGrpSpPr/>
        <p:nvPr/>
      </p:nvGrpSpPr>
      <p:grpSpPr bwMode="auto">
        <a:xfrm>
          <a:off x="0" y="0"/>
          <a:ext cx="0" cy="0"/>
          <a:chOff x="0" y="0"/>
          <a:chExt cx="0" cy="0"/>
        </a:xfrm>
      </p:grpSpPr>
      <p:sp>
        <p:nvSpPr>
          <p:cNvPr id="87" name="Picture Placeholder 8"/>
          <p:cNvSpPr>
            <a:spLocks noGrp="1"/>
          </p:cNvSpPr>
          <p:nvPr>
            <p:ph type="pic" idx="21"/>
          </p:nvPr>
        </p:nvSpPr>
        <p:spPr bwMode="auto">
          <a:xfrm>
            <a:off x="1" y="0"/>
            <a:ext cx="14807446" cy="13716000"/>
          </a:xfrm>
          <a:prstGeom prst="rect">
            <a:avLst/>
          </a:prstGeom>
        </p:spPr>
        <p:txBody>
          <a:bodyPr lIns="91439" rIns="91439">
            <a:noAutofit/>
          </a:bodyPr>
          <a:lstStyle/>
          <a:p>
            <a:pPr>
              <a:defRPr/>
            </a:pPr>
            <a:endParaRPr/>
          </a:p>
        </p:txBody>
      </p:sp>
      <p:sp>
        <p:nvSpPr>
          <p:cNvPr id="88" name="Picture Placeholder 8"/>
          <p:cNvSpPr>
            <a:spLocks noGrp="1"/>
          </p:cNvSpPr>
          <p:nvPr>
            <p:ph type="pic" sz="half" idx="22"/>
          </p:nvPr>
        </p:nvSpPr>
        <p:spPr bwMode="auto">
          <a:xfrm>
            <a:off x="14807451" y="0"/>
            <a:ext cx="9582910" cy="13716000"/>
          </a:xfrm>
          <a:prstGeom prst="rect">
            <a:avLst/>
          </a:prstGeom>
        </p:spPr>
        <p:txBody>
          <a:bodyPr lIns="91439" rIns="91439">
            <a:noAutofit/>
          </a:bodyPr>
          <a:lstStyle/>
          <a:p>
            <a:pPr>
              <a:defRPr/>
            </a:pPr>
            <a:endParaRPr/>
          </a:p>
        </p:txBody>
      </p:sp>
      <p:sp>
        <p:nvSpPr>
          <p:cNvPr id="89" name="Текст заголовка"/>
          <p:cNvSpPr txBox="1">
            <a:spLocks noGrp="1"/>
          </p:cNvSpPr>
          <p:nvPr>
            <p:ph type="title"/>
          </p:nvPr>
        </p:nvSpPr>
        <p:spPr bwMode="auto">
          <a:xfrm>
            <a:off x="16311055" y="2931886"/>
            <a:ext cx="6402470" cy="2210028"/>
          </a:xfrm>
          <a:prstGeom prst="rect">
            <a:avLst/>
          </a:prstGeom>
        </p:spPr>
        <p:txBody>
          <a:bodyPr/>
          <a:lstStyle>
            <a:lvl1pPr>
              <a:defRPr sz="8800">
                <a:solidFill>
                  <a:srgbClr val="404040"/>
                </a:solidFill>
              </a:defRPr>
            </a:lvl1pPr>
          </a:lstStyle>
          <a:p>
            <a:pPr>
              <a:defRPr/>
            </a:pPr>
            <a:r>
              <a:t>Текст заголовка</a:t>
            </a:r>
          </a:p>
        </p:txBody>
      </p:sp>
      <p:sp>
        <p:nvSpPr>
          <p:cNvPr id="90" name="Уровень текста 1…"/>
          <p:cNvSpPr txBox="1">
            <a:spLocks noGrp="1"/>
          </p:cNvSpPr>
          <p:nvPr>
            <p:ph type="body" sz="quarter" idx="1"/>
          </p:nvPr>
        </p:nvSpPr>
        <p:spPr bwMode="auto">
          <a:xfrm>
            <a:off x="16382015" y="4875221"/>
            <a:ext cx="6331510" cy="457202"/>
          </a:xfrm>
          <a:prstGeom prst="rect">
            <a:avLst/>
          </a:prstGeom>
        </p:spPr>
        <p:txBody>
          <a:bodyPr/>
          <a:lstStyle>
            <a:lvl1pPr>
              <a:defRPr sz="3200">
                <a:solidFill>
                  <a:schemeClr val="accent4"/>
                </a:solidFill>
              </a:defRPr>
            </a:lvl1pPr>
            <a:lvl2pPr>
              <a:defRPr sz="3200">
                <a:solidFill>
                  <a:schemeClr val="accent4"/>
                </a:solidFill>
              </a:defRPr>
            </a:lvl2pPr>
            <a:lvl3pPr>
              <a:defRPr sz="3200">
                <a:solidFill>
                  <a:schemeClr val="accent4"/>
                </a:solidFill>
              </a:defRPr>
            </a:lvl3pPr>
            <a:lvl4pPr>
              <a:defRPr sz="3200">
                <a:solidFill>
                  <a:schemeClr val="accent4"/>
                </a:solidFill>
              </a:defRPr>
            </a:lvl4pPr>
            <a:lvl5pP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
        <p:nvSpPr>
          <p:cNvPr id="91"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Tree>
    <p:extLst>
      <p:ext uri="{BB962C8B-B14F-4D97-AF65-F5344CB8AC3E}">
        <p14:creationId xmlns:p14="http://schemas.microsoft.com/office/powerpoint/2010/main" val="249568670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PhAnim="0" type="tx" userDrawn="1">
  <p:cSld name="6_Title and Content">
    <p:spTree>
      <p:nvGrpSpPr>
        <p:cNvPr id="1" name=""/>
        <p:cNvGrpSpPr/>
        <p:nvPr/>
      </p:nvGrpSpPr>
      <p:grpSpPr bwMode="auto">
        <a:xfrm>
          <a:off x="0" y="0"/>
          <a:ext cx="0" cy="0"/>
          <a:chOff x="0" y="0"/>
          <a:chExt cx="0" cy="0"/>
        </a:xfrm>
      </p:grpSpPr>
      <p:sp>
        <p:nvSpPr>
          <p:cNvPr id="98" name="Picture Placeholder 57"/>
          <p:cNvSpPr>
            <a:spLocks noGrp="1"/>
          </p:cNvSpPr>
          <p:nvPr>
            <p:ph type="pic" sz="half" idx="21"/>
          </p:nvPr>
        </p:nvSpPr>
        <p:spPr bwMode="auto">
          <a:xfrm>
            <a:off x="-228720" y="-235851"/>
            <a:ext cx="6925512" cy="14104254"/>
          </a:xfrm>
          <a:prstGeom prst="rect">
            <a:avLst/>
          </a:prstGeom>
          <a:ln w="76200">
            <a:solidFill>
              <a:srgbClr val="FFFFFF"/>
            </a:solidFill>
            <a:round/>
          </a:ln>
        </p:spPr>
        <p:txBody>
          <a:bodyPr lIns="91439" rIns="91439">
            <a:noAutofit/>
          </a:bodyPr>
          <a:lstStyle/>
          <a:p>
            <a:pPr>
              <a:defRPr/>
            </a:pPr>
            <a:endParaRPr/>
          </a:p>
        </p:txBody>
      </p:sp>
      <p:sp>
        <p:nvSpPr>
          <p:cNvPr id="99" name="Picture Placeholder 60"/>
          <p:cNvSpPr>
            <a:spLocks noGrp="1"/>
          </p:cNvSpPr>
          <p:nvPr>
            <p:ph type="pic" sz="half" idx="22"/>
          </p:nvPr>
        </p:nvSpPr>
        <p:spPr bwMode="auto">
          <a:xfrm>
            <a:off x="4018456" y="-235857"/>
            <a:ext cx="8742460" cy="14104258"/>
          </a:xfrm>
          <a:prstGeom prst="rect">
            <a:avLst/>
          </a:prstGeom>
          <a:ln w="76200">
            <a:solidFill>
              <a:srgbClr val="FFFFFF"/>
            </a:solidFill>
            <a:round/>
          </a:ln>
        </p:spPr>
        <p:txBody>
          <a:bodyPr lIns="91439" rIns="91439">
            <a:noAutofit/>
          </a:bodyPr>
          <a:lstStyle/>
          <a:p>
            <a:pPr>
              <a:defRPr/>
            </a:pPr>
            <a:endParaRPr/>
          </a:p>
        </p:txBody>
      </p:sp>
      <p:sp>
        <p:nvSpPr>
          <p:cNvPr id="100" name="Picture Placeholder 63"/>
          <p:cNvSpPr>
            <a:spLocks noGrp="1"/>
          </p:cNvSpPr>
          <p:nvPr>
            <p:ph type="pic" idx="23"/>
          </p:nvPr>
        </p:nvSpPr>
        <p:spPr bwMode="auto">
          <a:xfrm>
            <a:off x="10003309" y="-235853"/>
            <a:ext cx="9858630" cy="14104254"/>
          </a:xfrm>
          <a:prstGeom prst="rect">
            <a:avLst/>
          </a:prstGeom>
          <a:ln w="76200">
            <a:solidFill>
              <a:srgbClr val="FFFFFF"/>
            </a:solidFill>
            <a:round/>
          </a:ln>
        </p:spPr>
        <p:txBody>
          <a:bodyPr lIns="91439" rIns="91439">
            <a:noAutofit/>
          </a:bodyPr>
          <a:lstStyle/>
          <a:p>
            <a:pPr>
              <a:defRPr/>
            </a:pPr>
            <a:endParaRPr/>
          </a:p>
        </p:txBody>
      </p:sp>
      <p:sp>
        <p:nvSpPr>
          <p:cNvPr id="101" name="Picture Placeholder 67"/>
          <p:cNvSpPr>
            <a:spLocks noGrp="1"/>
          </p:cNvSpPr>
          <p:nvPr>
            <p:ph type="pic" sz="half" idx="24"/>
          </p:nvPr>
        </p:nvSpPr>
        <p:spPr bwMode="auto">
          <a:xfrm>
            <a:off x="17266401" y="-235855"/>
            <a:ext cx="7238322" cy="14104258"/>
          </a:xfrm>
          <a:prstGeom prst="rect">
            <a:avLst/>
          </a:prstGeom>
          <a:ln w="76200">
            <a:solidFill>
              <a:srgbClr val="FFFFFF"/>
            </a:solidFill>
            <a:round/>
          </a:ln>
        </p:spPr>
        <p:txBody>
          <a:bodyPr lIns="91439" rIns="91439">
            <a:noAutofit/>
          </a:bodyPr>
          <a:lstStyle/>
          <a:p>
            <a:pPr>
              <a:defRPr/>
            </a:pPr>
            <a:endParaRPr/>
          </a:p>
        </p:txBody>
      </p:sp>
      <p:sp>
        <p:nvSpPr>
          <p:cNvPr id="102" name="Picture Placeholder 8"/>
          <p:cNvSpPr>
            <a:spLocks noGrp="1"/>
          </p:cNvSpPr>
          <p:nvPr>
            <p:ph type="pic" idx="25"/>
          </p:nvPr>
        </p:nvSpPr>
        <p:spPr bwMode="auto">
          <a:xfrm>
            <a:off x="-831705" y="-651331"/>
            <a:ext cx="25797034" cy="14935202"/>
          </a:xfrm>
          <a:prstGeom prst="rect">
            <a:avLst/>
          </a:prstGeom>
        </p:spPr>
        <p:txBody>
          <a:bodyPr lIns="91439" rIns="91439">
            <a:noAutofit/>
          </a:bodyPr>
          <a:lstStyle/>
          <a:p>
            <a:pPr>
              <a:defRPr/>
            </a:pPr>
            <a:endParaRPr/>
          </a:p>
        </p:txBody>
      </p:sp>
      <p:sp>
        <p:nvSpPr>
          <p:cNvPr id="103" name="Текст заголовка"/>
          <p:cNvSpPr txBox="1">
            <a:spLocks noGrp="1"/>
          </p:cNvSpPr>
          <p:nvPr>
            <p:ph type="title"/>
          </p:nvPr>
        </p:nvSpPr>
        <p:spPr bwMode="auto">
          <a:xfrm>
            <a:off x="1676836" y="5759459"/>
            <a:ext cx="21036680" cy="1098550"/>
          </a:xfrm>
          <a:prstGeom prst="rect">
            <a:avLst/>
          </a:prstGeom>
        </p:spPr>
        <p:txBody>
          <a:bodyPr/>
          <a:lstStyle>
            <a:lvl1pPr algn="ctr">
              <a:defRPr>
                <a:solidFill>
                  <a:srgbClr val="404040"/>
                </a:solidFill>
              </a:defRPr>
            </a:lvl1pPr>
          </a:lstStyle>
          <a:p>
            <a:pPr>
              <a:defRPr/>
            </a:pPr>
            <a:r>
              <a:t>Текст заголовка</a:t>
            </a:r>
          </a:p>
        </p:txBody>
      </p:sp>
      <p:sp>
        <p:nvSpPr>
          <p:cNvPr id="104" name="Уровень текста 1…"/>
          <p:cNvSpPr txBox="1">
            <a:spLocks noGrp="1"/>
          </p:cNvSpPr>
          <p:nvPr>
            <p:ph type="body" sz="quarter" idx="1"/>
          </p:nvPr>
        </p:nvSpPr>
        <p:spPr bwMode="auto">
          <a:xfrm>
            <a:off x="1676836" y="6858000"/>
            <a:ext cx="21036680" cy="457200"/>
          </a:xfrm>
          <a:prstGeom prst="rect">
            <a:avLst/>
          </a:prstGeom>
        </p:spPr>
        <p:txBody>
          <a:bodyPr/>
          <a:lstStyle>
            <a:lvl1pPr algn="ctr">
              <a:defRPr sz="3200">
                <a:solidFill>
                  <a:schemeClr val="accent4"/>
                </a:solidFill>
              </a:defRPr>
            </a:lvl1pPr>
            <a:lvl2pPr algn="ctr">
              <a:defRPr sz="3200">
                <a:solidFill>
                  <a:schemeClr val="accent4"/>
                </a:solidFill>
              </a:defRPr>
            </a:lvl2pPr>
            <a:lvl3pPr algn="ctr">
              <a:defRPr sz="3200">
                <a:solidFill>
                  <a:schemeClr val="accent4"/>
                </a:solidFill>
              </a:defRPr>
            </a:lvl3pPr>
            <a:lvl4pPr algn="ctr">
              <a:defRPr sz="3200">
                <a:solidFill>
                  <a:schemeClr val="accent4"/>
                </a:solidFill>
              </a:defRPr>
            </a:lvl4pPr>
            <a:lvl5pPr algn="ct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
        <p:nvSpPr>
          <p:cNvPr id="105" name="Номер слайда"/>
          <p:cNvSpPr txBox="1">
            <a:spLocks noGrp="1"/>
          </p:cNvSpPr>
          <p:nvPr>
            <p:ph type="sldNum" sz="quarter" idx="2"/>
          </p:nvPr>
        </p:nvSpPr>
        <p:spPr bwMode="auto">
          <a:xfrm>
            <a:off x="17023798" y="12489562"/>
            <a:ext cx="451404" cy="446276"/>
          </a:xfrm>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Tree>
    <p:extLst>
      <p:ext uri="{BB962C8B-B14F-4D97-AF65-F5344CB8AC3E}">
        <p14:creationId xmlns:p14="http://schemas.microsoft.com/office/powerpoint/2010/main" val="230155178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PhAnim="0" type="tx" userDrawn="1">
  <p:cSld name="7_Title and Content">
    <p:spTree>
      <p:nvGrpSpPr>
        <p:cNvPr id="1" name=""/>
        <p:cNvGrpSpPr/>
        <p:nvPr/>
      </p:nvGrpSpPr>
      <p:grpSpPr bwMode="auto">
        <a:xfrm>
          <a:off x="0" y="0"/>
          <a:ext cx="0" cy="0"/>
          <a:chOff x="0" y="0"/>
          <a:chExt cx="0" cy="0"/>
        </a:xfrm>
      </p:grpSpPr>
      <p:sp>
        <p:nvSpPr>
          <p:cNvPr id="112" name="Текст заголовка"/>
          <p:cNvSpPr txBox="1">
            <a:spLocks noGrp="1"/>
          </p:cNvSpPr>
          <p:nvPr>
            <p:ph type="title"/>
          </p:nvPr>
        </p:nvSpPr>
        <p:spPr bwMode="auto">
          <a:xfrm>
            <a:off x="1676836" y="618573"/>
            <a:ext cx="21036680" cy="1381686"/>
          </a:xfrm>
          <a:prstGeom prst="rect">
            <a:avLst/>
          </a:prstGeom>
        </p:spPr>
        <p:txBody>
          <a:bodyPr/>
          <a:lstStyle>
            <a:lvl1pPr algn="ctr">
              <a:defRPr>
                <a:solidFill>
                  <a:srgbClr val="404040"/>
                </a:solidFill>
              </a:defRPr>
            </a:lvl1pPr>
          </a:lstStyle>
          <a:p>
            <a:pPr>
              <a:defRPr/>
            </a:pPr>
            <a:r>
              <a:t>Текст заголовка</a:t>
            </a:r>
          </a:p>
        </p:txBody>
      </p:sp>
      <p:sp>
        <p:nvSpPr>
          <p:cNvPr id="113" name="Уровень текста 1…"/>
          <p:cNvSpPr txBox="1">
            <a:spLocks noGrp="1"/>
          </p:cNvSpPr>
          <p:nvPr>
            <p:ph type="body" sz="quarter" idx="1"/>
          </p:nvPr>
        </p:nvSpPr>
        <p:spPr bwMode="auto">
          <a:xfrm>
            <a:off x="1676836" y="2000250"/>
            <a:ext cx="21036680" cy="457200"/>
          </a:xfrm>
          <a:prstGeom prst="rect">
            <a:avLst/>
          </a:prstGeom>
        </p:spPr>
        <p:txBody>
          <a:bodyPr/>
          <a:lstStyle>
            <a:lvl1pPr algn="ctr">
              <a:defRPr sz="3200">
                <a:solidFill>
                  <a:schemeClr val="accent4"/>
                </a:solidFill>
              </a:defRPr>
            </a:lvl1pPr>
            <a:lvl2pPr algn="ctr">
              <a:defRPr sz="3200">
                <a:solidFill>
                  <a:schemeClr val="accent4"/>
                </a:solidFill>
              </a:defRPr>
            </a:lvl2pPr>
            <a:lvl3pPr algn="ctr">
              <a:defRPr sz="3200">
                <a:solidFill>
                  <a:schemeClr val="accent4"/>
                </a:solidFill>
              </a:defRPr>
            </a:lvl3pPr>
            <a:lvl4pPr algn="ctr">
              <a:defRPr sz="3200">
                <a:solidFill>
                  <a:schemeClr val="accent4"/>
                </a:solidFill>
              </a:defRPr>
            </a:lvl4pPr>
            <a:lvl5pPr algn="ct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
        <p:nvSpPr>
          <p:cNvPr id="114"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115" name="Picture Placeholder 8"/>
          <p:cNvSpPr>
            <a:spLocks noGrp="1"/>
          </p:cNvSpPr>
          <p:nvPr>
            <p:ph type="pic" sz="quarter" idx="21"/>
          </p:nvPr>
        </p:nvSpPr>
        <p:spPr bwMode="auto">
          <a:xfrm>
            <a:off x="886295" y="3899655"/>
            <a:ext cx="5079846" cy="5758706"/>
          </a:xfrm>
          <a:prstGeom prst="rect">
            <a:avLst/>
          </a:prstGeom>
        </p:spPr>
        <p:txBody>
          <a:bodyPr lIns="91439" rIns="91439">
            <a:noAutofit/>
          </a:bodyPr>
          <a:lstStyle/>
          <a:p>
            <a:pPr>
              <a:defRPr/>
            </a:pPr>
            <a:endParaRPr/>
          </a:p>
        </p:txBody>
      </p:sp>
      <p:sp>
        <p:nvSpPr>
          <p:cNvPr id="116" name="Picture Placeholder 8"/>
          <p:cNvSpPr>
            <a:spLocks noGrp="1"/>
          </p:cNvSpPr>
          <p:nvPr>
            <p:ph type="pic" sz="quarter" idx="22"/>
          </p:nvPr>
        </p:nvSpPr>
        <p:spPr bwMode="auto">
          <a:xfrm>
            <a:off x="6722743" y="3899655"/>
            <a:ext cx="5079846" cy="5758706"/>
          </a:xfrm>
          <a:prstGeom prst="rect">
            <a:avLst/>
          </a:prstGeom>
        </p:spPr>
        <p:txBody>
          <a:bodyPr lIns="91439" rIns="91439">
            <a:noAutofit/>
          </a:bodyPr>
          <a:lstStyle/>
          <a:p>
            <a:pPr>
              <a:defRPr/>
            </a:pPr>
            <a:endParaRPr/>
          </a:p>
        </p:txBody>
      </p:sp>
      <p:sp>
        <p:nvSpPr>
          <p:cNvPr id="117" name="Picture Placeholder 8"/>
          <p:cNvSpPr>
            <a:spLocks noGrp="1"/>
          </p:cNvSpPr>
          <p:nvPr>
            <p:ph type="pic" sz="quarter" idx="23"/>
          </p:nvPr>
        </p:nvSpPr>
        <p:spPr bwMode="auto">
          <a:xfrm>
            <a:off x="12559185" y="3899655"/>
            <a:ext cx="5079846" cy="5758706"/>
          </a:xfrm>
          <a:prstGeom prst="rect">
            <a:avLst/>
          </a:prstGeom>
        </p:spPr>
        <p:txBody>
          <a:bodyPr lIns="91439" rIns="91439">
            <a:noAutofit/>
          </a:bodyPr>
          <a:lstStyle/>
          <a:p>
            <a:pPr>
              <a:defRPr/>
            </a:pPr>
            <a:endParaRPr/>
          </a:p>
        </p:txBody>
      </p:sp>
      <p:sp>
        <p:nvSpPr>
          <p:cNvPr id="118" name="Picture Placeholder 8"/>
          <p:cNvSpPr>
            <a:spLocks noGrp="1"/>
          </p:cNvSpPr>
          <p:nvPr>
            <p:ph type="pic" sz="quarter" idx="24"/>
          </p:nvPr>
        </p:nvSpPr>
        <p:spPr bwMode="auto">
          <a:xfrm>
            <a:off x="18395641" y="3899655"/>
            <a:ext cx="5079846" cy="5758706"/>
          </a:xfrm>
          <a:prstGeom prst="rect">
            <a:avLst/>
          </a:prstGeom>
        </p:spPr>
        <p:txBody>
          <a:bodyPr lIns="91439" rIns="91439">
            <a:noAutofit/>
          </a:bodyPr>
          <a:lstStyle/>
          <a:p>
            <a:pPr>
              <a:defRPr/>
            </a:pPr>
            <a:endParaRPr/>
          </a:p>
        </p:txBody>
      </p:sp>
      <p:sp>
        <p:nvSpPr>
          <p:cNvPr id="119" name="Picture Placeholder 17"/>
          <p:cNvSpPr>
            <a:spLocks noGrp="1"/>
          </p:cNvSpPr>
          <p:nvPr>
            <p:ph type="pic" sz="quarter" idx="25"/>
          </p:nvPr>
        </p:nvSpPr>
        <p:spPr bwMode="auto">
          <a:xfrm>
            <a:off x="3468915" y="7772403"/>
            <a:ext cx="2674902" cy="615950"/>
          </a:xfrm>
          <a:prstGeom prst="rect">
            <a:avLst/>
          </a:prstGeom>
        </p:spPr>
        <p:txBody>
          <a:bodyPr lIns="91439" rIns="91439">
            <a:noAutofit/>
          </a:bodyPr>
          <a:lstStyle/>
          <a:p>
            <a:pPr>
              <a:defRPr/>
            </a:pPr>
            <a:endParaRPr/>
          </a:p>
        </p:txBody>
      </p:sp>
      <p:sp>
        <p:nvSpPr>
          <p:cNvPr id="120" name="Picture Placeholder 20"/>
          <p:cNvSpPr>
            <a:spLocks noGrp="1"/>
          </p:cNvSpPr>
          <p:nvPr>
            <p:ph type="pic" sz="quarter" idx="26"/>
          </p:nvPr>
        </p:nvSpPr>
        <p:spPr bwMode="auto">
          <a:xfrm>
            <a:off x="9277180" y="7772403"/>
            <a:ext cx="2674904" cy="615950"/>
          </a:xfrm>
          <a:prstGeom prst="rect">
            <a:avLst/>
          </a:prstGeom>
        </p:spPr>
        <p:txBody>
          <a:bodyPr lIns="91439" rIns="91439">
            <a:noAutofit/>
          </a:bodyPr>
          <a:lstStyle/>
          <a:p>
            <a:pPr>
              <a:defRPr/>
            </a:pPr>
            <a:endParaRPr/>
          </a:p>
        </p:txBody>
      </p:sp>
      <p:sp>
        <p:nvSpPr>
          <p:cNvPr id="121" name="Picture Placeholder 23"/>
          <p:cNvSpPr>
            <a:spLocks noGrp="1"/>
          </p:cNvSpPr>
          <p:nvPr>
            <p:ph type="pic" sz="quarter" idx="27"/>
          </p:nvPr>
        </p:nvSpPr>
        <p:spPr bwMode="auto">
          <a:xfrm>
            <a:off x="15099109" y="7772403"/>
            <a:ext cx="2674902" cy="615950"/>
          </a:xfrm>
          <a:prstGeom prst="rect">
            <a:avLst/>
          </a:prstGeom>
        </p:spPr>
        <p:txBody>
          <a:bodyPr lIns="91439" rIns="91439">
            <a:noAutofit/>
          </a:bodyPr>
          <a:lstStyle/>
          <a:p>
            <a:pPr>
              <a:defRPr/>
            </a:pPr>
            <a:endParaRPr/>
          </a:p>
        </p:txBody>
      </p:sp>
      <p:sp>
        <p:nvSpPr>
          <p:cNvPr id="122" name="Picture Placeholder 26"/>
          <p:cNvSpPr>
            <a:spLocks noGrp="1"/>
          </p:cNvSpPr>
          <p:nvPr>
            <p:ph type="pic" sz="quarter" idx="28"/>
          </p:nvPr>
        </p:nvSpPr>
        <p:spPr bwMode="auto">
          <a:xfrm>
            <a:off x="20935563" y="7772403"/>
            <a:ext cx="2674902" cy="615950"/>
          </a:xfrm>
          <a:prstGeom prst="rect">
            <a:avLst/>
          </a:prstGeom>
        </p:spPr>
        <p:txBody>
          <a:bodyPr lIns="91439" rIns="91439">
            <a:noAutofit/>
          </a:bodyPr>
          <a:lstStyle/>
          <a:p>
            <a:pPr>
              <a:defRPr/>
            </a:pPr>
            <a:endParaRPr/>
          </a:p>
        </p:txBody>
      </p:sp>
      <p:sp>
        <p:nvSpPr>
          <p:cNvPr id="123" name="Text Placeholder 28"/>
          <p:cNvSpPr>
            <a:spLocks noGrp="1"/>
          </p:cNvSpPr>
          <p:nvPr>
            <p:ph type="body" sz="quarter" idx="29" hasCustomPrompt="1"/>
          </p:nvPr>
        </p:nvSpPr>
        <p:spPr bwMode="auto">
          <a:xfrm>
            <a:off x="3653159" y="7897812"/>
            <a:ext cx="2312982" cy="365128"/>
          </a:xfrm>
          <a:prstGeom prst="rect">
            <a:avLst/>
          </a:prstGeom>
        </p:spPr>
        <p:txBody>
          <a:bodyPr/>
          <a:lstStyle>
            <a:lvl1pPr defTabSz="1243272">
              <a:spcBef>
                <a:spcPts val="1300"/>
              </a:spcBef>
              <a:defRPr sz="1650">
                <a:solidFill>
                  <a:srgbClr val="FFFFFF"/>
                </a:solidFill>
              </a:defRPr>
            </a:lvl1pPr>
          </a:lstStyle>
          <a:p>
            <a:pPr>
              <a:defRPr/>
            </a:pPr>
            <a:r>
              <a:t>Text</a:t>
            </a:r>
          </a:p>
        </p:txBody>
      </p:sp>
      <p:sp>
        <p:nvSpPr>
          <p:cNvPr id="124" name="Text Placeholder 28"/>
          <p:cNvSpPr>
            <a:spLocks noGrp="1"/>
          </p:cNvSpPr>
          <p:nvPr>
            <p:ph type="body" sz="quarter" idx="30" hasCustomPrompt="1"/>
          </p:nvPr>
        </p:nvSpPr>
        <p:spPr bwMode="auto">
          <a:xfrm>
            <a:off x="9453096" y="7897812"/>
            <a:ext cx="2312980" cy="365128"/>
          </a:xfrm>
          <a:prstGeom prst="rect">
            <a:avLst/>
          </a:prstGeom>
        </p:spPr>
        <p:txBody>
          <a:bodyPr/>
          <a:lstStyle>
            <a:lvl1pPr defTabSz="1243272">
              <a:spcBef>
                <a:spcPts val="1300"/>
              </a:spcBef>
              <a:defRPr sz="1650">
                <a:solidFill>
                  <a:srgbClr val="FFFFFF"/>
                </a:solidFill>
              </a:defRPr>
            </a:lvl1pPr>
          </a:lstStyle>
          <a:p>
            <a:pPr>
              <a:defRPr/>
            </a:pPr>
            <a:r>
              <a:t>Text</a:t>
            </a:r>
          </a:p>
        </p:txBody>
      </p:sp>
      <p:sp>
        <p:nvSpPr>
          <p:cNvPr id="125" name="Text Placeholder 28"/>
          <p:cNvSpPr>
            <a:spLocks noGrp="1"/>
          </p:cNvSpPr>
          <p:nvPr>
            <p:ph type="body" sz="quarter" idx="31" hasCustomPrompt="1"/>
          </p:nvPr>
        </p:nvSpPr>
        <p:spPr bwMode="auto">
          <a:xfrm>
            <a:off x="15280068" y="7897812"/>
            <a:ext cx="2312980" cy="365128"/>
          </a:xfrm>
          <a:prstGeom prst="rect">
            <a:avLst/>
          </a:prstGeom>
        </p:spPr>
        <p:txBody>
          <a:bodyPr/>
          <a:lstStyle>
            <a:lvl1pPr defTabSz="1243272">
              <a:spcBef>
                <a:spcPts val="1300"/>
              </a:spcBef>
              <a:defRPr sz="1650">
                <a:solidFill>
                  <a:srgbClr val="FFFFFF"/>
                </a:solidFill>
              </a:defRPr>
            </a:lvl1pPr>
          </a:lstStyle>
          <a:p>
            <a:pPr>
              <a:defRPr/>
            </a:pPr>
            <a:r>
              <a:t>Text</a:t>
            </a:r>
          </a:p>
        </p:txBody>
      </p:sp>
      <p:sp>
        <p:nvSpPr>
          <p:cNvPr id="126" name="Text Placeholder 28"/>
          <p:cNvSpPr>
            <a:spLocks noGrp="1"/>
          </p:cNvSpPr>
          <p:nvPr>
            <p:ph type="body" sz="quarter" idx="32" hasCustomPrompt="1"/>
          </p:nvPr>
        </p:nvSpPr>
        <p:spPr bwMode="auto">
          <a:xfrm>
            <a:off x="21116518" y="7897812"/>
            <a:ext cx="2312980" cy="365128"/>
          </a:xfrm>
          <a:prstGeom prst="rect">
            <a:avLst/>
          </a:prstGeom>
        </p:spPr>
        <p:txBody>
          <a:bodyPr/>
          <a:lstStyle>
            <a:lvl1pPr defTabSz="1243272">
              <a:spcBef>
                <a:spcPts val="1300"/>
              </a:spcBef>
              <a:defRPr sz="1650">
                <a:solidFill>
                  <a:srgbClr val="FFFFFF"/>
                </a:solidFill>
              </a:defRPr>
            </a:lvl1pPr>
          </a:lstStyle>
          <a:p>
            <a:pPr>
              <a:defRPr/>
            </a:pPr>
            <a:r>
              <a:t>Text</a:t>
            </a:r>
          </a:p>
        </p:txBody>
      </p:sp>
      <p:sp>
        <p:nvSpPr>
          <p:cNvPr id="127" name="Text Placeholder 33"/>
          <p:cNvSpPr>
            <a:spLocks noGrp="1"/>
          </p:cNvSpPr>
          <p:nvPr>
            <p:ph type="body" sz="quarter" idx="33" hasCustomPrompt="1"/>
          </p:nvPr>
        </p:nvSpPr>
        <p:spPr bwMode="auto">
          <a:xfrm>
            <a:off x="886293" y="10004433"/>
            <a:ext cx="5079846" cy="415926"/>
          </a:xfrm>
          <a:prstGeom prst="rect">
            <a:avLst/>
          </a:prstGeom>
        </p:spPr>
        <p:txBody>
          <a:bodyPr/>
          <a:lstStyle>
            <a:lvl1pPr algn="ctr" defTabSz="1426108">
              <a:spcBef>
                <a:spcPts val="1500"/>
              </a:spcBef>
              <a:defRPr sz="2200">
                <a:solidFill>
                  <a:srgbClr val="404040"/>
                </a:solidFill>
                <a:latin typeface="Montserrat Semi Bold"/>
                <a:ea typeface="Montserrat Semi Bold"/>
                <a:cs typeface="Montserrat Semi Bold"/>
              </a:defRPr>
            </a:lvl1pPr>
          </a:lstStyle>
          <a:p>
            <a:pPr>
              <a:defRPr/>
            </a:pPr>
            <a:r>
              <a:t>Text</a:t>
            </a:r>
          </a:p>
        </p:txBody>
      </p:sp>
      <p:sp>
        <p:nvSpPr>
          <p:cNvPr id="128" name="Text Placeholder 33"/>
          <p:cNvSpPr>
            <a:spLocks noGrp="1"/>
          </p:cNvSpPr>
          <p:nvPr>
            <p:ph type="body" sz="quarter" idx="34" hasCustomPrompt="1"/>
          </p:nvPr>
        </p:nvSpPr>
        <p:spPr bwMode="auto">
          <a:xfrm>
            <a:off x="886293" y="10614035"/>
            <a:ext cx="5079846" cy="1113518"/>
          </a:xfrm>
          <a:prstGeom prst="rect">
            <a:avLst/>
          </a:prstGeom>
        </p:spPr>
        <p:txBody>
          <a:bodyPr/>
          <a:lstStyle>
            <a:lvl1pPr algn="ctr">
              <a:defRPr sz="2400">
                <a:solidFill>
                  <a:schemeClr val="accent4"/>
                </a:solidFill>
              </a:defRPr>
            </a:lvl1pPr>
          </a:lstStyle>
          <a:p>
            <a:pPr>
              <a:defRPr/>
            </a:pPr>
            <a:r>
              <a:t>Text</a:t>
            </a:r>
          </a:p>
        </p:txBody>
      </p:sp>
      <p:sp>
        <p:nvSpPr>
          <p:cNvPr id="129" name="Text Placeholder 33"/>
          <p:cNvSpPr>
            <a:spLocks noGrp="1"/>
          </p:cNvSpPr>
          <p:nvPr>
            <p:ph type="body" sz="quarter" idx="35" hasCustomPrompt="1"/>
          </p:nvPr>
        </p:nvSpPr>
        <p:spPr bwMode="auto">
          <a:xfrm>
            <a:off x="6686239" y="10004433"/>
            <a:ext cx="5079846" cy="415926"/>
          </a:xfrm>
          <a:prstGeom prst="rect">
            <a:avLst/>
          </a:prstGeom>
        </p:spPr>
        <p:txBody>
          <a:bodyPr/>
          <a:lstStyle>
            <a:lvl1pPr algn="ctr" defTabSz="1426108">
              <a:spcBef>
                <a:spcPts val="1500"/>
              </a:spcBef>
              <a:defRPr sz="2200">
                <a:solidFill>
                  <a:srgbClr val="404040"/>
                </a:solidFill>
                <a:latin typeface="Montserrat Semi Bold"/>
                <a:ea typeface="Montserrat Semi Bold"/>
                <a:cs typeface="Montserrat Semi Bold"/>
              </a:defRPr>
            </a:lvl1pPr>
          </a:lstStyle>
          <a:p>
            <a:pPr>
              <a:defRPr/>
            </a:pPr>
            <a:r>
              <a:t>Text</a:t>
            </a:r>
          </a:p>
        </p:txBody>
      </p:sp>
      <p:sp>
        <p:nvSpPr>
          <p:cNvPr id="130" name="Text Placeholder 33"/>
          <p:cNvSpPr>
            <a:spLocks noGrp="1"/>
          </p:cNvSpPr>
          <p:nvPr>
            <p:ph type="body" sz="quarter" idx="36" hasCustomPrompt="1"/>
          </p:nvPr>
        </p:nvSpPr>
        <p:spPr bwMode="auto">
          <a:xfrm>
            <a:off x="6686239" y="10614035"/>
            <a:ext cx="5079846" cy="1113518"/>
          </a:xfrm>
          <a:prstGeom prst="rect">
            <a:avLst/>
          </a:prstGeom>
        </p:spPr>
        <p:txBody>
          <a:bodyPr/>
          <a:lstStyle>
            <a:lvl1pPr algn="ctr">
              <a:defRPr sz="2400">
                <a:solidFill>
                  <a:schemeClr val="accent4"/>
                </a:solidFill>
              </a:defRPr>
            </a:lvl1pPr>
          </a:lstStyle>
          <a:p>
            <a:pPr>
              <a:defRPr/>
            </a:pPr>
            <a:r>
              <a:t>Text</a:t>
            </a:r>
          </a:p>
        </p:txBody>
      </p:sp>
      <p:sp>
        <p:nvSpPr>
          <p:cNvPr id="131" name="Text Placeholder 33"/>
          <p:cNvSpPr>
            <a:spLocks noGrp="1"/>
          </p:cNvSpPr>
          <p:nvPr>
            <p:ph type="body" sz="quarter" idx="37" hasCustomPrompt="1"/>
          </p:nvPr>
        </p:nvSpPr>
        <p:spPr bwMode="auto">
          <a:xfrm>
            <a:off x="12559185" y="10001057"/>
            <a:ext cx="5079846" cy="415926"/>
          </a:xfrm>
          <a:prstGeom prst="rect">
            <a:avLst/>
          </a:prstGeom>
        </p:spPr>
        <p:txBody>
          <a:bodyPr/>
          <a:lstStyle>
            <a:lvl1pPr algn="ctr" defTabSz="1426108">
              <a:spcBef>
                <a:spcPts val="1500"/>
              </a:spcBef>
              <a:defRPr sz="2200">
                <a:solidFill>
                  <a:srgbClr val="404040"/>
                </a:solidFill>
                <a:latin typeface="Montserrat Semi Bold"/>
                <a:ea typeface="Montserrat Semi Bold"/>
                <a:cs typeface="Montserrat Semi Bold"/>
              </a:defRPr>
            </a:lvl1pPr>
          </a:lstStyle>
          <a:p>
            <a:pPr>
              <a:defRPr/>
            </a:pPr>
            <a:r>
              <a:t>Text</a:t>
            </a:r>
          </a:p>
        </p:txBody>
      </p:sp>
      <p:sp>
        <p:nvSpPr>
          <p:cNvPr id="132" name="Text Placeholder 33"/>
          <p:cNvSpPr>
            <a:spLocks noGrp="1"/>
          </p:cNvSpPr>
          <p:nvPr>
            <p:ph type="body" sz="quarter" idx="38" hasCustomPrompt="1"/>
          </p:nvPr>
        </p:nvSpPr>
        <p:spPr bwMode="auto">
          <a:xfrm>
            <a:off x="12559185" y="10610661"/>
            <a:ext cx="5079846" cy="1113518"/>
          </a:xfrm>
          <a:prstGeom prst="rect">
            <a:avLst/>
          </a:prstGeom>
        </p:spPr>
        <p:txBody>
          <a:bodyPr/>
          <a:lstStyle>
            <a:lvl1pPr algn="ctr">
              <a:defRPr sz="2400">
                <a:solidFill>
                  <a:schemeClr val="accent4"/>
                </a:solidFill>
              </a:defRPr>
            </a:lvl1pPr>
          </a:lstStyle>
          <a:p>
            <a:pPr>
              <a:defRPr/>
            </a:pPr>
            <a:r>
              <a:t>Text</a:t>
            </a:r>
          </a:p>
        </p:txBody>
      </p:sp>
      <p:sp>
        <p:nvSpPr>
          <p:cNvPr id="133" name="Text Placeholder 33"/>
          <p:cNvSpPr>
            <a:spLocks noGrp="1"/>
          </p:cNvSpPr>
          <p:nvPr>
            <p:ph type="body" sz="quarter" idx="39" hasCustomPrompt="1"/>
          </p:nvPr>
        </p:nvSpPr>
        <p:spPr bwMode="auto">
          <a:xfrm>
            <a:off x="18359135" y="10001057"/>
            <a:ext cx="5079846" cy="415926"/>
          </a:xfrm>
          <a:prstGeom prst="rect">
            <a:avLst/>
          </a:prstGeom>
        </p:spPr>
        <p:txBody>
          <a:bodyPr/>
          <a:lstStyle>
            <a:lvl1pPr algn="ctr" defTabSz="1426108">
              <a:spcBef>
                <a:spcPts val="1500"/>
              </a:spcBef>
              <a:defRPr sz="2200">
                <a:solidFill>
                  <a:srgbClr val="404040"/>
                </a:solidFill>
                <a:latin typeface="Montserrat Semi Bold"/>
                <a:ea typeface="Montserrat Semi Bold"/>
                <a:cs typeface="Montserrat Semi Bold"/>
              </a:defRPr>
            </a:lvl1pPr>
          </a:lstStyle>
          <a:p>
            <a:pPr>
              <a:defRPr/>
            </a:pPr>
            <a:r>
              <a:t>Text</a:t>
            </a:r>
          </a:p>
        </p:txBody>
      </p:sp>
      <p:sp>
        <p:nvSpPr>
          <p:cNvPr id="134" name="Text Placeholder 33"/>
          <p:cNvSpPr>
            <a:spLocks noGrp="1"/>
          </p:cNvSpPr>
          <p:nvPr>
            <p:ph type="body" sz="quarter" idx="40" hasCustomPrompt="1"/>
          </p:nvPr>
        </p:nvSpPr>
        <p:spPr bwMode="auto">
          <a:xfrm>
            <a:off x="18359135" y="10610661"/>
            <a:ext cx="5079846" cy="1113518"/>
          </a:xfrm>
          <a:prstGeom prst="rect">
            <a:avLst/>
          </a:prstGeom>
        </p:spPr>
        <p:txBody>
          <a:bodyPr/>
          <a:lstStyle>
            <a:lvl1pPr algn="ctr">
              <a:defRPr sz="2400">
                <a:solidFill>
                  <a:schemeClr val="accent4"/>
                </a:solidFill>
              </a:defRPr>
            </a:lvl1pPr>
          </a:lstStyle>
          <a:p>
            <a:pPr>
              <a:defRPr/>
            </a:pPr>
            <a:r>
              <a:t>Text</a:t>
            </a:r>
          </a:p>
        </p:txBody>
      </p:sp>
    </p:spTree>
    <p:extLst>
      <p:ext uri="{BB962C8B-B14F-4D97-AF65-F5344CB8AC3E}">
        <p14:creationId xmlns:p14="http://schemas.microsoft.com/office/powerpoint/2010/main" val="222052817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PhAnim="0" type="tx" userDrawn="1">
  <p:cSld name="8_Title and Content">
    <p:spTree>
      <p:nvGrpSpPr>
        <p:cNvPr id="1" name=""/>
        <p:cNvGrpSpPr/>
        <p:nvPr/>
      </p:nvGrpSpPr>
      <p:grpSpPr bwMode="auto">
        <a:xfrm>
          <a:off x="0" y="0"/>
          <a:ext cx="0" cy="0"/>
          <a:chOff x="0" y="0"/>
          <a:chExt cx="0" cy="0"/>
        </a:xfrm>
      </p:grpSpPr>
      <p:sp>
        <p:nvSpPr>
          <p:cNvPr id="141" name="Текст заголовка"/>
          <p:cNvSpPr txBox="1">
            <a:spLocks noGrp="1"/>
          </p:cNvSpPr>
          <p:nvPr>
            <p:ph type="title"/>
          </p:nvPr>
        </p:nvSpPr>
        <p:spPr bwMode="auto">
          <a:xfrm>
            <a:off x="1676836" y="479052"/>
            <a:ext cx="21036680" cy="1521200"/>
          </a:xfrm>
          <a:prstGeom prst="rect">
            <a:avLst/>
          </a:prstGeom>
        </p:spPr>
        <p:txBody>
          <a:bodyPr/>
          <a:lstStyle>
            <a:lvl1pPr algn="ctr">
              <a:defRPr>
                <a:solidFill>
                  <a:srgbClr val="404040"/>
                </a:solidFill>
              </a:defRPr>
            </a:lvl1pPr>
          </a:lstStyle>
          <a:p>
            <a:pPr>
              <a:defRPr/>
            </a:pPr>
            <a:r>
              <a:t>Текст заголовка</a:t>
            </a:r>
          </a:p>
        </p:txBody>
      </p:sp>
      <p:sp>
        <p:nvSpPr>
          <p:cNvPr id="142" name="Уровень текста 1…"/>
          <p:cNvSpPr txBox="1">
            <a:spLocks noGrp="1"/>
          </p:cNvSpPr>
          <p:nvPr>
            <p:ph type="body" sz="quarter" idx="1"/>
          </p:nvPr>
        </p:nvSpPr>
        <p:spPr bwMode="auto">
          <a:xfrm>
            <a:off x="1676836" y="2000250"/>
            <a:ext cx="21036680" cy="457200"/>
          </a:xfrm>
          <a:prstGeom prst="rect">
            <a:avLst/>
          </a:prstGeom>
        </p:spPr>
        <p:txBody>
          <a:bodyPr/>
          <a:lstStyle>
            <a:lvl1pPr algn="ctr">
              <a:defRPr sz="3200">
                <a:solidFill>
                  <a:schemeClr val="accent4"/>
                </a:solidFill>
              </a:defRPr>
            </a:lvl1pPr>
            <a:lvl2pPr algn="ctr">
              <a:defRPr sz="3200">
                <a:solidFill>
                  <a:schemeClr val="accent4"/>
                </a:solidFill>
              </a:defRPr>
            </a:lvl2pPr>
            <a:lvl3pPr algn="ctr">
              <a:defRPr sz="3200">
                <a:solidFill>
                  <a:schemeClr val="accent4"/>
                </a:solidFill>
              </a:defRPr>
            </a:lvl3pPr>
            <a:lvl4pPr algn="ctr">
              <a:defRPr sz="3200">
                <a:solidFill>
                  <a:schemeClr val="accent4"/>
                </a:solidFill>
              </a:defRPr>
            </a:lvl4pPr>
            <a:lvl5pPr algn="ct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
        <p:nvSpPr>
          <p:cNvPr id="143"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144" name="Picture Placeholder 8"/>
          <p:cNvSpPr>
            <a:spLocks noGrp="1"/>
          </p:cNvSpPr>
          <p:nvPr>
            <p:ph type="pic" sz="quarter" idx="21"/>
          </p:nvPr>
        </p:nvSpPr>
        <p:spPr bwMode="auto">
          <a:xfrm>
            <a:off x="1604212" y="3978648"/>
            <a:ext cx="4181040" cy="3713072"/>
          </a:xfrm>
          <a:prstGeom prst="rect">
            <a:avLst/>
          </a:prstGeom>
        </p:spPr>
        <p:txBody>
          <a:bodyPr lIns="91439" rIns="91439">
            <a:noAutofit/>
          </a:bodyPr>
          <a:lstStyle/>
          <a:p>
            <a:pPr>
              <a:defRPr/>
            </a:pPr>
            <a:endParaRPr/>
          </a:p>
        </p:txBody>
      </p:sp>
      <p:sp>
        <p:nvSpPr>
          <p:cNvPr id="145" name="Picture Placeholder 8"/>
          <p:cNvSpPr>
            <a:spLocks noGrp="1"/>
          </p:cNvSpPr>
          <p:nvPr>
            <p:ph type="pic" sz="quarter" idx="22"/>
          </p:nvPr>
        </p:nvSpPr>
        <p:spPr bwMode="auto">
          <a:xfrm>
            <a:off x="6215778" y="3978648"/>
            <a:ext cx="4181040" cy="3713072"/>
          </a:xfrm>
          <a:prstGeom prst="rect">
            <a:avLst/>
          </a:prstGeom>
        </p:spPr>
        <p:txBody>
          <a:bodyPr lIns="91439" rIns="91439">
            <a:noAutofit/>
          </a:bodyPr>
          <a:lstStyle/>
          <a:p>
            <a:pPr>
              <a:defRPr/>
            </a:pPr>
            <a:endParaRPr/>
          </a:p>
        </p:txBody>
      </p:sp>
      <p:sp>
        <p:nvSpPr>
          <p:cNvPr id="146" name="Picture Placeholder 8"/>
          <p:cNvSpPr>
            <a:spLocks noGrp="1"/>
          </p:cNvSpPr>
          <p:nvPr>
            <p:ph type="pic" sz="quarter" idx="23"/>
          </p:nvPr>
        </p:nvSpPr>
        <p:spPr bwMode="auto">
          <a:xfrm>
            <a:off x="1604212" y="8104094"/>
            <a:ext cx="4181040" cy="3713072"/>
          </a:xfrm>
          <a:prstGeom prst="rect">
            <a:avLst/>
          </a:prstGeom>
        </p:spPr>
        <p:txBody>
          <a:bodyPr lIns="91439" rIns="91439">
            <a:noAutofit/>
          </a:bodyPr>
          <a:lstStyle/>
          <a:p>
            <a:pPr>
              <a:defRPr/>
            </a:pPr>
            <a:endParaRPr/>
          </a:p>
        </p:txBody>
      </p:sp>
      <p:sp>
        <p:nvSpPr>
          <p:cNvPr id="147" name="Picture Placeholder 8"/>
          <p:cNvSpPr>
            <a:spLocks noGrp="1"/>
          </p:cNvSpPr>
          <p:nvPr>
            <p:ph type="pic" sz="quarter" idx="24"/>
          </p:nvPr>
        </p:nvSpPr>
        <p:spPr bwMode="auto">
          <a:xfrm>
            <a:off x="6215778" y="8104094"/>
            <a:ext cx="4181040" cy="3713072"/>
          </a:xfrm>
          <a:prstGeom prst="rect">
            <a:avLst/>
          </a:prstGeom>
        </p:spPr>
        <p:txBody>
          <a:bodyPr lIns="91439" rIns="91439">
            <a:noAutofit/>
          </a:bodyPr>
          <a:lstStyle/>
          <a:p>
            <a:pPr>
              <a:defRPr/>
            </a:pPr>
            <a:endParaRPr/>
          </a:p>
        </p:txBody>
      </p:sp>
      <p:sp>
        <p:nvSpPr>
          <p:cNvPr id="148" name="Text Placeholder 33"/>
          <p:cNvSpPr>
            <a:spLocks noGrp="1"/>
          </p:cNvSpPr>
          <p:nvPr>
            <p:ph type="body" sz="quarter" idx="25" hasCustomPrompt="1"/>
          </p:nvPr>
        </p:nvSpPr>
        <p:spPr bwMode="auto">
          <a:xfrm>
            <a:off x="12220597" y="5293105"/>
            <a:ext cx="5079846" cy="415926"/>
          </a:xfrm>
          <a:prstGeom prst="rect">
            <a:avLst/>
          </a:prstGeom>
        </p:spPr>
        <p:txBody>
          <a:bodyPr/>
          <a:lstStyle>
            <a:lvl1pPr algn="ctr" defTabSz="1243272">
              <a:spcBef>
                <a:spcPts val="1300"/>
              </a:spcBef>
              <a:defRPr sz="2200">
                <a:solidFill>
                  <a:srgbClr val="404040"/>
                </a:solidFill>
                <a:latin typeface="Montserrat Semi Bold"/>
                <a:ea typeface="Montserrat Semi Bold"/>
                <a:cs typeface="Montserrat Semi Bold"/>
              </a:defRPr>
            </a:lvl1pPr>
          </a:lstStyle>
          <a:p>
            <a:pPr>
              <a:defRPr/>
            </a:pPr>
            <a:r>
              <a:t>Text</a:t>
            </a:r>
          </a:p>
        </p:txBody>
      </p:sp>
      <p:sp>
        <p:nvSpPr>
          <p:cNvPr id="149" name="Text Placeholder 33"/>
          <p:cNvSpPr>
            <a:spLocks noGrp="1"/>
          </p:cNvSpPr>
          <p:nvPr>
            <p:ph type="body" sz="quarter" idx="26" hasCustomPrompt="1"/>
          </p:nvPr>
        </p:nvSpPr>
        <p:spPr bwMode="auto">
          <a:xfrm>
            <a:off x="12220597" y="6475349"/>
            <a:ext cx="5079846" cy="1113518"/>
          </a:xfrm>
          <a:prstGeom prst="rect">
            <a:avLst/>
          </a:prstGeom>
        </p:spPr>
        <p:txBody>
          <a:bodyPr/>
          <a:lstStyle>
            <a:lvl1pPr algn="ctr">
              <a:defRPr sz="2400">
                <a:solidFill>
                  <a:schemeClr val="accent4"/>
                </a:solidFill>
              </a:defRPr>
            </a:lvl1pPr>
          </a:lstStyle>
          <a:p>
            <a:pPr>
              <a:defRPr/>
            </a:pPr>
            <a:r>
              <a:t>Text</a:t>
            </a:r>
          </a:p>
        </p:txBody>
      </p:sp>
      <p:sp>
        <p:nvSpPr>
          <p:cNvPr id="150" name="Text Placeholder 33"/>
          <p:cNvSpPr>
            <a:spLocks noGrp="1"/>
          </p:cNvSpPr>
          <p:nvPr>
            <p:ph type="body" sz="quarter" idx="27" hasCustomPrompt="1"/>
          </p:nvPr>
        </p:nvSpPr>
        <p:spPr bwMode="auto">
          <a:xfrm>
            <a:off x="12220597" y="5884229"/>
            <a:ext cx="5079846" cy="415926"/>
          </a:xfrm>
          <a:prstGeom prst="rect">
            <a:avLst/>
          </a:prstGeom>
        </p:spPr>
        <p:txBody>
          <a:bodyPr/>
          <a:lstStyle>
            <a:lvl1pPr algn="ctr" defTabSz="1444390">
              <a:spcBef>
                <a:spcPts val="1500"/>
              </a:spcBef>
              <a:defRPr sz="1900">
                <a:solidFill>
                  <a:srgbClr val="404040"/>
                </a:solidFill>
              </a:defRPr>
            </a:lvl1pPr>
          </a:lstStyle>
          <a:p>
            <a:pPr>
              <a:defRPr/>
            </a:pPr>
            <a:r>
              <a:t>Text</a:t>
            </a:r>
          </a:p>
        </p:txBody>
      </p:sp>
      <p:sp>
        <p:nvSpPr>
          <p:cNvPr id="151" name="Text Placeholder 33"/>
          <p:cNvSpPr>
            <a:spLocks noGrp="1"/>
          </p:cNvSpPr>
          <p:nvPr>
            <p:ph type="body" sz="quarter" idx="28" hasCustomPrompt="1"/>
          </p:nvPr>
        </p:nvSpPr>
        <p:spPr bwMode="auto">
          <a:xfrm>
            <a:off x="17677155" y="5293105"/>
            <a:ext cx="5079846" cy="415926"/>
          </a:xfrm>
          <a:prstGeom prst="rect">
            <a:avLst/>
          </a:prstGeom>
        </p:spPr>
        <p:txBody>
          <a:bodyPr/>
          <a:lstStyle>
            <a:lvl1pPr algn="ctr" defTabSz="1243272">
              <a:spcBef>
                <a:spcPts val="1300"/>
              </a:spcBef>
              <a:defRPr sz="2200">
                <a:solidFill>
                  <a:srgbClr val="404040"/>
                </a:solidFill>
                <a:latin typeface="Montserrat Semi Bold"/>
                <a:ea typeface="Montserrat Semi Bold"/>
                <a:cs typeface="Montserrat Semi Bold"/>
              </a:defRPr>
            </a:lvl1pPr>
          </a:lstStyle>
          <a:p>
            <a:pPr>
              <a:defRPr/>
            </a:pPr>
            <a:r>
              <a:t>Text</a:t>
            </a:r>
          </a:p>
        </p:txBody>
      </p:sp>
      <p:sp>
        <p:nvSpPr>
          <p:cNvPr id="152" name="Text Placeholder 33"/>
          <p:cNvSpPr>
            <a:spLocks noGrp="1"/>
          </p:cNvSpPr>
          <p:nvPr>
            <p:ph type="body" sz="quarter" idx="29" hasCustomPrompt="1"/>
          </p:nvPr>
        </p:nvSpPr>
        <p:spPr bwMode="auto">
          <a:xfrm>
            <a:off x="17677153" y="6475349"/>
            <a:ext cx="5079846" cy="1113518"/>
          </a:xfrm>
          <a:prstGeom prst="rect">
            <a:avLst/>
          </a:prstGeom>
        </p:spPr>
        <p:txBody>
          <a:bodyPr/>
          <a:lstStyle>
            <a:lvl1pPr algn="ctr">
              <a:defRPr sz="2400">
                <a:solidFill>
                  <a:schemeClr val="accent4"/>
                </a:solidFill>
              </a:defRPr>
            </a:lvl1pPr>
          </a:lstStyle>
          <a:p>
            <a:pPr>
              <a:defRPr/>
            </a:pPr>
            <a:r>
              <a:t>Text</a:t>
            </a:r>
          </a:p>
        </p:txBody>
      </p:sp>
      <p:sp>
        <p:nvSpPr>
          <p:cNvPr id="153" name="Text Placeholder 33"/>
          <p:cNvSpPr>
            <a:spLocks noGrp="1"/>
          </p:cNvSpPr>
          <p:nvPr>
            <p:ph type="body" sz="quarter" idx="30" hasCustomPrompt="1"/>
          </p:nvPr>
        </p:nvSpPr>
        <p:spPr bwMode="auto">
          <a:xfrm>
            <a:off x="17677155" y="5884229"/>
            <a:ext cx="5079846" cy="415926"/>
          </a:xfrm>
          <a:prstGeom prst="rect">
            <a:avLst/>
          </a:prstGeom>
        </p:spPr>
        <p:txBody>
          <a:bodyPr/>
          <a:lstStyle>
            <a:lvl1pPr algn="ctr" defTabSz="1444390">
              <a:spcBef>
                <a:spcPts val="1500"/>
              </a:spcBef>
              <a:defRPr sz="1900">
                <a:solidFill>
                  <a:srgbClr val="404040"/>
                </a:solidFill>
              </a:defRPr>
            </a:lvl1pPr>
          </a:lstStyle>
          <a:p>
            <a:pPr>
              <a:defRPr/>
            </a:pPr>
            <a:r>
              <a:t>Text</a:t>
            </a:r>
          </a:p>
        </p:txBody>
      </p:sp>
      <p:sp>
        <p:nvSpPr>
          <p:cNvPr id="154" name="Text Placeholder 33"/>
          <p:cNvSpPr>
            <a:spLocks noGrp="1"/>
          </p:cNvSpPr>
          <p:nvPr>
            <p:ph type="body" sz="quarter" idx="31" hasCustomPrompt="1"/>
          </p:nvPr>
        </p:nvSpPr>
        <p:spPr bwMode="auto">
          <a:xfrm>
            <a:off x="12213213" y="8097287"/>
            <a:ext cx="5079846" cy="415926"/>
          </a:xfrm>
          <a:prstGeom prst="rect">
            <a:avLst/>
          </a:prstGeom>
        </p:spPr>
        <p:txBody>
          <a:bodyPr/>
          <a:lstStyle>
            <a:lvl1pPr algn="ctr" defTabSz="1243272">
              <a:spcBef>
                <a:spcPts val="1300"/>
              </a:spcBef>
              <a:defRPr sz="2200">
                <a:solidFill>
                  <a:srgbClr val="404040"/>
                </a:solidFill>
                <a:latin typeface="Montserrat Semi Bold"/>
                <a:ea typeface="Montserrat Semi Bold"/>
                <a:cs typeface="Montserrat Semi Bold"/>
              </a:defRPr>
            </a:lvl1pPr>
          </a:lstStyle>
          <a:p>
            <a:pPr>
              <a:defRPr/>
            </a:pPr>
            <a:r>
              <a:t>Text</a:t>
            </a:r>
          </a:p>
        </p:txBody>
      </p:sp>
      <p:sp>
        <p:nvSpPr>
          <p:cNvPr id="155" name="Text Placeholder 33"/>
          <p:cNvSpPr>
            <a:spLocks noGrp="1"/>
          </p:cNvSpPr>
          <p:nvPr>
            <p:ph type="body" sz="quarter" idx="32" hasCustomPrompt="1"/>
          </p:nvPr>
        </p:nvSpPr>
        <p:spPr bwMode="auto">
          <a:xfrm>
            <a:off x="12213213" y="9279545"/>
            <a:ext cx="5079846" cy="1113518"/>
          </a:xfrm>
          <a:prstGeom prst="rect">
            <a:avLst/>
          </a:prstGeom>
        </p:spPr>
        <p:txBody>
          <a:bodyPr/>
          <a:lstStyle>
            <a:lvl1pPr algn="ctr">
              <a:defRPr sz="2400">
                <a:solidFill>
                  <a:schemeClr val="accent4"/>
                </a:solidFill>
              </a:defRPr>
            </a:lvl1pPr>
          </a:lstStyle>
          <a:p>
            <a:pPr>
              <a:defRPr/>
            </a:pPr>
            <a:r>
              <a:t>Text</a:t>
            </a:r>
          </a:p>
        </p:txBody>
      </p:sp>
      <p:sp>
        <p:nvSpPr>
          <p:cNvPr id="156" name="Text Placeholder 33"/>
          <p:cNvSpPr>
            <a:spLocks noGrp="1"/>
          </p:cNvSpPr>
          <p:nvPr>
            <p:ph type="body" sz="quarter" idx="33" hasCustomPrompt="1"/>
          </p:nvPr>
        </p:nvSpPr>
        <p:spPr bwMode="auto">
          <a:xfrm>
            <a:off x="12213213" y="8688419"/>
            <a:ext cx="5079846" cy="415926"/>
          </a:xfrm>
          <a:prstGeom prst="rect">
            <a:avLst/>
          </a:prstGeom>
        </p:spPr>
        <p:txBody>
          <a:bodyPr/>
          <a:lstStyle>
            <a:lvl1pPr algn="ctr" defTabSz="1444390">
              <a:spcBef>
                <a:spcPts val="1500"/>
              </a:spcBef>
              <a:defRPr sz="1900">
                <a:solidFill>
                  <a:srgbClr val="404040"/>
                </a:solidFill>
              </a:defRPr>
            </a:lvl1pPr>
          </a:lstStyle>
          <a:p>
            <a:pPr>
              <a:defRPr/>
            </a:pPr>
            <a:r>
              <a:t>Text</a:t>
            </a:r>
          </a:p>
        </p:txBody>
      </p:sp>
      <p:sp>
        <p:nvSpPr>
          <p:cNvPr id="157" name="Text Placeholder 33"/>
          <p:cNvSpPr>
            <a:spLocks noGrp="1"/>
          </p:cNvSpPr>
          <p:nvPr>
            <p:ph type="body" sz="quarter" idx="34" hasCustomPrompt="1"/>
          </p:nvPr>
        </p:nvSpPr>
        <p:spPr bwMode="auto">
          <a:xfrm>
            <a:off x="17669775" y="8097287"/>
            <a:ext cx="5079846" cy="415926"/>
          </a:xfrm>
          <a:prstGeom prst="rect">
            <a:avLst/>
          </a:prstGeom>
        </p:spPr>
        <p:txBody>
          <a:bodyPr/>
          <a:lstStyle>
            <a:lvl1pPr algn="ctr" defTabSz="1243272">
              <a:spcBef>
                <a:spcPts val="1300"/>
              </a:spcBef>
              <a:defRPr sz="2200">
                <a:solidFill>
                  <a:srgbClr val="404040"/>
                </a:solidFill>
                <a:latin typeface="Montserrat Semi Bold"/>
                <a:ea typeface="Montserrat Semi Bold"/>
                <a:cs typeface="Montserrat Semi Bold"/>
              </a:defRPr>
            </a:lvl1pPr>
          </a:lstStyle>
          <a:p>
            <a:pPr>
              <a:defRPr/>
            </a:pPr>
            <a:r>
              <a:t>Text</a:t>
            </a:r>
          </a:p>
        </p:txBody>
      </p:sp>
      <p:sp>
        <p:nvSpPr>
          <p:cNvPr id="158" name="Text Placeholder 33"/>
          <p:cNvSpPr>
            <a:spLocks noGrp="1"/>
          </p:cNvSpPr>
          <p:nvPr>
            <p:ph type="body" sz="quarter" idx="35" hasCustomPrompt="1"/>
          </p:nvPr>
        </p:nvSpPr>
        <p:spPr bwMode="auto">
          <a:xfrm>
            <a:off x="17669775" y="9279545"/>
            <a:ext cx="5079846" cy="1113518"/>
          </a:xfrm>
          <a:prstGeom prst="rect">
            <a:avLst/>
          </a:prstGeom>
        </p:spPr>
        <p:txBody>
          <a:bodyPr/>
          <a:lstStyle>
            <a:lvl1pPr algn="ctr">
              <a:defRPr sz="2400">
                <a:solidFill>
                  <a:schemeClr val="accent4"/>
                </a:solidFill>
              </a:defRPr>
            </a:lvl1pPr>
          </a:lstStyle>
          <a:p>
            <a:pPr>
              <a:defRPr/>
            </a:pPr>
            <a:r>
              <a:t>Text</a:t>
            </a:r>
          </a:p>
        </p:txBody>
      </p:sp>
      <p:sp>
        <p:nvSpPr>
          <p:cNvPr id="159" name="Text Placeholder 33"/>
          <p:cNvSpPr>
            <a:spLocks noGrp="1"/>
          </p:cNvSpPr>
          <p:nvPr>
            <p:ph type="body" sz="quarter" idx="36" hasCustomPrompt="1"/>
          </p:nvPr>
        </p:nvSpPr>
        <p:spPr bwMode="auto">
          <a:xfrm>
            <a:off x="17669775" y="8688419"/>
            <a:ext cx="5079846" cy="415926"/>
          </a:xfrm>
          <a:prstGeom prst="rect">
            <a:avLst/>
          </a:prstGeom>
        </p:spPr>
        <p:txBody>
          <a:bodyPr/>
          <a:lstStyle>
            <a:lvl1pPr algn="ctr" defTabSz="1444390">
              <a:spcBef>
                <a:spcPts val="1500"/>
              </a:spcBef>
              <a:defRPr sz="1900">
                <a:solidFill>
                  <a:srgbClr val="404040"/>
                </a:solidFill>
              </a:defRPr>
            </a:lvl1pPr>
          </a:lstStyle>
          <a:p>
            <a:pPr>
              <a:defRPr/>
            </a:pPr>
            <a:r>
              <a:t>Text</a:t>
            </a:r>
          </a:p>
        </p:txBody>
      </p:sp>
    </p:spTree>
    <p:extLst>
      <p:ext uri="{BB962C8B-B14F-4D97-AF65-F5344CB8AC3E}">
        <p14:creationId xmlns:p14="http://schemas.microsoft.com/office/powerpoint/2010/main" val="100819836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PhAnim="0" type="tx" userDrawn="1">
  <p:cSld name="9_Title and Content">
    <p:spTree>
      <p:nvGrpSpPr>
        <p:cNvPr id="1" name=""/>
        <p:cNvGrpSpPr/>
        <p:nvPr/>
      </p:nvGrpSpPr>
      <p:grpSpPr bwMode="auto">
        <a:xfrm>
          <a:off x="0" y="0"/>
          <a:ext cx="0" cy="0"/>
          <a:chOff x="0" y="0"/>
          <a:chExt cx="0" cy="0"/>
        </a:xfrm>
      </p:grpSpPr>
      <p:sp>
        <p:nvSpPr>
          <p:cNvPr id="166" name="Текст заголовка"/>
          <p:cNvSpPr txBox="1">
            <a:spLocks noGrp="1"/>
          </p:cNvSpPr>
          <p:nvPr>
            <p:ph type="title"/>
          </p:nvPr>
        </p:nvSpPr>
        <p:spPr bwMode="auto">
          <a:xfrm>
            <a:off x="1676836" y="529297"/>
            <a:ext cx="21036680" cy="1470962"/>
          </a:xfrm>
          <a:prstGeom prst="rect">
            <a:avLst/>
          </a:prstGeom>
        </p:spPr>
        <p:txBody>
          <a:bodyPr/>
          <a:lstStyle>
            <a:lvl1pPr algn="ctr">
              <a:defRPr>
                <a:solidFill>
                  <a:srgbClr val="404040"/>
                </a:solidFill>
              </a:defRPr>
            </a:lvl1pPr>
          </a:lstStyle>
          <a:p>
            <a:pPr>
              <a:defRPr/>
            </a:pPr>
            <a:r>
              <a:t>Текст заголовка</a:t>
            </a:r>
          </a:p>
        </p:txBody>
      </p:sp>
      <p:sp>
        <p:nvSpPr>
          <p:cNvPr id="167" name="Уровень текста 1…"/>
          <p:cNvSpPr txBox="1">
            <a:spLocks noGrp="1"/>
          </p:cNvSpPr>
          <p:nvPr>
            <p:ph type="body" sz="quarter" idx="1"/>
          </p:nvPr>
        </p:nvSpPr>
        <p:spPr bwMode="auto">
          <a:xfrm>
            <a:off x="1676836" y="2000250"/>
            <a:ext cx="21036680" cy="457200"/>
          </a:xfrm>
          <a:prstGeom prst="rect">
            <a:avLst/>
          </a:prstGeom>
        </p:spPr>
        <p:txBody>
          <a:bodyPr/>
          <a:lstStyle>
            <a:lvl1pPr algn="ctr">
              <a:defRPr sz="3200">
                <a:solidFill>
                  <a:schemeClr val="accent4"/>
                </a:solidFill>
              </a:defRPr>
            </a:lvl1pPr>
            <a:lvl2pPr algn="ctr">
              <a:defRPr sz="3200">
                <a:solidFill>
                  <a:schemeClr val="accent4"/>
                </a:solidFill>
              </a:defRPr>
            </a:lvl2pPr>
            <a:lvl3pPr algn="ctr">
              <a:defRPr sz="3200">
                <a:solidFill>
                  <a:schemeClr val="accent4"/>
                </a:solidFill>
              </a:defRPr>
            </a:lvl3pPr>
            <a:lvl4pPr algn="ctr">
              <a:defRPr sz="3200">
                <a:solidFill>
                  <a:schemeClr val="accent4"/>
                </a:solidFill>
              </a:defRPr>
            </a:lvl4pPr>
            <a:lvl5pPr algn="ct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
        <p:nvSpPr>
          <p:cNvPr id="168"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169" name="Picture Placeholder 9"/>
          <p:cNvSpPr>
            <a:spLocks noGrp="1"/>
          </p:cNvSpPr>
          <p:nvPr>
            <p:ph type="pic" sz="quarter" idx="21"/>
          </p:nvPr>
        </p:nvSpPr>
        <p:spPr bwMode="auto">
          <a:xfrm>
            <a:off x="1216814" y="3997142"/>
            <a:ext cx="3373608" cy="3371852"/>
          </a:xfrm>
          <a:prstGeom prst="rect">
            <a:avLst/>
          </a:prstGeom>
        </p:spPr>
        <p:txBody>
          <a:bodyPr lIns="91439" rIns="91439">
            <a:noAutofit/>
          </a:bodyPr>
          <a:lstStyle/>
          <a:p>
            <a:pPr>
              <a:defRPr/>
            </a:pPr>
            <a:endParaRPr/>
          </a:p>
        </p:txBody>
      </p:sp>
      <p:sp>
        <p:nvSpPr>
          <p:cNvPr id="170" name="Picture Placeholder 10"/>
          <p:cNvSpPr>
            <a:spLocks noGrp="1"/>
          </p:cNvSpPr>
          <p:nvPr>
            <p:ph type="pic" sz="quarter" idx="22"/>
          </p:nvPr>
        </p:nvSpPr>
        <p:spPr bwMode="auto">
          <a:xfrm>
            <a:off x="5862594" y="3997142"/>
            <a:ext cx="3373608" cy="3371852"/>
          </a:xfrm>
          <a:prstGeom prst="rect">
            <a:avLst/>
          </a:prstGeom>
        </p:spPr>
        <p:txBody>
          <a:bodyPr lIns="91439" rIns="91439">
            <a:noAutofit/>
          </a:bodyPr>
          <a:lstStyle/>
          <a:p>
            <a:pPr>
              <a:defRPr/>
            </a:pPr>
            <a:endParaRPr/>
          </a:p>
        </p:txBody>
      </p:sp>
      <p:sp>
        <p:nvSpPr>
          <p:cNvPr id="171" name="Picture Placeholder 11"/>
          <p:cNvSpPr>
            <a:spLocks noGrp="1"/>
          </p:cNvSpPr>
          <p:nvPr>
            <p:ph type="pic" sz="quarter" idx="23"/>
          </p:nvPr>
        </p:nvSpPr>
        <p:spPr bwMode="auto">
          <a:xfrm>
            <a:off x="10508372" y="3997142"/>
            <a:ext cx="3373608" cy="3371852"/>
          </a:xfrm>
          <a:prstGeom prst="rect">
            <a:avLst/>
          </a:prstGeom>
        </p:spPr>
        <p:txBody>
          <a:bodyPr lIns="91439" rIns="91439">
            <a:noAutofit/>
          </a:bodyPr>
          <a:lstStyle/>
          <a:p>
            <a:pPr>
              <a:defRPr/>
            </a:pPr>
            <a:endParaRPr/>
          </a:p>
        </p:txBody>
      </p:sp>
      <p:sp>
        <p:nvSpPr>
          <p:cNvPr id="172" name="Picture Placeholder 12"/>
          <p:cNvSpPr>
            <a:spLocks noGrp="1"/>
          </p:cNvSpPr>
          <p:nvPr>
            <p:ph type="pic" sz="quarter" idx="24"/>
          </p:nvPr>
        </p:nvSpPr>
        <p:spPr bwMode="auto">
          <a:xfrm>
            <a:off x="15154152" y="3997142"/>
            <a:ext cx="3373608" cy="3371852"/>
          </a:xfrm>
          <a:prstGeom prst="rect">
            <a:avLst/>
          </a:prstGeom>
        </p:spPr>
        <p:txBody>
          <a:bodyPr lIns="91439" rIns="91439">
            <a:noAutofit/>
          </a:bodyPr>
          <a:lstStyle/>
          <a:p>
            <a:pPr>
              <a:defRPr/>
            </a:pPr>
            <a:endParaRPr/>
          </a:p>
        </p:txBody>
      </p:sp>
      <p:sp>
        <p:nvSpPr>
          <p:cNvPr id="173" name="Picture Placeholder 13"/>
          <p:cNvSpPr>
            <a:spLocks noGrp="1"/>
          </p:cNvSpPr>
          <p:nvPr>
            <p:ph type="pic" sz="quarter" idx="25"/>
          </p:nvPr>
        </p:nvSpPr>
        <p:spPr bwMode="auto">
          <a:xfrm>
            <a:off x="19799930" y="3936820"/>
            <a:ext cx="3373608" cy="3371852"/>
          </a:xfrm>
          <a:prstGeom prst="rect">
            <a:avLst/>
          </a:prstGeom>
        </p:spPr>
        <p:txBody>
          <a:bodyPr lIns="91439" rIns="91439">
            <a:noAutofit/>
          </a:bodyPr>
          <a:lstStyle/>
          <a:p>
            <a:pPr>
              <a:defRPr/>
            </a:pPr>
            <a:endParaRPr/>
          </a:p>
        </p:txBody>
      </p:sp>
      <p:sp>
        <p:nvSpPr>
          <p:cNvPr id="174" name="Text Placeholder 33"/>
          <p:cNvSpPr>
            <a:spLocks noGrp="1"/>
          </p:cNvSpPr>
          <p:nvPr>
            <p:ph type="body" sz="quarter" idx="26" hasCustomPrompt="1"/>
          </p:nvPr>
        </p:nvSpPr>
        <p:spPr bwMode="auto">
          <a:xfrm>
            <a:off x="966801" y="8074529"/>
            <a:ext cx="3725282" cy="415926"/>
          </a:xfrm>
          <a:prstGeom prst="rect">
            <a:avLst/>
          </a:prstGeom>
        </p:spPr>
        <p:txBody>
          <a:bodyPr/>
          <a:lstStyle>
            <a:lvl1pPr algn="ctr" defTabSz="1243272">
              <a:spcBef>
                <a:spcPts val="1300"/>
              </a:spcBef>
              <a:defRPr sz="2200">
                <a:solidFill>
                  <a:srgbClr val="404040"/>
                </a:solidFill>
                <a:latin typeface="Montserrat Semi Bold"/>
                <a:ea typeface="Montserrat Semi Bold"/>
                <a:cs typeface="Montserrat Semi Bold"/>
              </a:defRPr>
            </a:lvl1pPr>
          </a:lstStyle>
          <a:p>
            <a:pPr>
              <a:defRPr/>
            </a:pPr>
            <a:r>
              <a:t>Text</a:t>
            </a:r>
          </a:p>
        </p:txBody>
      </p:sp>
      <p:sp>
        <p:nvSpPr>
          <p:cNvPr id="175" name="Text Placeholder 33"/>
          <p:cNvSpPr>
            <a:spLocks noGrp="1"/>
          </p:cNvSpPr>
          <p:nvPr>
            <p:ph type="body" sz="quarter" idx="27" hasCustomPrompt="1"/>
          </p:nvPr>
        </p:nvSpPr>
        <p:spPr bwMode="auto">
          <a:xfrm>
            <a:off x="966801" y="9418143"/>
            <a:ext cx="3725282" cy="1823606"/>
          </a:xfrm>
          <a:prstGeom prst="rect">
            <a:avLst/>
          </a:prstGeom>
        </p:spPr>
        <p:txBody>
          <a:bodyPr/>
          <a:lstStyle>
            <a:lvl1pPr algn="ctr">
              <a:defRPr sz="2400">
                <a:solidFill>
                  <a:schemeClr val="accent4"/>
                </a:solidFill>
              </a:defRPr>
            </a:lvl1pPr>
          </a:lstStyle>
          <a:p>
            <a:pPr>
              <a:defRPr/>
            </a:pPr>
            <a:r>
              <a:t>Text</a:t>
            </a:r>
          </a:p>
        </p:txBody>
      </p:sp>
      <p:sp>
        <p:nvSpPr>
          <p:cNvPr id="176" name="Text Placeholder 33"/>
          <p:cNvSpPr>
            <a:spLocks noGrp="1"/>
          </p:cNvSpPr>
          <p:nvPr>
            <p:ph type="body" sz="quarter" idx="28" hasCustomPrompt="1"/>
          </p:nvPr>
        </p:nvSpPr>
        <p:spPr bwMode="auto">
          <a:xfrm>
            <a:off x="966801" y="8665655"/>
            <a:ext cx="3725282" cy="415926"/>
          </a:xfrm>
          <a:prstGeom prst="rect">
            <a:avLst/>
          </a:prstGeom>
        </p:spPr>
        <p:txBody>
          <a:bodyPr/>
          <a:lstStyle>
            <a:lvl1pPr algn="ctr" defTabSz="1444390">
              <a:spcBef>
                <a:spcPts val="1500"/>
              </a:spcBef>
              <a:defRPr sz="1900">
                <a:solidFill>
                  <a:srgbClr val="404040"/>
                </a:solidFill>
              </a:defRPr>
            </a:lvl1pPr>
          </a:lstStyle>
          <a:p>
            <a:pPr>
              <a:defRPr/>
            </a:pPr>
            <a:r>
              <a:t>Text</a:t>
            </a:r>
          </a:p>
        </p:txBody>
      </p:sp>
      <p:sp>
        <p:nvSpPr>
          <p:cNvPr id="177" name="Text Placeholder 33"/>
          <p:cNvSpPr>
            <a:spLocks noGrp="1"/>
          </p:cNvSpPr>
          <p:nvPr>
            <p:ph type="body" sz="quarter" idx="29" hasCustomPrompt="1"/>
          </p:nvPr>
        </p:nvSpPr>
        <p:spPr bwMode="auto">
          <a:xfrm>
            <a:off x="5617977" y="8074529"/>
            <a:ext cx="3725282" cy="415926"/>
          </a:xfrm>
          <a:prstGeom prst="rect">
            <a:avLst/>
          </a:prstGeom>
        </p:spPr>
        <p:txBody>
          <a:bodyPr/>
          <a:lstStyle>
            <a:lvl1pPr algn="ctr" defTabSz="1243272">
              <a:spcBef>
                <a:spcPts val="1300"/>
              </a:spcBef>
              <a:defRPr sz="2200">
                <a:solidFill>
                  <a:srgbClr val="404040"/>
                </a:solidFill>
                <a:latin typeface="Montserrat Semi Bold"/>
                <a:ea typeface="Montserrat Semi Bold"/>
                <a:cs typeface="Montserrat Semi Bold"/>
              </a:defRPr>
            </a:lvl1pPr>
          </a:lstStyle>
          <a:p>
            <a:pPr>
              <a:defRPr/>
            </a:pPr>
            <a:r>
              <a:t>Text</a:t>
            </a:r>
          </a:p>
        </p:txBody>
      </p:sp>
      <p:sp>
        <p:nvSpPr>
          <p:cNvPr id="178" name="Text Placeholder 33"/>
          <p:cNvSpPr>
            <a:spLocks noGrp="1"/>
          </p:cNvSpPr>
          <p:nvPr>
            <p:ph type="body" sz="quarter" idx="30" hasCustomPrompt="1"/>
          </p:nvPr>
        </p:nvSpPr>
        <p:spPr bwMode="auto">
          <a:xfrm>
            <a:off x="5617975" y="9418143"/>
            <a:ext cx="3725282" cy="1823606"/>
          </a:xfrm>
          <a:prstGeom prst="rect">
            <a:avLst/>
          </a:prstGeom>
        </p:spPr>
        <p:txBody>
          <a:bodyPr/>
          <a:lstStyle>
            <a:lvl1pPr algn="ctr">
              <a:defRPr sz="2400">
                <a:solidFill>
                  <a:schemeClr val="accent4"/>
                </a:solidFill>
              </a:defRPr>
            </a:lvl1pPr>
          </a:lstStyle>
          <a:p>
            <a:pPr>
              <a:defRPr/>
            </a:pPr>
            <a:r>
              <a:t>Text</a:t>
            </a:r>
          </a:p>
        </p:txBody>
      </p:sp>
      <p:sp>
        <p:nvSpPr>
          <p:cNvPr id="179" name="Text Placeholder 33"/>
          <p:cNvSpPr>
            <a:spLocks noGrp="1"/>
          </p:cNvSpPr>
          <p:nvPr>
            <p:ph type="body" sz="quarter" idx="31" hasCustomPrompt="1"/>
          </p:nvPr>
        </p:nvSpPr>
        <p:spPr bwMode="auto">
          <a:xfrm>
            <a:off x="5617977" y="8665655"/>
            <a:ext cx="3725282" cy="415926"/>
          </a:xfrm>
          <a:prstGeom prst="rect">
            <a:avLst/>
          </a:prstGeom>
        </p:spPr>
        <p:txBody>
          <a:bodyPr/>
          <a:lstStyle>
            <a:lvl1pPr algn="ctr" defTabSz="1444390">
              <a:spcBef>
                <a:spcPts val="1500"/>
              </a:spcBef>
              <a:defRPr sz="1900">
                <a:solidFill>
                  <a:srgbClr val="404040"/>
                </a:solidFill>
              </a:defRPr>
            </a:lvl1pPr>
          </a:lstStyle>
          <a:p>
            <a:pPr>
              <a:defRPr/>
            </a:pPr>
            <a:r>
              <a:t>Text</a:t>
            </a:r>
          </a:p>
        </p:txBody>
      </p:sp>
      <p:sp>
        <p:nvSpPr>
          <p:cNvPr id="180" name="Text Placeholder 33"/>
          <p:cNvSpPr>
            <a:spLocks noGrp="1"/>
          </p:cNvSpPr>
          <p:nvPr>
            <p:ph type="body" sz="quarter" idx="32" hasCustomPrompt="1"/>
          </p:nvPr>
        </p:nvSpPr>
        <p:spPr bwMode="auto">
          <a:xfrm>
            <a:off x="10269147" y="8074529"/>
            <a:ext cx="3725282" cy="415926"/>
          </a:xfrm>
          <a:prstGeom prst="rect">
            <a:avLst/>
          </a:prstGeom>
        </p:spPr>
        <p:txBody>
          <a:bodyPr/>
          <a:lstStyle>
            <a:lvl1pPr algn="ctr" defTabSz="1243272">
              <a:spcBef>
                <a:spcPts val="1300"/>
              </a:spcBef>
              <a:defRPr sz="2200">
                <a:solidFill>
                  <a:srgbClr val="404040"/>
                </a:solidFill>
                <a:latin typeface="Montserrat Semi Bold"/>
                <a:ea typeface="Montserrat Semi Bold"/>
                <a:cs typeface="Montserrat Semi Bold"/>
              </a:defRPr>
            </a:lvl1pPr>
          </a:lstStyle>
          <a:p>
            <a:pPr>
              <a:defRPr/>
            </a:pPr>
            <a:r>
              <a:t>Text</a:t>
            </a:r>
          </a:p>
        </p:txBody>
      </p:sp>
      <p:sp>
        <p:nvSpPr>
          <p:cNvPr id="181" name="Text Placeholder 33"/>
          <p:cNvSpPr>
            <a:spLocks noGrp="1"/>
          </p:cNvSpPr>
          <p:nvPr>
            <p:ph type="body" sz="quarter" idx="33" hasCustomPrompt="1"/>
          </p:nvPr>
        </p:nvSpPr>
        <p:spPr bwMode="auto">
          <a:xfrm>
            <a:off x="10269147" y="9418143"/>
            <a:ext cx="3725282" cy="1823606"/>
          </a:xfrm>
          <a:prstGeom prst="rect">
            <a:avLst/>
          </a:prstGeom>
        </p:spPr>
        <p:txBody>
          <a:bodyPr/>
          <a:lstStyle>
            <a:lvl1pPr algn="ctr">
              <a:defRPr sz="2400">
                <a:solidFill>
                  <a:schemeClr val="accent4"/>
                </a:solidFill>
              </a:defRPr>
            </a:lvl1pPr>
          </a:lstStyle>
          <a:p>
            <a:pPr>
              <a:defRPr/>
            </a:pPr>
            <a:r>
              <a:t>Text</a:t>
            </a:r>
          </a:p>
        </p:txBody>
      </p:sp>
      <p:sp>
        <p:nvSpPr>
          <p:cNvPr id="182" name="Text Placeholder 33"/>
          <p:cNvSpPr>
            <a:spLocks noGrp="1"/>
          </p:cNvSpPr>
          <p:nvPr>
            <p:ph type="body" sz="quarter" idx="34" hasCustomPrompt="1"/>
          </p:nvPr>
        </p:nvSpPr>
        <p:spPr bwMode="auto">
          <a:xfrm>
            <a:off x="10269147" y="8665655"/>
            <a:ext cx="3725282" cy="415926"/>
          </a:xfrm>
          <a:prstGeom prst="rect">
            <a:avLst/>
          </a:prstGeom>
        </p:spPr>
        <p:txBody>
          <a:bodyPr/>
          <a:lstStyle>
            <a:lvl1pPr algn="ctr" defTabSz="1444390">
              <a:spcBef>
                <a:spcPts val="1500"/>
              </a:spcBef>
              <a:defRPr sz="1900">
                <a:solidFill>
                  <a:srgbClr val="404040"/>
                </a:solidFill>
              </a:defRPr>
            </a:lvl1pPr>
          </a:lstStyle>
          <a:p>
            <a:pPr>
              <a:defRPr/>
            </a:pPr>
            <a:r>
              <a:t>Text</a:t>
            </a:r>
          </a:p>
        </p:txBody>
      </p:sp>
      <p:sp>
        <p:nvSpPr>
          <p:cNvPr id="183" name="Text Placeholder 33"/>
          <p:cNvSpPr>
            <a:spLocks noGrp="1"/>
          </p:cNvSpPr>
          <p:nvPr>
            <p:ph type="body" sz="quarter" idx="35" hasCustomPrompt="1"/>
          </p:nvPr>
        </p:nvSpPr>
        <p:spPr bwMode="auto">
          <a:xfrm>
            <a:off x="14920323" y="8044367"/>
            <a:ext cx="3725282" cy="415926"/>
          </a:xfrm>
          <a:prstGeom prst="rect">
            <a:avLst/>
          </a:prstGeom>
        </p:spPr>
        <p:txBody>
          <a:bodyPr/>
          <a:lstStyle>
            <a:lvl1pPr algn="ctr" defTabSz="1243272">
              <a:spcBef>
                <a:spcPts val="1300"/>
              </a:spcBef>
              <a:defRPr sz="2200">
                <a:solidFill>
                  <a:srgbClr val="404040"/>
                </a:solidFill>
                <a:latin typeface="Montserrat Semi Bold"/>
                <a:ea typeface="Montserrat Semi Bold"/>
                <a:cs typeface="Montserrat Semi Bold"/>
              </a:defRPr>
            </a:lvl1pPr>
          </a:lstStyle>
          <a:p>
            <a:pPr>
              <a:defRPr/>
            </a:pPr>
            <a:r>
              <a:t>Text</a:t>
            </a:r>
          </a:p>
        </p:txBody>
      </p:sp>
      <p:sp>
        <p:nvSpPr>
          <p:cNvPr id="184" name="Text Placeholder 33"/>
          <p:cNvSpPr>
            <a:spLocks noGrp="1"/>
          </p:cNvSpPr>
          <p:nvPr>
            <p:ph type="body" sz="quarter" idx="36" hasCustomPrompt="1"/>
          </p:nvPr>
        </p:nvSpPr>
        <p:spPr bwMode="auto">
          <a:xfrm>
            <a:off x="14920321" y="9387981"/>
            <a:ext cx="3725282" cy="1823606"/>
          </a:xfrm>
          <a:prstGeom prst="rect">
            <a:avLst/>
          </a:prstGeom>
        </p:spPr>
        <p:txBody>
          <a:bodyPr/>
          <a:lstStyle>
            <a:lvl1pPr algn="ctr">
              <a:defRPr sz="2400">
                <a:solidFill>
                  <a:schemeClr val="accent4"/>
                </a:solidFill>
              </a:defRPr>
            </a:lvl1pPr>
          </a:lstStyle>
          <a:p>
            <a:pPr>
              <a:defRPr/>
            </a:pPr>
            <a:r>
              <a:t>Text</a:t>
            </a:r>
          </a:p>
        </p:txBody>
      </p:sp>
      <p:sp>
        <p:nvSpPr>
          <p:cNvPr id="185" name="Text Placeholder 33"/>
          <p:cNvSpPr>
            <a:spLocks noGrp="1"/>
          </p:cNvSpPr>
          <p:nvPr>
            <p:ph type="body" sz="quarter" idx="37" hasCustomPrompt="1"/>
          </p:nvPr>
        </p:nvSpPr>
        <p:spPr bwMode="auto">
          <a:xfrm>
            <a:off x="14920323" y="8635493"/>
            <a:ext cx="3725282" cy="415926"/>
          </a:xfrm>
          <a:prstGeom prst="rect">
            <a:avLst/>
          </a:prstGeom>
        </p:spPr>
        <p:txBody>
          <a:bodyPr/>
          <a:lstStyle>
            <a:lvl1pPr algn="ctr" defTabSz="1444390">
              <a:spcBef>
                <a:spcPts val="1500"/>
              </a:spcBef>
              <a:defRPr sz="1900">
                <a:solidFill>
                  <a:srgbClr val="404040"/>
                </a:solidFill>
              </a:defRPr>
            </a:lvl1pPr>
          </a:lstStyle>
          <a:p>
            <a:pPr>
              <a:defRPr/>
            </a:pPr>
            <a:r>
              <a:t>Text</a:t>
            </a:r>
          </a:p>
        </p:txBody>
      </p:sp>
      <p:sp>
        <p:nvSpPr>
          <p:cNvPr id="186" name="Text Placeholder 33"/>
          <p:cNvSpPr>
            <a:spLocks noGrp="1"/>
          </p:cNvSpPr>
          <p:nvPr>
            <p:ph type="body" sz="quarter" idx="38" hasCustomPrompt="1"/>
          </p:nvPr>
        </p:nvSpPr>
        <p:spPr bwMode="auto">
          <a:xfrm>
            <a:off x="19571495" y="8074529"/>
            <a:ext cx="3725282" cy="415926"/>
          </a:xfrm>
          <a:prstGeom prst="rect">
            <a:avLst/>
          </a:prstGeom>
        </p:spPr>
        <p:txBody>
          <a:bodyPr/>
          <a:lstStyle>
            <a:lvl1pPr algn="ctr" defTabSz="1243272">
              <a:spcBef>
                <a:spcPts val="1300"/>
              </a:spcBef>
              <a:defRPr sz="2200">
                <a:solidFill>
                  <a:srgbClr val="404040"/>
                </a:solidFill>
                <a:latin typeface="Montserrat Semi Bold"/>
                <a:ea typeface="Montserrat Semi Bold"/>
                <a:cs typeface="Montserrat Semi Bold"/>
              </a:defRPr>
            </a:lvl1pPr>
          </a:lstStyle>
          <a:p>
            <a:pPr>
              <a:defRPr/>
            </a:pPr>
            <a:r>
              <a:t>Text</a:t>
            </a:r>
          </a:p>
        </p:txBody>
      </p:sp>
      <p:sp>
        <p:nvSpPr>
          <p:cNvPr id="187" name="Text Placeholder 33"/>
          <p:cNvSpPr>
            <a:spLocks noGrp="1"/>
          </p:cNvSpPr>
          <p:nvPr>
            <p:ph type="body" sz="quarter" idx="39" hasCustomPrompt="1"/>
          </p:nvPr>
        </p:nvSpPr>
        <p:spPr bwMode="auto">
          <a:xfrm>
            <a:off x="19571493" y="9418143"/>
            <a:ext cx="3725282" cy="1823606"/>
          </a:xfrm>
          <a:prstGeom prst="rect">
            <a:avLst/>
          </a:prstGeom>
        </p:spPr>
        <p:txBody>
          <a:bodyPr/>
          <a:lstStyle>
            <a:lvl1pPr algn="ctr">
              <a:defRPr sz="2400">
                <a:solidFill>
                  <a:schemeClr val="accent4"/>
                </a:solidFill>
              </a:defRPr>
            </a:lvl1pPr>
          </a:lstStyle>
          <a:p>
            <a:pPr>
              <a:defRPr/>
            </a:pPr>
            <a:r>
              <a:t>Text</a:t>
            </a:r>
          </a:p>
        </p:txBody>
      </p:sp>
      <p:sp>
        <p:nvSpPr>
          <p:cNvPr id="188" name="Text Placeholder 33"/>
          <p:cNvSpPr>
            <a:spLocks noGrp="1"/>
          </p:cNvSpPr>
          <p:nvPr>
            <p:ph type="body" sz="quarter" idx="40" hasCustomPrompt="1"/>
          </p:nvPr>
        </p:nvSpPr>
        <p:spPr bwMode="auto">
          <a:xfrm>
            <a:off x="19571495" y="8665655"/>
            <a:ext cx="3725282" cy="415926"/>
          </a:xfrm>
          <a:prstGeom prst="rect">
            <a:avLst/>
          </a:prstGeom>
        </p:spPr>
        <p:txBody>
          <a:bodyPr/>
          <a:lstStyle>
            <a:lvl1pPr algn="ctr" defTabSz="1444390">
              <a:spcBef>
                <a:spcPts val="1500"/>
              </a:spcBef>
              <a:defRPr sz="1900">
                <a:solidFill>
                  <a:srgbClr val="404040"/>
                </a:solidFill>
              </a:defRPr>
            </a:lvl1pPr>
          </a:lstStyle>
          <a:p>
            <a:pPr>
              <a:defRPr/>
            </a:pPr>
            <a:r>
              <a:t>Text</a:t>
            </a:r>
          </a:p>
        </p:txBody>
      </p:sp>
    </p:spTree>
    <p:extLst>
      <p:ext uri="{BB962C8B-B14F-4D97-AF65-F5344CB8AC3E}">
        <p14:creationId xmlns:p14="http://schemas.microsoft.com/office/powerpoint/2010/main" val="62619121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PhAnim="0" type="tx" userDrawn="1">
  <p:cSld name="10_Title and Content">
    <p:spTree>
      <p:nvGrpSpPr>
        <p:cNvPr id="1" name=""/>
        <p:cNvGrpSpPr/>
        <p:nvPr/>
      </p:nvGrpSpPr>
      <p:grpSpPr bwMode="auto">
        <a:xfrm>
          <a:off x="0" y="0"/>
          <a:ext cx="0" cy="0"/>
          <a:chOff x="0" y="0"/>
          <a:chExt cx="0" cy="0"/>
        </a:xfrm>
      </p:grpSpPr>
      <p:sp>
        <p:nvSpPr>
          <p:cNvPr id="195" name="Текст заголовка"/>
          <p:cNvSpPr txBox="1">
            <a:spLocks noGrp="1"/>
          </p:cNvSpPr>
          <p:nvPr>
            <p:ph type="title"/>
          </p:nvPr>
        </p:nvSpPr>
        <p:spPr bwMode="auto">
          <a:xfrm>
            <a:off x="1676845" y="695884"/>
            <a:ext cx="10064082" cy="1057276"/>
          </a:xfrm>
          <a:prstGeom prst="rect">
            <a:avLst/>
          </a:prstGeom>
        </p:spPr>
        <p:txBody>
          <a:bodyPr/>
          <a:lstStyle>
            <a:lvl1pPr>
              <a:defRPr sz="5400">
                <a:solidFill>
                  <a:srgbClr val="404040"/>
                </a:solidFill>
              </a:defRPr>
            </a:lvl1pPr>
          </a:lstStyle>
          <a:p>
            <a:pPr>
              <a:defRPr/>
            </a:pPr>
            <a:r>
              <a:t>Текст заголовка</a:t>
            </a:r>
          </a:p>
        </p:txBody>
      </p:sp>
      <p:sp>
        <p:nvSpPr>
          <p:cNvPr id="196" name="Уровень текста 1…"/>
          <p:cNvSpPr txBox="1">
            <a:spLocks noGrp="1"/>
          </p:cNvSpPr>
          <p:nvPr>
            <p:ph type="body" sz="quarter" idx="1"/>
          </p:nvPr>
        </p:nvSpPr>
        <p:spPr bwMode="auto">
          <a:xfrm>
            <a:off x="1676845" y="1753159"/>
            <a:ext cx="10064082" cy="457202"/>
          </a:xfrm>
          <a:prstGeom prst="rect">
            <a:avLst/>
          </a:prstGeom>
        </p:spPr>
        <p:txBody>
          <a:bodyPr/>
          <a:lstStyle>
            <a:lvl1pPr>
              <a:defRPr sz="3200">
                <a:solidFill>
                  <a:schemeClr val="accent4"/>
                </a:solidFill>
              </a:defRPr>
            </a:lvl1pPr>
            <a:lvl2pPr>
              <a:defRPr sz="3200">
                <a:solidFill>
                  <a:schemeClr val="accent4"/>
                </a:solidFill>
              </a:defRPr>
            </a:lvl2pPr>
            <a:lvl3pPr>
              <a:defRPr sz="3200">
                <a:solidFill>
                  <a:schemeClr val="accent4"/>
                </a:solidFill>
              </a:defRPr>
            </a:lvl3pPr>
            <a:lvl4pPr>
              <a:defRPr sz="3200">
                <a:solidFill>
                  <a:schemeClr val="accent4"/>
                </a:solidFill>
              </a:defRPr>
            </a:lvl4pPr>
            <a:lvl5pP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
        <p:nvSpPr>
          <p:cNvPr id="197"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198" name="Picture Placeholder 8"/>
          <p:cNvSpPr>
            <a:spLocks noGrp="1"/>
          </p:cNvSpPr>
          <p:nvPr>
            <p:ph type="pic" sz="quarter" idx="21"/>
          </p:nvPr>
        </p:nvSpPr>
        <p:spPr bwMode="auto">
          <a:xfrm>
            <a:off x="7" y="3854551"/>
            <a:ext cx="6457954" cy="3713070"/>
          </a:xfrm>
          <a:prstGeom prst="rect">
            <a:avLst/>
          </a:prstGeom>
        </p:spPr>
        <p:txBody>
          <a:bodyPr lIns="91439" rIns="91439">
            <a:noAutofit/>
          </a:bodyPr>
          <a:lstStyle/>
          <a:p>
            <a:pPr>
              <a:defRPr/>
            </a:pPr>
            <a:endParaRPr/>
          </a:p>
        </p:txBody>
      </p:sp>
      <p:sp>
        <p:nvSpPr>
          <p:cNvPr id="199" name="Picture Placeholder 8"/>
          <p:cNvSpPr>
            <a:spLocks noGrp="1"/>
          </p:cNvSpPr>
          <p:nvPr>
            <p:ph type="pic" sz="quarter" idx="22"/>
          </p:nvPr>
        </p:nvSpPr>
        <p:spPr bwMode="auto">
          <a:xfrm>
            <a:off x="6457959" y="3854551"/>
            <a:ext cx="6457954" cy="3713070"/>
          </a:xfrm>
          <a:prstGeom prst="rect">
            <a:avLst/>
          </a:prstGeom>
        </p:spPr>
        <p:txBody>
          <a:bodyPr lIns="91439" rIns="91439">
            <a:noAutofit/>
          </a:bodyPr>
          <a:lstStyle/>
          <a:p>
            <a:pPr>
              <a:defRPr/>
            </a:pPr>
            <a:endParaRPr/>
          </a:p>
        </p:txBody>
      </p:sp>
      <p:sp>
        <p:nvSpPr>
          <p:cNvPr id="200" name="Picture Placeholder 8"/>
          <p:cNvSpPr>
            <a:spLocks noGrp="1"/>
          </p:cNvSpPr>
          <p:nvPr>
            <p:ph type="pic" sz="quarter" idx="23"/>
          </p:nvPr>
        </p:nvSpPr>
        <p:spPr bwMode="auto">
          <a:xfrm>
            <a:off x="7" y="7567614"/>
            <a:ext cx="6457954" cy="3713072"/>
          </a:xfrm>
          <a:prstGeom prst="rect">
            <a:avLst/>
          </a:prstGeom>
        </p:spPr>
        <p:txBody>
          <a:bodyPr lIns="91439" rIns="91439">
            <a:noAutofit/>
          </a:bodyPr>
          <a:lstStyle/>
          <a:p>
            <a:pPr>
              <a:defRPr/>
            </a:pPr>
            <a:endParaRPr/>
          </a:p>
        </p:txBody>
      </p:sp>
      <p:sp>
        <p:nvSpPr>
          <p:cNvPr id="201" name="Picture Placeholder 8"/>
          <p:cNvSpPr>
            <a:spLocks noGrp="1"/>
          </p:cNvSpPr>
          <p:nvPr>
            <p:ph type="pic" sz="quarter" idx="24"/>
          </p:nvPr>
        </p:nvSpPr>
        <p:spPr bwMode="auto">
          <a:xfrm>
            <a:off x="6457959" y="7567614"/>
            <a:ext cx="6457954" cy="3713072"/>
          </a:xfrm>
          <a:prstGeom prst="rect">
            <a:avLst/>
          </a:prstGeom>
        </p:spPr>
        <p:txBody>
          <a:bodyPr lIns="91439" rIns="91439">
            <a:noAutofit/>
          </a:bodyPr>
          <a:lstStyle/>
          <a:p>
            <a:pPr>
              <a:defRPr/>
            </a:pPr>
            <a:endParaRPr/>
          </a:p>
        </p:txBody>
      </p:sp>
      <p:sp>
        <p:nvSpPr>
          <p:cNvPr id="202" name="Picture Placeholder 8"/>
          <p:cNvSpPr>
            <a:spLocks noGrp="1"/>
          </p:cNvSpPr>
          <p:nvPr>
            <p:ph type="pic" sz="quarter" idx="25"/>
          </p:nvPr>
        </p:nvSpPr>
        <p:spPr bwMode="auto">
          <a:xfrm>
            <a:off x="3929356" y="6974307"/>
            <a:ext cx="2528596" cy="593314"/>
          </a:xfrm>
          <a:prstGeom prst="rect">
            <a:avLst/>
          </a:prstGeom>
        </p:spPr>
        <p:txBody>
          <a:bodyPr lIns="91439" rIns="91439">
            <a:noAutofit/>
          </a:bodyPr>
          <a:lstStyle/>
          <a:p>
            <a:pPr>
              <a:defRPr/>
            </a:pPr>
            <a:endParaRPr/>
          </a:p>
        </p:txBody>
      </p:sp>
      <p:sp>
        <p:nvSpPr>
          <p:cNvPr id="203" name="Text Placeholder 28"/>
          <p:cNvSpPr>
            <a:spLocks noGrp="1"/>
          </p:cNvSpPr>
          <p:nvPr>
            <p:ph type="body" sz="quarter" idx="26" hasCustomPrompt="1"/>
          </p:nvPr>
        </p:nvSpPr>
        <p:spPr bwMode="auto">
          <a:xfrm>
            <a:off x="4048790" y="7073900"/>
            <a:ext cx="2312980" cy="365128"/>
          </a:xfrm>
          <a:prstGeom prst="rect">
            <a:avLst/>
          </a:prstGeom>
        </p:spPr>
        <p:txBody>
          <a:bodyPr/>
          <a:lstStyle>
            <a:lvl1pPr defTabSz="1243272">
              <a:spcBef>
                <a:spcPts val="1300"/>
              </a:spcBef>
              <a:defRPr sz="1650">
                <a:solidFill>
                  <a:srgbClr val="FFFFFF"/>
                </a:solidFill>
              </a:defRPr>
            </a:lvl1pPr>
          </a:lstStyle>
          <a:p>
            <a:pPr>
              <a:defRPr/>
            </a:pPr>
            <a:r>
              <a:t>Text</a:t>
            </a:r>
          </a:p>
        </p:txBody>
      </p:sp>
      <p:sp>
        <p:nvSpPr>
          <p:cNvPr id="204" name="Picture Placeholder 8"/>
          <p:cNvSpPr>
            <a:spLocks noGrp="1"/>
          </p:cNvSpPr>
          <p:nvPr>
            <p:ph type="pic" sz="quarter" idx="27"/>
          </p:nvPr>
        </p:nvSpPr>
        <p:spPr bwMode="auto">
          <a:xfrm>
            <a:off x="6457952" y="7567621"/>
            <a:ext cx="2528596" cy="593314"/>
          </a:xfrm>
          <a:prstGeom prst="rect">
            <a:avLst/>
          </a:prstGeom>
        </p:spPr>
        <p:txBody>
          <a:bodyPr lIns="91439" rIns="91439">
            <a:noAutofit/>
          </a:bodyPr>
          <a:lstStyle/>
          <a:p>
            <a:pPr>
              <a:defRPr/>
            </a:pPr>
            <a:endParaRPr/>
          </a:p>
        </p:txBody>
      </p:sp>
      <p:sp>
        <p:nvSpPr>
          <p:cNvPr id="205" name="Text Placeholder 28"/>
          <p:cNvSpPr>
            <a:spLocks noGrp="1"/>
          </p:cNvSpPr>
          <p:nvPr>
            <p:ph type="body" sz="quarter" idx="28" hasCustomPrompt="1"/>
          </p:nvPr>
        </p:nvSpPr>
        <p:spPr bwMode="auto">
          <a:xfrm>
            <a:off x="6577384" y="7667214"/>
            <a:ext cx="2312980" cy="365128"/>
          </a:xfrm>
          <a:prstGeom prst="rect">
            <a:avLst/>
          </a:prstGeom>
        </p:spPr>
        <p:txBody>
          <a:bodyPr/>
          <a:lstStyle>
            <a:lvl1pPr defTabSz="1243272">
              <a:spcBef>
                <a:spcPts val="1300"/>
              </a:spcBef>
              <a:defRPr sz="1650">
                <a:solidFill>
                  <a:srgbClr val="FFFFFF"/>
                </a:solidFill>
              </a:defRPr>
            </a:lvl1pPr>
          </a:lstStyle>
          <a:p>
            <a:pPr>
              <a:defRPr/>
            </a:pPr>
            <a:r>
              <a:t>Text</a:t>
            </a:r>
          </a:p>
        </p:txBody>
      </p:sp>
      <p:sp>
        <p:nvSpPr>
          <p:cNvPr id="206" name="Picture Placeholder 8"/>
          <p:cNvSpPr>
            <a:spLocks noGrp="1"/>
          </p:cNvSpPr>
          <p:nvPr>
            <p:ph type="pic" sz="quarter" idx="29"/>
          </p:nvPr>
        </p:nvSpPr>
        <p:spPr bwMode="auto">
          <a:xfrm>
            <a:off x="6457952" y="6974307"/>
            <a:ext cx="2528596" cy="593314"/>
          </a:xfrm>
          <a:prstGeom prst="rect">
            <a:avLst/>
          </a:prstGeom>
        </p:spPr>
        <p:txBody>
          <a:bodyPr lIns="91439" rIns="91439">
            <a:noAutofit/>
          </a:bodyPr>
          <a:lstStyle/>
          <a:p>
            <a:pPr>
              <a:defRPr/>
            </a:pPr>
            <a:endParaRPr/>
          </a:p>
        </p:txBody>
      </p:sp>
      <p:sp>
        <p:nvSpPr>
          <p:cNvPr id="207" name="Text Placeholder 28"/>
          <p:cNvSpPr>
            <a:spLocks noGrp="1"/>
          </p:cNvSpPr>
          <p:nvPr>
            <p:ph type="body" sz="quarter" idx="30" hasCustomPrompt="1"/>
          </p:nvPr>
        </p:nvSpPr>
        <p:spPr bwMode="auto">
          <a:xfrm>
            <a:off x="6577384" y="7073900"/>
            <a:ext cx="2312980" cy="365128"/>
          </a:xfrm>
          <a:prstGeom prst="rect">
            <a:avLst/>
          </a:prstGeom>
        </p:spPr>
        <p:txBody>
          <a:bodyPr/>
          <a:lstStyle>
            <a:lvl1pPr defTabSz="1243272">
              <a:spcBef>
                <a:spcPts val="1300"/>
              </a:spcBef>
              <a:defRPr sz="1650">
                <a:solidFill>
                  <a:srgbClr val="FFFFFF"/>
                </a:solidFill>
              </a:defRPr>
            </a:lvl1pPr>
          </a:lstStyle>
          <a:p>
            <a:pPr>
              <a:defRPr/>
            </a:pPr>
            <a:r>
              <a:t>Text</a:t>
            </a:r>
          </a:p>
        </p:txBody>
      </p:sp>
      <p:sp>
        <p:nvSpPr>
          <p:cNvPr id="208" name="Picture Placeholder 8"/>
          <p:cNvSpPr>
            <a:spLocks noGrp="1"/>
          </p:cNvSpPr>
          <p:nvPr>
            <p:ph type="pic" sz="quarter" idx="31"/>
          </p:nvPr>
        </p:nvSpPr>
        <p:spPr bwMode="auto">
          <a:xfrm>
            <a:off x="3929356" y="7567621"/>
            <a:ext cx="2528596" cy="593314"/>
          </a:xfrm>
          <a:prstGeom prst="rect">
            <a:avLst/>
          </a:prstGeom>
        </p:spPr>
        <p:txBody>
          <a:bodyPr lIns="91439" rIns="91439">
            <a:noAutofit/>
          </a:bodyPr>
          <a:lstStyle/>
          <a:p>
            <a:pPr>
              <a:defRPr/>
            </a:pPr>
            <a:endParaRPr/>
          </a:p>
        </p:txBody>
      </p:sp>
      <p:sp>
        <p:nvSpPr>
          <p:cNvPr id="209" name="Text Placeholder 28"/>
          <p:cNvSpPr>
            <a:spLocks noGrp="1"/>
          </p:cNvSpPr>
          <p:nvPr>
            <p:ph type="body" sz="quarter" idx="32" hasCustomPrompt="1"/>
          </p:nvPr>
        </p:nvSpPr>
        <p:spPr bwMode="auto">
          <a:xfrm>
            <a:off x="4048790" y="7667214"/>
            <a:ext cx="2312980" cy="365128"/>
          </a:xfrm>
          <a:prstGeom prst="rect">
            <a:avLst/>
          </a:prstGeom>
        </p:spPr>
        <p:txBody>
          <a:bodyPr/>
          <a:lstStyle>
            <a:lvl1pPr defTabSz="1243272">
              <a:spcBef>
                <a:spcPts val="1300"/>
              </a:spcBef>
              <a:defRPr sz="1650">
                <a:solidFill>
                  <a:srgbClr val="FFFFFF"/>
                </a:solidFill>
              </a:defRPr>
            </a:lvl1pPr>
          </a:lstStyle>
          <a:p>
            <a:pPr>
              <a:defRPr/>
            </a:pPr>
            <a:r>
              <a:t>Text</a:t>
            </a:r>
          </a:p>
        </p:txBody>
      </p:sp>
    </p:spTree>
    <p:extLst>
      <p:ext uri="{BB962C8B-B14F-4D97-AF65-F5344CB8AC3E}">
        <p14:creationId xmlns:p14="http://schemas.microsoft.com/office/powerpoint/2010/main" val="178435708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PhAnim="0" type="tx" userDrawn="1">
  <p:cSld name="1_Custom Layout">
    <p:spTree>
      <p:nvGrpSpPr>
        <p:cNvPr id="1" name=""/>
        <p:cNvGrpSpPr/>
        <p:nvPr/>
      </p:nvGrpSpPr>
      <p:grpSpPr bwMode="auto">
        <a:xfrm>
          <a:off x="0" y="0"/>
          <a:ext cx="0" cy="0"/>
          <a:chOff x="0" y="0"/>
          <a:chExt cx="0" cy="0"/>
        </a:xfrm>
      </p:grpSpPr>
      <p:sp>
        <p:nvSpPr>
          <p:cNvPr id="216"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217" name="Picture Placeholder 8"/>
          <p:cNvSpPr>
            <a:spLocks noGrp="1"/>
          </p:cNvSpPr>
          <p:nvPr>
            <p:ph type="pic" sz="quarter" idx="21"/>
          </p:nvPr>
        </p:nvSpPr>
        <p:spPr bwMode="auto">
          <a:xfrm>
            <a:off x="-2" y="0"/>
            <a:ext cx="12233300" cy="4572000"/>
          </a:xfrm>
          <a:prstGeom prst="rect">
            <a:avLst/>
          </a:prstGeom>
        </p:spPr>
        <p:txBody>
          <a:bodyPr lIns="91439" rIns="91439">
            <a:noAutofit/>
          </a:bodyPr>
          <a:lstStyle/>
          <a:p>
            <a:pPr>
              <a:defRPr/>
            </a:pPr>
            <a:endParaRPr/>
          </a:p>
        </p:txBody>
      </p:sp>
      <p:sp>
        <p:nvSpPr>
          <p:cNvPr id="218" name="Picture Placeholder 8"/>
          <p:cNvSpPr>
            <a:spLocks noGrp="1"/>
          </p:cNvSpPr>
          <p:nvPr>
            <p:ph type="pic" sz="quarter" idx="22"/>
          </p:nvPr>
        </p:nvSpPr>
        <p:spPr bwMode="auto">
          <a:xfrm>
            <a:off x="12157065" y="0"/>
            <a:ext cx="12233298" cy="4572000"/>
          </a:xfrm>
          <a:prstGeom prst="rect">
            <a:avLst/>
          </a:prstGeom>
        </p:spPr>
        <p:txBody>
          <a:bodyPr lIns="91439" rIns="91439">
            <a:noAutofit/>
          </a:bodyPr>
          <a:lstStyle/>
          <a:p>
            <a:pPr>
              <a:defRPr/>
            </a:pPr>
            <a:endParaRPr/>
          </a:p>
        </p:txBody>
      </p:sp>
      <p:sp>
        <p:nvSpPr>
          <p:cNvPr id="219" name="Picture Placeholder 8"/>
          <p:cNvSpPr>
            <a:spLocks noGrp="1"/>
          </p:cNvSpPr>
          <p:nvPr>
            <p:ph type="pic" sz="quarter" idx="23"/>
          </p:nvPr>
        </p:nvSpPr>
        <p:spPr bwMode="auto">
          <a:xfrm>
            <a:off x="7" y="4572000"/>
            <a:ext cx="12195178" cy="4572000"/>
          </a:xfrm>
          <a:prstGeom prst="rect">
            <a:avLst/>
          </a:prstGeom>
        </p:spPr>
        <p:txBody>
          <a:bodyPr lIns="91439" rIns="91439">
            <a:noAutofit/>
          </a:bodyPr>
          <a:lstStyle/>
          <a:p>
            <a:pPr>
              <a:defRPr/>
            </a:pPr>
            <a:endParaRPr/>
          </a:p>
        </p:txBody>
      </p:sp>
      <p:sp>
        <p:nvSpPr>
          <p:cNvPr id="220" name="Picture Placeholder 8"/>
          <p:cNvSpPr>
            <a:spLocks noGrp="1"/>
          </p:cNvSpPr>
          <p:nvPr>
            <p:ph type="pic" sz="quarter" idx="24"/>
          </p:nvPr>
        </p:nvSpPr>
        <p:spPr bwMode="auto">
          <a:xfrm>
            <a:off x="12157065" y="4572000"/>
            <a:ext cx="12195178" cy="4572000"/>
          </a:xfrm>
          <a:prstGeom prst="rect">
            <a:avLst/>
          </a:prstGeom>
        </p:spPr>
        <p:txBody>
          <a:bodyPr lIns="91439" rIns="91439">
            <a:noAutofit/>
          </a:bodyPr>
          <a:lstStyle/>
          <a:p>
            <a:pPr>
              <a:defRPr/>
            </a:pPr>
            <a:endParaRPr/>
          </a:p>
        </p:txBody>
      </p:sp>
      <p:sp>
        <p:nvSpPr>
          <p:cNvPr id="221" name="Picture Placeholder 8"/>
          <p:cNvSpPr>
            <a:spLocks noGrp="1"/>
          </p:cNvSpPr>
          <p:nvPr>
            <p:ph type="pic" sz="quarter" idx="25"/>
          </p:nvPr>
        </p:nvSpPr>
        <p:spPr bwMode="auto">
          <a:xfrm>
            <a:off x="7" y="9144000"/>
            <a:ext cx="12195178" cy="4572000"/>
          </a:xfrm>
          <a:prstGeom prst="rect">
            <a:avLst/>
          </a:prstGeom>
        </p:spPr>
        <p:txBody>
          <a:bodyPr lIns="91439" rIns="91439">
            <a:noAutofit/>
          </a:bodyPr>
          <a:lstStyle/>
          <a:p>
            <a:pPr>
              <a:defRPr/>
            </a:pPr>
            <a:endParaRPr/>
          </a:p>
        </p:txBody>
      </p:sp>
      <p:sp>
        <p:nvSpPr>
          <p:cNvPr id="222" name="Picture Placeholder 8"/>
          <p:cNvSpPr>
            <a:spLocks noGrp="1"/>
          </p:cNvSpPr>
          <p:nvPr>
            <p:ph type="pic" sz="quarter" idx="26"/>
          </p:nvPr>
        </p:nvSpPr>
        <p:spPr bwMode="auto">
          <a:xfrm>
            <a:off x="12138744" y="9144000"/>
            <a:ext cx="12251612" cy="4572000"/>
          </a:xfrm>
          <a:prstGeom prst="rect">
            <a:avLst/>
          </a:prstGeom>
        </p:spPr>
        <p:txBody>
          <a:bodyPr lIns="91439" rIns="91439">
            <a:noAutofit/>
          </a:bodyPr>
          <a:lstStyle/>
          <a:p>
            <a:pPr>
              <a:defRPr/>
            </a:pPr>
            <a:endParaRPr/>
          </a:p>
        </p:txBody>
      </p:sp>
      <p:sp>
        <p:nvSpPr>
          <p:cNvPr id="223" name="Picture Placeholder 8"/>
          <p:cNvSpPr>
            <a:spLocks noGrp="1"/>
          </p:cNvSpPr>
          <p:nvPr>
            <p:ph type="pic" sz="quarter" idx="27"/>
          </p:nvPr>
        </p:nvSpPr>
        <p:spPr bwMode="auto">
          <a:xfrm>
            <a:off x="4814230" y="1989349"/>
            <a:ext cx="2528596" cy="593314"/>
          </a:xfrm>
          <a:prstGeom prst="rect">
            <a:avLst/>
          </a:prstGeom>
        </p:spPr>
        <p:txBody>
          <a:bodyPr lIns="91439" rIns="91439">
            <a:noAutofit/>
          </a:bodyPr>
          <a:lstStyle/>
          <a:p>
            <a:pPr>
              <a:defRPr/>
            </a:pPr>
            <a:endParaRPr/>
          </a:p>
        </p:txBody>
      </p:sp>
      <p:sp>
        <p:nvSpPr>
          <p:cNvPr id="224" name="Уровень текста 1…"/>
          <p:cNvSpPr txBox="1">
            <a:spLocks noGrp="1"/>
          </p:cNvSpPr>
          <p:nvPr>
            <p:ph type="body" sz="quarter" idx="1" hasCustomPrompt="1"/>
          </p:nvPr>
        </p:nvSpPr>
        <p:spPr bwMode="auto">
          <a:xfrm>
            <a:off x="4933662" y="2088944"/>
            <a:ext cx="2312980" cy="365128"/>
          </a:xfrm>
          <a:prstGeom prst="rect">
            <a:avLst/>
          </a:prstGeom>
        </p:spPr>
        <p:txBody>
          <a:bodyPr/>
          <a:lstStyle>
            <a:lvl1pPr>
              <a:defRPr sz="2400">
                <a:solidFill>
                  <a:srgbClr val="FFFFFF"/>
                </a:solidFill>
              </a:defRPr>
            </a:lvl1pPr>
            <a:lvl2pPr>
              <a:defRPr sz="2400">
                <a:solidFill>
                  <a:srgbClr val="FFFFFF"/>
                </a:solidFill>
              </a:defRPr>
            </a:lvl2pPr>
            <a:lvl3pPr>
              <a:defRPr sz="2400">
                <a:solidFill>
                  <a:srgbClr val="FFFFFF"/>
                </a:solidFill>
              </a:defRPr>
            </a:lvl3pPr>
            <a:lvl4pPr>
              <a:defRPr sz="2400">
                <a:solidFill>
                  <a:srgbClr val="FFFFFF"/>
                </a:solidFill>
              </a:defRPr>
            </a:lvl4pPr>
            <a:lvl5pPr>
              <a:defRPr sz="2400">
                <a:solidFill>
                  <a:srgbClr val="FFFFFF"/>
                </a:solidFill>
              </a:defRPr>
            </a:lvl5pPr>
          </a:lstStyle>
          <a:p>
            <a:pPr>
              <a:defRPr/>
            </a:pPr>
            <a:r>
              <a:t>Text</a:t>
            </a:r>
          </a:p>
          <a:p>
            <a:pPr lvl="1">
              <a:defRPr/>
            </a:pPr>
            <a:endParaRPr/>
          </a:p>
          <a:p>
            <a:pPr lvl="2">
              <a:defRPr/>
            </a:pPr>
            <a:endParaRPr/>
          </a:p>
          <a:p>
            <a:pPr lvl="3">
              <a:defRPr/>
            </a:pPr>
            <a:endParaRPr/>
          </a:p>
          <a:p>
            <a:pPr lvl="4">
              <a:defRPr/>
            </a:pPr>
            <a:endParaRPr/>
          </a:p>
        </p:txBody>
      </p:sp>
      <p:sp>
        <p:nvSpPr>
          <p:cNvPr id="225" name="Picture Placeholder 8"/>
          <p:cNvSpPr>
            <a:spLocks noGrp="1"/>
          </p:cNvSpPr>
          <p:nvPr>
            <p:ph type="pic" sz="quarter" idx="28"/>
          </p:nvPr>
        </p:nvSpPr>
        <p:spPr bwMode="auto">
          <a:xfrm>
            <a:off x="17009408" y="6561349"/>
            <a:ext cx="2528596" cy="593314"/>
          </a:xfrm>
          <a:prstGeom prst="rect">
            <a:avLst/>
          </a:prstGeom>
        </p:spPr>
        <p:txBody>
          <a:bodyPr lIns="91439" rIns="91439">
            <a:noAutofit/>
          </a:bodyPr>
          <a:lstStyle/>
          <a:p>
            <a:pPr>
              <a:defRPr/>
            </a:pPr>
            <a:endParaRPr/>
          </a:p>
        </p:txBody>
      </p:sp>
      <p:sp>
        <p:nvSpPr>
          <p:cNvPr id="226" name="Text Placeholder 28"/>
          <p:cNvSpPr>
            <a:spLocks noGrp="1"/>
          </p:cNvSpPr>
          <p:nvPr>
            <p:ph type="body" sz="quarter" idx="29" hasCustomPrompt="1"/>
          </p:nvPr>
        </p:nvSpPr>
        <p:spPr bwMode="auto">
          <a:xfrm>
            <a:off x="17128842" y="6660944"/>
            <a:ext cx="2312980" cy="365128"/>
          </a:xfrm>
          <a:prstGeom prst="rect">
            <a:avLst/>
          </a:prstGeom>
        </p:spPr>
        <p:txBody>
          <a:bodyPr/>
          <a:lstStyle>
            <a:lvl1pPr defTabSz="1243272">
              <a:spcBef>
                <a:spcPts val="1300"/>
              </a:spcBef>
              <a:defRPr sz="1650">
                <a:solidFill>
                  <a:srgbClr val="FFFFFF"/>
                </a:solidFill>
              </a:defRPr>
            </a:lvl1pPr>
          </a:lstStyle>
          <a:p>
            <a:pPr>
              <a:defRPr/>
            </a:pPr>
            <a:r>
              <a:t>Text</a:t>
            </a:r>
          </a:p>
        </p:txBody>
      </p:sp>
      <p:sp>
        <p:nvSpPr>
          <p:cNvPr id="227" name="Picture Placeholder 8"/>
          <p:cNvSpPr>
            <a:spLocks noGrp="1"/>
          </p:cNvSpPr>
          <p:nvPr>
            <p:ph type="pic" sz="quarter" idx="30"/>
          </p:nvPr>
        </p:nvSpPr>
        <p:spPr bwMode="auto">
          <a:xfrm>
            <a:off x="4910412" y="11133349"/>
            <a:ext cx="2528596" cy="593314"/>
          </a:xfrm>
          <a:prstGeom prst="rect">
            <a:avLst/>
          </a:prstGeom>
        </p:spPr>
        <p:txBody>
          <a:bodyPr lIns="91439" rIns="91439">
            <a:noAutofit/>
          </a:bodyPr>
          <a:lstStyle/>
          <a:p>
            <a:pPr>
              <a:defRPr/>
            </a:pPr>
            <a:endParaRPr/>
          </a:p>
        </p:txBody>
      </p:sp>
      <p:sp>
        <p:nvSpPr>
          <p:cNvPr id="228" name="Text Placeholder 28"/>
          <p:cNvSpPr>
            <a:spLocks noGrp="1"/>
          </p:cNvSpPr>
          <p:nvPr>
            <p:ph type="body" sz="quarter" idx="31" hasCustomPrompt="1"/>
          </p:nvPr>
        </p:nvSpPr>
        <p:spPr bwMode="auto">
          <a:xfrm>
            <a:off x="5029846" y="11232944"/>
            <a:ext cx="2312980" cy="365128"/>
          </a:xfrm>
          <a:prstGeom prst="rect">
            <a:avLst/>
          </a:prstGeom>
        </p:spPr>
        <p:txBody>
          <a:bodyPr/>
          <a:lstStyle>
            <a:lvl1pPr defTabSz="1243272">
              <a:spcBef>
                <a:spcPts val="1300"/>
              </a:spcBef>
              <a:defRPr sz="1650">
                <a:solidFill>
                  <a:srgbClr val="FFFFFF"/>
                </a:solidFill>
              </a:defRPr>
            </a:lvl1pPr>
          </a:lstStyle>
          <a:p>
            <a:pPr>
              <a:defRPr/>
            </a:pPr>
            <a:r>
              <a:t>Text</a:t>
            </a:r>
          </a:p>
        </p:txBody>
      </p:sp>
    </p:spTree>
    <p:extLst>
      <p:ext uri="{BB962C8B-B14F-4D97-AF65-F5344CB8AC3E}">
        <p14:creationId xmlns:p14="http://schemas.microsoft.com/office/powerpoint/2010/main" val="90923790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PhAnim="0" type="tx" userDrawn="1">
  <p:cSld name="2_Custom Layout">
    <p:spTree>
      <p:nvGrpSpPr>
        <p:cNvPr id="1" name=""/>
        <p:cNvGrpSpPr/>
        <p:nvPr/>
      </p:nvGrpSpPr>
      <p:grpSpPr bwMode="auto">
        <a:xfrm>
          <a:off x="0" y="0"/>
          <a:ext cx="0" cy="0"/>
          <a:chOff x="0" y="0"/>
          <a:chExt cx="0" cy="0"/>
        </a:xfrm>
      </p:grpSpPr>
      <p:sp>
        <p:nvSpPr>
          <p:cNvPr id="235"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236" name="Picture Placeholder 8"/>
          <p:cNvSpPr>
            <a:spLocks noGrp="1"/>
          </p:cNvSpPr>
          <p:nvPr>
            <p:ph type="pic" sz="quarter" idx="21"/>
          </p:nvPr>
        </p:nvSpPr>
        <p:spPr bwMode="auto">
          <a:xfrm>
            <a:off x="-2" y="0"/>
            <a:ext cx="12233300" cy="4572000"/>
          </a:xfrm>
          <a:prstGeom prst="rect">
            <a:avLst/>
          </a:prstGeom>
        </p:spPr>
        <p:txBody>
          <a:bodyPr lIns="91439" rIns="91439">
            <a:noAutofit/>
          </a:bodyPr>
          <a:lstStyle/>
          <a:p>
            <a:pPr>
              <a:defRPr/>
            </a:pPr>
            <a:endParaRPr/>
          </a:p>
        </p:txBody>
      </p:sp>
      <p:sp>
        <p:nvSpPr>
          <p:cNvPr id="237" name="Picture Placeholder 8"/>
          <p:cNvSpPr>
            <a:spLocks noGrp="1"/>
          </p:cNvSpPr>
          <p:nvPr>
            <p:ph type="pic" sz="quarter" idx="22"/>
          </p:nvPr>
        </p:nvSpPr>
        <p:spPr bwMode="auto">
          <a:xfrm>
            <a:off x="12157065" y="0"/>
            <a:ext cx="12233298" cy="4572000"/>
          </a:xfrm>
          <a:prstGeom prst="rect">
            <a:avLst/>
          </a:prstGeom>
        </p:spPr>
        <p:txBody>
          <a:bodyPr lIns="91439" rIns="91439">
            <a:noAutofit/>
          </a:bodyPr>
          <a:lstStyle/>
          <a:p>
            <a:pPr>
              <a:defRPr/>
            </a:pPr>
            <a:endParaRPr/>
          </a:p>
        </p:txBody>
      </p:sp>
      <p:sp>
        <p:nvSpPr>
          <p:cNvPr id="238" name="Picture Placeholder 8"/>
          <p:cNvSpPr>
            <a:spLocks noGrp="1"/>
          </p:cNvSpPr>
          <p:nvPr>
            <p:ph type="pic" sz="quarter" idx="23"/>
          </p:nvPr>
        </p:nvSpPr>
        <p:spPr bwMode="auto">
          <a:xfrm>
            <a:off x="7" y="4572000"/>
            <a:ext cx="12195178" cy="4572000"/>
          </a:xfrm>
          <a:prstGeom prst="rect">
            <a:avLst/>
          </a:prstGeom>
        </p:spPr>
        <p:txBody>
          <a:bodyPr lIns="91439" rIns="91439">
            <a:noAutofit/>
          </a:bodyPr>
          <a:lstStyle/>
          <a:p>
            <a:pPr>
              <a:defRPr/>
            </a:pPr>
            <a:endParaRPr/>
          </a:p>
        </p:txBody>
      </p:sp>
      <p:sp>
        <p:nvSpPr>
          <p:cNvPr id="239" name="Picture Placeholder 8"/>
          <p:cNvSpPr>
            <a:spLocks noGrp="1"/>
          </p:cNvSpPr>
          <p:nvPr>
            <p:ph type="pic" sz="quarter" idx="24"/>
          </p:nvPr>
        </p:nvSpPr>
        <p:spPr bwMode="auto">
          <a:xfrm>
            <a:off x="12157065" y="4572000"/>
            <a:ext cx="12195178" cy="4572000"/>
          </a:xfrm>
          <a:prstGeom prst="rect">
            <a:avLst/>
          </a:prstGeom>
        </p:spPr>
        <p:txBody>
          <a:bodyPr lIns="91439" rIns="91439">
            <a:noAutofit/>
          </a:bodyPr>
          <a:lstStyle/>
          <a:p>
            <a:pPr>
              <a:defRPr/>
            </a:pPr>
            <a:endParaRPr/>
          </a:p>
        </p:txBody>
      </p:sp>
      <p:sp>
        <p:nvSpPr>
          <p:cNvPr id="240" name="Picture Placeholder 8"/>
          <p:cNvSpPr>
            <a:spLocks noGrp="1"/>
          </p:cNvSpPr>
          <p:nvPr>
            <p:ph type="pic" sz="quarter" idx="25"/>
          </p:nvPr>
        </p:nvSpPr>
        <p:spPr bwMode="auto">
          <a:xfrm>
            <a:off x="17071342" y="1989349"/>
            <a:ext cx="2528596" cy="593314"/>
          </a:xfrm>
          <a:prstGeom prst="rect">
            <a:avLst/>
          </a:prstGeom>
        </p:spPr>
        <p:txBody>
          <a:bodyPr lIns="91439" rIns="91439">
            <a:noAutofit/>
          </a:bodyPr>
          <a:lstStyle/>
          <a:p>
            <a:pPr>
              <a:defRPr/>
            </a:pPr>
            <a:endParaRPr/>
          </a:p>
        </p:txBody>
      </p:sp>
      <p:sp>
        <p:nvSpPr>
          <p:cNvPr id="241" name="Уровень текста 1…"/>
          <p:cNvSpPr txBox="1">
            <a:spLocks noGrp="1"/>
          </p:cNvSpPr>
          <p:nvPr>
            <p:ph type="body" sz="quarter" idx="1" hasCustomPrompt="1"/>
          </p:nvPr>
        </p:nvSpPr>
        <p:spPr bwMode="auto">
          <a:xfrm>
            <a:off x="17190774" y="2088944"/>
            <a:ext cx="2312980" cy="365128"/>
          </a:xfrm>
          <a:prstGeom prst="rect">
            <a:avLst/>
          </a:prstGeom>
        </p:spPr>
        <p:txBody>
          <a:bodyPr/>
          <a:lstStyle>
            <a:lvl1pPr>
              <a:defRPr sz="2400">
                <a:solidFill>
                  <a:srgbClr val="FFFFFF"/>
                </a:solidFill>
              </a:defRPr>
            </a:lvl1pPr>
            <a:lvl2pPr>
              <a:defRPr sz="2400">
                <a:solidFill>
                  <a:srgbClr val="FFFFFF"/>
                </a:solidFill>
              </a:defRPr>
            </a:lvl2pPr>
            <a:lvl3pPr>
              <a:defRPr sz="2400">
                <a:solidFill>
                  <a:srgbClr val="FFFFFF"/>
                </a:solidFill>
              </a:defRPr>
            </a:lvl3pPr>
            <a:lvl4pPr>
              <a:defRPr sz="2400">
                <a:solidFill>
                  <a:srgbClr val="FFFFFF"/>
                </a:solidFill>
              </a:defRPr>
            </a:lvl4pPr>
            <a:lvl5pPr>
              <a:defRPr sz="2400">
                <a:solidFill>
                  <a:srgbClr val="FFFFFF"/>
                </a:solidFill>
              </a:defRPr>
            </a:lvl5pPr>
          </a:lstStyle>
          <a:p>
            <a:pPr>
              <a:defRPr/>
            </a:pPr>
            <a:r>
              <a:t>Text</a:t>
            </a:r>
          </a:p>
          <a:p>
            <a:pPr lvl="1">
              <a:defRPr/>
            </a:pPr>
            <a:endParaRPr/>
          </a:p>
          <a:p>
            <a:pPr lvl="2">
              <a:defRPr/>
            </a:pPr>
            <a:endParaRPr/>
          </a:p>
          <a:p>
            <a:pPr lvl="3">
              <a:defRPr/>
            </a:pPr>
            <a:endParaRPr/>
          </a:p>
          <a:p>
            <a:pPr lvl="4">
              <a:defRPr/>
            </a:pPr>
            <a:endParaRPr/>
          </a:p>
        </p:txBody>
      </p:sp>
      <p:sp>
        <p:nvSpPr>
          <p:cNvPr id="242" name="Picture Placeholder 8"/>
          <p:cNvSpPr>
            <a:spLocks noGrp="1"/>
          </p:cNvSpPr>
          <p:nvPr>
            <p:ph type="pic" sz="quarter" idx="26"/>
          </p:nvPr>
        </p:nvSpPr>
        <p:spPr bwMode="auto">
          <a:xfrm>
            <a:off x="4814232" y="6575845"/>
            <a:ext cx="2528596" cy="593314"/>
          </a:xfrm>
          <a:prstGeom prst="rect">
            <a:avLst/>
          </a:prstGeom>
        </p:spPr>
        <p:txBody>
          <a:bodyPr lIns="91439" rIns="91439">
            <a:noAutofit/>
          </a:bodyPr>
          <a:lstStyle/>
          <a:p>
            <a:pPr>
              <a:defRPr/>
            </a:pPr>
            <a:endParaRPr/>
          </a:p>
        </p:txBody>
      </p:sp>
      <p:sp>
        <p:nvSpPr>
          <p:cNvPr id="243" name="Text Placeholder 28"/>
          <p:cNvSpPr>
            <a:spLocks noGrp="1"/>
          </p:cNvSpPr>
          <p:nvPr>
            <p:ph type="body" sz="quarter" idx="27" hasCustomPrompt="1"/>
          </p:nvPr>
        </p:nvSpPr>
        <p:spPr bwMode="auto">
          <a:xfrm>
            <a:off x="4933664" y="6675438"/>
            <a:ext cx="2312980" cy="365128"/>
          </a:xfrm>
          <a:prstGeom prst="rect">
            <a:avLst/>
          </a:prstGeom>
        </p:spPr>
        <p:txBody>
          <a:bodyPr/>
          <a:lstStyle>
            <a:lvl1pPr defTabSz="1243272">
              <a:spcBef>
                <a:spcPts val="1300"/>
              </a:spcBef>
              <a:defRPr sz="1650">
                <a:solidFill>
                  <a:srgbClr val="FFFFFF"/>
                </a:solidFill>
              </a:defRPr>
            </a:lvl1pPr>
          </a:lstStyle>
          <a:p>
            <a:pPr>
              <a:defRPr/>
            </a:pPr>
            <a:r>
              <a:t>Text</a:t>
            </a:r>
          </a:p>
        </p:txBody>
      </p:sp>
      <p:sp>
        <p:nvSpPr>
          <p:cNvPr id="244" name="Text Placeholder 28"/>
          <p:cNvSpPr>
            <a:spLocks noGrp="1"/>
          </p:cNvSpPr>
          <p:nvPr>
            <p:ph type="body" sz="quarter" idx="28" hasCustomPrompt="1"/>
          </p:nvPr>
        </p:nvSpPr>
        <p:spPr bwMode="auto">
          <a:xfrm>
            <a:off x="5093510" y="12257090"/>
            <a:ext cx="2312980" cy="365128"/>
          </a:xfrm>
          <a:prstGeom prst="rect">
            <a:avLst/>
          </a:prstGeom>
        </p:spPr>
        <p:txBody>
          <a:bodyPr/>
          <a:lstStyle>
            <a:lvl1pPr defTabSz="1243272">
              <a:spcBef>
                <a:spcPts val="1300"/>
              </a:spcBef>
              <a:defRPr sz="1650">
                <a:solidFill>
                  <a:srgbClr val="FFFFFF"/>
                </a:solidFill>
              </a:defRPr>
            </a:lvl1pPr>
          </a:lstStyle>
          <a:p>
            <a:pPr>
              <a:defRPr/>
            </a:pPr>
            <a:r>
              <a:t>Text</a:t>
            </a:r>
          </a:p>
        </p:txBody>
      </p:sp>
      <p:sp>
        <p:nvSpPr>
          <p:cNvPr id="245" name="Текст заголовка"/>
          <p:cNvSpPr txBox="1">
            <a:spLocks noGrp="1"/>
          </p:cNvSpPr>
          <p:nvPr>
            <p:ph type="title"/>
          </p:nvPr>
        </p:nvSpPr>
        <p:spPr bwMode="auto">
          <a:xfrm>
            <a:off x="1638718" y="9466730"/>
            <a:ext cx="21036680" cy="1142536"/>
          </a:xfrm>
          <a:prstGeom prst="rect">
            <a:avLst/>
          </a:prstGeom>
        </p:spPr>
        <p:txBody>
          <a:bodyPr/>
          <a:lstStyle>
            <a:lvl1pPr algn="ctr">
              <a:defRPr sz="7200">
                <a:solidFill>
                  <a:srgbClr val="404040"/>
                </a:solidFill>
              </a:defRPr>
            </a:lvl1pPr>
          </a:lstStyle>
          <a:p>
            <a:pPr>
              <a:defRPr/>
            </a:pPr>
            <a:r>
              <a:t>Текст заголовка</a:t>
            </a:r>
          </a:p>
        </p:txBody>
      </p:sp>
    </p:spTree>
    <p:extLst>
      <p:ext uri="{BB962C8B-B14F-4D97-AF65-F5344CB8AC3E}">
        <p14:creationId xmlns:p14="http://schemas.microsoft.com/office/powerpoint/2010/main" val="275568730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PhAnim="0" type="tx" userDrawn="1">
  <p:cSld name="3_Custom Layout">
    <p:spTree>
      <p:nvGrpSpPr>
        <p:cNvPr id="1" name=""/>
        <p:cNvGrpSpPr/>
        <p:nvPr/>
      </p:nvGrpSpPr>
      <p:grpSpPr bwMode="auto">
        <a:xfrm>
          <a:off x="0" y="0"/>
          <a:ext cx="0" cy="0"/>
          <a:chOff x="0" y="0"/>
          <a:chExt cx="0" cy="0"/>
        </a:xfrm>
      </p:grpSpPr>
      <p:sp>
        <p:nvSpPr>
          <p:cNvPr id="252" name="Picture Placeholder 11"/>
          <p:cNvSpPr>
            <a:spLocks noGrp="1"/>
          </p:cNvSpPr>
          <p:nvPr>
            <p:ph type="pic" idx="21"/>
          </p:nvPr>
        </p:nvSpPr>
        <p:spPr bwMode="auto">
          <a:xfrm>
            <a:off x="-3" y="-2"/>
            <a:ext cx="24390358" cy="13654092"/>
          </a:xfrm>
          <a:prstGeom prst="rect">
            <a:avLst/>
          </a:prstGeom>
        </p:spPr>
        <p:txBody>
          <a:bodyPr lIns="91439" rIns="91439">
            <a:noAutofit/>
          </a:bodyPr>
          <a:lstStyle/>
          <a:p>
            <a:pPr>
              <a:defRPr/>
            </a:pPr>
            <a:endParaRPr/>
          </a:p>
        </p:txBody>
      </p:sp>
      <p:sp>
        <p:nvSpPr>
          <p:cNvPr id="253"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254" name="Picture Placeholder 10"/>
          <p:cNvSpPr>
            <a:spLocks noGrp="1"/>
          </p:cNvSpPr>
          <p:nvPr>
            <p:ph type="pic" idx="22"/>
          </p:nvPr>
        </p:nvSpPr>
        <p:spPr bwMode="auto">
          <a:xfrm>
            <a:off x="-39339693" y="-17373600"/>
            <a:ext cx="24390358" cy="13716000"/>
          </a:xfrm>
          <a:prstGeom prst="rect">
            <a:avLst/>
          </a:prstGeom>
        </p:spPr>
        <p:txBody>
          <a:bodyPr lIns="91439" rIns="91439">
            <a:noAutofit/>
          </a:bodyPr>
          <a:lstStyle/>
          <a:p>
            <a:pPr>
              <a:defRPr/>
            </a:pPr>
            <a:endParaRPr/>
          </a:p>
        </p:txBody>
      </p:sp>
      <p:sp>
        <p:nvSpPr>
          <p:cNvPr id="255" name="Текст заголовка"/>
          <p:cNvSpPr txBox="1">
            <a:spLocks noGrp="1"/>
          </p:cNvSpPr>
          <p:nvPr>
            <p:ph type="title"/>
          </p:nvPr>
        </p:nvSpPr>
        <p:spPr bwMode="auto">
          <a:xfrm>
            <a:off x="1676836" y="526474"/>
            <a:ext cx="21036680" cy="1556904"/>
          </a:xfrm>
          <a:prstGeom prst="rect">
            <a:avLst/>
          </a:prstGeom>
        </p:spPr>
        <p:txBody>
          <a:bodyPr/>
          <a:lstStyle>
            <a:lvl1pPr algn="ctr">
              <a:defRPr>
                <a:solidFill>
                  <a:srgbClr val="404040"/>
                </a:solidFill>
              </a:defRPr>
            </a:lvl1pPr>
          </a:lstStyle>
          <a:p>
            <a:pPr>
              <a:defRPr/>
            </a:pPr>
            <a:r>
              <a:t>Текст заголовка</a:t>
            </a:r>
          </a:p>
        </p:txBody>
      </p:sp>
      <p:sp>
        <p:nvSpPr>
          <p:cNvPr id="256" name="Уровень текста 1…"/>
          <p:cNvSpPr txBox="1">
            <a:spLocks noGrp="1"/>
          </p:cNvSpPr>
          <p:nvPr>
            <p:ph type="body" sz="quarter" idx="1"/>
          </p:nvPr>
        </p:nvSpPr>
        <p:spPr bwMode="auto">
          <a:xfrm>
            <a:off x="1676836" y="2083385"/>
            <a:ext cx="21036680" cy="457202"/>
          </a:xfrm>
          <a:prstGeom prst="rect">
            <a:avLst/>
          </a:prstGeom>
        </p:spPr>
        <p:txBody>
          <a:bodyPr/>
          <a:lstStyle>
            <a:lvl1pPr algn="ctr">
              <a:defRPr sz="3200">
                <a:solidFill>
                  <a:schemeClr val="accent4"/>
                </a:solidFill>
              </a:defRPr>
            </a:lvl1pPr>
            <a:lvl2pPr algn="ctr">
              <a:defRPr sz="3200">
                <a:solidFill>
                  <a:schemeClr val="accent4"/>
                </a:solidFill>
              </a:defRPr>
            </a:lvl2pPr>
            <a:lvl3pPr algn="ctr">
              <a:defRPr sz="3200">
                <a:solidFill>
                  <a:schemeClr val="accent4"/>
                </a:solidFill>
              </a:defRPr>
            </a:lvl3pPr>
            <a:lvl4pPr algn="ctr">
              <a:defRPr sz="3200">
                <a:solidFill>
                  <a:schemeClr val="accent4"/>
                </a:solidFill>
              </a:defRPr>
            </a:lvl4pPr>
            <a:lvl5pPr algn="ct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
        <p:nvSpPr>
          <p:cNvPr id="257" name="Picture Placeholder 9"/>
          <p:cNvSpPr>
            <a:spLocks noGrp="1"/>
          </p:cNvSpPr>
          <p:nvPr>
            <p:ph type="pic" sz="quarter" idx="23"/>
          </p:nvPr>
        </p:nvSpPr>
        <p:spPr bwMode="auto">
          <a:xfrm>
            <a:off x="20060730" y="7347746"/>
            <a:ext cx="2089444" cy="2088356"/>
          </a:xfrm>
          <a:prstGeom prst="rect">
            <a:avLst/>
          </a:prstGeom>
          <a:ln>
            <a:solidFill>
              <a:srgbClr val="FFFFFF"/>
            </a:solidFill>
            <a:round/>
          </a:ln>
        </p:spPr>
        <p:txBody>
          <a:bodyPr lIns="91439" rIns="91439">
            <a:noAutofit/>
          </a:bodyPr>
          <a:lstStyle/>
          <a:p>
            <a:pPr>
              <a:defRPr/>
            </a:pPr>
            <a:endParaRPr/>
          </a:p>
        </p:txBody>
      </p:sp>
    </p:spTree>
    <p:extLst>
      <p:ext uri="{BB962C8B-B14F-4D97-AF65-F5344CB8AC3E}">
        <p14:creationId xmlns:p14="http://schemas.microsoft.com/office/powerpoint/2010/main" val="3655978998"/>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PhAnim="0" type="tx" userDrawn="1">
  <p:cSld name="4_Custom Layout">
    <p:spTree>
      <p:nvGrpSpPr>
        <p:cNvPr id="1" name=""/>
        <p:cNvGrpSpPr/>
        <p:nvPr/>
      </p:nvGrpSpPr>
      <p:grpSpPr bwMode="auto">
        <a:xfrm>
          <a:off x="0" y="0"/>
          <a:ext cx="0" cy="0"/>
          <a:chOff x="0" y="0"/>
          <a:chExt cx="0" cy="0"/>
        </a:xfrm>
      </p:grpSpPr>
      <p:sp>
        <p:nvSpPr>
          <p:cNvPr id="264" name="Rectangle 1"/>
          <p:cNvSpPr/>
          <p:nvPr/>
        </p:nvSpPr>
        <p:spPr bwMode="auto">
          <a:xfrm>
            <a:off x="12195185" y="0"/>
            <a:ext cx="12195178" cy="13716000"/>
          </a:xfrm>
          <a:prstGeom prst="rect">
            <a:avLst/>
          </a:prstGeom>
          <a:solidFill>
            <a:srgbClr val="DDDDDD"/>
          </a:solidFill>
          <a:ln w="12700">
            <a:miter lim="400000"/>
          </a:ln>
        </p:spPr>
        <p:txBody>
          <a:bodyPr lIns="45720" rIns="45720" anchor="ctr"/>
          <a:lstStyle/>
          <a:p>
            <a:pPr marL="0" marR="0" lvl="0" indent="0" algn="ctr" defTabSz="1828434" rtl="0" eaLnBrk="1" fontAlgn="auto" latinLnBrk="0" hangingPunct="1">
              <a:lnSpc>
                <a:spcPct val="100000"/>
              </a:lnSpc>
              <a:spcBef>
                <a:spcPts val="0"/>
              </a:spcBef>
              <a:spcAft>
                <a:spcPts val="0"/>
              </a:spcAft>
              <a:buClrTx/>
              <a:buSzTx/>
              <a:buFontTx/>
              <a:buNone/>
              <a:tabLst/>
              <a:defRPr>
                <a:solidFill>
                  <a:srgbClr val="FFFFFF"/>
                </a:solidFill>
              </a:defRPr>
            </a:pPr>
            <a:endParaRPr kumimoji="0" sz="3500" b="0" i="0" u="none" strike="noStrike" kern="0" cap="none" spc="0" normalizeH="0" baseline="0" noProof="0">
              <a:ln>
                <a:noFill/>
              </a:ln>
              <a:solidFill>
                <a:srgbClr val="FFFFFF"/>
              </a:solidFill>
              <a:effectLst/>
              <a:uLnTx/>
              <a:uFillTx/>
              <a:latin typeface="Open Sans Light"/>
              <a:ea typeface="Open Sans"/>
              <a:cs typeface="Calibri"/>
              <a:sym typeface="Open Sans"/>
            </a:endParaRPr>
          </a:p>
        </p:txBody>
      </p:sp>
      <p:sp>
        <p:nvSpPr>
          <p:cNvPr id="265" name="Picture Placeholder 8"/>
          <p:cNvSpPr>
            <a:spLocks noGrp="1"/>
          </p:cNvSpPr>
          <p:nvPr>
            <p:ph type="pic" idx="21"/>
          </p:nvPr>
        </p:nvSpPr>
        <p:spPr bwMode="auto">
          <a:xfrm>
            <a:off x="-2" y="0"/>
            <a:ext cx="12233300" cy="13716000"/>
          </a:xfrm>
          <a:prstGeom prst="rect">
            <a:avLst/>
          </a:prstGeom>
        </p:spPr>
        <p:txBody>
          <a:bodyPr lIns="91439" rIns="91439">
            <a:noAutofit/>
          </a:bodyPr>
          <a:lstStyle/>
          <a:p>
            <a:pPr>
              <a:defRPr/>
            </a:pPr>
            <a:endParaRPr/>
          </a:p>
        </p:txBody>
      </p:sp>
      <p:sp>
        <p:nvSpPr>
          <p:cNvPr id="266"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267" name="Текст заголовка"/>
          <p:cNvSpPr txBox="1">
            <a:spLocks noGrp="1"/>
          </p:cNvSpPr>
          <p:nvPr>
            <p:ph type="title"/>
          </p:nvPr>
        </p:nvSpPr>
        <p:spPr bwMode="auto">
          <a:xfrm>
            <a:off x="1604212" y="5349303"/>
            <a:ext cx="9124796" cy="3406774"/>
          </a:xfrm>
          <a:prstGeom prst="rect">
            <a:avLst/>
          </a:prstGeom>
          <a:ln w="9525">
            <a:solidFill>
              <a:schemeClr val="accent2"/>
            </a:solidFill>
            <a:round/>
          </a:ln>
        </p:spPr>
        <p:txBody>
          <a:bodyPr/>
          <a:lstStyle>
            <a:lvl1pPr algn="ctr">
              <a:defRPr>
                <a:solidFill>
                  <a:srgbClr val="404040"/>
                </a:solidFill>
              </a:defRPr>
            </a:lvl1pPr>
          </a:lstStyle>
          <a:p>
            <a:pPr>
              <a:defRPr/>
            </a:pPr>
            <a:r>
              <a:t>Текст заголовка</a:t>
            </a:r>
          </a:p>
        </p:txBody>
      </p:sp>
    </p:spTree>
    <p:extLst>
      <p:ext uri="{BB962C8B-B14F-4D97-AF65-F5344CB8AC3E}">
        <p14:creationId xmlns:p14="http://schemas.microsoft.com/office/powerpoint/2010/main" val="407377088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PhAnim="0" type="tx" userDrawn="1">
  <p:cSld name="5_Custom Layout">
    <p:spTree>
      <p:nvGrpSpPr>
        <p:cNvPr id="1" name=""/>
        <p:cNvGrpSpPr/>
        <p:nvPr/>
      </p:nvGrpSpPr>
      <p:grpSpPr bwMode="auto">
        <a:xfrm>
          <a:off x="0" y="0"/>
          <a:ext cx="0" cy="0"/>
          <a:chOff x="0" y="0"/>
          <a:chExt cx="0" cy="0"/>
        </a:xfrm>
      </p:grpSpPr>
      <p:sp>
        <p:nvSpPr>
          <p:cNvPr id="274"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275" name="Rectangle 6"/>
          <p:cNvSpPr/>
          <p:nvPr/>
        </p:nvSpPr>
        <p:spPr bwMode="auto">
          <a:xfrm>
            <a:off x="7" y="0"/>
            <a:ext cx="12195178" cy="13716000"/>
          </a:xfrm>
          <a:prstGeom prst="rect">
            <a:avLst/>
          </a:prstGeom>
          <a:solidFill>
            <a:srgbClr val="DDDDDD"/>
          </a:solidFill>
          <a:ln w="12700">
            <a:miter lim="400000"/>
          </a:ln>
        </p:spPr>
        <p:txBody>
          <a:bodyPr lIns="45720" rIns="45720" anchor="ctr"/>
          <a:lstStyle/>
          <a:p>
            <a:pPr marL="0" marR="0" lvl="0" indent="0" algn="ctr" defTabSz="1828434" rtl="0" eaLnBrk="1" fontAlgn="auto" latinLnBrk="0" hangingPunct="1">
              <a:lnSpc>
                <a:spcPct val="100000"/>
              </a:lnSpc>
              <a:spcBef>
                <a:spcPts val="0"/>
              </a:spcBef>
              <a:spcAft>
                <a:spcPts val="0"/>
              </a:spcAft>
              <a:buClrTx/>
              <a:buSzTx/>
              <a:buFontTx/>
              <a:buNone/>
              <a:tabLst/>
              <a:defRPr>
                <a:solidFill>
                  <a:srgbClr val="FFFFFF"/>
                </a:solidFill>
              </a:defRPr>
            </a:pPr>
            <a:endParaRPr kumimoji="0" sz="3500" b="0" i="0" u="none" strike="noStrike" kern="0" cap="none" spc="0" normalizeH="0" baseline="0" noProof="0">
              <a:ln>
                <a:noFill/>
              </a:ln>
              <a:solidFill>
                <a:srgbClr val="FFFFFF"/>
              </a:solidFill>
              <a:effectLst/>
              <a:uLnTx/>
              <a:uFillTx/>
              <a:latin typeface="Open Sans Light"/>
              <a:ea typeface="Open Sans"/>
              <a:cs typeface="Calibri"/>
              <a:sym typeface="Open Sans"/>
            </a:endParaRPr>
          </a:p>
        </p:txBody>
      </p:sp>
      <p:sp>
        <p:nvSpPr>
          <p:cNvPr id="276" name="Текст заголовка"/>
          <p:cNvSpPr txBox="1">
            <a:spLocks noGrp="1"/>
          </p:cNvSpPr>
          <p:nvPr>
            <p:ph type="title"/>
          </p:nvPr>
        </p:nvSpPr>
        <p:spPr bwMode="auto">
          <a:xfrm>
            <a:off x="1604212" y="5444898"/>
            <a:ext cx="9124796" cy="3406776"/>
          </a:xfrm>
          <a:prstGeom prst="rect">
            <a:avLst/>
          </a:prstGeom>
          <a:ln w="9525">
            <a:solidFill>
              <a:srgbClr val="FFFFFF"/>
            </a:solidFill>
            <a:round/>
          </a:ln>
        </p:spPr>
        <p:txBody>
          <a:bodyPr/>
          <a:lstStyle>
            <a:lvl1pPr algn="ctr">
              <a:defRPr>
                <a:solidFill>
                  <a:srgbClr val="FFFFFF"/>
                </a:solidFill>
              </a:defRPr>
            </a:lvl1pPr>
          </a:lstStyle>
          <a:p>
            <a:pPr>
              <a:defRPr/>
            </a:pPr>
            <a:r>
              <a:t>Текст заголовка</a:t>
            </a:r>
          </a:p>
        </p:txBody>
      </p:sp>
      <p:sp>
        <p:nvSpPr>
          <p:cNvPr id="277" name="Picture Placeholder 8"/>
          <p:cNvSpPr>
            <a:spLocks noGrp="1"/>
          </p:cNvSpPr>
          <p:nvPr>
            <p:ph type="pic" sz="quarter" idx="21"/>
          </p:nvPr>
        </p:nvSpPr>
        <p:spPr bwMode="auto">
          <a:xfrm>
            <a:off x="12195183" y="0"/>
            <a:ext cx="12195178" cy="4572000"/>
          </a:xfrm>
          <a:prstGeom prst="rect">
            <a:avLst/>
          </a:prstGeom>
        </p:spPr>
        <p:txBody>
          <a:bodyPr lIns="91439" rIns="91439">
            <a:noAutofit/>
          </a:bodyPr>
          <a:lstStyle/>
          <a:p>
            <a:pPr>
              <a:defRPr/>
            </a:pPr>
            <a:endParaRPr/>
          </a:p>
        </p:txBody>
      </p:sp>
      <p:sp>
        <p:nvSpPr>
          <p:cNvPr id="278" name="Picture Placeholder 8"/>
          <p:cNvSpPr>
            <a:spLocks noGrp="1"/>
          </p:cNvSpPr>
          <p:nvPr>
            <p:ph type="pic" sz="quarter" idx="22"/>
          </p:nvPr>
        </p:nvSpPr>
        <p:spPr bwMode="auto">
          <a:xfrm>
            <a:off x="12195183" y="4572000"/>
            <a:ext cx="12195178" cy="4572000"/>
          </a:xfrm>
          <a:prstGeom prst="rect">
            <a:avLst/>
          </a:prstGeom>
        </p:spPr>
        <p:txBody>
          <a:bodyPr lIns="91439" rIns="91439">
            <a:noAutofit/>
          </a:bodyPr>
          <a:lstStyle/>
          <a:p>
            <a:pPr>
              <a:defRPr/>
            </a:pPr>
            <a:endParaRPr/>
          </a:p>
        </p:txBody>
      </p:sp>
      <p:sp>
        <p:nvSpPr>
          <p:cNvPr id="279" name="Picture Placeholder 8"/>
          <p:cNvSpPr>
            <a:spLocks noGrp="1"/>
          </p:cNvSpPr>
          <p:nvPr>
            <p:ph type="pic" sz="quarter" idx="23"/>
          </p:nvPr>
        </p:nvSpPr>
        <p:spPr bwMode="auto">
          <a:xfrm>
            <a:off x="12195183" y="9144000"/>
            <a:ext cx="12195178" cy="4572000"/>
          </a:xfrm>
          <a:prstGeom prst="rect">
            <a:avLst/>
          </a:prstGeom>
        </p:spPr>
        <p:txBody>
          <a:bodyPr lIns="91439" rIns="91439">
            <a:noAutofit/>
          </a:bodyPr>
          <a:lstStyle/>
          <a:p>
            <a:pPr>
              <a:defRPr/>
            </a:pPr>
            <a:endParaRPr/>
          </a:p>
        </p:txBody>
      </p:sp>
      <p:sp>
        <p:nvSpPr>
          <p:cNvPr id="280" name="Picture Placeholder 8"/>
          <p:cNvSpPr>
            <a:spLocks noGrp="1"/>
          </p:cNvSpPr>
          <p:nvPr>
            <p:ph type="pic" sz="quarter" idx="24"/>
          </p:nvPr>
        </p:nvSpPr>
        <p:spPr bwMode="auto">
          <a:xfrm>
            <a:off x="18554847" y="0"/>
            <a:ext cx="5835514" cy="4572000"/>
          </a:xfrm>
          <a:prstGeom prst="rect">
            <a:avLst/>
          </a:prstGeom>
        </p:spPr>
        <p:txBody>
          <a:bodyPr lIns="91439" rIns="91439">
            <a:noAutofit/>
          </a:bodyPr>
          <a:lstStyle/>
          <a:p>
            <a:pPr>
              <a:defRPr/>
            </a:pPr>
            <a:endParaRPr/>
          </a:p>
        </p:txBody>
      </p:sp>
      <p:sp>
        <p:nvSpPr>
          <p:cNvPr id="281" name="Picture Placeholder 8"/>
          <p:cNvSpPr>
            <a:spLocks noGrp="1"/>
          </p:cNvSpPr>
          <p:nvPr>
            <p:ph type="pic" sz="quarter" idx="25"/>
          </p:nvPr>
        </p:nvSpPr>
        <p:spPr bwMode="auto">
          <a:xfrm>
            <a:off x="18554847" y="4572000"/>
            <a:ext cx="5835514" cy="4572000"/>
          </a:xfrm>
          <a:prstGeom prst="rect">
            <a:avLst/>
          </a:prstGeom>
        </p:spPr>
        <p:txBody>
          <a:bodyPr lIns="91439" rIns="91439">
            <a:noAutofit/>
          </a:bodyPr>
          <a:lstStyle/>
          <a:p>
            <a:pPr>
              <a:defRPr/>
            </a:pPr>
            <a:endParaRPr/>
          </a:p>
        </p:txBody>
      </p:sp>
      <p:sp>
        <p:nvSpPr>
          <p:cNvPr id="282" name="Picture Placeholder 8"/>
          <p:cNvSpPr>
            <a:spLocks noGrp="1"/>
          </p:cNvSpPr>
          <p:nvPr>
            <p:ph type="pic" sz="quarter" idx="26"/>
          </p:nvPr>
        </p:nvSpPr>
        <p:spPr bwMode="auto">
          <a:xfrm>
            <a:off x="18554847" y="9144000"/>
            <a:ext cx="5835514" cy="4572000"/>
          </a:xfrm>
          <a:prstGeom prst="rect">
            <a:avLst/>
          </a:prstGeom>
        </p:spPr>
        <p:txBody>
          <a:bodyPr lIns="91439" rIns="91439">
            <a:noAutofit/>
          </a:bodyPr>
          <a:lstStyle/>
          <a:p>
            <a:pPr>
              <a:defRPr/>
            </a:pPr>
            <a:endParaRPr/>
          </a:p>
        </p:txBody>
      </p:sp>
      <p:sp>
        <p:nvSpPr>
          <p:cNvPr id="283" name="Уровень текста 1…"/>
          <p:cNvSpPr txBox="1">
            <a:spLocks noGrp="1"/>
          </p:cNvSpPr>
          <p:nvPr>
            <p:ph type="body" sz="quarter" idx="1" hasCustomPrompt="1"/>
          </p:nvPr>
        </p:nvSpPr>
        <p:spPr bwMode="auto">
          <a:xfrm>
            <a:off x="19015002" y="1041409"/>
            <a:ext cx="4786312" cy="415926"/>
          </a:xfrm>
          <a:prstGeom prst="rect">
            <a:avLst/>
          </a:prstGeom>
        </p:spPr>
        <p:txBody>
          <a:bodyPr/>
          <a:lstStyle>
            <a:lvl1pPr algn="ctr">
              <a:defRPr>
                <a:solidFill>
                  <a:srgbClr val="FFFFFF"/>
                </a:solidFill>
                <a:latin typeface="Montserrat Semi Bold"/>
                <a:ea typeface="Montserrat Semi Bold"/>
                <a:cs typeface="Montserrat Semi Bold"/>
              </a:defRPr>
            </a:lvl1pPr>
            <a:lvl2pPr algn="ctr">
              <a:defRPr>
                <a:solidFill>
                  <a:srgbClr val="FFFFFF"/>
                </a:solidFill>
                <a:latin typeface="Montserrat Semi Bold"/>
                <a:ea typeface="Montserrat Semi Bold"/>
                <a:cs typeface="Montserrat Semi Bold"/>
              </a:defRPr>
            </a:lvl2pPr>
            <a:lvl3pPr algn="ctr">
              <a:defRPr>
                <a:solidFill>
                  <a:srgbClr val="FFFFFF"/>
                </a:solidFill>
                <a:latin typeface="Montserrat Semi Bold"/>
                <a:ea typeface="Montserrat Semi Bold"/>
                <a:cs typeface="Montserrat Semi Bold"/>
              </a:defRPr>
            </a:lvl3pPr>
            <a:lvl4pPr algn="ctr">
              <a:defRPr>
                <a:solidFill>
                  <a:srgbClr val="FFFFFF"/>
                </a:solidFill>
                <a:latin typeface="Montserrat Semi Bold"/>
                <a:ea typeface="Montserrat Semi Bold"/>
                <a:cs typeface="Montserrat Semi Bold"/>
              </a:defRPr>
            </a:lvl4pPr>
            <a:lvl5pPr algn="ctr">
              <a:defRPr>
                <a:solidFill>
                  <a:srgbClr val="FFFFFF"/>
                </a:solidFill>
                <a:latin typeface="Montserrat Semi Bold"/>
                <a:ea typeface="Montserrat Semi Bold"/>
                <a:cs typeface="Montserrat Semi Bold"/>
              </a:defRPr>
            </a:lvl5pPr>
          </a:lstStyle>
          <a:p>
            <a:pPr>
              <a:defRPr/>
            </a:pPr>
            <a:r>
              <a:t>Text</a:t>
            </a:r>
          </a:p>
          <a:p>
            <a:pPr lvl="1">
              <a:defRPr/>
            </a:pPr>
            <a:endParaRPr/>
          </a:p>
          <a:p>
            <a:pPr lvl="2">
              <a:defRPr/>
            </a:pPr>
            <a:endParaRPr/>
          </a:p>
          <a:p>
            <a:pPr lvl="3">
              <a:defRPr/>
            </a:pPr>
            <a:endParaRPr/>
          </a:p>
          <a:p>
            <a:pPr lvl="4">
              <a:defRPr/>
            </a:pPr>
            <a:endParaRPr/>
          </a:p>
        </p:txBody>
      </p:sp>
      <p:sp>
        <p:nvSpPr>
          <p:cNvPr id="284" name="Text Placeholder 33"/>
          <p:cNvSpPr>
            <a:spLocks noGrp="1"/>
          </p:cNvSpPr>
          <p:nvPr>
            <p:ph type="body" sz="quarter" idx="27" hasCustomPrompt="1"/>
          </p:nvPr>
        </p:nvSpPr>
        <p:spPr bwMode="auto">
          <a:xfrm>
            <a:off x="19015002" y="1651007"/>
            <a:ext cx="4786312" cy="2079170"/>
          </a:xfrm>
          <a:prstGeom prst="rect">
            <a:avLst/>
          </a:prstGeom>
        </p:spPr>
        <p:txBody>
          <a:bodyPr/>
          <a:lstStyle>
            <a:lvl1pPr algn="ctr">
              <a:defRPr sz="2400">
                <a:solidFill>
                  <a:srgbClr val="FFFFFF"/>
                </a:solidFill>
              </a:defRPr>
            </a:lvl1pPr>
          </a:lstStyle>
          <a:p>
            <a:pPr>
              <a:defRPr/>
            </a:pPr>
            <a:r>
              <a:t>Text</a:t>
            </a:r>
          </a:p>
        </p:txBody>
      </p:sp>
      <p:sp>
        <p:nvSpPr>
          <p:cNvPr id="285" name="Text Placeholder 33"/>
          <p:cNvSpPr>
            <a:spLocks noGrp="1"/>
          </p:cNvSpPr>
          <p:nvPr>
            <p:ph type="body" sz="quarter" idx="28" hasCustomPrompt="1"/>
          </p:nvPr>
        </p:nvSpPr>
        <p:spPr bwMode="auto">
          <a:xfrm>
            <a:off x="19015002" y="5499109"/>
            <a:ext cx="4786312" cy="415926"/>
          </a:xfrm>
          <a:prstGeom prst="rect">
            <a:avLst/>
          </a:prstGeom>
        </p:spPr>
        <p:txBody>
          <a:bodyPr/>
          <a:lstStyle>
            <a:lvl1pPr algn="ctr" defTabSz="1426108">
              <a:spcBef>
                <a:spcPts val="1500"/>
              </a:spcBef>
              <a:defRPr sz="2200">
                <a:solidFill>
                  <a:srgbClr val="FFFFFF"/>
                </a:solidFill>
                <a:latin typeface="Montserrat Semi Bold"/>
                <a:ea typeface="Montserrat Semi Bold"/>
                <a:cs typeface="Montserrat Semi Bold"/>
              </a:defRPr>
            </a:lvl1pPr>
          </a:lstStyle>
          <a:p>
            <a:pPr>
              <a:defRPr/>
            </a:pPr>
            <a:r>
              <a:t>Text</a:t>
            </a:r>
          </a:p>
        </p:txBody>
      </p:sp>
      <p:sp>
        <p:nvSpPr>
          <p:cNvPr id="286" name="Text Placeholder 33"/>
          <p:cNvSpPr>
            <a:spLocks noGrp="1"/>
          </p:cNvSpPr>
          <p:nvPr>
            <p:ph type="body" sz="quarter" idx="29" hasCustomPrompt="1"/>
          </p:nvPr>
        </p:nvSpPr>
        <p:spPr bwMode="auto">
          <a:xfrm>
            <a:off x="19015002" y="6108705"/>
            <a:ext cx="4786312" cy="2079170"/>
          </a:xfrm>
          <a:prstGeom prst="rect">
            <a:avLst/>
          </a:prstGeom>
        </p:spPr>
        <p:txBody>
          <a:bodyPr/>
          <a:lstStyle>
            <a:lvl1pPr algn="ctr">
              <a:defRPr sz="2400">
                <a:solidFill>
                  <a:srgbClr val="FFFFFF"/>
                </a:solidFill>
              </a:defRPr>
            </a:lvl1pPr>
          </a:lstStyle>
          <a:p>
            <a:pPr>
              <a:defRPr/>
            </a:pPr>
            <a:r>
              <a:t>Text</a:t>
            </a:r>
          </a:p>
        </p:txBody>
      </p:sp>
      <p:sp>
        <p:nvSpPr>
          <p:cNvPr id="287" name="Text Placeholder 33"/>
          <p:cNvSpPr>
            <a:spLocks noGrp="1"/>
          </p:cNvSpPr>
          <p:nvPr>
            <p:ph type="body" sz="quarter" idx="30" hasCustomPrompt="1"/>
          </p:nvPr>
        </p:nvSpPr>
        <p:spPr bwMode="auto">
          <a:xfrm>
            <a:off x="19015002" y="10127807"/>
            <a:ext cx="4786312" cy="415926"/>
          </a:xfrm>
          <a:prstGeom prst="rect">
            <a:avLst/>
          </a:prstGeom>
        </p:spPr>
        <p:txBody>
          <a:bodyPr/>
          <a:lstStyle>
            <a:lvl1pPr algn="ctr" defTabSz="1426108">
              <a:spcBef>
                <a:spcPts val="1500"/>
              </a:spcBef>
              <a:defRPr sz="2200">
                <a:solidFill>
                  <a:srgbClr val="FFFFFF"/>
                </a:solidFill>
                <a:latin typeface="Montserrat Semi Bold"/>
                <a:ea typeface="Montserrat Semi Bold"/>
                <a:cs typeface="Montserrat Semi Bold"/>
              </a:defRPr>
            </a:lvl1pPr>
          </a:lstStyle>
          <a:p>
            <a:pPr>
              <a:defRPr/>
            </a:pPr>
            <a:r>
              <a:t>Text</a:t>
            </a:r>
          </a:p>
        </p:txBody>
      </p:sp>
      <p:sp>
        <p:nvSpPr>
          <p:cNvPr id="288" name="Text Placeholder 33"/>
          <p:cNvSpPr>
            <a:spLocks noGrp="1"/>
          </p:cNvSpPr>
          <p:nvPr>
            <p:ph type="body" sz="quarter" idx="31" hasCustomPrompt="1"/>
          </p:nvPr>
        </p:nvSpPr>
        <p:spPr bwMode="auto">
          <a:xfrm>
            <a:off x="19015002" y="10737409"/>
            <a:ext cx="4786312" cy="2079170"/>
          </a:xfrm>
          <a:prstGeom prst="rect">
            <a:avLst/>
          </a:prstGeom>
        </p:spPr>
        <p:txBody>
          <a:bodyPr/>
          <a:lstStyle>
            <a:lvl1pPr algn="ctr">
              <a:defRPr sz="2400">
                <a:solidFill>
                  <a:srgbClr val="FFFFFF"/>
                </a:solidFill>
              </a:defRPr>
            </a:lvl1pPr>
          </a:lstStyle>
          <a:p>
            <a:pPr>
              <a:defRPr/>
            </a:pPr>
            <a:r>
              <a:t>Text</a:t>
            </a:r>
          </a:p>
        </p:txBody>
      </p:sp>
    </p:spTree>
    <p:extLst>
      <p:ext uri="{BB962C8B-B14F-4D97-AF65-F5344CB8AC3E}">
        <p14:creationId xmlns:p14="http://schemas.microsoft.com/office/powerpoint/2010/main" val="46555701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PhAnim="0" type="tx" userDrawn="1">
  <p:cSld name="6_Custom Layout">
    <p:spTree>
      <p:nvGrpSpPr>
        <p:cNvPr id="1" name=""/>
        <p:cNvGrpSpPr/>
        <p:nvPr/>
      </p:nvGrpSpPr>
      <p:grpSpPr bwMode="auto">
        <a:xfrm>
          <a:off x="0" y="0"/>
          <a:ext cx="0" cy="0"/>
          <a:chOff x="0" y="0"/>
          <a:chExt cx="0" cy="0"/>
        </a:xfrm>
      </p:grpSpPr>
      <p:sp>
        <p:nvSpPr>
          <p:cNvPr id="295"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296" name="Текст заголовка"/>
          <p:cNvSpPr txBox="1">
            <a:spLocks noGrp="1"/>
          </p:cNvSpPr>
          <p:nvPr>
            <p:ph type="title"/>
          </p:nvPr>
        </p:nvSpPr>
        <p:spPr bwMode="auto">
          <a:xfrm>
            <a:off x="1676836" y="753036"/>
            <a:ext cx="21036680" cy="1381688"/>
          </a:xfrm>
          <a:prstGeom prst="rect">
            <a:avLst/>
          </a:prstGeom>
        </p:spPr>
        <p:txBody>
          <a:bodyPr/>
          <a:lstStyle>
            <a:lvl1pPr algn="ctr">
              <a:defRPr>
                <a:solidFill>
                  <a:srgbClr val="404040"/>
                </a:solidFill>
              </a:defRPr>
            </a:lvl1pPr>
          </a:lstStyle>
          <a:p>
            <a:pPr>
              <a:defRPr/>
            </a:pPr>
            <a:r>
              <a:t>Текст заголовка</a:t>
            </a:r>
          </a:p>
        </p:txBody>
      </p:sp>
      <p:sp>
        <p:nvSpPr>
          <p:cNvPr id="297" name="Уровень текста 1…"/>
          <p:cNvSpPr txBox="1">
            <a:spLocks noGrp="1"/>
          </p:cNvSpPr>
          <p:nvPr>
            <p:ph type="body" sz="quarter" idx="1"/>
          </p:nvPr>
        </p:nvSpPr>
        <p:spPr bwMode="auto">
          <a:xfrm>
            <a:off x="1676836" y="2134729"/>
            <a:ext cx="21036680" cy="457202"/>
          </a:xfrm>
          <a:prstGeom prst="rect">
            <a:avLst/>
          </a:prstGeom>
        </p:spPr>
        <p:txBody>
          <a:bodyPr/>
          <a:lstStyle>
            <a:lvl1pPr algn="ctr">
              <a:defRPr sz="3200">
                <a:solidFill>
                  <a:schemeClr val="accent4"/>
                </a:solidFill>
              </a:defRPr>
            </a:lvl1pPr>
            <a:lvl2pPr algn="ctr">
              <a:defRPr sz="3200">
                <a:solidFill>
                  <a:schemeClr val="accent4"/>
                </a:solidFill>
              </a:defRPr>
            </a:lvl2pPr>
            <a:lvl3pPr algn="ctr">
              <a:defRPr sz="3200">
                <a:solidFill>
                  <a:schemeClr val="accent4"/>
                </a:solidFill>
              </a:defRPr>
            </a:lvl3pPr>
            <a:lvl4pPr algn="ctr">
              <a:defRPr sz="3200">
                <a:solidFill>
                  <a:schemeClr val="accent4"/>
                </a:solidFill>
              </a:defRPr>
            </a:lvl4pPr>
            <a:lvl5pPr algn="ct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
        <p:nvSpPr>
          <p:cNvPr id="298" name="Picture Placeholder 8"/>
          <p:cNvSpPr>
            <a:spLocks noGrp="1"/>
          </p:cNvSpPr>
          <p:nvPr>
            <p:ph type="pic" sz="quarter" idx="21"/>
          </p:nvPr>
        </p:nvSpPr>
        <p:spPr bwMode="auto">
          <a:xfrm>
            <a:off x="3287845" y="4229201"/>
            <a:ext cx="6457954" cy="3713070"/>
          </a:xfrm>
          <a:prstGeom prst="rect">
            <a:avLst/>
          </a:prstGeom>
        </p:spPr>
        <p:txBody>
          <a:bodyPr lIns="91439" rIns="91439">
            <a:noAutofit/>
          </a:bodyPr>
          <a:lstStyle/>
          <a:p>
            <a:pPr>
              <a:defRPr/>
            </a:pPr>
            <a:endParaRPr/>
          </a:p>
        </p:txBody>
      </p:sp>
      <p:sp>
        <p:nvSpPr>
          <p:cNvPr id="299" name="Picture Placeholder 8"/>
          <p:cNvSpPr>
            <a:spLocks noGrp="1"/>
          </p:cNvSpPr>
          <p:nvPr>
            <p:ph type="pic" sz="quarter" idx="22"/>
          </p:nvPr>
        </p:nvSpPr>
        <p:spPr bwMode="auto">
          <a:xfrm>
            <a:off x="6449880" y="7348957"/>
            <a:ext cx="3295912" cy="593314"/>
          </a:xfrm>
          <a:prstGeom prst="rect">
            <a:avLst/>
          </a:prstGeom>
        </p:spPr>
        <p:txBody>
          <a:bodyPr lIns="91439" rIns="91439">
            <a:noAutofit/>
          </a:bodyPr>
          <a:lstStyle/>
          <a:p>
            <a:pPr>
              <a:defRPr/>
            </a:pPr>
            <a:endParaRPr/>
          </a:p>
        </p:txBody>
      </p:sp>
      <p:sp>
        <p:nvSpPr>
          <p:cNvPr id="300" name="Text Placeholder 28"/>
          <p:cNvSpPr>
            <a:spLocks noGrp="1"/>
          </p:cNvSpPr>
          <p:nvPr>
            <p:ph type="body" sz="quarter" idx="23" hasCustomPrompt="1"/>
          </p:nvPr>
        </p:nvSpPr>
        <p:spPr bwMode="auto">
          <a:xfrm>
            <a:off x="6634740" y="7448548"/>
            <a:ext cx="3014864" cy="365128"/>
          </a:xfrm>
          <a:prstGeom prst="rect">
            <a:avLst/>
          </a:prstGeom>
        </p:spPr>
        <p:txBody>
          <a:bodyPr/>
          <a:lstStyle>
            <a:lvl1pPr defTabSz="1243272">
              <a:spcBef>
                <a:spcPts val="1300"/>
              </a:spcBef>
              <a:defRPr sz="1650">
                <a:solidFill>
                  <a:srgbClr val="FFFFFF"/>
                </a:solidFill>
              </a:defRPr>
            </a:lvl1pPr>
          </a:lstStyle>
          <a:p>
            <a:pPr>
              <a:defRPr/>
            </a:pPr>
            <a:r>
              <a:t>Text</a:t>
            </a:r>
          </a:p>
        </p:txBody>
      </p:sp>
    </p:spTree>
    <p:extLst>
      <p:ext uri="{BB962C8B-B14F-4D97-AF65-F5344CB8AC3E}">
        <p14:creationId xmlns:p14="http://schemas.microsoft.com/office/powerpoint/2010/main" val="1900939350"/>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PhAnim="0" type="tx" userDrawn="1">
  <p:cSld name="7_Custom Layout">
    <p:spTree>
      <p:nvGrpSpPr>
        <p:cNvPr id="1" name=""/>
        <p:cNvGrpSpPr/>
        <p:nvPr/>
      </p:nvGrpSpPr>
      <p:grpSpPr bwMode="auto">
        <a:xfrm>
          <a:off x="0" y="0"/>
          <a:ext cx="0" cy="0"/>
          <a:chOff x="0" y="0"/>
          <a:chExt cx="0" cy="0"/>
        </a:xfrm>
      </p:grpSpPr>
      <p:sp>
        <p:nvSpPr>
          <p:cNvPr id="307"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308" name="Текст заголовка"/>
          <p:cNvSpPr txBox="1">
            <a:spLocks noGrp="1"/>
          </p:cNvSpPr>
          <p:nvPr>
            <p:ph type="title"/>
          </p:nvPr>
        </p:nvSpPr>
        <p:spPr bwMode="auto">
          <a:xfrm>
            <a:off x="1676836" y="753036"/>
            <a:ext cx="21036680" cy="1381688"/>
          </a:xfrm>
          <a:prstGeom prst="rect">
            <a:avLst/>
          </a:prstGeom>
        </p:spPr>
        <p:txBody>
          <a:bodyPr/>
          <a:lstStyle>
            <a:lvl1pPr algn="ctr">
              <a:defRPr>
                <a:solidFill>
                  <a:srgbClr val="404040"/>
                </a:solidFill>
              </a:defRPr>
            </a:lvl1pPr>
          </a:lstStyle>
          <a:p>
            <a:pPr>
              <a:defRPr/>
            </a:pPr>
            <a:r>
              <a:t>Текст заголовка</a:t>
            </a:r>
          </a:p>
        </p:txBody>
      </p:sp>
      <p:sp>
        <p:nvSpPr>
          <p:cNvPr id="309" name="Уровень текста 1…"/>
          <p:cNvSpPr txBox="1">
            <a:spLocks noGrp="1"/>
          </p:cNvSpPr>
          <p:nvPr>
            <p:ph type="body" sz="quarter" idx="1"/>
          </p:nvPr>
        </p:nvSpPr>
        <p:spPr bwMode="auto">
          <a:xfrm>
            <a:off x="1676836" y="2134729"/>
            <a:ext cx="21036680" cy="457202"/>
          </a:xfrm>
          <a:prstGeom prst="rect">
            <a:avLst/>
          </a:prstGeom>
        </p:spPr>
        <p:txBody>
          <a:bodyPr/>
          <a:lstStyle>
            <a:lvl1pPr algn="ctr">
              <a:defRPr sz="3200">
                <a:solidFill>
                  <a:schemeClr val="accent4"/>
                </a:solidFill>
              </a:defRPr>
            </a:lvl1pPr>
            <a:lvl2pPr algn="ctr">
              <a:defRPr sz="3200">
                <a:solidFill>
                  <a:schemeClr val="accent4"/>
                </a:solidFill>
              </a:defRPr>
            </a:lvl2pPr>
            <a:lvl3pPr algn="ctr">
              <a:defRPr sz="3200">
                <a:solidFill>
                  <a:schemeClr val="accent4"/>
                </a:solidFill>
              </a:defRPr>
            </a:lvl3pPr>
            <a:lvl4pPr algn="ctr">
              <a:defRPr sz="3200">
                <a:solidFill>
                  <a:schemeClr val="accent4"/>
                </a:solidFill>
              </a:defRPr>
            </a:lvl4pPr>
            <a:lvl5pPr algn="ct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
        <p:nvSpPr>
          <p:cNvPr id="310" name="Picture Placeholder 8"/>
          <p:cNvSpPr>
            <a:spLocks noGrp="1"/>
          </p:cNvSpPr>
          <p:nvPr>
            <p:ph type="pic" sz="quarter" idx="21"/>
          </p:nvPr>
        </p:nvSpPr>
        <p:spPr bwMode="auto">
          <a:xfrm>
            <a:off x="3287845" y="4040943"/>
            <a:ext cx="6457954" cy="3713070"/>
          </a:xfrm>
          <a:prstGeom prst="rect">
            <a:avLst/>
          </a:prstGeom>
        </p:spPr>
        <p:txBody>
          <a:bodyPr lIns="91439" rIns="91439">
            <a:noAutofit/>
          </a:bodyPr>
          <a:lstStyle/>
          <a:p>
            <a:pPr>
              <a:defRPr/>
            </a:pPr>
            <a:endParaRPr/>
          </a:p>
        </p:txBody>
      </p:sp>
      <p:sp>
        <p:nvSpPr>
          <p:cNvPr id="311" name="Picture Placeholder 8"/>
          <p:cNvSpPr>
            <a:spLocks noGrp="1"/>
          </p:cNvSpPr>
          <p:nvPr>
            <p:ph type="pic" sz="quarter" idx="22"/>
          </p:nvPr>
        </p:nvSpPr>
        <p:spPr bwMode="auto">
          <a:xfrm>
            <a:off x="6442254" y="7160691"/>
            <a:ext cx="3303536" cy="593314"/>
          </a:xfrm>
          <a:prstGeom prst="rect">
            <a:avLst/>
          </a:prstGeom>
        </p:spPr>
        <p:txBody>
          <a:bodyPr lIns="91439" rIns="91439">
            <a:noAutofit/>
          </a:bodyPr>
          <a:lstStyle/>
          <a:p>
            <a:pPr>
              <a:defRPr/>
            </a:pPr>
            <a:endParaRPr/>
          </a:p>
        </p:txBody>
      </p:sp>
      <p:sp>
        <p:nvSpPr>
          <p:cNvPr id="312" name="Text Placeholder 28"/>
          <p:cNvSpPr>
            <a:spLocks noGrp="1"/>
          </p:cNvSpPr>
          <p:nvPr>
            <p:ph type="body" sz="quarter" idx="23" hasCustomPrompt="1"/>
          </p:nvPr>
        </p:nvSpPr>
        <p:spPr bwMode="auto">
          <a:xfrm>
            <a:off x="6627767" y="7260291"/>
            <a:ext cx="3021838" cy="397810"/>
          </a:xfrm>
          <a:prstGeom prst="rect">
            <a:avLst/>
          </a:prstGeom>
        </p:spPr>
        <p:txBody>
          <a:bodyPr/>
          <a:lstStyle>
            <a:lvl1pPr defTabSz="1389540">
              <a:spcBef>
                <a:spcPts val="1500"/>
              </a:spcBef>
              <a:defRPr sz="1800">
                <a:solidFill>
                  <a:srgbClr val="FFFFFF"/>
                </a:solidFill>
              </a:defRPr>
            </a:lvl1pPr>
          </a:lstStyle>
          <a:p>
            <a:pPr>
              <a:defRPr/>
            </a:pPr>
            <a:r>
              <a:t>Text</a:t>
            </a:r>
          </a:p>
        </p:txBody>
      </p:sp>
      <p:sp>
        <p:nvSpPr>
          <p:cNvPr id="313" name="Picture Placeholder 8"/>
          <p:cNvSpPr>
            <a:spLocks noGrp="1"/>
          </p:cNvSpPr>
          <p:nvPr>
            <p:ph type="pic" sz="quarter" idx="24"/>
          </p:nvPr>
        </p:nvSpPr>
        <p:spPr bwMode="auto">
          <a:xfrm>
            <a:off x="14504261" y="4040943"/>
            <a:ext cx="6457954" cy="3713070"/>
          </a:xfrm>
          <a:prstGeom prst="rect">
            <a:avLst/>
          </a:prstGeom>
        </p:spPr>
        <p:txBody>
          <a:bodyPr lIns="91439" rIns="91439">
            <a:noAutofit/>
          </a:bodyPr>
          <a:lstStyle/>
          <a:p>
            <a:pPr>
              <a:defRPr/>
            </a:pPr>
            <a:endParaRPr/>
          </a:p>
        </p:txBody>
      </p:sp>
      <p:sp>
        <p:nvSpPr>
          <p:cNvPr id="314" name="Text Placeholder 33"/>
          <p:cNvSpPr>
            <a:spLocks noGrp="1"/>
          </p:cNvSpPr>
          <p:nvPr>
            <p:ph type="body" sz="quarter" idx="25" hasCustomPrompt="1"/>
          </p:nvPr>
        </p:nvSpPr>
        <p:spPr bwMode="auto">
          <a:xfrm>
            <a:off x="3287843" y="8763007"/>
            <a:ext cx="6457954" cy="550866"/>
          </a:xfrm>
          <a:prstGeom prst="rect">
            <a:avLst/>
          </a:prstGeom>
        </p:spPr>
        <p:txBody>
          <a:bodyPr/>
          <a:lstStyle>
            <a:lvl1pPr defTabSz="1700360">
              <a:spcBef>
                <a:spcPts val="1800"/>
              </a:spcBef>
              <a:defRPr sz="3000">
                <a:solidFill>
                  <a:srgbClr val="404040"/>
                </a:solidFill>
                <a:latin typeface="Montserrat Semi Bold"/>
                <a:ea typeface="Montserrat Semi Bold"/>
                <a:cs typeface="Montserrat Semi Bold"/>
              </a:defRPr>
            </a:lvl1pPr>
          </a:lstStyle>
          <a:p>
            <a:pPr>
              <a:defRPr/>
            </a:pPr>
            <a:r>
              <a:t>Text</a:t>
            </a:r>
          </a:p>
        </p:txBody>
      </p:sp>
      <p:sp>
        <p:nvSpPr>
          <p:cNvPr id="315" name="Text Placeholder 33"/>
          <p:cNvSpPr>
            <a:spLocks noGrp="1"/>
          </p:cNvSpPr>
          <p:nvPr>
            <p:ph type="body" sz="quarter" idx="26" hasCustomPrompt="1"/>
          </p:nvPr>
        </p:nvSpPr>
        <p:spPr bwMode="auto">
          <a:xfrm>
            <a:off x="3287843" y="9442461"/>
            <a:ext cx="6457954" cy="2114922"/>
          </a:xfrm>
          <a:prstGeom prst="rect">
            <a:avLst/>
          </a:prstGeom>
        </p:spPr>
        <p:txBody>
          <a:bodyPr/>
          <a:lstStyle>
            <a:lvl1pPr>
              <a:lnSpc>
                <a:spcPct val="150000"/>
              </a:lnSpc>
              <a:defRPr sz="2400">
                <a:solidFill>
                  <a:schemeClr val="accent4"/>
                </a:solidFill>
              </a:defRPr>
            </a:lvl1pPr>
          </a:lstStyle>
          <a:p>
            <a:pPr>
              <a:defRPr/>
            </a:pPr>
            <a:r>
              <a:t>Text</a:t>
            </a:r>
          </a:p>
        </p:txBody>
      </p:sp>
      <p:sp>
        <p:nvSpPr>
          <p:cNvPr id="316" name="Text Placeholder 33"/>
          <p:cNvSpPr>
            <a:spLocks noGrp="1"/>
          </p:cNvSpPr>
          <p:nvPr>
            <p:ph type="body" sz="quarter" idx="27" hasCustomPrompt="1"/>
          </p:nvPr>
        </p:nvSpPr>
        <p:spPr bwMode="auto">
          <a:xfrm>
            <a:off x="14504259" y="8716317"/>
            <a:ext cx="6457954" cy="550866"/>
          </a:xfrm>
          <a:prstGeom prst="rect">
            <a:avLst/>
          </a:prstGeom>
        </p:spPr>
        <p:txBody>
          <a:bodyPr/>
          <a:lstStyle>
            <a:lvl1pPr defTabSz="1700360">
              <a:spcBef>
                <a:spcPts val="1800"/>
              </a:spcBef>
              <a:defRPr sz="3000">
                <a:solidFill>
                  <a:srgbClr val="404040"/>
                </a:solidFill>
                <a:latin typeface="Montserrat Semi Bold"/>
                <a:ea typeface="Montserrat Semi Bold"/>
                <a:cs typeface="Montserrat Semi Bold"/>
              </a:defRPr>
            </a:lvl1pPr>
          </a:lstStyle>
          <a:p>
            <a:pPr>
              <a:defRPr/>
            </a:pPr>
            <a:r>
              <a:t>Text</a:t>
            </a:r>
          </a:p>
        </p:txBody>
      </p:sp>
      <p:sp>
        <p:nvSpPr>
          <p:cNvPr id="317" name="Text Placeholder 33"/>
          <p:cNvSpPr>
            <a:spLocks noGrp="1"/>
          </p:cNvSpPr>
          <p:nvPr>
            <p:ph type="body" sz="quarter" idx="28" hasCustomPrompt="1"/>
          </p:nvPr>
        </p:nvSpPr>
        <p:spPr bwMode="auto">
          <a:xfrm>
            <a:off x="14504259" y="9395771"/>
            <a:ext cx="6457954" cy="2114922"/>
          </a:xfrm>
          <a:prstGeom prst="rect">
            <a:avLst/>
          </a:prstGeom>
        </p:spPr>
        <p:txBody>
          <a:bodyPr/>
          <a:lstStyle>
            <a:lvl1pPr>
              <a:lnSpc>
                <a:spcPct val="150000"/>
              </a:lnSpc>
              <a:defRPr sz="2400">
                <a:solidFill>
                  <a:schemeClr val="accent4"/>
                </a:solidFill>
              </a:defRPr>
            </a:lvl1pPr>
          </a:lstStyle>
          <a:p>
            <a:pPr>
              <a:defRPr/>
            </a:pPr>
            <a:r>
              <a:t>Text</a:t>
            </a:r>
          </a:p>
        </p:txBody>
      </p:sp>
      <p:sp>
        <p:nvSpPr>
          <p:cNvPr id="318" name="Picture Placeholder 8"/>
          <p:cNvSpPr>
            <a:spLocks noGrp="1"/>
          </p:cNvSpPr>
          <p:nvPr>
            <p:ph type="pic" sz="quarter" idx="29"/>
          </p:nvPr>
        </p:nvSpPr>
        <p:spPr bwMode="auto">
          <a:xfrm>
            <a:off x="14504252" y="7160691"/>
            <a:ext cx="3303536" cy="593314"/>
          </a:xfrm>
          <a:prstGeom prst="rect">
            <a:avLst/>
          </a:prstGeom>
        </p:spPr>
        <p:txBody>
          <a:bodyPr lIns="91439" rIns="91439">
            <a:noAutofit/>
          </a:bodyPr>
          <a:lstStyle/>
          <a:p>
            <a:pPr>
              <a:defRPr/>
            </a:pPr>
            <a:endParaRPr/>
          </a:p>
        </p:txBody>
      </p:sp>
      <p:sp>
        <p:nvSpPr>
          <p:cNvPr id="319" name="Text Placeholder 28"/>
          <p:cNvSpPr>
            <a:spLocks noGrp="1"/>
          </p:cNvSpPr>
          <p:nvPr>
            <p:ph type="body" sz="quarter" idx="30" hasCustomPrompt="1"/>
          </p:nvPr>
        </p:nvSpPr>
        <p:spPr bwMode="auto">
          <a:xfrm>
            <a:off x="14689765" y="7260291"/>
            <a:ext cx="3021838" cy="397810"/>
          </a:xfrm>
          <a:prstGeom prst="rect">
            <a:avLst/>
          </a:prstGeom>
        </p:spPr>
        <p:txBody>
          <a:bodyPr/>
          <a:lstStyle>
            <a:lvl1pPr defTabSz="1389540">
              <a:spcBef>
                <a:spcPts val="1500"/>
              </a:spcBef>
              <a:defRPr sz="1800">
                <a:solidFill>
                  <a:srgbClr val="FFFFFF"/>
                </a:solidFill>
              </a:defRPr>
            </a:lvl1pPr>
          </a:lstStyle>
          <a:p>
            <a:pPr>
              <a:defRPr/>
            </a:pPr>
            <a:r>
              <a:t>Text</a:t>
            </a:r>
          </a:p>
        </p:txBody>
      </p:sp>
    </p:spTree>
    <p:extLst>
      <p:ext uri="{BB962C8B-B14F-4D97-AF65-F5344CB8AC3E}">
        <p14:creationId xmlns:p14="http://schemas.microsoft.com/office/powerpoint/2010/main" val="1189237495"/>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PhAnim="0" type="tx" userDrawn="1">
  <p:cSld name="8_Custom Layout">
    <p:spTree>
      <p:nvGrpSpPr>
        <p:cNvPr id="1" name=""/>
        <p:cNvGrpSpPr/>
        <p:nvPr/>
      </p:nvGrpSpPr>
      <p:grpSpPr bwMode="auto">
        <a:xfrm>
          <a:off x="0" y="0"/>
          <a:ext cx="0" cy="0"/>
          <a:chOff x="0" y="0"/>
          <a:chExt cx="0" cy="0"/>
        </a:xfrm>
      </p:grpSpPr>
      <p:sp>
        <p:nvSpPr>
          <p:cNvPr id="326"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327" name="Текст заголовка"/>
          <p:cNvSpPr txBox="1">
            <a:spLocks noGrp="1"/>
          </p:cNvSpPr>
          <p:nvPr>
            <p:ph type="title"/>
          </p:nvPr>
        </p:nvSpPr>
        <p:spPr bwMode="auto">
          <a:xfrm>
            <a:off x="1676836" y="753036"/>
            <a:ext cx="21036680" cy="1381688"/>
          </a:xfrm>
          <a:prstGeom prst="rect">
            <a:avLst/>
          </a:prstGeom>
        </p:spPr>
        <p:txBody>
          <a:bodyPr/>
          <a:lstStyle>
            <a:lvl1pPr algn="ctr">
              <a:defRPr>
                <a:solidFill>
                  <a:srgbClr val="404040"/>
                </a:solidFill>
              </a:defRPr>
            </a:lvl1pPr>
          </a:lstStyle>
          <a:p>
            <a:pPr>
              <a:defRPr/>
            </a:pPr>
            <a:r>
              <a:t>Текст заголовка</a:t>
            </a:r>
          </a:p>
        </p:txBody>
      </p:sp>
      <p:sp>
        <p:nvSpPr>
          <p:cNvPr id="328" name="Уровень текста 1…"/>
          <p:cNvSpPr txBox="1">
            <a:spLocks noGrp="1"/>
          </p:cNvSpPr>
          <p:nvPr>
            <p:ph type="body" sz="quarter" idx="1"/>
          </p:nvPr>
        </p:nvSpPr>
        <p:spPr bwMode="auto">
          <a:xfrm>
            <a:off x="1676836" y="2134729"/>
            <a:ext cx="21036680" cy="457202"/>
          </a:xfrm>
          <a:prstGeom prst="rect">
            <a:avLst/>
          </a:prstGeom>
        </p:spPr>
        <p:txBody>
          <a:bodyPr/>
          <a:lstStyle>
            <a:lvl1pPr algn="ctr">
              <a:defRPr sz="3200">
                <a:solidFill>
                  <a:schemeClr val="accent4"/>
                </a:solidFill>
              </a:defRPr>
            </a:lvl1pPr>
            <a:lvl2pPr algn="ctr">
              <a:defRPr sz="3200">
                <a:solidFill>
                  <a:schemeClr val="accent4"/>
                </a:solidFill>
              </a:defRPr>
            </a:lvl2pPr>
            <a:lvl3pPr algn="ctr">
              <a:defRPr sz="3200">
                <a:solidFill>
                  <a:schemeClr val="accent4"/>
                </a:solidFill>
              </a:defRPr>
            </a:lvl3pPr>
            <a:lvl4pPr algn="ctr">
              <a:defRPr sz="3200">
                <a:solidFill>
                  <a:schemeClr val="accent4"/>
                </a:solidFill>
              </a:defRPr>
            </a:lvl4pPr>
            <a:lvl5pPr algn="ct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
        <p:nvSpPr>
          <p:cNvPr id="329" name="Text Placeholder 33"/>
          <p:cNvSpPr>
            <a:spLocks noGrp="1"/>
          </p:cNvSpPr>
          <p:nvPr>
            <p:ph type="body" sz="quarter" idx="21" hasCustomPrompt="1"/>
          </p:nvPr>
        </p:nvSpPr>
        <p:spPr bwMode="auto">
          <a:xfrm>
            <a:off x="5546443" y="4145287"/>
            <a:ext cx="5289130" cy="612458"/>
          </a:xfrm>
          <a:prstGeom prst="rect">
            <a:avLst/>
          </a:prstGeom>
        </p:spPr>
        <p:txBody>
          <a:bodyPr/>
          <a:lstStyle>
            <a:lvl1pPr>
              <a:defRPr sz="3200">
                <a:solidFill>
                  <a:srgbClr val="404040"/>
                </a:solidFill>
                <a:latin typeface="Montserrat Semi Bold"/>
                <a:ea typeface="Montserrat Semi Bold"/>
                <a:cs typeface="Montserrat Semi Bold"/>
              </a:defRPr>
            </a:lvl1pPr>
          </a:lstStyle>
          <a:p>
            <a:pPr>
              <a:defRPr/>
            </a:pPr>
            <a:r>
              <a:t>Text</a:t>
            </a:r>
          </a:p>
        </p:txBody>
      </p:sp>
      <p:sp>
        <p:nvSpPr>
          <p:cNvPr id="330" name="Text Placeholder 33"/>
          <p:cNvSpPr>
            <a:spLocks noGrp="1"/>
          </p:cNvSpPr>
          <p:nvPr>
            <p:ph type="body" sz="quarter" idx="22" hasCustomPrompt="1"/>
          </p:nvPr>
        </p:nvSpPr>
        <p:spPr bwMode="auto">
          <a:xfrm>
            <a:off x="5546443" y="4886331"/>
            <a:ext cx="5289130" cy="2037230"/>
          </a:xfrm>
          <a:prstGeom prst="rect">
            <a:avLst/>
          </a:prstGeom>
        </p:spPr>
        <p:txBody>
          <a:bodyPr/>
          <a:lstStyle>
            <a:lvl1pPr>
              <a:lnSpc>
                <a:spcPct val="150000"/>
              </a:lnSpc>
              <a:defRPr sz="2200">
                <a:solidFill>
                  <a:schemeClr val="accent4"/>
                </a:solidFill>
              </a:defRPr>
            </a:lvl1pPr>
          </a:lstStyle>
          <a:p>
            <a:pPr>
              <a:defRPr/>
            </a:pPr>
            <a:r>
              <a:t>Text</a:t>
            </a:r>
          </a:p>
        </p:txBody>
      </p:sp>
      <p:sp>
        <p:nvSpPr>
          <p:cNvPr id="331" name="Picture Placeholder 11"/>
          <p:cNvSpPr>
            <a:spLocks noGrp="1"/>
          </p:cNvSpPr>
          <p:nvPr>
            <p:ph type="pic" sz="quarter" idx="23"/>
          </p:nvPr>
        </p:nvSpPr>
        <p:spPr bwMode="auto">
          <a:xfrm>
            <a:off x="2573097" y="4145287"/>
            <a:ext cx="2339242" cy="2338022"/>
          </a:xfrm>
          <a:prstGeom prst="rect">
            <a:avLst/>
          </a:prstGeom>
        </p:spPr>
        <p:txBody>
          <a:bodyPr lIns="91439" rIns="91439">
            <a:noAutofit/>
          </a:bodyPr>
          <a:lstStyle/>
          <a:p>
            <a:pPr>
              <a:defRPr/>
            </a:pPr>
            <a:endParaRPr/>
          </a:p>
        </p:txBody>
      </p:sp>
      <p:sp>
        <p:nvSpPr>
          <p:cNvPr id="332" name="Text Placeholder 33"/>
          <p:cNvSpPr>
            <a:spLocks noGrp="1"/>
          </p:cNvSpPr>
          <p:nvPr>
            <p:ph type="body" sz="quarter" idx="24" hasCustomPrompt="1"/>
          </p:nvPr>
        </p:nvSpPr>
        <p:spPr bwMode="auto">
          <a:xfrm>
            <a:off x="5546443" y="8208871"/>
            <a:ext cx="5289130" cy="612458"/>
          </a:xfrm>
          <a:prstGeom prst="rect">
            <a:avLst/>
          </a:prstGeom>
        </p:spPr>
        <p:txBody>
          <a:bodyPr/>
          <a:lstStyle>
            <a:lvl1pPr>
              <a:defRPr sz="3200">
                <a:solidFill>
                  <a:srgbClr val="404040"/>
                </a:solidFill>
                <a:latin typeface="Montserrat Semi Bold"/>
                <a:ea typeface="Montserrat Semi Bold"/>
                <a:cs typeface="Montserrat Semi Bold"/>
              </a:defRPr>
            </a:lvl1pPr>
          </a:lstStyle>
          <a:p>
            <a:pPr>
              <a:defRPr/>
            </a:pPr>
            <a:r>
              <a:t>Text</a:t>
            </a:r>
          </a:p>
        </p:txBody>
      </p:sp>
      <p:sp>
        <p:nvSpPr>
          <p:cNvPr id="333" name="Text Placeholder 33"/>
          <p:cNvSpPr>
            <a:spLocks noGrp="1"/>
          </p:cNvSpPr>
          <p:nvPr>
            <p:ph type="body" sz="quarter" idx="25" hasCustomPrompt="1"/>
          </p:nvPr>
        </p:nvSpPr>
        <p:spPr bwMode="auto">
          <a:xfrm>
            <a:off x="5546443" y="8949917"/>
            <a:ext cx="5289130" cy="2037230"/>
          </a:xfrm>
          <a:prstGeom prst="rect">
            <a:avLst/>
          </a:prstGeom>
        </p:spPr>
        <p:txBody>
          <a:bodyPr/>
          <a:lstStyle>
            <a:lvl1pPr>
              <a:lnSpc>
                <a:spcPct val="150000"/>
              </a:lnSpc>
              <a:defRPr sz="2200">
                <a:solidFill>
                  <a:schemeClr val="accent4"/>
                </a:solidFill>
              </a:defRPr>
            </a:lvl1pPr>
          </a:lstStyle>
          <a:p>
            <a:pPr>
              <a:defRPr/>
            </a:pPr>
            <a:r>
              <a:t>Text</a:t>
            </a:r>
          </a:p>
        </p:txBody>
      </p:sp>
      <p:sp>
        <p:nvSpPr>
          <p:cNvPr id="334" name="Picture Placeholder 11"/>
          <p:cNvSpPr>
            <a:spLocks noGrp="1"/>
          </p:cNvSpPr>
          <p:nvPr>
            <p:ph type="pic" sz="quarter" idx="26"/>
          </p:nvPr>
        </p:nvSpPr>
        <p:spPr bwMode="auto">
          <a:xfrm>
            <a:off x="2573097" y="8208864"/>
            <a:ext cx="2339242" cy="2338024"/>
          </a:xfrm>
          <a:prstGeom prst="rect">
            <a:avLst/>
          </a:prstGeom>
        </p:spPr>
        <p:txBody>
          <a:bodyPr lIns="91439" rIns="91439">
            <a:noAutofit/>
          </a:bodyPr>
          <a:lstStyle/>
          <a:p>
            <a:pPr>
              <a:defRPr/>
            </a:pPr>
            <a:endParaRPr/>
          </a:p>
        </p:txBody>
      </p:sp>
      <p:sp>
        <p:nvSpPr>
          <p:cNvPr id="335" name="Text Placeholder 33"/>
          <p:cNvSpPr>
            <a:spLocks noGrp="1"/>
          </p:cNvSpPr>
          <p:nvPr>
            <p:ph type="body" sz="quarter" idx="27" hasCustomPrompt="1"/>
          </p:nvPr>
        </p:nvSpPr>
        <p:spPr bwMode="auto">
          <a:xfrm>
            <a:off x="16311048" y="4145287"/>
            <a:ext cx="5289132" cy="612458"/>
          </a:xfrm>
          <a:prstGeom prst="rect">
            <a:avLst/>
          </a:prstGeom>
        </p:spPr>
        <p:txBody>
          <a:bodyPr/>
          <a:lstStyle>
            <a:lvl1pPr>
              <a:defRPr sz="3200">
                <a:solidFill>
                  <a:srgbClr val="404040"/>
                </a:solidFill>
                <a:latin typeface="Montserrat Semi Bold"/>
                <a:ea typeface="Montserrat Semi Bold"/>
                <a:cs typeface="Montserrat Semi Bold"/>
              </a:defRPr>
            </a:lvl1pPr>
          </a:lstStyle>
          <a:p>
            <a:pPr>
              <a:defRPr/>
            </a:pPr>
            <a:r>
              <a:t>Text</a:t>
            </a:r>
          </a:p>
        </p:txBody>
      </p:sp>
      <p:sp>
        <p:nvSpPr>
          <p:cNvPr id="336" name="Text Placeholder 33"/>
          <p:cNvSpPr>
            <a:spLocks noGrp="1"/>
          </p:cNvSpPr>
          <p:nvPr>
            <p:ph type="body" sz="quarter" idx="28" hasCustomPrompt="1"/>
          </p:nvPr>
        </p:nvSpPr>
        <p:spPr bwMode="auto">
          <a:xfrm>
            <a:off x="16311048" y="4886331"/>
            <a:ext cx="5289132" cy="2037230"/>
          </a:xfrm>
          <a:prstGeom prst="rect">
            <a:avLst/>
          </a:prstGeom>
        </p:spPr>
        <p:txBody>
          <a:bodyPr/>
          <a:lstStyle>
            <a:lvl1pPr>
              <a:lnSpc>
                <a:spcPct val="150000"/>
              </a:lnSpc>
              <a:defRPr sz="2200">
                <a:solidFill>
                  <a:schemeClr val="accent4"/>
                </a:solidFill>
              </a:defRPr>
            </a:lvl1pPr>
          </a:lstStyle>
          <a:p>
            <a:pPr>
              <a:defRPr/>
            </a:pPr>
            <a:r>
              <a:t>Text</a:t>
            </a:r>
          </a:p>
        </p:txBody>
      </p:sp>
      <p:sp>
        <p:nvSpPr>
          <p:cNvPr id="337" name="Picture Placeholder 11"/>
          <p:cNvSpPr>
            <a:spLocks noGrp="1"/>
          </p:cNvSpPr>
          <p:nvPr>
            <p:ph type="pic" sz="quarter" idx="29"/>
          </p:nvPr>
        </p:nvSpPr>
        <p:spPr bwMode="auto">
          <a:xfrm>
            <a:off x="13337700" y="4145287"/>
            <a:ext cx="2339240" cy="2338022"/>
          </a:xfrm>
          <a:prstGeom prst="rect">
            <a:avLst/>
          </a:prstGeom>
        </p:spPr>
        <p:txBody>
          <a:bodyPr lIns="91439" rIns="91439">
            <a:noAutofit/>
          </a:bodyPr>
          <a:lstStyle/>
          <a:p>
            <a:pPr>
              <a:defRPr/>
            </a:pPr>
            <a:endParaRPr/>
          </a:p>
        </p:txBody>
      </p:sp>
      <p:sp>
        <p:nvSpPr>
          <p:cNvPr id="338" name="Text Placeholder 33"/>
          <p:cNvSpPr>
            <a:spLocks noGrp="1"/>
          </p:cNvSpPr>
          <p:nvPr>
            <p:ph type="body" sz="quarter" idx="30" hasCustomPrompt="1"/>
          </p:nvPr>
        </p:nvSpPr>
        <p:spPr bwMode="auto">
          <a:xfrm>
            <a:off x="16311048" y="8208871"/>
            <a:ext cx="5289132" cy="612458"/>
          </a:xfrm>
          <a:prstGeom prst="rect">
            <a:avLst/>
          </a:prstGeom>
        </p:spPr>
        <p:txBody>
          <a:bodyPr/>
          <a:lstStyle>
            <a:lvl1pPr>
              <a:defRPr sz="3200">
                <a:solidFill>
                  <a:srgbClr val="404040"/>
                </a:solidFill>
                <a:latin typeface="Montserrat Semi Bold"/>
                <a:ea typeface="Montserrat Semi Bold"/>
                <a:cs typeface="Montserrat Semi Bold"/>
              </a:defRPr>
            </a:lvl1pPr>
          </a:lstStyle>
          <a:p>
            <a:pPr>
              <a:defRPr/>
            </a:pPr>
            <a:r>
              <a:t>Text</a:t>
            </a:r>
          </a:p>
        </p:txBody>
      </p:sp>
      <p:sp>
        <p:nvSpPr>
          <p:cNvPr id="339" name="Text Placeholder 33"/>
          <p:cNvSpPr>
            <a:spLocks noGrp="1"/>
          </p:cNvSpPr>
          <p:nvPr>
            <p:ph type="body" sz="quarter" idx="31" hasCustomPrompt="1"/>
          </p:nvPr>
        </p:nvSpPr>
        <p:spPr bwMode="auto">
          <a:xfrm>
            <a:off x="16311048" y="8949917"/>
            <a:ext cx="5289132" cy="2037230"/>
          </a:xfrm>
          <a:prstGeom prst="rect">
            <a:avLst/>
          </a:prstGeom>
        </p:spPr>
        <p:txBody>
          <a:bodyPr/>
          <a:lstStyle>
            <a:lvl1pPr>
              <a:lnSpc>
                <a:spcPct val="150000"/>
              </a:lnSpc>
              <a:defRPr sz="2200">
                <a:solidFill>
                  <a:schemeClr val="accent4"/>
                </a:solidFill>
              </a:defRPr>
            </a:lvl1pPr>
          </a:lstStyle>
          <a:p>
            <a:pPr>
              <a:defRPr/>
            </a:pPr>
            <a:r>
              <a:t>Text</a:t>
            </a:r>
          </a:p>
        </p:txBody>
      </p:sp>
      <p:sp>
        <p:nvSpPr>
          <p:cNvPr id="340" name="Picture Placeholder 11"/>
          <p:cNvSpPr>
            <a:spLocks noGrp="1"/>
          </p:cNvSpPr>
          <p:nvPr>
            <p:ph type="pic" sz="quarter" idx="32"/>
          </p:nvPr>
        </p:nvSpPr>
        <p:spPr bwMode="auto">
          <a:xfrm>
            <a:off x="13337700" y="8208864"/>
            <a:ext cx="2339240" cy="2338024"/>
          </a:xfrm>
          <a:prstGeom prst="rect">
            <a:avLst/>
          </a:prstGeom>
        </p:spPr>
        <p:txBody>
          <a:bodyPr lIns="91439" rIns="91439">
            <a:noAutofit/>
          </a:bodyPr>
          <a:lstStyle/>
          <a:p>
            <a:pPr>
              <a:defRPr/>
            </a:pPr>
            <a:endParaRPr/>
          </a:p>
        </p:txBody>
      </p:sp>
    </p:spTree>
    <p:extLst>
      <p:ext uri="{BB962C8B-B14F-4D97-AF65-F5344CB8AC3E}">
        <p14:creationId xmlns:p14="http://schemas.microsoft.com/office/powerpoint/2010/main" val="1183331404"/>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PhAnim="0" type="tx" userDrawn="1">
  <p:cSld name="9_Custom Layout">
    <p:spTree>
      <p:nvGrpSpPr>
        <p:cNvPr id="1" name=""/>
        <p:cNvGrpSpPr/>
        <p:nvPr/>
      </p:nvGrpSpPr>
      <p:grpSpPr bwMode="auto">
        <a:xfrm>
          <a:off x="0" y="0"/>
          <a:ext cx="0" cy="0"/>
          <a:chOff x="0" y="0"/>
          <a:chExt cx="0" cy="0"/>
        </a:xfrm>
      </p:grpSpPr>
      <p:sp>
        <p:nvSpPr>
          <p:cNvPr id="347"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348" name="Picture Placeholder 8"/>
          <p:cNvSpPr>
            <a:spLocks noGrp="1"/>
          </p:cNvSpPr>
          <p:nvPr>
            <p:ph type="pic" sz="half" idx="21"/>
          </p:nvPr>
        </p:nvSpPr>
        <p:spPr bwMode="auto">
          <a:xfrm>
            <a:off x="1" y="0"/>
            <a:ext cx="14466486" cy="6858000"/>
          </a:xfrm>
          <a:prstGeom prst="rect">
            <a:avLst/>
          </a:prstGeom>
          <a:ln w="152400">
            <a:solidFill>
              <a:srgbClr val="FFFFFF"/>
            </a:solidFill>
            <a:round/>
          </a:ln>
        </p:spPr>
        <p:txBody>
          <a:bodyPr lIns="91439" rIns="91439">
            <a:noAutofit/>
          </a:bodyPr>
          <a:lstStyle/>
          <a:p>
            <a:pPr>
              <a:defRPr/>
            </a:pPr>
            <a:endParaRPr/>
          </a:p>
        </p:txBody>
      </p:sp>
      <p:sp>
        <p:nvSpPr>
          <p:cNvPr id="349" name="Picture Placeholder 8"/>
          <p:cNvSpPr>
            <a:spLocks noGrp="1"/>
          </p:cNvSpPr>
          <p:nvPr>
            <p:ph type="pic" sz="half" idx="22"/>
          </p:nvPr>
        </p:nvSpPr>
        <p:spPr bwMode="auto">
          <a:xfrm>
            <a:off x="14466491" y="0"/>
            <a:ext cx="9923870" cy="6858000"/>
          </a:xfrm>
          <a:prstGeom prst="rect">
            <a:avLst/>
          </a:prstGeom>
          <a:ln w="152400">
            <a:solidFill>
              <a:srgbClr val="FFFFFF"/>
            </a:solidFill>
            <a:round/>
          </a:ln>
        </p:spPr>
        <p:txBody>
          <a:bodyPr lIns="91439" rIns="91439">
            <a:noAutofit/>
          </a:bodyPr>
          <a:lstStyle/>
          <a:p>
            <a:pPr>
              <a:defRPr/>
            </a:pPr>
            <a:endParaRPr/>
          </a:p>
        </p:txBody>
      </p:sp>
      <p:sp>
        <p:nvSpPr>
          <p:cNvPr id="350" name="Picture Placeholder 8"/>
          <p:cNvSpPr>
            <a:spLocks noGrp="1"/>
          </p:cNvSpPr>
          <p:nvPr>
            <p:ph type="pic" sz="half" idx="23"/>
          </p:nvPr>
        </p:nvSpPr>
        <p:spPr bwMode="auto">
          <a:xfrm>
            <a:off x="7" y="6858000"/>
            <a:ext cx="9923870" cy="6858000"/>
          </a:xfrm>
          <a:prstGeom prst="rect">
            <a:avLst/>
          </a:prstGeom>
          <a:ln w="152400">
            <a:solidFill>
              <a:srgbClr val="FFFFFF"/>
            </a:solidFill>
            <a:round/>
          </a:ln>
        </p:spPr>
        <p:txBody>
          <a:bodyPr lIns="91439" rIns="91439">
            <a:noAutofit/>
          </a:bodyPr>
          <a:lstStyle/>
          <a:p>
            <a:pPr>
              <a:defRPr/>
            </a:pPr>
            <a:endParaRPr/>
          </a:p>
        </p:txBody>
      </p:sp>
      <p:sp>
        <p:nvSpPr>
          <p:cNvPr id="351" name="Picture Placeholder 8"/>
          <p:cNvSpPr>
            <a:spLocks noGrp="1"/>
          </p:cNvSpPr>
          <p:nvPr>
            <p:ph type="pic" sz="half" idx="24"/>
          </p:nvPr>
        </p:nvSpPr>
        <p:spPr bwMode="auto">
          <a:xfrm>
            <a:off x="9923875" y="6858000"/>
            <a:ext cx="14466486" cy="6858000"/>
          </a:xfrm>
          <a:prstGeom prst="rect">
            <a:avLst/>
          </a:prstGeom>
          <a:ln w="152400">
            <a:solidFill>
              <a:srgbClr val="FFFFFF"/>
            </a:solidFill>
            <a:round/>
          </a:ln>
        </p:spPr>
        <p:txBody>
          <a:bodyPr lIns="91439" rIns="91439">
            <a:noAutofit/>
          </a:bodyPr>
          <a:lstStyle/>
          <a:p>
            <a:pPr>
              <a:defRPr/>
            </a:pPr>
            <a:endParaRPr/>
          </a:p>
        </p:txBody>
      </p:sp>
      <p:sp>
        <p:nvSpPr>
          <p:cNvPr id="352" name="Picture Placeholder 8"/>
          <p:cNvSpPr>
            <a:spLocks noGrp="1"/>
          </p:cNvSpPr>
          <p:nvPr>
            <p:ph type="pic" sz="half" idx="25"/>
          </p:nvPr>
        </p:nvSpPr>
        <p:spPr bwMode="auto">
          <a:xfrm>
            <a:off x="4508606" y="3390909"/>
            <a:ext cx="15339132" cy="6858002"/>
          </a:xfrm>
          <a:prstGeom prst="rect">
            <a:avLst/>
          </a:prstGeom>
          <a:ln w="152400">
            <a:solidFill>
              <a:srgbClr val="FFFFFF"/>
            </a:solidFill>
            <a:round/>
          </a:ln>
        </p:spPr>
        <p:txBody>
          <a:bodyPr lIns="91439" rIns="91439">
            <a:noAutofit/>
          </a:bodyPr>
          <a:lstStyle/>
          <a:p>
            <a:pPr>
              <a:defRPr/>
            </a:pPr>
            <a:endParaRPr/>
          </a:p>
        </p:txBody>
      </p:sp>
      <p:sp>
        <p:nvSpPr>
          <p:cNvPr id="353" name="Текст заголовка"/>
          <p:cNvSpPr txBox="1">
            <a:spLocks noGrp="1"/>
          </p:cNvSpPr>
          <p:nvPr>
            <p:ph type="title"/>
          </p:nvPr>
        </p:nvSpPr>
        <p:spPr bwMode="auto">
          <a:xfrm>
            <a:off x="5183871" y="3950260"/>
            <a:ext cx="13825238" cy="1057276"/>
          </a:xfrm>
          <a:prstGeom prst="rect">
            <a:avLst/>
          </a:prstGeom>
        </p:spPr>
        <p:txBody>
          <a:bodyPr/>
          <a:lstStyle>
            <a:lvl1pPr algn="ctr">
              <a:defRPr sz="5400">
                <a:solidFill>
                  <a:srgbClr val="FFFFFF"/>
                </a:solidFill>
              </a:defRPr>
            </a:lvl1pPr>
          </a:lstStyle>
          <a:p>
            <a:pPr>
              <a:defRPr/>
            </a:pPr>
            <a:r>
              <a:t>Текст заголовка</a:t>
            </a:r>
          </a:p>
        </p:txBody>
      </p:sp>
      <p:sp>
        <p:nvSpPr>
          <p:cNvPr id="354" name="Уровень текста 1…"/>
          <p:cNvSpPr txBox="1">
            <a:spLocks noGrp="1"/>
          </p:cNvSpPr>
          <p:nvPr>
            <p:ph type="body" sz="quarter" idx="1"/>
          </p:nvPr>
        </p:nvSpPr>
        <p:spPr bwMode="auto">
          <a:xfrm>
            <a:off x="5183871" y="5007543"/>
            <a:ext cx="13825238" cy="457202"/>
          </a:xfrm>
          <a:prstGeom prst="rect">
            <a:avLst/>
          </a:prstGeom>
        </p:spPr>
        <p:txBody>
          <a:bodyPr/>
          <a:lstStyle>
            <a:lvl1pPr algn="ctr">
              <a:defRPr sz="3200">
                <a:solidFill>
                  <a:srgbClr val="FFFFFF"/>
                </a:solidFill>
              </a:defRPr>
            </a:lvl1pPr>
            <a:lvl2pPr algn="ctr">
              <a:defRPr sz="3200">
                <a:solidFill>
                  <a:srgbClr val="FFFFFF"/>
                </a:solidFill>
              </a:defRPr>
            </a:lvl2pPr>
            <a:lvl3pPr algn="ctr">
              <a:defRPr sz="3200">
                <a:solidFill>
                  <a:srgbClr val="FFFFFF"/>
                </a:solidFill>
              </a:defRPr>
            </a:lvl3pPr>
            <a:lvl4pPr algn="ctr">
              <a:defRPr sz="3200">
                <a:solidFill>
                  <a:srgbClr val="FFFFFF"/>
                </a:solidFill>
              </a:defRPr>
            </a:lvl4pPr>
            <a:lvl5pPr algn="ctr">
              <a:defRPr sz="3200">
                <a:solidFill>
                  <a:srgbClr val="FFFFFF"/>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Tree>
    <p:extLst>
      <p:ext uri="{BB962C8B-B14F-4D97-AF65-F5344CB8AC3E}">
        <p14:creationId xmlns:p14="http://schemas.microsoft.com/office/powerpoint/2010/main" val="343127619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PhAnim="0" type="tx" userDrawn="1">
  <p:cSld name="11_Custom Layout">
    <p:spTree>
      <p:nvGrpSpPr>
        <p:cNvPr id="1" name=""/>
        <p:cNvGrpSpPr/>
        <p:nvPr/>
      </p:nvGrpSpPr>
      <p:grpSpPr bwMode="auto">
        <a:xfrm>
          <a:off x="0" y="0"/>
          <a:ext cx="0" cy="0"/>
          <a:chOff x="0" y="0"/>
          <a:chExt cx="0" cy="0"/>
        </a:xfrm>
      </p:grpSpPr>
      <p:sp>
        <p:nvSpPr>
          <p:cNvPr id="361"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362" name="Picture Placeholder 8"/>
          <p:cNvSpPr>
            <a:spLocks noGrp="1"/>
          </p:cNvSpPr>
          <p:nvPr>
            <p:ph type="pic" sz="quarter" idx="21"/>
          </p:nvPr>
        </p:nvSpPr>
        <p:spPr bwMode="auto">
          <a:xfrm>
            <a:off x="2" y="0"/>
            <a:ext cx="8129436" cy="6858000"/>
          </a:xfrm>
          <a:prstGeom prst="rect">
            <a:avLst/>
          </a:prstGeom>
          <a:ln w="57150">
            <a:solidFill>
              <a:srgbClr val="FFFFFF"/>
            </a:solidFill>
            <a:round/>
          </a:ln>
        </p:spPr>
        <p:txBody>
          <a:bodyPr lIns="91439" rIns="91439">
            <a:noAutofit/>
          </a:bodyPr>
          <a:lstStyle/>
          <a:p>
            <a:pPr>
              <a:defRPr/>
            </a:pPr>
            <a:endParaRPr/>
          </a:p>
        </p:txBody>
      </p:sp>
      <p:sp>
        <p:nvSpPr>
          <p:cNvPr id="363" name="Picture Placeholder 8"/>
          <p:cNvSpPr>
            <a:spLocks noGrp="1"/>
          </p:cNvSpPr>
          <p:nvPr>
            <p:ph type="pic" sz="quarter" idx="22"/>
          </p:nvPr>
        </p:nvSpPr>
        <p:spPr bwMode="auto">
          <a:xfrm>
            <a:off x="16260920" y="0"/>
            <a:ext cx="8129436" cy="6858000"/>
          </a:xfrm>
          <a:prstGeom prst="rect">
            <a:avLst/>
          </a:prstGeom>
          <a:ln w="57150">
            <a:solidFill>
              <a:srgbClr val="FFFFFF"/>
            </a:solidFill>
            <a:round/>
          </a:ln>
        </p:spPr>
        <p:txBody>
          <a:bodyPr lIns="91439" rIns="91439">
            <a:noAutofit/>
          </a:bodyPr>
          <a:lstStyle/>
          <a:p>
            <a:pPr>
              <a:defRPr/>
            </a:pPr>
            <a:endParaRPr/>
          </a:p>
        </p:txBody>
      </p:sp>
      <p:sp>
        <p:nvSpPr>
          <p:cNvPr id="364" name="Picture Placeholder 8"/>
          <p:cNvSpPr>
            <a:spLocks noGrp="1"/>
          </p:cNvSpPr>
          <p:nvPr>
            <p:ph type="pic" sz="quarter" idx="23"/>
          </p:nvPr>
        </p:nvSpPr>
        <p:spPr bwMode="auto">
          <a:xfrm>
            <a:off x="8129436" y="0"/>
            <a:ext cx="8129436" cy="6858000"/>
          </a:xfrm>
          <a:prstGeom prst="rect">
            <a:avLst/>
          </a:prstGeom>
          <a:ln w="57150">
            <a:solidFill>
              <a:srgbClr val="FFFFFF"/>
            </a:solidFill>
            <a:round/>
          </a:ln>
        </p:spPr>
        <p:txBody>
          <a:bodyPr lIns="91439" rIns="91439">
            <a:noAutofit/>
          </a:bodyPr>
          <a:lstStyle/>
          <a:p>
            <a:pPr>
              <a:defRPr/>
            </a:pPr>
            <a:endParaRPr/>
          </a:p>
        </p:txBody>
      </p:sp>
      <p:sp>
        <p:nvSpPr>
          <p:cNvPr id="365" name="Picture Placeholder 8"/>
          <p:cNvSpPr>
            <a:spLocks noGrp="1"/>
          </p:cNvSpPr>
          <p:nvPr>
            <p:ph type="pic" sz="quarter" idx="24"/>
          </p:nvPr>
        </p:nvSpPr>
        <p:spPr bwMode="auto">
          <a:xfrm>
            <a:off x="-2052" y="6858000"/>
            <a:ext cx="8129436" cy="6858000"/>
          </a:xfrm>
          <a:prstGeom prst="rect">
            <a:avLst/>
          </a:prstGeom>
          <a:ln w="57150">
            <a:solidFill>
              <a:srgbClr val="FFFFFF"/>
            </a:solidFill>
            <a:round/>
          </a:ln>
        </p:spPr>
        <p:txBody>
          <a:bodyPr lIns="91439" rIns="91439">
            <a:noAutofit/>
          </a:bodyPr>
          <a:lstStyle/>
          <a:p>
            <a:pPr>
              <a:defRPr/>
            </a:pPr>
            <a:endParaRPr/>
          </a:p>
        </p:txBody>
      </p:sp>
      <p:sp>
        <p:nvSpPr>
          <p:cNvPr id="366" name="Picture Placeholder 8"/>
          <p:cNvSpPr>
            <a:spLocks noGrp="1"/>
          </p:cNvSpPr>
          <p:nvPr>
            <p:ph type="pic" sz="quarter" idx="25"/>
          </p:nvPr>
        </p:nvSpPr>
        <p:spPr bwMode="auto">
          <a:xfrm>
            <a:off x="16258870" y="6858000"/>
            <a:ext cx="8129436" cy="6858000"/>
          </a:xfrm>
          <a:prstGeom prst="rect">
            <a:avLst/>
          </a:prstGeom>
          <a:ln w="57150">
            <a:solidFill>
              <a:srgbClr val="FFFFFF"/>
            </a:solidFill>
            <a:round/>
          </a:ln>
        </p:spPr>
        <p:txBody>
          <a:bodyPr lIns="91439" rIns="91439">
            <a:noAutofit/>
          </a:bodyPr>
          <a:lstStyle/>
          <a:p>
            <a:pPr>
              <a:defRPr/>
            </a:pPr>
            <a:endParaRPr/>
          </a:p>
        </p:txBody>
      </p:sp>
      <p:sp>
        <p:nvSpPr>
          <p:cNvPr id="367" name="Picture Placeholder 8"/>
          <p:cNvSpPr>
            <a:spLocks noGrp="1"/>
          </p:cNvSpPr>
          <p:nvPr>
            <p:ph type="pic" sz="quarter" idx="26"/>
          </p:nvPr>
        </p:nvSpPr>
        <p:spPr bwMode="auto">
          <a:xfrm>
            <a:off x="8127382" y="6858000"/>
            <a:ext cx="8129436" cy="6858000"/>
          </a:xfrm>
          <a:prstGeom prst="rect">
            <a:avLst/>
          </a:prstGeom>
          <a:ln w="57150">
            <a:solidFill>
              <a:srgbClr val="FFFFFF"/>
            </a:solidFill>
            <a:round/>
          </a:ln>
        </p:spPr>
        <p:txBody>
          <a:bodyPr lIns="91439" rIns="91439">
            <a:noAutofit/>
          </a:bodyPr>
          <a:lstStyle/>
          <a:p>
            <a:pPr>
              <a:defRPr/>
            </a:pPr>
            <a:endParaRPr/>
          </a:p>
        </p:txBody>
      </p:sp>
      <p:sp>
        <p:nvSpPr>
          <p:cNvPr id="368" name="Picture Placeholder 8"/>
          <p:cNvSpPr>
            <a:spLocks noGrp="1"/>
          </p:cNvSpPr>
          <p:nvPr>
            <p:ph type="pic" sz="quarter" idx="27"/>
          </p:nvPr>
        </p:nvSpPr>
        <p:spPr bwMode="auto">
          <a:xfrm>
            <a:off x="6434983" y="5873750"/>
            <a:ext cx="11512198" cy="1968500"/>
          </a:xfrm>
          <a:prstGeom prst="rect">
            <a:avLst/>
          </a:prstGeom>
          <a:ln w="57150">
            <a:solidFill>
              <a:srgbClr val="FFFFFF"/>
            </a:solidFill>
            <a:round/>
          </a:ln>
        </p:spPr>
        <p:txBody>
          <a:bodyPr lIns="91439" rIns="91439">
            <a:noAutofit/>
          </a:bodyPr>
          <a:lstStyle/>
          <a:p>
            <a:pPr>
              <a:defRPr/>
            </a:pPr>
            <a:endParaRPr/>
          </a:p>
        </p:txBody>
      </p:sp>
      <p:sp>
        <p:nvSpPr>
          <p:cNvPr id="369" name="Текст заголовка"/>
          <p:cNvSpPr txBox="1">
            <a:spLocks noGrp="1"/>
          </p:cNvSpPr>
          <p:nvPr>
            <p:ph type="title"/>
          </p:nvPr>
        </p:nvSpPr>
        <p:spPr bwMode="auto">
          <a:xfrm>
            <a:off x="7068063" y="6329362"/>
            <a:ext cx="10254242" cy="1057276"/>
          </a:xfrm>
          <a:prstGeom prst="rect">
            <a:avLst/>
          </a:prstGeom>
        </p:spPr>
        <p:txBody>
          <a:bodyPr/>
          <a:lstStyle>
            <a:lvl1pPr algn="ctr">
              <a:defRPr sz="5400">
                <a:solidFill>
                  <a:srgbClr val="404040"/>
                </a:solidFill>
              </a:defRPr>
            </a:lvl1pPr>
          </a:lstStyle>
          <a:p>
            <a:pPr>
              <a:defRPr/>
            </a:pPr>
            <a:r>
              <a:t>Текст заголовка</a:t>
            </a:r>
          </a:p>
        </p:txBody>
      </p:sp>
    </p:spTree>
    <p:extLst>
      <p:ext uri="{BB962C8B-B14F-4D97-AF65-F5344CB8AC3E}">
        <p14:creationId xmlns:p14="http://schemas.microsoft.com/office/powerpoint/2010/main" val="193832532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PhAnim="0" type="tx" userDrawn="1">
  <p:cSld name="12_Custom Layout">
    <p:spTree>
      <p:nvGrpSpPr>
        <p:cNvPr id="1" name=""/>
        <p:cNvGrpSpPr/>
        <p:nvPr/>
      </p:nvGrpSpPr>
      <p:grpSpPr bwMode="auto">
        <a:xfrm>
          <a:off x="0" y="0"/>
          <a:ext cx="0" cy="0"/>
          <a:chOff x="0" y="0"/>
          <a:chExt cx="0" cy="0"/>
        </a:xfrm>
      </p:grpSpPr>
      <p:sp>
        <p:nvSpPr>
          <p:cNvPr id="376"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377" name="Picture Placeholder 8"/>
          <p:cNvSpPr>
            <a:spLocks noGrp="1"/>
          </p:cNvSpPr>
          <p:nvPr>
            <p:ph type="pic" sz="quarter" idx="21"/>
          </p:nvPr>
        </p:nvSpPr>
        <p:spPr bwMode="auto">
          <a:xfrm>
            <a:off x="12195183" y="0"/>
            <a:ext cx="12195178" cy="4572000"/>
          </a:xfrm>
          <a:prstGeom prst="rect">
            <a:avLst/>
          </a:prstGeom>
        </p:spPr>
        <p:txBody>
          <a:bodyPr lIns="91439" rIns="91439">
            <a:noAutofit/>
          </a:bodyPr>
          <a:lstStyle/>
          <a:p>
            <a:pPr>
              <a:defRPr/>
            </a:pPr>
            <a:endParaRPr/>
          </a:p>
        </p:txBody>
      </p:sp>
      <p:sp>
        <p:nvSpPr>
          <p:cNvPr id="378" name="Picture Placeholder 8"/>
          <p:cNvSpPr>
            <a:spLocks noGrp="1"/>
          </p:cNvSpPr>
          <p:nvPr>
            <p:ph type="pic" sz="quarter" idx="22"/>
          </p:nvPr>
        </p:nvSpPr>
        <p:spPr bwMode="auto">
          <a:xfrm>
            <a:off x="12195183" y="4572000"/>
            <a:ext cx="12195178" cy="4572000"/>
          </a:xfrm>
          <a:prstGeom prst="rect">
            <a:avLst/>
          </a:prstGeom>
        </p:spPr>
        <p:txBody>
          <a:bodyPr lIns="91439" rIns="91439">
            <a:noAutofit/>
          </a:bodyPr>
          <a:lstStyle/>
          <a:p>
            <a:pPr>
              <a:defRPr/>
            </a:pPr>
            <a:endParaRPr/>
          </a:p>
        </p:txBody>
      </p:sp>
      <p:sp>
        <p:nvSpPr>
          <p:cNvPr id="379" name="Picture Placeholder 8"/>
          <p:cNvSpPr>
            <a:spLocks noGrp="1"/>
          </p:cNvSpPr>
          <p:nvPr>
            <p:ph type="pic" sz="quarter" idx="23"/>
          </p:nvPr>
        </p:nvSpPr>
        <p:spPr bwMode="auto">
          <a:xfrm>
            <a:off x="12195183" y="9144000"/>
            <a:ext cx="12195178" cy="4572000"/>
          </a:xfrm>
          <a:prstGeom prst="rect">
            <a:avLst/>
          </a:prstGeom>
        </p:spPr>
        <p:txBody>
          <a:bodyPr lIns="91439" rIns="91439">
            <a:noAutofit/>
          </a:bodyPr>
          <a:lstStyle/>
          <a:p>
            <a:pPr>
              <a:defRPr/>
            </a:pPr>
            <a:endParaRPr/>
          </a:p>
        </p:txBody>
      </p:sp>
      <p:sp>
        <p:nvSpPr>
          <p:cNvPr id="380" name="Picture Placeholder 8"/>
          <p:cNvSpPr>
            <a:spLocks noGrp="1"/>
          </p:cNvSpPr>
          <p:nvPr>
            <p:ph type="pic" sz="quarter" idx="24"/>
          </p:nvPr>
        </p:nvSpPr>
        <p:spPr bwMode="auto">
          <a:xfrm>
            <a:off x="18554847" y="0"/>
            <a:ext cx="5835514" cy="4572000"/>
          </a:xfrm>
          <a:prstGeom prst="rect">
            <a:avLst/>
          </a:prstGeom>
        </p:spPr>
        <p:txBody>
          <a:bodyPr lIns="91439" rIns="91439">
            <a:noAutofit/>
          </a:bodyPr>
          <a:lstStyle/>
          <a:p>
            <a:pPr>
              <a:defRPr/>
            </a:pPr>
            <a:endParaRPr/>
          </a:p>
        </p:txBody>
      </p:sp>
      <p:sp>
        <p:nvSpPr>
          <p:cNvPr id="381" name="Picture Placeholder 8"/>
          <p:cNvSpPr>
            <a:spLocks noGrp="1"/>
          </p:cNvSpPr>
          <p:nvPr>
            <p:ph type="pic" sz="quarter" idx="25"/>
          </p:nvPr>
        </p:nvSpPr>
        <p:spPr bwMode="auto">
          <a:xfrm>
            <a:off x="18554847" y="4572000"/>
            <a:ext cx="5835514" cy="4572000"/>
          </a:xfrm>
          <a:prstGeom prst="rect">
            <a:avLst/>
          </a:prstGeom>
        </p:spPr>
        <p:txBody>
          <a:bodyPr lIns="91439" rIns="91439">
            <a:noAutofit/>
          </a:bodyPr>
          <a:lstStyle/>
          <a:p>
            <a:pPr>
              <a:defRPr/>
            </a:pPr>
            <a:endParaRPr/>
          </a:p>
        </p:txBody>
      </p:sp>
      <p:sp>
        <p:nvSpPr>
          <p:cNvPr id="382" name="Picture Placeholder 8"/>
          <p:cNvSpPr>
            <a:spLocks noGrp="1"/>
          </p:cNvSpPr>
          <p:nvPr>
            <p:ph type="pic" sz="quarter" idx="26"/>
          </p:nvPr>
        </p:nvSpPr>
        <p:spPr bwMode="auto">
          <a:xfrm>
            <a:off x="18554847" y="9144000"/>
            <a:ext cx="5835514" cy="4572000"/>
          </a:xfrm>
          <a:prstGeom prst="rect">
            <a:avLst/>
          </a:prstGeom>
        </p:spPr>
        <p:txBody>
          <a:bodyPr lIns="91439" rIns="91439">
            <a:noAutofit/>
          </a:bodyPr>
          <a:lstStyle/>
          <a:p>
            <a:pPr>
              <a:defRPr/>
            </a:pPr>
            <a:endParaRPr/>
          </a:p>
        </p:txBody>
      </p:sp>
      <p:sp>
        <p:nvSpPr>
          <p:cNvPr id="383" name="Уровень текста 1…"/>
          <p:cNvSpPr txBox="1">
            <a:spLocks noGrp="1"/>
          </p:cNvSpPr>
          <p:nvPr>
            <p:ph type="body" sz="quarter" idx="1" hasCustomPrompt="1"/>
          </p:nvPr>
        </p:nvSpPr>
        <p:spPr bwMode="auto">
          <a:xfrm>
            <a:off x="19015002" y="1041409"/>
            <a:ext cx="4786312" cy="415926"/>
          </a:xfrm>
          <a:prstGeom prst="rect">
            <a:avLst/>
          </a:prstGeom>
        </p:spPr>
        <p:txBody>
          <a:bodyPr/>
          <a:lstStyle>
            <a:lvl1pPr>
              <a:defRPr>
                <a:solidFill>
                  <a:srgbClr val="FFFFFF"/>
                </a:solidFill>
                <a:latin typeface="Montserrat Semi Bold"/>
                <a:ea typeface="Montserrat Semi Bold"/>
                <a:cs typeface="Montserrat Semi Bold"/>
              </a:defRPr>
            </a:lvl1pPr>
            <a:lvl2pPr>
              <a:defRPr>
                <a:solidFill>
                  <a:srgbClr val="FFFFFF"/>
                </a:solidFill>
                <a:latin typeface="Montserrat Semi Bold"/>
                <a:ea typeface="Montserrat Semi Bold"/>
                <a:cs typeface="Montserrat Semi Bold"/>
              </a:defRPr>
            </a:lvl2pPr>
            <a:lvl3pPr>
              <a:defRPr>
                <a:solidFill>
                  <a:srgbClr val="FFFFFF"/>
                </a:solidFill>
                <a:latin typeface="Montserrat Semi Bold"/>
                <a:ea typeface="Montserrat Semi Bold"/>
                <a:cs typeface="Montserrat Semi Bold"/>
              </a:defRPr>
            </a:lvl3pPr>
            <a:lvl4pPr>
              <a:defRPr>
                <a:solidFill>
                  <a:srgbClr val="FFFFFF"/>
                </a:solidFill>
                <a:latin typeface="Montserrat Semi Bold"/>
                <a:ea typeface="Montserrat Semi Bold"/>
                <a:cs typeface="Montserrat Semi Bold"/>
              </a:defRPr>
            </a:lvl4pPr>
            <a:lvl5pPr>
              <a:defRPr>
                <a:solidFill>
                  <a:srgbClr val="FFFFFF"/>
                </a:solidFill>
                <a:latin typeface="Montserrat Semi Bold"/>
                <a:ea typeface="Montserrat Semi Bold"/>
                <a:cs typeface="Montserrat Semi Bold"/>
              </a:defRPr>
            </a:lvl5pPr>
          </a:lstStyle>
          <a:p>
            <a:pPr>
              <a:defRPr/>
            </a:pPr>
            <a:r>
              <a:t>Text</a:t>
            </a:r>
          </a:p>
          <a:p>
            <a:pPr lvl="1">
              <a:defRPr/>
            </a:pPr>
            <a:endParaRPr/>
          </a:p>
          <a:p>
            <a:pPr lvl="2">
              <a:defRPr/>
            </a:pPr>
            <a:endParaRPr/>
          </a:p>
          <a:p>
            <a:pPr lvl="3">
              <a:defRPr/>
            </a:pPr>
            <a:endParaRPr/>
          </a:p>
          <a:p>
            <a:pPr lvl="4">
              <a:defRPr/>
            </a:pPr>
            <a:endParaRPr/>
          </a:p>
        </p:txBody>
      </p:sp>
      <p:sp>
        <p:nvSpPr>
          <p:cNvPr id="384" name="Text Placeholder 33"/>
          <p:cNvSpPr>
            <a:spLocks noGrp="1"/>
          </p:cNvSpPr>
          <p:nvPr>
            <p:ph type="body" sz="quarter" idx="27" hasCustomPrompt="1"/>
          </p:nvPr>
        </p:nvSpPr>
        <p:spPr bwMode="auto">
          <a:xfrm>
            <a:off x="19015002" y="1651007"/>
            <a:ext cx="4786312" cy="2079170"/>
          </a:xfrm>
          <a:prstGeom prst="rect">
            <a:avLst/>
          </a:prstGeom>
        </p:spPr>
        <p:txBody>
          <a:bodyPr/>
          <a:lstStyle>
            <a:lvl1pPr>
              <a:lnSpc>
                <a:spcPct val="150000"/>
              </a:lnSpc>
              <a:defRPr sz="2400">
                <a:solidFill>
                  <a:srgbClr val="FFFFFF"/>
                </a:solidFill>
              </a:defRPr>
            </a:lvl1pPr>
          </a:lstStyle>
          <a:p>
            <a:pPr>
              <a:defRPr/>
            </a:pPr>
            <a:r>
              <a:t>Text</a:t>
            </a:r>
          </a:p>
        </p:txBody>
      </p:sp>
      <p:sp>
        <p:nvSpPr>
          <p:cNvPr id="385" name="Text Placeholder 33"/>
          <p:cNvSpPr>
            <a:spLocks noGrp="1"/>
          </p:cNvSpPr>
          <p:nvPr>
            <p:ph type="body" sz="quarter" idx="28" hasCustomPrompt="1"/>
          </p:nvPr>
        </p:nvSpPr>
        <p:spPr bwMode="auto">
          <a:xfrm>
            <a:off x="19015002" y="5499109"/>
            <a:ext cx="4786312" cy="415926"/>
          </a:xfrm>
          <a:prstGeom prst="rect">
            <a:avLst/>
          </a:prstGeom>
        </p:spPr>
        <p:txBody>
          <a:bodyPr/>
          <a:lstStyle>
            <a:lvl1pPr defTabSz="1426108">
              <a:spcBef>
                <a:spcPts val="1500"/>
              </a:spcBef>
              <a:defRPr sz="2200">
                <a:solidFill>
                  <a:srgbClr val="FFFFFF"/>
                </a:solidFill>
                <a:latin typeface="Montserrat Semi Bold"/>
                <a:ea typeface="Montserrat Semi Bold"/>
                <a:cs typeface="Montserrat Semi Bold"/>
              </a:defRPr>
            </a:lvl1pPr>
          </a:lstStyle>
          <a:p>
            <a:pPr>
              <a:defRPr/>
            </a:pPr>
            <a:r>
              <a:t>Text</a:t>
            </a:r>
          </a:p>
        </p:txBody>
      </p:sp>
      <p:sp>
        <p:nvSpPr>
          <p:cNvPr id="386" name="Text Placeholder 33"/>
          <p:cNvSpPr>
            <a:spLocks noGrp="1"/>
          </p:cNvSpPr>
          <p:nvPr>
            <p:ph type="body" sz="quarter" idx="29" hasCustomPrompt="1"/>
          </p:nvPr>
        </p:nvSpPr>
        <p:spPr bwMode="auto">
          <a:xfrm>
            <a:off x="19015002" y="6108705"/>
            <a:ext cx="4786312" cy="2079170"/>
          </a:xfrm>
          <a:prstGeom prst="rect">
            <a:avLst/>
          </a:prstGeom>
        </p:spPr>
        <p:txBody>
          <a:bodyPr/>
          <a:lstStyle>
            <a:lvl1pPr>
              <a:lnSpc>
                <a:spcPct val="150000"/>
              </a:lnSpc>
              <a:defRPr sz="2400">
                <a:solidFill>
                  <a:srgbClr val="FFFFFF"/>
                </a:solidFill>
              </a:defRPr>
            </a:lvl1pPr>
          </a:lstStyle>
          <a:p>
            <a:pPr>
              <a:defRPr/>
            </a:pPr>
            <a:r>
              <a:t>Text</a:t>
            </a:r>
          </a:p>
        </p:txBody>
      </p:sp>
      <p:sp>
        <p:nvSpPr>
          <p:cNvPr id="387" name="Text Placeholder 33"/>
          <p:cNvSpPr>
            <a:spLocks noGrp="1"/>
          </p:cNvSpPr>
          <p:nvPr>
            <p:ph type="body" sz="quarter" idx="30" hasCustomPrompt="1"/>
          </p:nvPr>
        </p:nvSpPr>
        <p:spPr bwMode="auto">
          <a:xfrm>
            <a:off x="19015002" y="10127807"/>
            <a:ext cx="4786312" cy="415926"/>
          </a:xfrm>
          <a:prstGeom prst="rect">
            <a:avLst/>
          </a:prstGeom>
        </p:spPr>
        <p:txBody>
          <a:bodyPr/>
          <a:lstStyle>
            <a:lvl1pPr defTabSz="1426108">
              <a:spcBef>
                <a:spcPts val="1500"/>
              </a:spcBef>
              <a:defRPr sz="2200">
                <a:solidFill>
                  <a:srgbClr val="FFFFFF"/>
                </a:solidFill>
                <a:latin typeface="Montserrat Semi Bold"/>
                <a:ea typeface="Montserrat Semi Bold"/>
                <a:cs typeface="Montserrat Semi Bold"/>
              </a:defRPr>
            </a:lvl1pPr>
          </a:lstStyle>
          <a:p>
            <a:pPr>
              <a:defRPr/>
            </a:pPr>
            <a:r>
              <a:t>Text</a:t>
            </a:r>
          </a:p>
        </p:txBody>
      </p:sp>
      <p:sp>
        <p:nvSpPr>
          <p:cNvPr id="388" name="Text Placeholder 33"/>
          <p:cNvSpPr>
            <a:spLocks noGrp="1"/>
          </p:cNvSpPr>
          <p:nvPr>
            <p:ph type="body" sz="quarter" idx="31" hasCustomPrompt="1"/>
          </p:nvPr>
        </p:nvSpPr>
        <p:spPr bwMode="auto">
          <a:xfrm>
            <a:off x="19015002" y="10737409"/>
            <a:ext cx="4786312" cy="2079170"/>
          </a:xfrm>
          <a:prstGeom prst="rect">
            <a:avLst/>
          </a:prstGeom>
        </p:spPr>
        <p:txBody>
          <a:bodyPr/>
          <a:lstStyle>
            <a:lvl1pPr>
              <a:lnSpc>
                <a:spcPct val="150000"/>
              </a:lnSpc>
              <a:defRPr sz="2400">
                <a:solidFill>
                  <a:srgbClr val="FFFFFF"/>
                </a:solidFill>
              </a:defRPr>
            </a:lvl1pPr>
          </a:lstStyle>
          <a:p>
            <a:pPr>
              <a:defRPr/>
            </a:pPr>
            <a:r>
              <a:t>Text</a:t>
            </a:r>
          </a:p>
        </p:txBody>
      </p:sp>
      <p:sp>
        <p:nvSpPr>
          <p:cNvPr id="389" name="Picture Placeholder 8"/>
          <p:cNvSpPr>
            <a:spLocks noGrp="1"/>
          </p:cNvSpPr>
          <p:nvPr>
            <p:ph type="pic" sz="quarter" idx="32"/>
          </p:nvPr>
        </p:nvSpPr>
        <p:spPr bwMode="auto">
          <a:xfrm>
            <a:off x="7" y="0"/>
            <a:ext cx="12195178" cy="4572000"/>
          </a:xfrm>
          <a:prstGeom prst="rect">
            <a:avLst/>
          </a:prstGeom>
        </p:spPr>
        <p:txBody>
          <a:bodyPr lIns="91439" rIns="91439">
            <a:noAutofit/>
          </a:bodyPr>
          <a:lstStyle/>
          <a:p>
            <a:pPr>
              <a:defRPr/>
            </a:pPr>
            <a:endParaRPr/>
          </a:p>
        </p:txBody>
      </p:sp>
      <p:sp>
        <p:nvSpPr>
          <p:cNvPr id="390" name="Picture Placeholder 8"/>
          <p:cNvSpPr>
            <a:spLocks noGrp="1"/>
          </p:cNvSpPr>
          <p:nvPr>
            <p:ph type="pic" sz="quarter" idx="33"/>
          </p:nvPr>
        </p:nvSpPr>
        <p:spPr bwMode="auto">
          <a:xfrm>
            <a:off x="7" y="4572000"/>
            <a:ext cx="12195178" cy="4572000"/>
          </a:xfrm>
          <a:prstGeom prst="rect">
            <a:avLst/>
          </a:prstGeom>
        </p:spPr>
        <p:txBody>
          <a:bodyPr lIns="91439" rIns="91439">
            <a:noAutofit/>
          </a:bodyPr>
          <a:lstStyle/>
          <a:p>
            <a:pPr>
              <a:defRPr/>
            </a:pPr>
            <a:endParaRPr/>
          </a:p>
        </p:txBody>
      </p:sp>
      <p:sp>
        <p:nvSpPr>
          <p:cNvPr id="391" name="Picture Placeholder 8"/>
          <p:cNvSpPr>
            <a:spLocks noGrp="1"/>
          </p:cNvSpPr>
          <p:nvPr>
            <p:ph type="pic" sz="quarter" idx="34"/>
          </p:nvPr>
        </p:nvSpPr>
        <p:spPr bwMode="auto">
          <a:xfrm>
            <a:off x="7" y="9144000"/>
            <a:ext cx="12195178" cy="4572000"/>
          </a:xfrm>
          <a:prstGeom prst="rect">
            <a:avLst/>
          </a:prstGeom>
        </p:spPr>
        <p:txBody>
          <a:bodyPr lIns="91439" rIns="91439">
            <a:noAutofit/>
          </a:bodyPr>
          <a:lstStyle/>
          <a:p>
            <a:pPr>
              <a:defRPr/>
            </a:pPr>
            <a:endParaRPr/>
          </a:p>
        </p:txBody>
      </p:sp>
      <p:sp>
        <p:nvSpPr>
          <p:cNvPr id="392" name="Picture Placeholder 8"/>
          <p:cNvSpPr>
            <a:spLocks noGrp="1"/>
          </p:cNvSpPr>
          <p:nvPr>
            <p:ph type="pic" sz="quarter" idx="35"/>
          </p:nvPr>
        </p:nvSpPr>
        <p:spPr bwMode="auto">
          <a:xfrm>
            <a:off x="6359671" y="0"/>
            <a:ext cx="5835514" cy="4572000"/>
          </a:xfrm>
          <a:prstGeom prst="rect">
            <a:avLst/>
          </a:prstGeom>
        </p:spPr>
        <p:txBody>
          <a:bodyPr lIns="91439" rIns="91439">
            <a:noAutofit/>
          </a:bodyPr>
          <a:lstStyle/>
          <a:p>
            <a:pPr>
              <a:defRPr/>
            </a:pPr>
            <a:endParaRPr/>
          </a:p>
        </p:txBody>
      </p:sp>
      <p:sp>
        <p:nvSpPr>
          <p:cNvPr id="393" name="Picture Placeholder 8"/>
          <p:cNvSpPr>
            <a:spLocks noGrp="1"/>
          </p:cNvSpPr>
          <p:nvPr>
            <p:ph type="pic" sz="quarter" idx="36"/>
          </p:nvPr>
        </p:nvSpPr>
        <p:spPr bwMode="auto">
          <a:xfrm>
            <a:off x="6359671" y="4572000"/>
            <a:ext cx="5835514" cy="4572000"/>
          </a:xfrm>
          <a:prstGeom prst="rect">
            <a:avLst/>
          </a:prstGeom>
        </p:spPr>
        <p:txBody>
          <a:bodyPr lIns="91439" rIns="91439">
            <a:noAutofit/>
          </a:bodyPr>
          <a:lstStyle/>
          <a:p>
            <a:pPr>
              <a:defRPr/>
            </a:pPr>
            <a:endParaRPr/>
          </a:p>
        </p:txBody>
      </p:sp>
      <p:sp>
        <p:nvSpPr>
          <p:cNvPr id="394" name="Picture Placeholder 8"/>
          <p:cNvSpPr>
            <a:spLocks noGrp="1"/>
          </p:cNvSpPr>
          <p:nvPr>
            <p:ph type="pic" sz="quarter" idx="37"/>
          </p:nvPr>
        </p:nvSpPr>
        <p:spPr bwMode="auto">
          <a:xfrm>
            <a:off x="6359671" y="9144000"/>
            <a:ext cx="5835514" cy="4572000"/>
          </a:xfrm>
          <a:prstGeom prst="rect">
            <a:avLst/>
          </a:prstGeom>
        </p:spPr>
        <p:txBody>
          <a:bodyPr lIns="91439" rIns="91439">
            <a:noAutofit/>
          </a:bodyPr>
          <a:lstStyle/>
          <a:p>
            <a:pPr>
              <a:defRPr/>
            </a:pPr>
            <a:endParaRPr/>
          </a:p>
        </p:txBody>
      </p:sp>
      <p:sp>
        <p:nvSpPr>
          <p:cNvPr id="395" name="Text Placeholder 33"/>
          <p:cNvSpPr>
            <a:spLocks noGrp="1"/>
          </p:cNvSpPr>
          <p:nvPr>
            <p:ph type="body" sz="quarter" idx="38" hasCustomPrompt="1"/>
          </p:nvPr>
        </p:nvSpPr>
        <p:spPr bwMode="auto">
          <a:xfrm>
            <a:off x="6819826" y="1041409"/>
            <a:ext cx="4786312" cy="415926"/>
          </a:xfrm>
          <a:prstGeom prst="rect">
            <a:avLst/>
          </a:prstGeom>
        </p:spPr>
        <p:txBody>
          <a:bodyPr/>
          <a:lstStyle>
            <a:lvl1pPr defTabSz="1426108">
              <a:spcBef>
                <a:spcPts val="1500"/>
              </a:spcBef>
              <a:defRPr sz="2200">
                <a:solidFill>
                  <a:srgbClr val="FFFFFF"/>
                </a:solidFill>
                <a:latin typeface="Montserrat Semi Bold"/>
                <a:ea typeface="Montserrat Semi Bold"/>
                <a:cs typeface="Montserrat Semi Bold"/>
              </a:defRPr>
            </a:lvl1pPr>
          </a:lstStyle>
          <a:p>
            <a:pPr>
              <a:defRPr/>
            </a:pPr>
            <a:r>
              <a:t>Text</a:t>
            </a:r>
          </a:p>
        </p:txBody>
      </p:sp>
      <p:sp>
        <p:nvSpPr>
          <p:cNvPr id="396" name="Text Placeholder 33"/>
          <p:cNvSpPr>
            <a:spLocks noGrp="1"/>
          </p:cNvSpPr>
          <p:nvPr>
            <p:ph type="body" sz="quarter" idx="39" hasCustomPrompt="1"/>
          </p:nvPr>
        </p:nvSpPr>
        <p:spPr bwMode="auto">
          <a:xfrm>
            <a:off x="6819826" y="1651007"/>
            <a:ext cx="4786312" cy="2079170"/>
          </a:xfrm>
          <a:prstGeom prst="rect">
            <a:avLst/>
          </a:prstGeom>
        </p:spPr>
        <p:txBody>
          <a:bodyPr/>
          <a:lstStyle>
            <a:lvl1pPr>
              <a:lnSpc>
                <a:spcPct val="150000"/>
              </a:lnSpc>
              <a:defRPr sz="2400">
                <a:solidFill>
                  <a:srgbClr val="FFFFFF"/>
                </a:solidFill>
              </a:defRPr>
            </a:lvl1pPr>
          </a:lstStyle>
          <a:p>
            <a:pPr>
              <a:defRPr/>
            </a:pPr>
            <a:r>
              <a:t>Text</a:t>
            </a:r>
          </a:p>
        </p:txBody>
      </p:sp>
      <p:sp>
        <p:nvSpPr>
          <p:cNvPr id="397" name="Text Placeholder 33"/>
          <p:cNvSpPr>
            <a:spLocks noGrp="1"/>
          </p:cNvSpPr>
          <p:nvPr>
            <p:ph type="body" sz="quarter" idx="40" hasCustomPrompt="1"/>
          </p:nvPr>
        </p:nvSpPr>
        <p:spPr bwMode="auto">
          <a:xfrm>
            <a:off x="6819826" y="5499109"/>
            <a:ext cx="4786312" cy="415926"/>
          </a:xfrm>
          <a:prstGeom prst="rect">
            <a:avLst/>
          </a:prstGeom>
        </p:spPr>
        <p:txBody>
          <a:bodyPr/>
          <a:lstStyle>
            <a:lvl1pPr defTabSz="1426108">
              <a:spcBef>
                <a:spcPts val="1500"/>
              </a:spcBef>
              <a:defRPr sz="2200">
                <a:solidFill>
                  <a:srgbClr val="FFFFFF"/>
                </a:solidFill>
                <a:latin typeface="Montserrat Semi Bold"/>
                <a:ea typeface="Montserrat Semi Bold"/>
                <a:cs typeface="Montserrat Semi Bold"/>
              </a:defRPr>
            </a:lvl1pPr>
          </a:lstStyle>
          <a:p>
            <a:pPr>
              <a:defRPr/>
            </a:pPr>
            <a:r>
              <a:t>Text</a:t>
            </a:r>
          </a:p>
        </p:txBody>
      </p:sp>
      <p:sp>
        <p:nvSpPr>
          <p:cNvPr id="398" name="Text Placeholder 33"/>
          <p:cNvSpPr>
            <a:spLocks noGrp="1"/>
          </p:cNvSpPr>
          <p:nvPr>
            <p:ph type="body" sz="quarter" idx="41" hasCustomPrompt="1"/>
          </p:nvPr>
        </p:nvSpPr>
        <p:spPr bwMode="auto">
          <a:xfrm>
            <a:off x="6819826" y="6108705"/>
            <a:ext cx="4786312" cy="2079170"/>
          </a:xfrm>
          <a:prstGeom prst="rect">
            <a:avLst/>
          </a:prstGeom>
        </p:spPr>
        <p:txBody>
          <a:bodyPr/>
          <a:lstStyle>
            <a:lvl1pPr>
              <a:lnSpc>
                <a:spcPct val="150000"/>
              </a:lnSpc>
              <a:defRPr sz="2400">
                <a:solidFill>
                  <a:srgbClr val="FFFFFF"/>
                </a:solidFill>
              </a:defRPr>
            </a:lvl1pPr>
          </a:lstStyle>
          <a:p>
            <a:pPr>
              <a:defRPr/>
            </a:pPr>
            <a:r>
              <a:t>Text</a:t>
            </a:r>
          </a:p>
        </p:txBody>
      </p:sp>
      <p:sp>
        <p:nvSpPr>
          <p:cNvPr id="399" name="Text Placeholder 33"/>
          <p:cNvSpPr>
            <a:spLocks noGrp="1"/>
          </p:cNvSpPr>
          <p:nvPr>
            <p:ph type="body" sz="quarter" idx="42" hasCustomPrompt="1"/>
          </p:nvPr>
        </p:nvSpPr>
        <p:spPr bwMode="auto">
          <a:xfrm>
            <a:off x="6819826" y="10127807"/>
            <a:ext cx="4786312" cy="415926"/>
          </a:xfrm>
          <a:prstGeom prst="rect">
            <a:avLst/>
          </a:prstGeom>
        </p:spPr>
        <p:txBody>
          <a:bodyPr/>
          <a:lstStyle>
            <a:lvl1pPr defTabSz="1426108">
              <a:spcBef>
                <a:spcPts val="1500"/>
              </a:spcBef>
              <a:defRPr sz="2200">
                <a:solidFill>
                  <a:srgbClr val="FFFFFF"/>
                </a:solidFill>
                <a:latin typeface="Montserrat Semi Bold"/>
                <a:ea typeface="Montserrat Semi Bold"/>
                <a:cs typeface="Montserrat Semi Bold"/>
              </a:defRPr>
            </a:lvl1pPr>
          </a:lstStyle>
          <a:p>
            <a:pPr>
              <a:defRPr/>
            </a:pPr>
            <a:r>
              <a:t>Text</a:t>
            </a:r>
          </a:p>
        </p:txBody>
      </p:sp>
      <p:sp>
        <p:nvSpPr>
          <p:cNvPr id="400" name="Text Placeholder 33"/>
          <p:cNvSpPr>
            <a:spLocks noGrp="1"/>
          </p:cNvSpPr>
          <p:nvPr>
            <p:ph type="body" sz="quarter" idx="43" hasCustomPrompt="1"/>
          </p:nvPr>
        </p:nvSpPr>
        <p:spPr bwMode="auto">
          <a:xfrm>
            <a:off x="6819826" y="10737409"/>
            <a:ext cx="4786312" cy="2079170"/>
          </a:xfrm>
          <a:prstGeom prst="rect">
            <a:avLst/>
          </a:prstGeom>
        </p:spPr>
        <p:txBody>
          <a:bodyPr/>
          <a:lstStyle>
            <a:lvl1pPr>
              <a:lnSpc>
                <a:spcPct val="150000"/>
              </a:lnSpc>
              <a:defRPr sz="2400">
                <a:solidFill>
                  <a:srgbClr val="FFFFFF"/>
                </a:solidFill>
              </a:defRPr>
            </a:lvl1pPr>
          </a:lstStyle>
          <a:p>
            <a:pPr>
              <a:defRPr/>
            </a:pPr>
            <a:r>
              <a:t>Text</a:t>
            </a:r>
          </a:p>
        </p:txBody>
      </p:sp>
    </p:spTree>
    <p:extLst>
      <p:ext uri="{BB962C8B-B14F-4D97-AF65-F5344CB8AC3E}">
        <p14:creationId xmlns:p14="http://schemas.microsoft.com/office/powerpoint/2010/main" val="2600163578"/>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PhAnim="0" type="tx" userDrawn="1">
  <p:cSld name="14_Custom Layout">
    <p:spTree>
      <p:nvGrpSpPr>
        <p:cNvPr id="1" name=""/>
        <p:cNvGrpSpPr/>
        <p:nvPr/>
      </p:nvGrpSpPr>
      <p:grpSpPr bwMode="auto">
        <a:xfrm>
          <a:off x="0" y="0"/>
          <a:ext cx="0" cy="0"/>
          <a:chOff x="0" y="0"/>
          <a:chExt cx="0" cy="0"/>
        </a:xfrm>
      </p:grpSpPr>
      <p:sp>
        <p:nvSpPr>
          <p:cNvPr id="407"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408" name="Picture Placeholder 8"/>
          <p:cNvSpPr>
            <a:spLocks noGrp="1"/>
          </p:cNvSpPr>
          <p:nvPr>
            <p:ph type="pic" idx="21"/>
          </p:nvPr>
        </p:nvSpPr>
        <p:spPr bwMode="auto">
          <a:xfrm>
            <a:off x="7" y="11149"/>
            <a:ext cx="12195178" cy="13704854"/>
          </a:xfrm>
          <a:prstGeom prst="rect">
            <a:avLst/>
          </a:prstGeom>
        </p:spPr>
        <p:txBody>
          <a:bodyPr lIns="91439" rIns="91439">
            <a:noAutofit/>
          </a:bodyPr>
          <a:lstStyle/>
          <a:p>
            <a:pPr>
              <a:defRPr/>
            </a:pPr>
            <a:endParaRPr/>
          </a:p>
        </p:txBody>
      </p:sp>
      <p:sp>
        <p:nvSpPr>
          <p:cNvPr id="409" name="Picture Placeholder 8"/>
          <p:cNvSpPr>
            <a:spLocks noGrp="1"/>
          </p:cNvSpPr>
          <p:nvPr>
            <p:ph type="pic" sz="half" idx="22"/>
          </p:nvPr>
        </p:nvSpPr>
        <p:spPr bwMode="auto">
          <a:xfrm>
            <a:off x="-1" y="8040921"/>
            <a:ext cx="12195178" cy="5675086"/>
          </a:xfrm>
          <a:prstGeom prst="rect">
            <a:avLst/>
          </a:prstGeom>
        </p:spPr>
        <p:txBody>
          <a:bodyPr lIns="91439" rIns="91439">
            <a:noAutofit/>
          </a:bodyPr>
          <a:lstStyle/>
          <a:p>
            <a:pPr>
              <a:defRPr/>
            </a:pPr>
            <a:endParaRPr/>
          </a:p>
        </p:txBody>
      </p:sp>
      <p:sp>
        <p:nvSpPr>
          <p:cNvPr id="410" name="Picture Placeholder 8"/>
          <p:cNvSpPr>
            <a:spLocks noGrp="1"/>
          </p:cNvSpPr>
          <p:nvPr>
            <p:ph type="pic" idx="23"/>
          </p:nvPr>
        </p:nvSpPr>
        <p:spPr bwMode="auto">
          <a:xfrm>
            <a:off x="12195176" y="2"/>
            <a:ext cx="12195180" cy="13716000"/>
          </a:xfrm>
          <a:prstGeom prst="rect">
            <a:avLst/>
          </a:prstGeom>
        </p:spPr>
        <p:txBody>
          <a:bodyPr lIns="91439" rIns="91439">
            <a:noAutofit/>
          </a:bodyPr>
          <a:lstStyle/>
          <a:p>
            <a:pPr>
              <a:defRPr/>
            </a:pPr>
            <a:endParaRPr/>
          </a:p>
        </p:txBody>
      </p:sp>
      <p:sp>
        <p:nvSpPr>
          <p:cNvPr id="411" name="Picture Placeholder 8"/>
          <p:cNvSpPr>
            <a:spLocks noGrp="1"/>
          </p:cNvSpPr>
          <p:nvPr>
            <p:ph type="pic" sz="half" idx="24"/>
          </p:nvPr>
        </p:nvSpPr>
        <p:spPr bwMode="auto">
          <a:xfrm>
            <a:off x="12195176" y="8036300"/>
            <a:ext cx="12195180" cy="5679700"/>
          </a:xfrm>
          <a:prstGeom prst="rect">
            <a:avLst/>
          </a:prstGeom>
        </p:spPr>
        <p:txBody>
          <a:bodyPr lIns="91439" rIns="91439">
            <a:noAutofit/>
          </a:bodyPr>
          <a:lstStyle/>
          <a:p>
            <a:pPr>
              <a:defRPr/>
            </a:pPr>
            <a:endParaRPr/>
          </a:p>
        </p:txBody>
      </p:sp>
      <p:sp>
        <p:nvSpPr>
          <p:cNvPr id="412" name="Уровень текста 1…"/>
          <p:cNvSpPr txBox="1">
            <a:spLocks noGrp="1"/>
          </p:cNvSpPr>
          <p:nvPr>
            <p:ph type="body" sz="quarter" idx="1" hasCustomPrompt="1"/>
          </p:nvPr>
        </p:nvSpPr>
        <p:spPr bwMode="auto">
          <a:xfrm>
            <a:off x="1676845" y="9174297"/>
            <a:ext cx="8586934" cy="800142"/>
          </a:xfrm>
          <a:prstGeom prst="rect">
            <a:avLst/>
          </a:prstGeom>
        </p:spPr>
        <p:txBody>
          <a:bodyPr/>
          <a:lstStyle>
            <a:lvl1pPr algn="ctr">
              <a:defRPr sz="4000">
                <a:solidFill>
                  <a:srgbClr val="FFFFFF"/>
                </a:solidFill>
                <a:latin typeface="Montserrat Semi Bold"/>
                <a:ea typeface="Montserrat Semi Bold"/>
                <a:cs typeface="Montserrat Semi Bold"/>
              </a:defRPr>
            </a:lvl1pPr>
            <a:lvl2pPr algn="ctr">
              <a:defRPr sz="4000">
                <a:solidFill>
                  <a:srgbClr val="FFFFFF"/>
                </a:solidFill>
                <a:latin typeface="Montserrat Semi Bold"/>
                <a:ea typeface="Montserrat Semi Bold"/>
                <a:cs typeface="Montserrat Semi Bold"/>
              </a:defRPr>
            </a:lvl2pPr>
            <a:lvl3pPr algn="ctr">
              <a:defRPr sz="4000">
                <a:solidFill>
                  <a:srgbClr val="FFFFFF"/>
                </a:solidFill>
                <a:latin typeface="Montserrat Semi Bold"/>
                <a:ea typeface="Montserrat Semi Bold"/>
                <a:cs typeface="Montserrat Semi Bold"/>
              </a:defRPr>
            </a:lvl3pPr>
            <a:lvl4pPr algn="ctr">
              <a:defRPr sz="4000">
                <a:solidFill>
                  <a:srgbClr val="FFFFFF"/>
                </a:solidFill>
                <a:latin typeface="Montserrat Semi Bold"/>
                <a:ea typeface="Montserrat Semi Bold"/>
                <a:cs typeface="Montserrat Semi Bold"/>
              </a:defRPr>
            </a:lvl4pPr>
            <a:lvl5pPr algn="ctr">
              <a:defRPr sz="4000">
                <a:solidFill>
                  <a:srgbClr val="FFFFFF"/>
                </a:solidFill>
                <a:latin typeface="Montserrat Semi Bold"/>
                <a:ea typeface="Montserrat Semi Bold"/>
                <a:cs typeface="Montserrat Semi Bold"/>
              </a:defRPr>
            </a:lvl5pPr>
          </a:lstStyle>
          <a:p>
            <a:pPr>
              <a:defRPr/>
            </a:pPr>
            <a:r>
              <a:t>Text</a:t>
            </a:r>
          </a:p>
          <a:p>
            <a:pPr lvl="1">
              <a:defRPr/>
            </a:pPr>
            <a:endParaRPr/>
          </a:p>
          <a:p>
            <a:pPr lvl="2">
              <a:defRPr/>
            </a:pPr>
            <a:endParaRPr/>
          </a:p>
          <a:p>
            <a:pPr lvl="3">
              <a:defRPr/>
            </a:pPr>
            <a:endParaRPr/>
          </a:p>
          <a:p>
            <a:pPr lvl="4">
              <a:defRPr/>
            </a:pPr>
            <a:endParaRPr/>
          </a:p>
        </p:txBody>
      </p:sp>
      <p:sp>
        <p:nvSpPr>
          <p:cNvPr id="413" name="Text Placeholder 33"/>
          <p:cNvSpPr>
            <a:spLocks noGrp="1"/>
          </p:cNvSpPr>
          <p:nvPr>
            <p:ph type="body" sz="quarter" idx="25" hasCustomPrompt="1"/>
          </p:nvPr>
        </p:nvSpPr>
        <p:spPr bwMode="auto">
          <a:xfrm>
            <a:off x="1676845" y="10014865"/>
            <a:ext cx="8586934" cy="1883458"/>
          </a:xfrm>
          <a:prstGeom prst="rect">
            <a:avLst/>
          </a:prstGeom>
        </p:spPr>
        <p:txBody>
          <a:bodyPr/>
          <a:lstStyle>
            <a:lvl1pPr algn="ctr">
              <a:lnSpc>
                <a:spcPct val="150000"/>
              </a:lnSpc>
              <a:defRPr>
                <a:solidFill>
                  <a:srgbClr val="FFFFFF"/>
                </a:solidFill>
              </a:defRPr>
            </a:lvl1pPr>
          </a:lstStyle>
          <a:p>
            <a:pPr>
              <a:defRPr/>
            </a:pPr>
            <a:r>
              <a:t>Text</a:t>
            </a:r>
          </a:p>
        </p:txBody>
      </p:sp>
      <p:sp>
        <p:nvSpPr>
          <p:cNvPr id="414" name="Text Placeholder 33"/>
          <p:cNvSpPr>
            <a:spLocks noGrp="1"/>
          </p:cNvSpPr>
          <p:nvPr>
            <p:ph type="body" sz="quarter" idx="26" hasCustomPrompt="1"/>
          </p:nvPr>
        </p:nvSpPr>
        <p:spPr bwMode="auto">
          <a:xfrm>
            <a:off x="1676845" y="8510335"/>
            <a:ext cx="8586934" cy="513538"/>
          </a:xfrm>
          <a:prstGeom prst="rect">
            <a:avLst/>
          </a:prstGeom>
        </p:spPr>
        <p:txBody>
          <a:bodyPr/>
          <a:lstStyle>
            <a:lvl1pPr algn="ctr">
              <a:defRPr sz="2400">
                <a:solidFill>
                  <a:srgbClr val="404040"/>
                </a:solidFill>
                <a:latin typeface="Montserrat Semi Bold"/>
                <a:ea typeface="Montserrat Semi Bold"/>
                <a:cs typeface="Montserrat Semi Bold"/>
              </a:defRPr>
            </a:lvl1pPr>
          </a:lstStyle>
          <a:p>
            <a:pPr>
              <a:defRPr/>
            </a:pPr>
            <a:r>
              <a:t>Text</a:t>
            </a:r>
          </a:p>
        </p:txBody>
      </p:sp>
      <p:sp>
        <p:nvSpPr>
          <p:cNvPr id="415" name="Text Placeholder 33"/>
          <p:cNvSpPr>
            <a:spLocks noGrp="1"/>
          </p:cNvSpPr>
          <p:nvPr>
            <p:ph type="body" sz="quarter" idx="27" hasCustomPrompt="1"/>
          </p:nvPr>
        </p:nvSpPr>
        <p:spPr bwMode="auto">
          <a:xfrm>
            <a:off x="14126591" y="9144819"/>
            <a:ext cx="8586934" cy="800142"/>
          </a:xfrm>
          <a:prstGeom prst="rect">
            <a:avLst/>
          </a:prstGeom>
        </p:spPr>
        <p:txBody>
          <a:bodyPr/>
          <a:lstStyle>
            <a:lvl1pPr algn="ctr">
              <a:defRPr sz="4000">
                <a:solidFill>
                  <a:srgbClr val="FFFFFF"/>
                </a:solidFill>
                <a:latin typeface="Montserrat Semi Bold"/>
                <a:ea typeface="Montserrat Semi Bold"/>
                <a:cs typeface="Montserrat Semi Bold"/>
              </a:defRPr>
            </a:lvl1pPr>
          </a:lstStyle>
          <a:p>
            <a:pPr>
              <a:defRPr/>
            </a:pPr>
            <a:r>
              <a:t>Text</a:t>
            </a:r>
          </a:p>
        </p:txBody>
      </p:sp>
      <p:sp>
        <p:nvSpPr>
          <p:cNvPr id="416" name="Text Placeholder 33"/>
          <p:cNvSpPr>
            <a:spLocks noGrp="1"/>
          </p:cNvSpPr>
          <p:nvPr>
            <p:ph type="body" sz="quarter" idx="28" hasCustomPrompt="1"/>
          </p:nvPr>
        </p:nvSpPr>
        <p:spPr bwMode="auto">
          <a:xfrm>
            <a:off x="14126591" y="9985387"/>
            <a:ext cx="8586934" cy="1883458"/>
          </a:xfrm>
          <a:prstGeom prst="rect">
            <a:avLst/>
          </a:prstGeom>
        </p:spPr>
        <p:txBody>
          <a:bodyPr/>
          <a:lstStyle>
            <a:lvl1pPr algn="ctr">
              <a:lnSpc>
                <a:spcPct val="150000"/>
              </a:lnSpc>
              <a:defRPr>
                <a:solidFill>
                  <a:srgbClr val="FFFFFF"/>
                </a:solidFill>
              </a:defRPr>
            </a:lvl1pPr>
          </a:lstStyle>
          <a:p>
            <a:pPr>
              <a:defRPr/>
            </a:pPr>
            <a:r>
              <a:t>Text</a:t>
            </a:r>
          </a:p>
        </p:txBody>
      </p:sp>
      <p:sp>
        <p:nvSpPr>
          <p:cNvPr id="417" name="Text Placeholder 33"/>
          <p:cNvSpPr>
            <a:spLocks noGrp="1"/>
          </p:cNvSpPr>
          <p:nvPr>
            <p:ph type="body" sz="quarter" idx="29" hasCustomPrompt="1"/>
          </p:nvPr>
        </p:nvSpPr>
        <p:spPr bwMode="auto">
          <a:xfrm>
            <a:off x="14126591" y="8480857"/>
            <a:ext cx="8586934" cy="513538"/>
          </a:xfrm>
          <a:prstGeom prst="rect">
            <a:avLst/>
          </a:prstGeom>
        </p:spPr>
        <p:txBody>
          <a:bodyPr/>
          <a:lstStyle>
            <a:lvl1pPr algn="ctr">
              <a:defRPr sz="2400">
                <a:solidFill>
                  <a:srgbClr val="404040"/>
                </a:solidFill>
                <a:latin typeface="Montserrat Semi Bold"/>
                <a:ea typeface="Montserrat Semi Bold"/>
                <a:cs typeface="Montserrat Semi Bold"/>
              </a:defRPr>
            </a:lvl1pPr>
          </a:lstStyle>
          <a:p>
            <a:pPr>
              <a:defRPr/>
            </a:pPr>
            <a:r>
              <a:t>Text</a:t>
            </a:r>
          </a:p>
        </p:txBody>
      </p:sp>
    </p:spTree>
    <p:extLst>
      <p:ext uri="{BB962C8B-B14F-4D97-AF65-F5344CB8AC3E}">
        <p14:creationId xmlns:p14="http://schemas.microsoft.com/office/powerpoint/2010/main" val="3805264233"/>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PhAnim="0" type="tx" userDrawn="1">
  <p:cSld name="15_Custom Layout">
    <p:spTree>
      <p:nvGrpSpPr>
        <p:cNvPr id="1" name=""/>
        <p:cNvGrpSpPr/>
        <p:nvPr/>
      </p:nvGrpSpPr>
      <p:grpSpPr bwMode="auto">
        <a:xfrm>
          <a:off x="0" y="0"/>
          <a:ext cx="0" cy="0"/>
          <a:chOff x="0" y="0"/>
          <a:chExt cx="0" cy="0"/>
        </a:xfrm>
      </p:grpSpPr>
      <p:sp>
        <p:nvSpPr>
          <p:cNvPr id="424"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425" name="Picture Placeholder 8"/>
          <p:cNvSpPr>
            <a:spLocks noGrp="1"/>
          </p:cNvSpPr>
          <p:nvPr>
            <p:ph type="pic" sz="half" idx="21"/>
          </p:nvPr>
        </p:nvSpPr>
        <p:spPr bwMode="auto">
          <a:xfrm>
            <a:off x="7" y="3"/>
            <a:ext cx="12195178" cy="6858002"/>
          </a:xfrm>
          <a:prstGeom prst="rect">
            <a:avLst/>
          </a:prstGeom>
        </p:spPr>
        <p:txBody>
          <a:bodyPr lIns="91439" rIns="91439">
            <a:noAutofit/>
          </a:bodyPr>
          <a:lstStyle/>
          <a:p>
            <a:pPr>
              <a:defRPr/>
            </a:pPr>
            <a:endParaRPr/>
          </a:p>
        </p:txBody>
      </p:sp>
      <p:sp>
        <p:nvSpPr>
          <p:cNvPr id="426" name="Picture Placeholder 8"/>
          <p:cNvSpPr>
            <a:spLocks noGrp="1"/>
          </p:cNvSpPr>
          <p:nvPr>
            <p:ph type="pic" sz="half" idx="22"/>
          </p:nvPr>
        </p:nvSpPr>
        <p:spPr bwMode="auto">
          <a:xfrm>
            <a:off x="12195185" y="3"/>
            <a:ext cx="12195178" cy="6858002"/>
          </a:xfrm>
          <a:prstGeom prst="rect">
            <a:avLst/>
          </a:prstGeom>
        </p:spPr>
        <p:txBody>
          <a:bodyPr lIns="91439" rIns="91439">
            <a:noAutofit/>
          </a:bodyPr>
          <a:lstStyle/>
          <a:p>
            <a:pPr>
              <a:defRPr/>
            </a:pPr>
            <a:endParaRPr/>
          </a:p>
        </p:txBody>
      </p:sp>
      <p:sp>
        <p:nvSpPr>
          <p:cNvPr id="427" name="Picture Placeholder 8"/>
          <p:cNvSpPr>
            <a:spLocks noGrp="1"/>
          </p:cNvSpPr>
          <p:nvPr>
            <p:ph type="pic" sz="half" idx="23"/>
          </p:nvPr>
        </p:nvSpPr>
        <p:spPr bwMode="auto">
          <a:xfrm>
            <a:off x="7" y="6858009"/>
            <a:ext cx="12195178" cy="6858002"/>
          </a:xfrm>
          <a:prstGeom prst="rect">
            <a:avLst/>
          </a:prstGeom>
        </p:spPr>
        <p:txBody>
          <a:bodyPr lIns="91439" rIns="91439">
            <a:noAutofit/>
          </a:bodyPr>
          <a:lstStyle/>
          <a:p>
            <a:pPr>
              <a:defRPr/>
            </a:pPr>
            <a:endParaRPr/>
          </a:p>
        </p:txBody>
      </p:sp>
      <p:sp>
        <p:nvSpPr>
          <p:cNvPr id="428" name="Picture Placeholder 8"/>
          <p:cNvSpPr>
            <a:spLocks noGrp="1"/>
          </p:cNvSpPr>
          <p:nvPr>
            <p:ph type="pic" sz="half" idx="24"/>
          </p:nvPr>
        </p:nvSpPr>
        <p:spPr bwMode="auto">
          <a:xfrm>
            <a:off x="12195185" y="6858009"/>
            <a:ext cx="12195178" cy="6858002"/>
          </a:xfrm>
          <a:prstGeom prst="rect">
            <a:avLst/>
          </a:prstGeom>
        </p:spPr>
        <p:txBody>
          <a:bodyPr lIns="91439" rIns="91439">
            <a:noAutofit/>
          </a:bodyPr>
          <a:lstStyle/>
          <a:p>
            <a:pPr>
              <a:defRPr/>
            </a:pPr>
            <a:endParaRPr/>
          </a:p>
        </p:txBody>
      </p:sp>
      <p:sp>
        <p:nvSpPr>
          <p:cNvPr id="429" name="Picture Placeholder 8"/>
          <p:cNvSpPr>
            <a:spLocks noGrp="1"/>
          </p:cNvSpPr>
          <p:nvPr>
            <p:ph type="pic" sz="quarter" idx="25"/>
          </p:nvPr>
        </p:nvSpPr>
        <p:spPr bwMode="auto">
          <a:xfrm>
            <a:off x="2636186" y="4572007"/>
            <a:ext cx="9558992" cy="2257426"/>
          </a:xfrm>
          <a:prstGeom prst="rect">
            <a:avLst/>
          </a:prstGeom>
        </p:spPr>
        <p:txBody>
          <a:bodyPr lIns="91439" rIns="91439">
            <a:noAutofit/>
          </a:bodyPr>
          <a:lstStyle/>
          <a:p>
            <a:pPr>
              <a:defRPr/>
            </a:pPr>
            <a:endParaRPr/>
          </a:p>
        </p:txBody>
      </p:sp>
      <p:sp>
        <p:nvSpPr>
          <p:cNvPr id="430" name="Picture Placeholder 8"/>
          <p:cNvSpPr>
            <a:spLocks noGrp="1"/>
          </p:cNvSpPr>
          <p:nvPr>
            <p:ph type="pic" sz="quarter" idx="26"/>
          </p:nvPr>
        </p:nvSpPr>
        <p:spPr bwMode="auto">
          <a:xfrm>
            <a:off x="12195185" y="4572007"/>
            <a:ext cx="9558990" cy="2257426"/>
          </a:xfrm>
          <a:prstGeom prst="rect">
            <a:avLst/>
          </a:prstGeom>
        </p:spPr>
        <p:txBody>
          <a:bodyPr lIns="91439" rIns="91439">
            <a:noAutofit/>
          </a:bodyPr>
          <a:lstStyle/>
          <a:p>
            <a:pPr>
              <a:defRPr/>
            </a:pPr>
            <a:endParaRPr/>
          </a:p>
        </p:txBody>
      </p:sp>
      <p:sp>
        <p:nvSpPr>
          <p:cNvPr id="431" name="Picture Placeholder 8"/>
          <p:cNvSpPr>
            <a:spLocks noGrp="1"/>
          </p:cNvSpPr>
          <p:nvPr>
            <p:ph type="pic" sz="quarter" idx="27"/>
          </p:nvPr>
        </p:nvSpPr>
        <p:spPr bwMode="auto">
          <a:xfrm>
            <a:off x="2636186" y="6829426"/>
            <a:ext cx="9558992" cy="2257428"/>
          </a:xfrm>
          <a:prstGeom prst="rect">
            <a:avLst/>
          </a:prstGeom>
        </p:spPr>
        <p:txBody>
          <a:bodyPr lIns="91439" rIns="91439">
            <a:noAutofit/>
          </a:bodyPr>
          <a:lstStyle/>
          <a:p>
            <a:pPr>
              <a:defRPr/>
            </a:pPr>
            <a:endParaRPr/>
          </a:p>
        </p:txBody>
      </p:sp>
      <p:sp>
        <p:nvSpPr>
          <p:cNvPr id="432" name="Picture Placeholder 8"/>
          <p:cNvSpPr>
            <a:spLocks noGrp="1"/>
          </p:cNvSpPr>
          <p:nvPr>
            <p:ph type="pic" sz="quarter" idx="28"/>
          </p:nvPr>
        </p:nvSpPr>
        <p:spPr bwMode="auto">
          <a:xfrm>
            <a:off x="12195185" y="6829426"/>
            <a:ext cx="9558990" cy="2257428"/>
          </a:xfrm>
          <a:prstGeom prst="rect">
            <a:avLst/>
          </a:prstGeom>
        </p:spPr>
        <p:txBody>
          <a:bodyPr lIns="91439" rIns="91439">
            <a:noAutofit/>
          </a:bodyPr>
          <a:lstStyle/>
          <a:p>
            <a:pPr>
              <a:defRPr/>
            </a:pPr>
            <a:endParaRPr/>
          </a:p>
        </p:txBody>
      </p:sp>
    </p:spTree>
    <p:extLst>
      <p:ext uri="{BB962C8B-B14F-4D97-AF65-F5344CB8AC3E}">
        <p14:creationId xmlns:p14="http://schemas.microsoft.com/office/powerpoint/2010/main" val="2677347193"/>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PhAnim="0" type="tx" userDrawn="1">
  <p:cSld name="10_Custom Layout">
    <p:spTree>
      <p:nvGrpSpPr>
        <p:cNvPr id="1" name=""/>
        <p:cNvGrpSpPr/>
        <p:nvPr/>
      </p:nvGrpSpPr>
      <p:grpSpPr bwMode="auto">
        <a:xfrm>
          <a:off x="0" y="0"/>
          <a:ext cx="0" cy="0"/>
          <a:chOff x="0" y="0"/>
          <a:chExt cx="0" cy="0"/>
        </a:xfrm>
      </p:grpSpPr>
      <p:sp>
        <p:nvSpPr>
          <p:cNvPr id="439" name="Picture Placeholder 11"/>
          <p:cNvSpPr>
            <a:spLocks noGrp="1"/>
          </p:cNvSpPr>
          <p:nvPr>
            <p:ph type="pic" sz="half" idx="21"/>
          </p:nvPr>
        </p:nvSpPr>
        <p:spPr bwMode="auto">
          <a:xfrm>
            <a:off x="0" y="-2"/>
            <a:ext cx="13873096" cy="8008372"/>
          </a:xfrm>
          <a:prstGeom prst="rect">
            <a:avLst/>
          </a:prstGeom>
        </p:spPr>
        <p:txBody>
          <a:bodyPr lIns="91439" rIns="91439">
            <a:noAutofit/>
          </a:bodyPr>
          <a:lstStyle/>
          <a:p>
            <a:pPr>
              <a:defRPr/>
            </a:pPr>
            <a:endParaRPr/>
          </a:p>
        </p:txBody>
      </p:sp>
      <p:sp>
        <p:nvSpPr>
          <p:cNvPr id="440" name="Picture Placeholder 14"/>
          <p:cNvSpPr>
            <a:spLocks noGrp="1"/>
          </p:cNvSpPr>
          <p:nvPr>
            <p:ph type="pic" sz="half" idx="22"/>
          </p:nvPr>
        </p:nvSpPr>
        <p:spPr bwMode="auto">
          <a:xfrm>
            <a:off x="11655359" y="2"/>
            <a:ext cx="12735002" cy="8008368"/>
          </a:xfrm>
          <a:prstGeom prst="rect">
            <a:avLst/>
          </a:prstGeom>
        </p:spPr>
        <p:txBody>
          <a:bodyPr lIns="91439" rIns="91439">
            <a:noAutofit/>
          </a:bodyPr>
          <a:lstStyle/>
          <a:p>
            <a:pPr>
              <a:defRPr/>
            </a:pPr>
            <a:endParaRPr/>
          </a:p>
        </p:txBody>
      </p:sp>
      <p:sp>
        <p:nvSpPr>
          <p:cNvPr id="441" name="Picture Placeholder 17"/>
          <p:cNvSpPr>
            <a:spLocks noGrp="1"/>
          </p:cNvSpPr>
          <p:nvPr>
            <p:ph type="pic" sz="quarter" idx="23"/>
          </p:nvPr>
        </p:nvSpPr>
        <p:spPr bwMode="auto">
          <a:xfrm>
            <a:off x="0" y="8977932"/>
            <a:ext cx="11655352" cy="4737848"/>
          </a:xfrm>
          <a:prstGeom prst="rect">
            <a:avLst/>
          </a:prstGeom>
        </p:spPr>
        <p:txBody>
          <a:bodyPr lIns="91439" rIns="91439">
            <a:noAutofit/>
          </a:bodyPr>
          <a:lstStyle/>
          <a:p>
            <a:pPr>
              <a:defRPr/>
            </a:pPr>
            <a:endParaRPr/>
          </a:p>
        </p:txBody>
      </p:sp>
      <p:sp>
        <p:nvSpPr>
          <p:cNvPr id="442" name="Picture Placeholder 20"/>
          <p:cNvSpPr>
            <a:spLocks noGrp="1"/>
          </p:cNvSpPr>
          <p:nvPr>
            <p:ph type="pic" sz="quarter" idx="24"/>
          </p:nvPr>
        </p:nvSpPr>
        <p:spPr bwMode="auto">
          <a:xfrm>
            <a:off x="12598619" y="8978159"/>
            <a:ext cx="11791742" cy="4737850"/>
          </a:xfrm>
          <a:prstGeom prst="rect">
            <a:avLst/>
          </a:prstGeom>
        </p:spPr>
        <p:txBody>
          <a:bodyPr lIns="91439" rIns="91439">
            <a:noAutofit/>
          </a:bodyPr>
          <a:lstStyle/>
          <a:p>
            <a:pPr>
              <a:defRPr/>
            </a:pPr>
            <a:endParaRPr/>
          </a:p>
        </p:txBody>
      </p:sp>
      <p:sp>
        <p:nvSpPr>
          <p:cNvPr id="443" name="Текст заголовка"/>
          <p:cNvSpPr txBox="1">
            <a:spLocks noGrp="1"/>
          </p:cNvSpPr>
          <p:nvPr>
            <p:ph type="title"/>
          </p:nvPr>
        </p:nvSpPr>
        <p:spPr bwMode="auto">
          <a:xfrm>
            <a:off x="1649656" y="7922742"/>
            <a:ext cx="21091040" cy="1231528"/>
          </a:xfrm>
          <a:prstGeom prst="rect">
            <a:avLst/>
          </a:prstGeom>
        </p:spPr>
        <p:txBody>
          <a:bodyPr/>
          <a:lstStyle>
            <a:lvl1pPr algn="ctr">
              <a:defRPr sz="6000">
                <a:solidFill>
                  <a:srgbClr val="404040"/>
                </a:solidFill>
              </a:defRPr>
            </a:lvl1pPr>
          </a:lstStyle>
          <a:p>
            <a:pPr>
              <a:defRPr/>
            </a:pPr>
            <a:r>
              <a:t>Текст заголовка</a:t>
            </a:r>
          </a:p>
        </p:txBody>
      </p:sp>
      <p:sp>
        <p:nvSpPr>
          <p:cNvPr id="444" name="Уровень текста 1…"/>
          <p:cNvSpPr txBox="1">
            <a:spLocks noGrp="1"/>
          </p:cNvSpPr>
          <p:nvPr>
            <p:ph type="body" sz="quarter" idx="1"/>
          </p:nvPr>
        </p:nvSpPr>
        <p:spPr bwMode="auto">
          <a:xfrm>
            <a:off x="1676836" y="9154277"/>
            <a:ext cx="21036680" cy="457202"/>
          </a:xfrm>
          <a:prstGeom prst="rect">
            <a:avLst/>
          </a:prstGeom>
        </p:spPr>
        <p:txBody>
          <a:bodyPr/>
          <a:lstStyle>
            <a:lvl1pPr algn="ctr">
              <a:defRPr sz="3200">
                <a:solidFill>
                  <a:schemeClr val="accent4"/>
                </a:solidFill>
              </a:defRPr>
            </a:lvl1pPr>
            <a:lvl2pPr algn="ctr">
              <a:defRPr sz="3200">
                <a:solidFill>
                  <a:schemeClr val="accent4"/>
                </a:solidFill>
              </a:defRPr>
            </a:lvl2pPr>
            <a:lvl3pPr algn="ctr">
              <a:defRPr sz="3200">
                <a:solidFill>
                  <a:schemeClr val="accent4"/>
                </a:solidFill>
              </a:defRPr>
            </a:lvl3pPr>
            <a:lvl4pPr algn="ctr">
              <a:defRPr sz="3200">
                <a:solidFill>
                  <a:schemeClr val="accent4"/>
                </a:solidFill>
              </a:defRPr>
            </a:lvl4pPr>
            <a:lvl5pPr algn="ct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
        <p:nvSpPr>
          <p:cNvPr id="445" name="Номер слайда"/>
          <p:cNvSpPr txBox="1">
            <a:spLocks noGrp="1"/>
          </p:cNvSpPr>
          <p:nvPr>
            <p:ph type="sldNum" sz="quarter" idx="2"/>
          </p:nvPr>
        </p:nvSpPr>
        <p:spPr bwMode="auto">
          <a:xfrm>
            <a:off x="17023798" y="12489562"/>
            <a:ext cx="451404" cy="446276"/>
          </a:xfrm>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Tree>
    <p:extLst>
      <p:ext uri="{BB962C8B-B14F-4D97-AF65-F5344CB8AC3E}">
        <p14:creationId xmlns:p14="http://schemas.microsoft.com/office/powerpoint/2010/main" val="2913351252"/>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PhAnim="0" type="tx" userDrawn="1">
  <p:cSld name="13_Custom Layout">
    <p:spTree>
      <p:nvGrpSpPr>
        <p:cNvPr id="1" name=""/>
        <p:cNvGrpSpPr/>
        <p:nvPr/>
      </p:nvGrpSpPr>
      <p:grpSpPr bwMode="auto">
        <a:xfrm>
          <a:off x="0" y="0"/>
          <a:ext cx="0" cy="0"/>
          <a:chOff x="0" y="0"/>
          <a:chExt cx="0" cy="0"/>
        </a:xfrm>
      </p:grpSpPr>
      <p:sp>
        <p:nvSpPr>
          <p:cNvPr id="452"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453" name="Picture Placeholder 8"/>
          <p:cNvSpPr>
            <a:spLocks noGrp="1"/>
          </p:cNvSpPr>
          <p:nvPr>
            <p:ph type="pic" sz="quarter" idx="21"/>
          </p:nvPr>
        </p:nvSpPr>
        <p:spPr bwMode="auto">
          <a:xfrm>
            <a:off x="12195176" y="0"/>
            <a:ext cx="6359664" cy="4572000"/>
          </a:xfrm>
          <a:prstGeom prst="rect">
            <a:avLst/>
          </a:prstGeom>
        </p:spPr>
        <p:txBody>
          <a:bodyPr lIns="91439" rIns="91439">
            <a:noAutofit/>
          </a:bodyPr>
          <a:lstStyle/>
          <a:p>
            <a:pPr>
              <a:defRPr/>
            </a:pPr>
            <a:endParaRPr/>
          </a:p>
        </p:txBody>
      </p:sp>
      <p:sp>
        <p:nvSpPr>
          <p:cNvPr id="454" name="Picture Placeholder 8"/>
          <p:cNvSpPr>
            <a:spLocks noGrp="1"/>
          </p:cNvSpPr>
          <p:nvPr>
            <p:ph type="pic" sz="quarter" idx="22"/>
          </p:nvPr>
        </p:nvSpPr>
        <p:spPr bwMode="auto">
          <a:xfrm>
            <a:off x="12195176" y="4572000"/>
            <a:ext cx="6359664" cy="4572000"/>
          </a:xfrm>
          <a:prstGeom prst="rect">
            <a:avLst/>
          </a:prstGeom>
        </p:spPr>
        <p:txBody>
          <a:bodyPr lIns="91439" rIns="91439">
            <a:noAutofit/>
          </a:bodyPr>
          <a:lstStyle/>
          <a:p>
            <a:pPr>
              <a:defRPr/>
            </a:pPr>
            <a:endParaRPr/>
          </a:p>
        </p:txBody>
      </p:sp>
      <p:sp>
        <p:nvSpPr>
          <p:cNvPr id="455" name="Picture Placeholder 8"/>
          <p:cNvSpPr>
            <a:spLocks noGrp="1"/>
          </p:cNvSpPr>
          <p:nvPr>
            <p:ph type="pic" sz="quarter" idx="23"/>
          </p:nvPr>
        </p:nvSpPr>
        <p:spPr bwMode="auto">
          <a:xfrm>
            <a:off x="12195179" y="9144000"/>
            <a:ext cx="6359662" cy="4572000"/>
          </a:xfrm>
          <a:prstGeom prst="rect">
            <a:avLst/>
          </a:prstGeom>
        </p:spPr>
        <p:txBody>
          <a:bodyPr lIns="91439" rIns="91439">
            <a:noAutofit/>
          </a:bodyPr>
          <a:lstStyle/>
          <a:p>
            <a:pPr>
              <a:defRPr/>
            </a:pPr>
            <a:endParaRPr/>
          </a:p>
        </p:txBody>
      </p:sp>
      <p:sp>
        <p:nvSpPr>
          <p:cNvPr id="456" name="Picture Placeholder 8"/>
          <p:cNvSpPr>
            <a:spLocks noGrp="1"/>
          </p:cNvSpPr>
          <p:nvPr>
            <p:ph type="pic" sz="quarter" idx="24"/>
          </p:nvPr>
        </p:nvSpPr>
        <p:spPr bwMode="auto">
          <a:xfrm>
            <a:off x="18554847" y="0"/>
            <a:ext cx="5835514" cy="4572000"/>
          </a:xfrm>
          <a:prstGeom prst="rect">
            <a:avLst/>
          </a:prstGeom>
        </p:spPr>
        <p:txBody>
          <a:bodyPr lIns="91439" rIns="91439">
            <a:noAutofit/>
          </a:bodyPr>
          <a:lstStyle/>
          <a:p>
            <a:pPr>
              <a:defRPr/>
            </a:pPr>
            <a:endParaRPr/>
          </a:p>
        </p:txBody>
      </p:sp>
      <p:sp>
        <p:nvSpPr>
          <p:cNvPr id="457" name="Picture Placeholder 8"/>
          <p:cNvSpPr>
            <a:spLocks noGrp="1"/>
          </p:cNvSpPr>
          <p:nvPr>
            <p:ph type="pic" sz="quarter" idx="25"/>
          </p:nvPr>
        </p:nvSpPr>
        <p:spPr bwMode="auto">
          <a:xfrm>
            <a:off x="18554847" y="4572000"/>
            <a:ext cx="5835514" cy="4572000"/>
          </a:xfrm>
          <a:prstGeom prst="rect">
            <a:avLst/>
          </a:prstGeom>
        </p:spPr>
        <p:txBody>
          <a:bodyPr lIns="91439" rIns="91439">
            <a:noAutofit/>
          </a:bodyPr>
          <a:lstStyle/>
          <a:p>
            <a:pPr>
              <a:defRPr/>
            </a:pPr>
            <a:endParaRPr/>
          </a:p>
        </p:txBody>
      </p:sp>
      <p:sp>
        <p:nvSpPr>
          <p:cNvPr id="458" name="Picture Placeholder 8"/>
          <p:cNvSpPr>
            <a:spLocks noGrp="1"/>
          </p:cNvSpPr>
          <p:nvPr>
            <p:ph type="pic" sz="quarter" idx="26"/>
          </p:nvPr>
        </p:nvSpPr>
        <p:spPr bwMode="auto">
          <a:xfrm>
            <a:off x="18554847" y="9144000"/>
            <a:ext cx="5835514" cy="4572000"/>
          </a:xfrm>
          <a:prstGeom prst="rect">
            <a:avLst/>
          </a:prstGeom>
        </p:spPr>
        <p:txBody>
          <a:bodyPr lIns="91439" rIns="91439">
            <a:noAutofit/>
          </a:bodyPr>
          <a:lstStyle/>
          <a:p>
            <a:pPr>
              <a:defRPr/>
            </a:pPr>
            <a:endParaRPr/>
          </a:p>
        </p:txBody>
      </p:sp>
      <p:sp>
        <p:nvSpPr>
          <p:cNvPr id="459" name="Уровень текста 1…"/>
          <p:cNvSpPr txBox="1">
            <a:spLocks noGrp="1"/>
          </p:cNvSpPr>
          <p:nvPr>
            <p:ph type="body" sz="quarter" idx="1" hasCustomPrompt="1"/>
          </p:nvPr>
        </p:nvSpPr>
        <p:spPr bwMode="auto">
          <a:xfrm>
            <a:off x="19015002" y="1041409"/>
            <a:ext cx="4786312" cy="415926"/>
          </a:xfrm>
          <a:prstGeom prst="rect">
            <a:avLst/>
          </a:prstGeom>
        </p:spPr>
        <p:txBody>
          <a:bodyPr/>
          <a:lstStyle>
            <a:lvl1pPr>
              <a:defRPr>
                <a:solidFill>
                  <a:srgbClr val="FFFFFF"/>
                </a:solidFill>
                <a:latin typeface="Montserrat Semi Bold"/>
                <a:ea typeface="Montserrat Semi Bold"/>
                <a:cs typeface="Montserrat Semi Bold"/>
              </a:defRPr>
            </a:lvl1pPr>
            <a:lvl2pPr>
              <a:defRPr>
                <a:solidFill>
                  <a:srgbClr val="FFFFFF"/>
                </a:solidFill>
                <a:latin typeface="Montserrat Semi Bold"/>
                <a:ea typeface="Montserrat Semi Bold"/>
                <a:cs typeface="Montserrat Semi Bold"/>
              </a:defRPr>
            </a:lvl2pPr>
            <a:lvl3pPr>
              <a:defRPr>
                <a:solidFill>
                  <a:srgbClr val="FFFFFF"/>
                </a:solidFill>
                <a:latin typeface="Montserrat Semi Bold"/>
                <a:ea typeface="Montserrat Semi Bold"/>
                <a:cs typeface="Montserrat Semi Bold"/>
              </a:defRPr>
            </a:lvl3pPr>
            <a:lvl4pPr>
              <a:defRPr>
                <a:solidFill>
                  <a:srgbClr val="FFFFFF"/>
                </a:solidFill>
                <a:latin typeface="Montserrat Semi Bold"/>
                <a:ea typeface="Montserrat Semi Bold"/>
                <a:cs typeface="Montserrat Semi Bold"/>
              </a:defRPr>
            </a:lvl4pPr>
            <a:lvl5pPr>
              <a:defRPr>
                <a:solidFill>
                  <a:srgbClr val="FFFFFF"/>
                </a:solidFill>
                <a:latin typeface="Montserrat Semi Bold"/>
                <a:ea typeface="Montserrat Semi Bold"/>
                <a:cs typeface="Montserrat Semi Bold"/>
              </a:defRPr>
            </a:lvl5pPr>
          </a:lstStyle>
          <a:p>
            <a:pPr>
              <a:defRPr/>
            </a:pPr>
            <a:r>
              <a:t>Text</a:t>
            </a:r>
          </a:p>
          <a:p>
            <a:pPr lvl="1">
              <a:defRPr/>
            </a:pPr>
            <a:endParaRPr/>
          </a:p>
          <a:p>
            <a:pPr lvl="2">
              <a:defRPr/>
            </a:pPr>
            <a:endParaRPr/>
          </a:p>
          <a:p>
            <a:pPr lvl="3">
              <a:defRPr/>
            </a:pPr>
            <a:endParaRPr/>
          </a:p>
          <a:p>
            <a:pPr lvl="4">
              <a:defRPr/>
            </a:pPr>
            <a:endParaRPr/>
          </a:p>
        </p:txBody>
      </p:sp>
      <p:sp>
        <p:nvSpPr>
          <p:cNvPr id="460" name="Text Placeholder 33"/>
          <p:cNvSpPr>
            <a:spLocks noGrp="1"/>
          </p:cNvSpPr>
          <p:nvPr>
            <p:ph type="body" sz="quarter" idx="27" hasCustomPrompt="1"/>
          </p:nvPr>
        </p:nvSpPr>
        <p:spPr bwMode="auto">
          <a:xfrm>
            <a:off x="19015002" y="1651007"/>
            <a:ext cx="4786312" cy="2079170"/>
          </a:xfrm>
          <a:prstGeom prst="rect">
            <a:avLst/>
          </a:prstGeom>
        </p:spPr>
        <p:txBody>
          <a:bodyPr/>
          <a:lstStyle>
            <a:lvl1pPr>
              <a:lnSpc>
                <a:spcPct val="150000"/>
              </a:lnSpc>
              <a:defRPr sz="2000">
                <a:solidFill>
                  <a:srgbClr val="FFFFFF"/>
                </a:solidFill>
              </a:defRPr>
            </a:lvl1pPr>
          </a:lstStyle>
          <a:p>
            <a:pPr>
              <a:defRPr/>
            </a:pPr>
            <a:r>
              <a:t>Text</a:t>
            </a:r>
          </a:p>
        </p:txBody>
      </p:sp>
      <p:sp>
        <p:nvSpPr>
          <p:cNvPr id="461" name="Text Placeholder 33"/>
          <p:cNvSpPr>
            <a:spLocks noGrp="1"/>
          </p:cNvSpPr>
          <p:nvPr>
            <p:ph type="body" sz="quarter" idx="28" hasCustomPrompt="1"/>
          </p:nvPr>
        </p:nvSpPr>
        <p:spPr bwMode="auto">
          <a:xfrm>
            <a:off x="19015002" y="5499109"/>
            <a:ext cx="4786312" cy="415926"/>
          </a:xfrm>
          <a:prstGeom prst="rect">
            <a:avLst/>
          </a:prstGeom>
        </p:spPr>
        <p:txBody>
          <a:bodyPr/>
          <a:lstStyle>
            <a:lvl1pPr defTabSz="1426108">
              <a:spcBef>
                <a:spcPts val="1500"/>
              </a:spcBef>
              <a:defRPr sz="2200">
                <a:solidFill>
                  <a:srgbClr val="FFFFFF"/>
                </a:solidFill>
                <a:latin typeface="Montserrat Semi Bold"/>
                <a:ea typeface="Montserrat Semi Bold"/>
                <a:cs typeface="Montserrat Semi Bold"/>
              </a:defRPr>
            </a:lvl1pPr>
          </a:lstStyle>
          <a:p>
            <a:pPr>
              <a:defRPr/>
            </a:pPr>
            <a:r>
              <a:t>Text</a:t>
            </a:r>
          </a:p>
        </p:txBody>
      </p:sp>
      <p:sp>
        <p:nvSpPr>
          <p:cNvPr id="462" name="Text Placeholder 33"/>
          <p:cNvSpPr>
            <a:spLocks noGrp="1"/>
          </p:cNvSpPr>
          <p:nvPr>
            <p:ph type="body" sz="quarter" idx="29" hasCustomPrompt="1"/>
          </p:nvPr>
        </p:nvSpPr>
        <p:spPr bwMode="auto">
          <a:xfrm>
            <a:off x="19015002" y="6108705"/>
            <a:ext cx="4786312" cy="2079170"/>
          </a:xfrm>
          <a:prstGeom prst="rect">
            <a:avLst/>
          </a:prstGeom>
        </p:spPr>
        <p:txBody>
          <a:bodyPr/>
          <a:lstStyle>
            <a:lvl1pPr>
              <a:lnSpc>
                <a:spcPct val="150000"/>
              </a:lnSpc>
              <a:defRPr sz="2000">
                <a:solidFill>
                  <a:srgbClr val="FFFFFF"/>
                </a:solidFill>
              </a:defRPr>
            </a:lvl1pPr>
          </a:lstStyle>
          <a:p>
            <a:pPr>
              <a:defRPr/>
            </a:pPr>
            <a:r>
              <a:t>Text</a:t>
            </a:r>
          </a:p>
        </p:txBody>
      </p:sp>
      <p:sp>
        <p:nvSpPr>
          <p:cNvPr id="463" name="Text Placeholder 33"/>
          <p:cNvSpPr>
            <a:spLocks noGrp="1"/>
          </p:cNvSpPr>
          <p:nvPr>
            <p:ph type="body" sz="quarter" idx="30" hasCustomPrompt="1"/>
          </p:nvPr>
        </p:nvSpPr>
        <p:spPr bwMode="auto">
          <a:xfrm>
            <a:off x="19015002" y="10127807"/>
            <a:ext cx="4786312" cy="415926"/>
          </a:xfrm>
          <a:prstGeom prst="rect">
            <a:avLst/>
          </a:prstGeom>
        </p:spPr>
        <p:txBody>
          <a:bodyPr/>
          <a:lstStyle>
            <a:lvl1pPr defTabSz="1426108">
              <a:spcBef>
                <a:spcPts val="1500"/>
              </a:spcBef>
              <a:defRPr sz="2200">
                <a:solidFill>
                  <a:srgbClr val="FFFFFF"/>
                </a:solidFill>
                <a:latin typeface="Montserrat Semi Bold"/>
                <a:ea typeface="Montserrat Semi Bold"/>
                <a:cs typeface="Montserrat Semi Bold"/>
              </a:defRPr>
            </a:lvl1pPr>
          </a:lstStyle>
          <a:p>
            <a:pPr>
              <a:defRPr/>
            </a:pPr>
            <a:r>
              <a:t>Text</a:t>
            </a:r>
          </a:p>
        </p:txBody>
      </p:sp>
      <p:sp>
        <p:nvSpPr>
          <p:cNvPr id="464" name="Text Placeholder 33"/>
          <p:cNvSpPr>
            <a:spLocks noGrp="1"/>
          </p:cNvSpPr>
          <p:nvPr>
            <p:ph type="body" sz="quarter" idx="31" hasCustomPrompt="1"/>
          </p:nvPr>
        </p:nvSpPr>
        <p:spPr bwMode="auto">
          <a:xfrm>
            <a:off x="19015002" y="10737409"/>
            <a:ext cx="4786312" cy="2079170"/>
          </a:xfrm>
          <a:prstGeom prst="rect">
            <a:avLst/>
          </a:prstGeom>
        </p:spPr>
        <p:txBody>
          <a:bodyPr/>
          <a:lstStyle>
            <a:lvl1pPr>
              <a:lnSpc>
                <a:spcPct val="150000"/>
              </a:lnSpc>
              <a:defRPr sz="2000">
                <a:solidFill>
                  <a:srgbClr val="FFFFFF"/>
                </a:solidFill>
              </a:defRPr>
            </a:lvl1pPr>
          </a:lstStyle>
          <a:p>
            <a:pPr>
              <a:defRPr/>
            </a:pPr>
            <a:r>
              <a:t>Text</a:t>
            </a:r>
          </a:p>
        </p:txBody>
      </p:sp>
      <p:sp>
        <p:nvSpPr>
          <p:cNvPr id="465" name="Picture Placeholder 8"/>
          <p:cNvSpPr>
            <a:spLocks noGrp="1"/>
          </p:cNvSpPr>
          <p:nvPr>
            <p:ph type="pic" sz="quarter" idx="32"/>
          </p:nvPr>
        </p:nvSpPr>
        <p:spPr bwMode="auto">
          <a:xfrm>
            <a:off x="5835517" y="0"/>
            <a:ext cx="6359666" cy="4572000"/>
          </a:xfrm>
          <a:prstGeom prst="rect">
            <a:avLst/>
          </a:prstGeom>
        </p:spPr>
        <p:txBody>
          <a:bodyPr lIns="91439" rIns="91439">
            <a:noAutofit/>
          </a:bodyPr>
          <a:lstStyle/>
          <a:p>
            <a:pPr>
              <a:defRPr/>
            </a:pPr>
            <a:endParaRPr/>
          </a:p>
        </p:txBody>
      </p:sp>
      <p:sp>
        <p:nvSpPr>
          <p:cNvPr id="466" name="Picture Placeholder 8"/>
          <p:cNvSpPr>
            <a:spLocks noGrp="1"/>
          </p:cNvSpPr>
          <p:nvPr>
            <p:ph type="pic" sz="quarter" idx="33"/>
          </p:nvPr>
        </p:nvSpPr>
        <p:spPr bwMode="auto">
          <a:xfrm>
            <a:off x="5835517" y="4572000"/>
            <a:ext cx="6359666" cy="4572000"/>
          </a:xfrm>
          <a:prstGeom prst="rect">
            <a:avLst/>
          </a:prstGeom>
        </p:spPr>
        <p:txBody>
          <a:bodyPr lIns="91439" rIns="91439">
            <a:noAutofit/>
          </a:bodyPr>
          <a:lstStyle/>
          <a:p>
            <a:pPr>
              <a:defRPr/>
            </a:pPr>
            <a:endParaRPr/>
          </a:p>
        </p:txBody>
      </p:sp>
      <p:sp>
        <p:nvSpPr>
          <p:cNvPr id="467" name="Picture Placeholder 8"/>
          <p:cNvSpPr>
            <a:spLocks noGrp="1"/>
          </p:cNvSpPr>
          <p:nvPr>
            <p:ph type="pic" sz="quarter" idx="34"/>
          </p:nvPr>
        </p:nvSpPr>
        <p:spPr bwMode="auto">
          <a:xfrm>
            <a:off x="5835517" y="9144000"/>
            <a:ext cx="6359666" cy="4572000"/>
          </a:xfrm>
          <a:prstGeom prst="rect">
            <a:avLst/>
          </a:prstGeom>
        </p:spPr>
        <p:txBody>
          <a:bodyPr lIns="91439" rIns="91439">
            <a:noAutofit/>
          </a:bodyPr>
          <a:lstStyle/>
          <a:p>
            <a:pPr>
              <a:defRPr/>
            </a:pPr>
            <a:endParaRPr/>
          </a:p>
        </p:txBody>
      </p:sp>
      <p:sp>
        <p:nvSpPr>
          <p:cNvPr id="468" name="Picture Placeholder 8"/>
          <p:cNvSpPr>
            <a:spLocks noGrp="1"/>
          </p:cNvSpPr>
          <p:nvPr>
            <p:ph type="pic" sz="quarter" idx="35"/>
          </p:nvPr>
        </p:nvSpPr>
        <p:spPr bwMode="auto">
          <a:xfrm>
            <a:off x="-1" y="31309"/>
            <a:ext cx="5835514" cy="4572002"/>
          </a:xfrm>
          <a:prstGeom prst="rect">
            <a:avLst/>
          </a:prstGeom>
        </p:spPr>
        <p:txBody>
          <a:bodyPr lIns="91439" rIns="91439">
            <a:noAutofit/>
          </a:bodyPr>
          <a:lstStyle/>
          <a:p>
            <a:pPr>
              <a:defRPr/>
            </a:pPr>
            <a:endParaRPr/>
          </a:p>
        </p:txBody>
      </p:sp>
      <p:sp>
        <p:nvSpPr>
          <p:cNvPr id="469" name="Picture Placeholder 8"/>
          <p:cNvSpPr>
            <a:spLocks noGrp="1"/>
          </p:cNvSpPr>
          <p:nvPr>
            <p:ph type="pic" sz="quarter" idx="36"/>
          </p:nvPr>
        </p:nvSpPr>
        <p:spPr bwMode="auto">
          <a:xfrm>
            <a:off x="-1" y="4603309"/>
            <a:ext cx="5835514" cy="4572002"/>
          </a:xfrm>
          <a:prstGeom prst="rect">
            <a:avLst/>
          </a:prstGeom>
        </p:spPr>
        <p:txBody>
          <a:bodyPr lIns="91439" rIns="91439">
            <a:noAutofit/>
          </a:bodyPr>
          <a:lstStyle/>
          <a:p>
            <a:pPr>
              <a:defRPr/>
            </a:pPr>
            <a:endParaRPr/>
          </a:p>
        </p:txBody>
      </p:sp>
      <p:sp>
        <p:nvSpPr>
          <p:cNvPr id="470" name="Picture Placeholder 8"/>
          <p:cNvSpPr>
            <a:spLocks noGrp="1"/>
          </p:cNvSpPr>
          <p:nvPr>
            <p:ph type="pic" sz="quarter" idx="37"/>
          </p:nvPr>
        </p:nvSpPr>
        <p:spPr bwMode="auto">
          <a:xfrm>
            <a:off x="-1" y="9175309"/>
            <a:ext cx="5835514" cy="4572002"/>
          </a:xfrm>
          <a:prstGeom prst="rect">
            <a:avLst/>
          </a:prstGeom>
        </p:spPr>
        <p:txBody>
          <a:bodyPr lIns="91439" rIns="91439">
            <a:noAutofit/>
          </a:bodyPr>
          <a:lstStyle/>
          <a:p>
            <a:pPr>
              <a:defRPr/>
            </a:pPr>
            <a:endParaRPr/>
          </a:p>
        </p:txBody>
      </p:sp>
      <p:sp>
        <p:nvSpPr>
          <p:cNvPr id="471" name="Text Placeholder 33"/>
          <p:cNvSpPr>
            <a:spLocks noGrp="1"/>
          </p:cNvSpPr>
          <p:nvPr>
            <p:ph type="body" sz="quarter" idx="38" hasCustomPrompt="1"/>
          </p:nvPr>
        </p:nvSpPr>
        <p:spPr bwMode="auto">
          <a:xfrm>
            <a:off x="460169" y="1072707"/>
            <a:ext cx="4786310" cy="415926"/>
          </a:xfrm>
          <a:prstGeom prst="rect">
            <a:avLst/>
          </a:prstGeom>
        </p:spPr>
        <p:txBody>
          <a:bodyPr/>
          <a:lstStyle>
            <a:lvl1pPr algn="r" defTabSz="1426108">
              <a:spcBef>
                <a:spcPts val="1500"/>
              </a:spcBef>
              <a:defRPr sz="2200">
                <a:solidFill>
                  <a:srgbClr val="FFFFFF"/>
                </a:solidFill>
                <a:latin typeface="Montserrat Semi Bold"/>
                <a:ea typeface="Montserrat Semi Bold"/>
                <a:cs typeface="Montserrat Semi Bold"/>
              </a:defRPr>
            </a:lvl1pPr>
          </a:lstStyle>
          <a:p>
            <a:pPr>
              <a:defRPr/>
            </a:pPr>
            <a:r>
              <a:t>Text</a:t>
            </a:r>
          </a:p>
        </p:txBody>
      </p:sp>
      <p:sp>
        <p:nvSpPr>
          <p:cNvPr id="472" name="Text Placeholder 33"/>
          <p:cNvSpPr>
            <a:spLocks noGrp="1"/>
          </p:cNvSpPr>
          <p:nvPr>
            <p:ph type="body" sz="quarter" idx="39" hasCustomPrompt="1"/>
          </p:nvPr>
        </p:nvSpPr>
        <p:spPr bwMode="auto">
          <a:xfrm>
            <a:off x="460169" y="1682309"/>
            <a:ext cx="4786310" cy="2079170"/>
          </a:xfrm>
          <a:prstGeom prst="rect">
            <a:avLst/>
          </a:prstGeom>
        </p:spPr>
        <p:txBody>
          <a:bodyPr/>
          <a:lstStyle>
            <a:lvl1pPr algn="r">
              <a:lnSpc>
                <a:spcPct val="150000"/>
              </a:lnSpc>
              <a:defRPr sz="2000">
                <a:solidFill>
                  <a:srgbClr val="FFFFFF"/>
                </a:solidFill>
              </a:defRPr>
            </a:lvl1pPr>
          </a:lstStyle>
          <a:p>
            <a:pPr>
              <a:defRPr/>
            </a:pPr>
            <a:r>
              <a:t>Text</a:t>
            </a:r>
          </a:p>
        </p:txBody>
      </p:sp>
      <p:sp>
        <p:nvSpPr>
          <p:cNvPr id="473" name="Text Placeholder 33"/>
          <p:cNvSpPr>
            <a:spLocks noGrp="1"/>
          </p:cNvSpPr>
          <p:nvPr>
            <p:ph type="body" sz="quarter" idx="40" hasCustomPrompt="1"/>
          </p:nvPr>
        </p:nvSpPr>
        <p:spPr bwMode="auto">
          <a:xfrm>
            <a:off x="460169" y="5530409"/>
            <a:ext cx="4786310" cy="415926"/>
          </a:xfrm>
          <a:prstGeom prst="rect">
            <a:avLst/>
          </a:prstGeom>
        </p:spPr>
        <p:txBody>
          <a:bodyPr/>
          <a:lstStyle>
            <a:lvl1pPr algn="r" defTabSz="1426108">
              <a:spcBef>
                <a:spcPts val="1500"/>
              </a:spcBef>
              <a:defRPr sz="2200">
                <a:solidFill>
                  <a:srgbClr val="FFFFFF"/>
                </a:solidFill>
                <a:latin typeface="Montserrat Semi Bold"/>
                <a:ea typeface="Montserrat Semi Bold"/>
                <a:cs typeface="Montserrat Semi Bold"/>
              </a:defRPr>
            </a:lvl1pPr>
          </a:lstStyle>
          <a:p>
            <a:pPr>
              <a:defRPr/>
            </a:pPr>
            <a:r>
              <a:t>Text</a:t>
            </a:r>
          </a:p>
        </p:txBody>
      </p:sp>
      <p:sp>
        <p:nvSpPr>
          <p:cNvPr id="474" name="Text Placeholder 33"/>
          <p:cNvSpPr>
            <a:spLocks noGrp="1"/>
          </p:cNvSpPr>
          <p:nvPr>
            <p:ph type="body" sz="quarter" idx="41" hasCustomPrompt="1"/>
          </p:nvPr>
        </p:nvSpPr>
        <p:spPr bwMode="auto">
          <a:xfrm>
            <a:off x="460169" y="6140009"/>
            <a:ext cx="4786310" cy="2079170"/>
          </a:xfrm>
          <a:prstGeom prst="rect">
            <a:avLst/>
          </a:prstGeom>
        </p:spPr>
        <p:txBody>
          <a:bodyPr/>
          <a:lstStyle>
            <a:lvl1pPr algn="r">
              <a:lnSpc>
                <a:spcPct val="150000"/>
              </a:lnSpc>
              <a:defRPr sz="2000">
                <a:solidFill>
                  <a:srgbClr val="FFFFFF"/>
                </a:solidFill>
              </a:defRPr>
            </a:lvl1pPr>
          </a:lstStyle>
          <a:p>
            <a:pPr>
              <a:defRPr/>
            </a:pPr>
            <a:r>
              <a:t>Text</a:t>
            </a:r>
          </a:p>
        </p:txBody>
      </p:sp>
      <p:sp>
        <p:nvSpPr>
          <p:cNvPr id="475" name="Text Placeholder 33"/>
          <p:cNvSpPr>
            <a:spLocks noGrp="1"/>
          </p:cNvSpPr>
          <p:nvPr>
            <p:ph type="body" sz="quarter" idx="42" hasCustomPrompt="1"/>
          </p:nvPr>
        </p:nvSpPr>
        <p:spPr bwMode="auto">
          <a:xfrm>
            <a:off x="460169" y="10159107"/>
            <a:ext cx="4786310" cy="415926"/>
          </a:xfrm>
          <a:prstGeom prst="rect">
            <a:avLst/>
          </a:prstGeom>
        </p:spPr>
        <p:txBody>
          <a:bodyPr/>
          <a:lstStyle>
            <a:lvl1pPr algn="r" defTabSz="1426108">
              <a:spcBef>
                <a:spcPts val="1500"/>
              </a:spcBef>
              <a:defRPr sz="2200">
                <a:solidFill>
                  <a:srgbClr val="FFFFFF"/>
                </a:solidFill>
                <a:latin typeface="Montserrat Semi Bold"/>
                <a:ea typeface="Montserrat Semi Bold"/>
                <a:cs typeface="Montserrat Semi Bold"/>
              </a:defRPr>
            </a:lvl1pPr>
          </a:lstStyle>
          <a:p>
            <a:pPr>
              <a:defRPr/>
            </a:pPr>
            <a:r>
              <a:t>Text</a:t>
            </a:r>
          </a:p>
        </p:txBody>
      </p:sp>
      <p:sp>
        <p:nvSpPr>
          <p:cNvPr id="476" name="Text Placeholder 33"/>
          <p:cNvSpPr>
            <a:spLocks noGrp="1"/>
          </p:cNvSpPr>
          <p:nvPr>
            <p:ph type="body" sz="quarter" idx="43" hasCustomPrompt="1"/>
          </p:nvPr>
        </p:nvSpPr>
        <p:spPr bwMode="auto">
          <a:xfrm>
            <a:off x="460169" y="10768709"/>
            <a:ext cx="4786310" cy="2079170"/>
          </a:xfrm>
          <a:prstGeom prst="rect">
            <a:avLst/>
          </a:prstGeom>
        </p:spPr>
        <p:txBody>
          <a:bodyPr/>
          <a:lstStyle>
            <a:lvl1pPr algn="r">
              <a:lnSpc>
                <a:spcPct val="150000"/>
              </a:lnSpc>
              <a:defRPr sz="2000">
                <a:solidFill>
                  <a:srgbClr val="FFFFFF"/>
                </a:solidFill>
              </a:defRPr>
            </a:lvl1pPr>
          </a:lstStyle>
          <a:p>
            <a:pPr>
              <a:defRPr/>
            </a:pPr>
            <a:r>
              <a:t>Text</a:t>
            </a:r>
          </a:p>
        </p:txBody>
      </p:sp>
    </p:spTree>
    <p:extLst>
      <p:ext uri="{BB962C8B-B14F-4D97-AF65-F5344CB8AC3E}">
        <p14:creationId xmlns:p14="http://schemas.microsoft.com/office/powerpoint/2010/main" val="3079716159"/>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PhAnim="0" type="tx" userDrawn="1">
  <p:cSld name="16_Custom Layout">
    <p:spTree>
      <p:nvGrpSpPr>
        <p:cNvPr id="1" name=""/>
        <p:cNvGrpSpPr/>
        <p:nvPr/>
      </p:nvGrpSpPr>
      <p:grpSpPr bwMode="auto">
        <a:xfrm>
          <a:off x="0" y="0"/>
          <a:ext cx="0" cy="0"/>
          <a:chOff x="0" y="0"/>
          <a:chExt cx="0" cy="0"/>
        </a:xfrm>
      </p:grpSpPr>
      <p:sp>
        <p:nvSpPr>
          <p:cNvPr id="483" name="Picture Placeholder 8"/>
          <p:cNvSpPr>
            <a:spLocks noGrp="1"/>
          </p:cNvSpPr>
          <p:nvPr>
            <p:ph type="pic" sz="half" idx="21"/>
          </p:nvPr>
        </p:nvSpPr>
        <p:spPr bwMode="auto">
          <a:xfrm>
            <a:off x="7" y="3973606"/>
            <a:ext cx="12195178" cy="5520020"/>
          </a:xfrm>
          <a:prstGeom prst="rect">
            <a:avLst/>
          </a:prstGeom>
        </p:spPr>
        <p:txBody>
          <a:bodyPr lIns="91439" rIns="91439">
            <a:noAutofit/>
          </a:bodyPr>
          <a:lstStyle/>
          <a:p>
            <a:pPr>
              <a:defRPr/>
            </a:pPr>
            <a:endParaRPr/>
          </a:p>
        </p:txBody>
      </p:sp>
      <p:sp>
        <p:nvSpPr>
          <p:cNvPr id="484" name="Picture Placeholder 13"/>
          <p:cNvSpPr>
            <a:spLocks noGrp="1"/>
          </p:cNvSpPr>
          <p:nvPr>
            <p:ph type="pic" sz="quarter" idx="22"/>
          </p:nvPr>
        </p:nvSpPr>
        <p:spPr bwMode="auto">
          <a:xfrm>
            <a:off x="-792853" y="7220230"/>
            <a:ext cx="7957522" cy="1704884"/>
          </a:xfrm>
          <a:prstGeom prst="rect">
            <a:avLst/>
          </a:prstGeom>
        </p:spPr>
        <p:txBody>
          <a:bodyPr lIns="91439" rIns="91439">
            <a:noAutofit/>
          </a:bodyPr>
          <a:lstStyle/>
          <a:p>
            <a:pPr>
              <a:defRPr/>
            </a:pPr>
            <a:endParaRPr/>
          </a:p>
        </p:txBody>
      </p:sp>
      <p:sp>
        <p:nvSpPr>
          <p:cNvPr id="485"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486" name="Текст заголовка"/>
          <p:cNvSpPr txBox="1">
            <a:spLocks noGrp="1"/>
          </p:cNvSpPr>
          <p:nvPr>
            <p:ph type="title"/>
          </p:nvPr>
        </p:nvSpPr>
        <p:spPr bwMode="auto">
          <a:xfrm>
            <a:off x="1676836" y="753036"/>
            <a:ext cx="21036680" cy="1381688"/>
          </a:xfrm>
          <a:prstGeom prst="rect">
            <a:avLst/>
          </a:prstGeom>
        </p:spPr>
        <p:txBody>
          <a:bodyPr/>
          <a:lstStyle>
            <a:lvl1pPr algn="ctr">
              <a:defRPr>
                <a:solidFill>
                  <a:srgbClr val="404040"/>
                </a:solidFill>
              </a:defRPr>
            </a:lvl1pPr>
          </a:lstStyle>
          <a:p>
            <a:pPr>
              <a:defRPr/>
            </a:pPr>
            <a:r>
              <a:t>Текст заголовка</a:t>
            </a:r>
          </a:p>
        </p:txBody>
      </p:sp>
      <p:sp>
        <p:nvSpPr>
          <p:cNvPr id="487" name="Уровень текста 1…"/>
          <p:cNvSpPr txBox="1">
            <a:spLocks noGrp="1"/>
          </p:cNvSpPr>
          <p:nvPr>
            <p:ph type="body" sz="quarter" idx="1"/>
          </p:nvPr>
        </p:nvSpPr>
        <p:spPr bwMode="auto">
          <a:xfrm>
            <a:off x="1676836" y="2134729"/>
            <a:ext cx="21036680" cy="457202"/>
          </a:xfrm>
          <a:prstGeom prst="rect">
            <a:avLst/>
          </a:prstGeom>
        </p:spPr>
        <p:txBody>
          <a:bodyPr/>
          <a:lstStyle>
            <a:lvl1pPr algn="ctr">
              <a:defRPr sz="3200">
                <a:solidFill>
                  <a:schemeClr val="accent4"/>
                </a:solidFill>
              </a:defRPr>
            </a:lvl1pPr>
            <a:lvl2pPr algn="ctr">
              <a:defRPr sz="3200">
                <a:solidFill>
                  <a:schemeClr val="accent4"/>
                </a:solidFill>
              </a:defRPr>
            </a:lvl2pPr>
            <a:lvl3pPr algn="ctr">
              <a:defRPr sz="3200">
                <a:solidFill>
                  <a:schemeClr val="accent4"/>
                </a:solidFill>
              </a:defRPr>
            </a:lvl3pPr>
            <a:lvl4pPr algn="ctr">
              <a:defRPr sz="3200">
                <a:solidFill>
                  <a:schemeClr val="accent4"/>
                </a:solidFill>
              </a:defRPr>
            </a:lvl4pPr>
            <a:lvl5pPr algn="ct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
        <p:nvSpPr>
          <p:cNvPr id="488" name="Text Placeholder 28"/>
          <p:cNvSpPr>
            <a:spLocks noGrp="1"/>
          </p:cNvSpPr>
          <p:nvPr>
            <p:ph type="body" sz="quarter" idx="23"/>
          </p:nvPr>
        </p:nvSpPr>
        <p:spPr bwMode="auto">
          <a:xfrm>
            <a:off x="779590" y="7543249"/>
            <a:ext cx="5660800" cy="1087906"/>
          </a:xfrm>
          <a:prstGeom prst="rect">
            <a:avLst/>
          </a:prstGeom>
        </p:spPr>
        <p:txBody>
          <a:bodyPr/>
          <a:lstStyle/>
          <a:p>
            <a:pPr>
              <a:defRPr sz="2400">
                <a:solidFill>
                  <a:srgbClr val="FFFFFF"/>
                </a:solidFill>
              </a:defRPr>
            </a:pPr>
            <a:endParaRPr/>
          </a:p>
        </p:txBody>
      </p:sp>
      <p:sp>
        <p:nvSpPr>
          <p:cNvPr id="489" name="Text Placeholder 33"/>
          <p:cNvSpPr>
            <a:spLocks noGrp="1"/>
          </p:cNvSpPr>
          <p:nvPr>
            <p:ph type="body" sz="quarter" idx="24" hasCustomPrompt="1"/>
          </p:nvPr>
        </p:nvSpPr>
        <p:spPr bwMode="auto">
          <a:xfrm>
            <a:off x="13566742" y="3973613"/>
            <a:ext cx="7932856" cy="550866"/>
          </a:xfrm>
          <a:prstGeom prst="rect">
            <a:avLst/>
          </a:prstGeom>
        </p:spPr>
        <p:txBody>
          <a:bodyPr/>
          <a:lstStyle>
            <a:lvl1pPr defTabSz="1700360">
              <a:spcBef>
                <a:spcPts val="1800"/>
              </a:spcBef>
              <a:defRPr sz="3000">
                <a:solidFill>
                  <a:srgbClr val="404040"/>
                </a:solidFill>
                <a:latin typeface="Montserrat Semi Bold"/>
                <a:ea typeface="Montserrat Semi Bold"/>
                <a:cs typeface="Montserrat Semi Bold"/>
              </a:defRPr>
            </a:lvl1pPr>
          </a:lstStyle>
          <a:p>
            <a:pPr>
              <a:defRPr/>
            </a:pPr>
            <a:r>
              <a:t>Text</a:t>
            </a:r>
          </a:p>
        </p:txBody>
      </p:sp>
      <p:sp>
        <p:nvSpPr>
          <p:cNvPr id="490" name="Text Placeholder 33"/>
          <p:cNvSpPr>
            <a:spLocks noGrp="1"/>
          </p:cNvSpPr>
          <p:nvPr>
            <p:ph type="body" sz="quarter" idx="25" hasCustomPrompt="1"/>
          </p:nvPr>
        </p:nvSpPr>
        <p:spPr bwMode="auto">
          <a:xfrm>
            <a:off x="13566742" y="4653058"/>
            <a:ext cx="7932856" cy="4280740"/>
          </a:xfrm>
          <a:prstGeom prst="rect">
            <a:avLst/>
          </a:prstGeom>
        </p:spPr>
        <p:txBody>
          <a:bodyPr/>
          <a:lstStyle>
            <a:lvl1pPr>
              <a:lnSpc>
                <a:spcPct val="150000"/>
              </a:lnSpc>
              <a:defRPr>
                <a:solidFill>
                  <a:schemeClr val="accent4"/>
                </a:solidFill>
              </a:defRPr>
            </a:lvl1pPr>
          </a:lstStyle>
          <a:p>
            <a:pPr>
              <a:defRPr/>
            </a:pPr>
            <a:r>
              <a:t>Text</a:t>
            </a:r>
          </a:p>
        </p:txBody>
      </p:sp>
      <p:sp>
        <p:nvSpPr>
          <p:cNvPr id="491" name="Text Placeholder 33"/>
          <p:cNvSpPr>
            <a:spLocks noGrp="1"/>
          </p:cNvSpPr>
          <p:nvPr>
            <p:ph type="body" sz="quarter" idx="26" hasCustomPrompt="1"/>
          </p:nvPr>
        </p:nvSpPr>
        <p:spPr bwMode="auto">
          <a:xfrm>
            <a:off x="1676838" y="10220324"/>
            <a:ext cx="10518340" cy="1629900"/>
          </a:xfrm>
          <a:prstGeom prst="rect">
            <a:avLst/>
          </a:prstGeom>
        </p:spPr>
        <p:txBody>
          <a:bodyPr/>
          <a:lstStyle>
            <a:lvl1pPr>
              <a:lnSpc>
                <a:spcPct val="150000"/>
              </a:lnSpc>
              <a:defRPr sz="2400">
                <a:solidFill>
                  <a:schemeClr val="accent4"/>
                </a:solidFill>
              </a:defRPr>
            </a:lvl1pPr>
          </a:lstStyle>
          <a:p>
            <a:pPr>
              <a:defRPr/>
            </a:pPr>
            <a:r>
              <a:t>Text</a:t>
            </a:r>
          </a:p>
        </p:txBody>
      </p:sp>
    </p:spTree>
    <p:extLst>
      <p:ext uri="{BB962C8B-B14F-4D97-AF65-F5344CB8AC3E}">
        <p14:creationId xmlns:p14="http://schemas.microsoft.com/office/powerpoint/2010/main" val="2408423057"/>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PhAnim="0" type="tx" userDrawn="1">
  <p:cSld name="18_Custom Layout">
    <p:spTree>
      <p:nvGrpSpPr>
        <p:cNvPr id="1" name=""/>
        <p:cNvGrpSpPr/>
        <p:nvPr/>
      </p:nvGrpSpPr>
      <p:grpSpPr bwMode="auto">
        <a:xfrm>
          <a:off x="0" y="0"/>
          <a:ext cx="0" cy="0"/>
          <a:chOff x="0" y="0"/>
          <a:chExt cx="0" cy="0"/>
        </a:xfrm>
      </p:grpSpPr>
      <p:sp>
        <p:nvSpPr>
          <p:cNvPr id="498" name="Picture Placeholder 8"/>
          <p:cNvSpPr>
            <a:spLocks noGrp="1"/>
          </p:cNvSpPr>
          <p:nvPr>
            <p:ph type="pic" sz="quarter" idx="21"/>
          </p:nvPr>
        </p:nvSpPr>
        <p:spPr bwMode="auto">
          <a:xfrm>
            <a:off x="16804511" y="3993785"/>
            <a:ext cx="7595382" cy="3856038"/>
          </a:xfrm>
          <a:prstGeom prst="rect">
            <a:avLst/>
          </a:prstGeom>
        </p:spPr>
        <p:txBody>
          <a:bodyPr lIns="91439" rIns="91439">
            <a:noAutofit/>
          </a:bodyPr>
          <a:lstStyle/>
          <a:p>
            <a:pPr>
              <a:defRPr/>
            </a:pPr>
            <a:endParaRPr/>
          </a:p>
        </p:txBody>
      </p:sp>
      <p:sp>
        <p:nvSpPr>
          <p:cNvPr id="499" name="Picture Placeholder 8"/>
          <p:cNvSpPr>
            <a:spLocks noGrp="1"/>
          </p:cNvSpPr>
          <p:nvPr>
            <p:ph type="pic" sz="quarter" idx="22"/>
          </p:nvPr>
        </p:nvSpPr>
        <p:spPr bwMode="auto">
          <a:xfrm>
            <a:off x="9533" y="3993778"/>
            <a:ext cx="7576322" cy="3856040"/>
          </a:xfrm>
          <a:prstGeom prst="rect">
            <a:avLst/>
          </a:prstGeom>
        </p:spPr>
        <p:txBody>
          <a:bodyPr lIns="91439" rIns="91439">
            <a:noAutofit/>
          </a:bodyPr>
          <a:lstStyle/>
          <a:p>
            <a:pPr>
              <a:defRPr/>
            </a:pPr>
            <a:endParaRPr/>
          </a:p>
        </p:txBody>
      </p:sp>
      <p:sp>
        <p:nvSpPr>
          <p:cNvPr id="500"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501" name="Picture Placeholder 14"/>
          <p:cNvSpPr>
            <a:spLocks noGrp="1"/>
          </p:cNvSpPr>
          <p:nvPr>
            <p:ph type="pic" sz="quarter" idx="23"/>
          </p:nvPr>
        </p:nvSpPr>
        <p:spPr bwMode="auto">
          <a:xfrm>
            <a:off x="6150213" y="3993785"/>
            <a:ext cx="12089942" cy="3856038"/>
          </a:xfrm>
          <a:prstGeom prst="rect">
            <a:avLst/>
          </a:prstGeom>
        </p:spPr>
        <p:txBody>
          <a:bodyPr lIns="91439" rIns="91439">
            <a:noAutofit/>
          </a:bodyPr>
          <a:lstStyle/>
          <a:p>
            <a:pPr>
              <a:defRPr/>
            </a:pPr>
            <a:endParaRPr/>
          </a:p>
        </p:txBody>
      </p:sp>
      <p:sp>
        <p:nvSpPr>
          <p:cNvPr id="502" name="Текст заголовка"/>
          <p:cNvSpPr txBox="1">
            <a:spLocks noGrp="1"/>
          </p:cNvSpPr>
          <p:nvPr>
            <p:ph type="title"/>
          </p:nvPr>
        </p:nvSpPr>
        <p:spPr bwMode="auto">
          <a:xfrm>
            <a:off x="1676836" y="753036"/>
            <a:ext cx="21036680" cy="1381688"/>
          </a:xfrm>
          <a:prstGeom prst="rect">
            <a:avLst/>
          </a:prstGeom>
        </p:spPr>
        <p:txBody>
          <a:bodyPr/>
          <a:lstStyle>
            <a:lvl1pPr algn="ctr">
              <a:defRPr>
                <a:solidFill>
                  <a:srgbClr val="404040"/>
                </a:solidFill>
              </a:defRPr>
            </a:lvl1pPr>
          </a:lstStyle>
          <a:p>
            <a:pPr>
              <a:defRPr/>
            </a:pPr>
            <a:r>
              <a:t>Текст заголовка</a:t>
            </a:r>
          </a:p>
        </p:txBody>
      </p:sp>
      <p:sp>
        <p:nvSpPr>
          <p:cNvPr id="503" name="Уровень текста 1…"/>
          <p:cNvSpPr txBox="1">
            <a:spLocks noGrp="1"/>
          </p:cNvSpPr>
          <p:nvPr>
            <p:ph type="body" sz="quarter" idx="1"/>
          </p:nvPr>
        </p:nvSpPr>
        <p:spPr bwMode="auto">
          <a:xfrm>
            <a:off x="1676836" y="2134729"/>
            <a:ext cx="21036680" cy="457202"/>
          </a:xfrm>
          <a:prstGeom prst="rect">
            <a:avLst/>
          </a:prstGeom>
        </p:spPr>
        <p:txBody>
          <a:bodyPr/>
          <a:lstStyle>
            <a:lvl1pPr algn="ctr">
              <a:defRPr sz="3200">
                <a:solidFill>
                  <a:schemeClr val="accent4"/>
                </a:solidFill>
              </a:defRPr>
            </a:lvl1pPr>
            <a:lvl2pPr algn="ctr">
              <a:defRPr sz="3200">
                <a:solidFill>
                  <a:schemeClr val="accent4"/>
                </a:solidFill>
              </a:defRPr>
            </a:lvl2pPr>
            <a:lvl3pPr algn="ctr">
              <a:defRPr sz="3200">
                <a:solidFill>
                  <a:schemeClr val="accent4"/>
                </a:solidFill>
              </a:defRPr>
            </a:lvl3pPr>
            <a:lvl4pPr algn="ctr">
              <a:defRPr sz="3200">
                <a:solidFill>
                  <a:schemeClr val="accent4"/>
                </a:solidFill>
              </a:defRPr>
            </a:lvl4pPr>
            <a:lvl5pPr algn="ct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Tree>
    <p:extLst>
      <p:ext uri="{BB962C8B-B14F-4D97-AF65-F5344CB8AC3E}">
        <p14:creationId xmlns:p14="http://schemas.microsoft.com/office/powerpoint/2010/main" val="1962067150"/>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PhAnim="0" type="tx" userDrawn="1">
  <p:cSld name="11_Title and Content">
    <p:spTree>
      <p:nvGrpSpPr>
        <p:cNvPr id="1" name=""/>
        <p:cNvGrpSpPr/>
        <p:nvPr/>
      </p:nvGrpSpPr>
      <p:grpSpPr bwMode="auto">
        <a:xfrm>
          <a:off x="0" y="0"/>
          <a:ext cx="0" cy="0"/>
          <a:chOff x="0" y="0"/>
          <a:chExt cx="0" cy="0"/>
        </a:xfrm>
      </p:grpSpPr>
      <p:sp>
        <p:nvSpPr>
          <p:cNvPr id="510" name="Текст заголовка"/>
          <p:cNvSpPr txBox="1">
            <a:spLocks noGrp="1"/>
          </p:cNvSpPr>
          <p:nvPr>
            <p:ph type="title"/>
          </p:nvPr>
        </p:nvSpPr>
        <p:spPr bwMode="auto">
          <a:xfrm>
            <a:off x="1676845" y="400052"/>
            <a:ext cx="10064082" cy="1057276"/>
          </a:xfrm>
          <a:prstGeom prst="rect">
            <a:avLst/>
          </a:prstGeom>
        </p:spPr>
        <p:txBody>
          <a:bodyPr/>
          <a:lstStyle>
            <a:lvl1pPr>
              <a:defRPr sz="5400">
                <a:solidFill>
                  <a:srgbClr val="404040"/>
                </a:solidFill>
              </a:defRPr>
            </a:lvl1pPr>
          </a:lstStyle>
          <a:p>
            <a:pPr>
              <a:defRPr/>
            </a:pPr>
            <a:r>
              <a:t>Текст заголовка</a:t>
            </a:r>
          </a:p>
        </p:txBody>
      </p:sp>
      <p:sp>
        <p:nvSpPr>
          <p:cNvPr id="511" name="Уровень текста 1…"/>
          <p:cNvSpPr txBox="1">
            <a:spLocks noGrp="1"/>
          </p:cNvSpPr>
          <p:nvPr>
            <p:ph type="body" sz="quarter" idx="1"/>
          </p:nvPr>
        </p:nvSpPr>
        <p:spPr bwMode="auto">
          <a:xfrm>
            <a:off x="1676845" y="1457326"/>
            <a:ext cx="10064082" cy="457200"/>
          </a:xfrm>
          <a:prstGeom prst="rect">
            <a:avLst/>
          </a:prstGeom>
        </p:spPr>
        <p:txBody>
          <a:bodyPr/>
          <a:lstStyle>
            <a:lvl1pPr>
              <a:defRPr sz="3200">
                <a:solidFill>
                  <a:schemeClr val="accent4"/>
                </a:solidFill>
              </a:defRPr>
            </a:lvl1pPr>
            <a:lvl2pPr>
              <a:defRPr sz="3200">
                <a:solidFill>
                  <a:schemeClr val="accent4"/>
                </a:solidFill>
              </a:defRPr>
            </a:lvl2pPr>
            <a:lvl3pPr>
              <a:defRPr sz="3200">
                <a:solidFill>
                  <a:schemeClr val="accent4"/>
                </a:solidFill>
              </a:defRPr>
            </a:lvl3pPr>
            <a:lvl4pPr>
              <a:defRPr sz="3200">
                <a:solidFill>
                  <a:schemeClr val="accent4"/>
                </a:solidFill>
              </a:defRPr>
            </a:lvl4pPr>
            <a:lvl5pP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
        <p:nvSpPr>
          <p:cNvPr id="512" name="Straight Connector 7"/>
          <p:cNvSpPr/>
          <p:nvPr/>
        </p:nvSpPr>
        <p:spPr bwMode="auto">
          <a:xfrm>
            <a:off x="1676838" y="2143126"/>
            <a:ext cx="5487832" cy="0"/>
          </a:xfrm>
          <a:prstGeom prst="line">
            <a:avLst/>
          </a:prstGeom>
          <a:ln w="6350">
            <a:solidFill>
              <a:schemeClr val="accent4"/>
            </a:solidFill>
            <a:miter/>
          </a:ln>
        </p:spPr>
        <p:txBody>
          <a:bodyPr lIns="45720" rIns="45720"/>
          <a:lstStyle/>
          <a:p>
            <a:pPr marL="0" marR="0" lvl="0" indent="0" algn="l" defTabSz="1828434" rtl="0" eaLnBrk="1" fontAlgn="auto" latinLnBrk="0" hangingPunct="1">
              <a:lnSpc>
                <a:spcPct val="100000"/>
              </a:lnSpc>
              <a:spcBef>
                <a:spcPts val="0"/>
              </a:spcBef>
              <a:spcAft>
                <a:spcPts val="0"/>
              </a:spcAft>
              <a:buClrTx/>
              <a:buSzTx/>
              <a:buFontTx/>
              <a:buNone/>
              <a:tabLst/>
              <a:defRPr/>
            </a:pPr>
            <a:endParaRPr kumimoji="0" sz="3500" b="0" i="0" u="none" strike="noStrike" kern="0" cap="none" spc="0" normalizeH="0" baseline="0" noProof="0">
              <a:ln>
                <a:noFill/>
              </a:ln>
              <a:solidFill>
                <a:srgbClr val="000000"/>
              </a:solidFill>
              <a:effectLst/>
              <a:uLnTx/>
              <a:uFillTx/>
              <a:latin typeface="Open Sans Light"/>
              <a:ea typeface="Open Sans"/>
              <a:cs typeface="Calibri"/>
              <a:sym typeface="Open Sans"/>
            </a:endParaRPr>
          </a:p>
        </p:txBody>
      </p:sp>
      <p:sp>
        <p:nvSpPr>
          <p:cNvPr id="513" name="Picture Placeholder 8"/>
          <p:cNvSpPr>
            <a:spLocks noGrp="1"/>
          </p:cNvSpPr>
          <p:nvPr>
            <p:ph type="pic" sz="quarter" idx="21"/>
          </p:nvPr>
        </p:nvSpPr>
        <p:spPr bwMode="auto">
          <a:xfrm>
            <a:off x="12195179" y="3"/>
            <a:ext cx="3050790" cy="3441602"/>
          </a:xfrm>
          <a:prstGeom prst="rect">
            <a:avLst/>
          </a:prstGeom>
        </p:spPr>
        <p:txBody>
          <a:bodyPr lIns="91439" rIns="91439">
            <a:noAutofit/>
          </a:bodyPr>
          <a:lstStyle/>
          <a:p>
            <a:pPr>
              <a:defRPr/>
            </a:pPr>
            <a:endParaRPr/>
          </a:p>
        </p:txBody>
      </p:sp>
      <p:sp>
        <p:nvSpPr>
          <p:cNvPr id="514" name="Picture Placeholder 8"/>
          <p:cNvSpPr>
            <a:spLocks noGrp="1"/>
          </p:cNvSpPr>
          <p:nvPr>
            <p:ph type="pic" sz="quarter" idx="22"/>
          </p:nvPr>
        </p:nvSpPr>
        <p:spPr bwMode="auto">
          <a:xfrm>
            <a:off x="15246039" y="3"/>
            <a:ext cx="3050790" cy="3441602"/>
          </a:xfrm>
          <a:prstGeom prst="rect">
            <a:avLst/>
          </a:prstGeom>
        </p:spPr>
        <p:txBody>
          <a:bodyPr lIns="91439" rIns="91439">
            <a:noAutofit/>
          </a:bodyPr>
          <a:lstStyle/>
          <a:p>
            <a:pPr>
              <a:defRPr/>
            </a:pPr>
            <a:endParaRPr/>
          </a:p>
        </p:txBody>
      </p:sp>
      <p:sp>
        <p:nvSpPr>
          <p:cNvPr id="515" name="Picture Placeholder 8"/>
          <p:cNvSpPr>
            <a:spLocks noGrp="1"/>
          </p:cNvSpPr>
          <p:nvPr>
            <p:ph type="pic" sz="quarter" idx="23"/>
          </p:nvPr>
        </p:nvSpPr>
        <p:spPr bwMode="auto">
          <a:xfrm>
            <a:off x="18296829" y="3"/>
            <a:ext cx="3050790" cy="3441602"/>
          </a:xfrm>
          <a:prstGeom prst="rect">
            <a:avLst/>
          </a:prstGeom>
        </p:spPr>
        <p:txBody>
          <a:bodyPr lIns="91439" rIns="91439">
            <a:noAutofit/>
          </a:bodyPr>
          <a:lstStyle/>
          <a:p>
            <a:pPr>
              <a:defRPr/>
            </a:pPr>
            <a:endParaRPr/>
          </a:p>
        </p:txBody>
      </p:sp>
      <p:sp>
        <p:nvSpPr>
          <p:cNvPr id="516" name="Picture Placeholder 8"/>
          <p:cNvSpPr>
            <a:spLocks noGrp="1"/>
          </p:cNvSpPr>
          <p:nvPr>
            <p:ph type="pic" sz="quarter" idx="24"/>
          </p:nvPr>
        </p:nvSpPr>
        <p:spPr bwMode="auto">
          <a:xfrm>
            <a:off x="21347683" y="3"/>
            <a:ext cx="3050790" cy="3441602"/>
          </a:xfrm>
          <a:prstGeom prst="rect">
            <a:avLst/>
          </a:prstGeom>
        </p:spPr>
        <p:txBody>
          <a:bodyPr lIns="91439" rIns="91439">
            <a:noAutofit/>
          </a:bodyPr>
          <a:lstStyle/>
          <a:p>
            <a:pPr>
              <a:defRPr/>
            </a:pPr>
            <a:endParaRPr/>
          </a:p>
        </p:txBody>
      </p:sp>
      <p:sp>
        <p:nvSpPr>
          <p:cNvPr id="517" name="Picture Placeholder 8"/>
          <p:cNvSpPr>
            <a:spLocks noGrp="1"/>
          </p:cNvSpPr>
          <p:nvPr>
            <p:ph type="pic" sz="quarter" idx="25"/>
          </p:nvPr>
        </p:nvSpPr>
        <p:spPr bwMode="auto">
          <a:xfrm>
            <a:off x="12195179" y="3441607"/>
            <a:ext cx="3050790" cy="3441602"/>
          </a:xfrm>
          <a:prstGeom prst="rect">
            <a:avLst/>
          </a:prstGeom>
        </p:spPr>
        <p:txBody>
          <a:bodyPr lIns="91439" rIns="91439">
            <a:noAutofit/>
          </a:bodyPr>
          <a:lstStyle/>
          <a:p>
            <a:pPr>
              <a:defRPr/>
            </a:pPr>
            <a:endParaRPr/>
          </a:p>
        </p:txBody>
      </p:sp>
      <p:sp>
        <p:nvSpPr>
          <p:cNvPr id="518" name="Picture Placeholder 8"/>
          <p:cNvSpPr>
            <a:spLocks noGrp="1"/>
          </p:cNvSpPr>
          <p:nvPr>
            <p:ph type="pic" sz="quarter" idx="26"/>
          </p:nvPr>
        </p:nvSpPr>
        <p:spPr bwMode="auto">
          <a:xfrm>
            <a:off x="15246039" y="3441607"/>
            <a:ext cx="3050790" cy="3441602"/>
          </a:xfrm>
          <a:prstGeom prst="rect">
            <a:avLst/>
          </a:prstGeom>
        </p:spPr>
        <p:txBody>
          <a:bodyPr lIns="91439" rIns="91439">
            <a:noAutofit/>
          </a:bodyPr>
          <a:lstStyle/>
          <a:p>
            <a:pPr>
              <a:defRPr/>
            </a:pPr>
            <a:endParaRPr/>
          </a:p>
        </p:txBody>
      </p:sp>
      <p:sp>
        <p:nvSpPr>
          <p:cNvPr id="519" name="Picture Placeholder 8"/>
          <p:cNvSpPr>
            <a:spLocks noGrp="1"/>
          </p:cNvSpPr>
          <p:nvPr>
            <p:ph type="pic" sz="quarter" idx="27"/>
          </p:nvPr>
        </p:nvSpPr>
        <p:spPr bwMode="auto">
          <a:xfrm>
            <a:off x="18296829" y="3441607"/>
            <a:ext cx="3050790" cy="3441602"/>
          </a:xfrm>
          <a:prstGeom prst="rect">
            <a:avLst/>
          </a:prstGeom>
        </p:spPr>
        <p:txBody>
          <a:bodyPr lIns="91439" rIns="91439">
            <a:noAutofit/>
          </a:bodyPr>
          <a:lstStyle/>
          <a:p>
            <a:pPr>
              <a:defRPr/>
            </a:pPr>
            <a:endParaRPr/>
          </a:p>
        </p:txBody>
      </p:sp>
      <p:sp>
        <p:nvSpPr>
          <p:cNvPr id="520" name="Picture Placeholder 8"/>
          <p:cNvSpPr>
            <a:spLocks noGrp="1"/>
          </p:cNvSpPr>
          <p:nvPr>
            <p:ph type="pic" sz="quarter" idx="28"/>
          </p:nvPr>
        </p:nvSpPr>
        <p:spPr bwMode="auto">
          <a:xfrm>
            <a:off x="21347683" y="3441607"/>
            <a:ext cx="3050790" cy="3441602"/>
          </a:xfrm>
          <a:prstGeom prst="rect">
            <a:avLst/>
          </a:prstGeom>
        </p:spPr>
        <p:txBody>
          <a:bodyPr lIns="91439" rIns="91439">
            <a:noAutofit/>
          </a:bodyPr>
          <a:lstStyle/>
          <a:p>
            <a:pPr>
              <a:defRPr/>
            </a:pPr>
            <a:endParaRPr/>
          </a:p>
        </p:txBody>
      </p:sp>
      <p:sp>
        <p:nvSpPr>
          <p:cNvPr id="521" name="Picture Placeholder 8"/>
          <p:cNvSpPr>
            <a:spLocks noGrp="1"/>
          </p:cNvSpPr>
          <p:nvPr>
            <p:ph type="pic" sz="quarter" idx="29"/>
          </p:nvPr>
        </p:nvSpPr>
        <p:spPr bwMode="auto">
          <a:xfrm>
            <a:off x="12195179" y="6832807"/>
            <a:ext cx="3050790" cy="3441602"/>
          </a:xfrm>
          <a:prstGeom prst="rect">
            <a:avLst/>
          </a:prstGeom>
        </p:spPr>
        <p:txBody>
          <a:bodyPr lIns="91439" rIns="91439">
            <a:noAutofit/>
          </a:bodyPr>
          <a:lstStyle/>
          <a:p>
            <a:pPr>
              <a:defRPr/>
            </a:pPr>
            <a:endParaRPr/>
          </a:p>
        </p:txBody>
      </p:sp>
      <p:sp>
        <p:nvSpPr>
          <p:cNvPr id="522" name="Picture Placeholder 8"/>
          <p:cNvSpPr>
            <a:spLocks noGrp="1"/>
          </p:cNvSpPr>
          <p:nvPr>
            <p:ph type="pic" sz="quarter" idx="30"/>
          </p:nvPr>
        </p:nvSpPr>
        <p:spPr bwMode="auto">
          <a:xfrm>
            <a:off x="15246039" y="6832807"/>
            <a:ext cx="3050790" cy="3441602"/>
          </a:xfrm>
          <a:prstGeom prst="rect">
            <a:avLst/>
          </a:prstGeom>
        </p:spPr>
        <p:txBody>
          <a:bodyPr lIns="91439" rIns="91439">
            <a:noAutofit/>
          </a:bodyPr>
          <a:lstStyle/>
          <a:p>
            <a:pPr>
              <a:defRPr/>
            </a:pPr>
            <a:endParaRPr/>
          </a:p>
        </p:txBody>
      </p:sp>
      <p:sp>
        <p:nvSpPr>
          <p:cNvPr id="523" name="Picture Placeholder 8"/>
          <p:cNvSpPr>
            <a:spLocks noGrp="1"/>
          </p:cNvSpPr>
          <p:nvPr>
            <p:ph type="pic" sz="quarter" idx="31"/>
          </p:nvPr>
        </p:nvSpPr>
        <p:spPr bwMode="auto">
          <a:xfrm>
            <a:off x="18296829" y="6832807"/>
            <a:ext cx="3050790" cy="3441602"/>
          </a:xfrm>
          <a:prstGeom prst="rect">
            <a:avLst/>
          </a:prstGeom>
        </p:spPr>
        <p:txBody>
          <a:bodyPr lIns="91439" rIns="91439">
            <a:noAutofit/>
          </a:bodyPr>
          <a:lstStyle/>
          <a:p>
            <a:pPr>
              <a:defRPr/>
            </a:pPr>
            <a:endParaRPr/>
          </a:p>
        </p:txBody>
      </p:sp>
      <p:sp>
        <p:nvSpPr>
          <p:cNvPr id="524" name="Picture Placeholder 8"/>
          <p:cNvSpPr>
            <a:spLocks noGrp="1"/>
          </p:cNvSpPr>
          <p:nvPr>
            <p:ph type="pic" sz="quarter" idx="32"/>
          </p:nvPr>
        </p:nvSpPr>
        <p:spPr bwMode="auto">
          <a:xfrm>
            <a:off x="21347683" y="6832807"/>
            <a:ext cx="3050790" cy="3441602"/>
          </a:xfrm>
          <a:prstGeom prst="rect">
            <a:avLst/>
          </a:prstGeom>
        </p:spPr>
        <p:txBody>
          <a:bodyPr lIns="91439" rIns="91439">
            <a:noAutofit/>
          </a:bodyPr>
          <a:lstStyle/>
          <a:p>
            <a:pPr>
              <a:defRPr/>
            </a:pPr>
            <a:endParaRPr/>
          </a:p>
        </p:txBody>
      </p:sp>
      <p:sp>
        <p:nvSpPr>
          <p:cNvPr id="525" name="Picture Placeholder 8"/>
          <p:cNvSpPr>
            <a:spLocks noGrp="1"/>
          </p:cNvSpPr>
          <p:nvPr>
            <p:ph type="pic" sz="quarter" idx="33"/>
          </p:nvPr>
        </p:nvSpPr>
        <p:spPr bwMode="auto">
          <a:xfrm>
            <a:off x="12195179" y="10274407"/>
            <a:ext cx="3050790" cy="3441602"/>
          </a:xfrm>
          <a:prstGeom prst="rect">
            <a:avLst/>
          </a:prstGeom>
        </p:spPr>
        <p:txBody>
          <a:bodyPr lIns="91439" rIns="91439">
            <a:noAutofit/>
          </a:bodyPr>
          <a:lstStyle/>
          <a:p>
            <a:pPr>
              <a:defRPr/>
            </a:pPr>
            <a:endParaRPr/>
          </a:p>
        </p:txBody>
      </p:sp>
      <p:sp>
        <p:nvSpPr>
          <p:cNvPr id="526" name="Picture Placeholder 8"/>
          <p:cNvSpPr>
            <a:spLocks noGrp="1"/>
          </p:cNvSpPr>
          <p:nvPr>
            <p:ph type="pic" sz="quarter" idx="34"/>
          </p:nvPr>
        </p:nvSpPr>
        <p:spPr bwMode="auto">
          <a:xfrm>
            <a:off x="15246039" y="10274407"/>
            <a:ext cx="3050790" cy="3441602"/>
          </a:xfrm>
          <a:prstGeom prst="rect">
            <a:avLst/>
          </a:prstGeom>
        </p:spPr>
        <p:txBody>
          <a:bodyPr lIns="91439" rIns="91439">
            <a:noAutofit/>
          </a:bodyPr>
          <a:lstStyle/>
          <a:p>
            <a:pPr>
              <a:defRPr/>
            </a:pPr>
            <a:endParaRPr/>
          </a:p>
        </p:txBody>
      </p:sp>
      <p:sp>
        <p:nvSpPr>
          <p:cNvPr id="527" name="Picture Placeholder 8"/>
          <p:cNvSpPr>
            <a:spLocks noGrp="1"/>
          </p:cNvSpPr>
          <p:nvPr>
            <p:ph type="pic" sz="quarter" idx="35"/>
          </p:nvPr>
        </p:nvSpPr>
        <p:spPr bwMode="auto">
          <a:xfrm>
            <a:off x="18296829" y="10274407"/>
            <a:ext cx="3050790" cy="3441602"/>
          </a:xfrm>
          <a:prstGeom prst="rect">
            <a:avLst/>
          </a:prstGeom>
        </p:spPr>
        <p:txBody>
          <a:bodyPr lIns="91439" rIns="91439">
            <a:noAutofit/>
          </a:bodyPr>
          <a:lstStyle/>
          <a:p>
            <a:pPr>
              <a:defRPr/>
            </a:pPr>
            <a:endParaRPr/>
          </a:p>
        </p:txBody>
      </p:sp>
      <p:sp>
        <p:nvSpPr>
          <p:cNvPr id="528" name="Picture Placeholder 8"/>
          <p:cNvSpPr>
            <a:spLocks noGrp="1"/>
          </p:cNvSpPr>
          <p:nvPr>
            <p:ph type="pic" sz="quarter" idx="36"/>
          </p:nvPr>
        </p:nvSpPr>
        <p:spPr bwMode="auto">
          <a:xfrm>
            <a:off x="21347683" y="10274407"/>
            <a:ext cx="3050790" cy="3441602"/>
          </a:xfrm>
          <a:prstGeom prst="rect">
            <a:avLst/>
          </a:prstGeom>
        </p:spPr>
        <p:txBody>
          <a:bodyPr lIns="91439" rIns="91439">
            <a:noAutofit/>
          </a:bodyPr>
          <a:lstStyle/>
          <a:p>
            <a:pPr>
              <a:defRPr/>
            </a:pPr>
            <a:endParaRPr/>
          </a:p>
        </p:txBody>
      </p:sp>
      <p:sp>
        <p:nvSpPr>
          <p:cNvPr id="529" name="Номер слайда"/>
          <p:cNvSpPr txBox="1">
            <a:spLocks noGrp="1"/>
          </p:cNvSpPr>
          <p:nvPr>
            <p:ph type="sldNum" sz="quarter" idx="2"/>
          </p:nvPr>
        </p:nvSpPr>
        <p:spPr bwMode="auto">
          <a:xfrm>
            <a:off x="17023798" y="12489562"/>
            <a:ext cx="451404" cy="446276"/>
          </a:xfrm>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Tree>
    <p:extLst>
      <p:ext uri="{BB962C8B-B14F-4D97-AF65-F5344CB8AC3E}">
        <p14:creationId xmlns:p14="http://schemas.microsoft.com/office/powerpoint/2010/main" val="2965435082"/>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PhAnim="0" type="tx" userDrawn="1">
  <p:cSld name="19_Custom Layout">
    <p:spTree>
      <p:nvGrpSpPr>
        <p:cNvPr id="1" name=""/>
        <p:cNvGrpSpPr/>
        <p:nvPr/>
      </p:nvGrpSpPr>
      <p:grpSpPr bwMode="auto">
        <a:xfrm>
          <a:off x="0" y="0"/>
          <a:ext cx="0" cy="0"/>
          <a:chOff x="0" y="0"/>
          <a:chExt cx="0" cy="0"/>
        </a:xfrm>
      </p:grpSpPr>
      <p:sp>
        <p:nvSpPr>
          <p:cNvPr id="536" name="Picture Placeholder 8"/>
          <p:cNvSpPr>
            <a:spLocks noGrp="1"/>
          </p:cNvSpPr>
          <p:nvPr>
            <p:ph type="pic" sz="half" idx="21"/>
          </p:nvPr>
        </p:nvSpPr>
        <p:spPr bwMode="auto">
          <a:xfrm>
            <a:off x="2" y="4622612"/>
            <a:ext cx="24380824" cy="5032748"/>
          </a:xfrm>
          <a:prstGeom prst="rect">
            <a:avLst/>
          </a:prstGeom>
        </p:spPr>
        <p:txBody>
          <a:bodyPr lIns="91439" rIns="91439">
            <a:noAutofit/>
          </a:bodyPr>
          <a:lstStyle/>
          <a:p>
            <a:pPr>
              <a:defRPr/>
            </a:pPr>
            <a:endParaRPr/>
          </a:p>
        </p:txBody>
      </p:sp>
      <p:sp>
        <p:nvSpPr>
          <p:cNvPr id="537"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538" name="Текст заголовка"/>
          <p:cNvSpPr txBox="1">
            <a:spLocks noGrp="1"/>
          </p:cNvSpPr>
          <p:nvPr>
            <p:ph type="title"/>
          </p:nvPr>
        </p:nvSpPr>
        <p:spPr bwMode="auto">
          <a:xfrm>
            <a:off x="1676836" y="753036"/>
            <a:ext cx="21036680" cy="1381688"/>
          </a:xfrm>
          <a:prstGeom prst="rect">
            <a:avLst/>
          </a:prstGeom>
        </p:spPr>
        <p:txBody>
          <a:bodyPr/>
          <a:lstStyle>
            <a:lvl1pPr algn="ctr">
              <a:defRPr>
                <a:solidFill>
                  <a:srgbClr val="404040"/>
                </a:solidFill>
              </a:defRPr>
            </a:lvl1pPr>
          </a:lstStyle>
          <a:p>
            <a:pPr>
              <a:defRPr/>
            </a:pPr>
            <a:r>
              <a:t>Текст заголовка</a:t>
            </a:r>
          </a:p>
        </p:txBody>
      </p:sp>
      <p:sp>
        <p:nvSpPr>
          <p:cNvPr id="539" name="Уровень текста 1…"/>
          <p:cNvSpPr txBox="1">
            <a:spLocks noGrp="1"/>
          </p:cNvSpPr>
          <p:nvPr>
            <p:ph type="body" sz="quarter" idx="1"/>
          </p:nvPr>
        </p:nvSpPr>
        <p:spPr bwMode="auto">
          <a:xfrm>
            <a:off x="1676836" y="2134729"/>
            <a:ext cx="21036680" cy="457202"/>
          </a:xfrm>
          <a:prstGeom prst="rect">
            <a:avLst/>
          </a:prstGeom>
        </p:spPr>
        <p:txBody>
          <a:bodyPr/>
          <a:lstStyle>
            <a:lvl1pPr algn="ctr">
              <a:defRPr sz="3200">
                <a:solidFill>
                  <a:schemeClr val="accent4"/>
                </a:solidFill>
              </a:defRPr>
            </a:lvl1pPr>
            <a:lvl2pPr algn="ctr">
              <a:defRPr sz="3200">
                <a:solidFill>
                  <a:schemeClr val="accent4"/>
                </a:solidFill>
              </a:defRPr>
            </a:lvl2pPr>
            <a:lvl3pPr algn="ctr">
              <a:defRPr sz="3200">
                <a:solidFill>
                  <a:schemeClr val="accent4"/>
                </a:solidFill>
              </a:defRPr>
            </a:lvl3pPr>
            <a:lvl4pPr algn="ctr">
              <a:defRPr sz="3200">
                <a:solidFill>
                  <a:schemeClr val="accent4"/>
                </a:solidFill>
              </a:defRPr>
            </a:lvl4pPr>
            <a:lvl5pPr algn="ct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Tree>
    <p:extLst>
      <p:ext uri="{BB962C8B-B14F-4D97-AF65-F5344CB8AC3E}">
        <p14:creationId xmlns:p14="http://schemas.microsoft.com/office/powerpoint/2010/main" val="574732209"/>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PhAnim="0" type="tx" userDrawn="1">
  <p:cSld name="20_Custom Layout">
    <p:spTree>
      <p:nvGrpSpPr>
        <p:cNvPr id="1" name=""/>
        <p:cNvGrpSpPr/>
        <p:nvPr/>
      </p:nvGrpSpPr>
      <p:grpSpPr bwMode="auto">
        <a:xfrm>
          <a:off x="0" y="0"/>
          <a:ext cx="0" cy="0"/>
          <a:chOff x="0" y="0"/>
          <a:chExt cx="0" cy="0"/>
        </a:xfrm>
      </p:grpSpPr>
      <p:sp>
        <p:nvSpPr>
          <p:cNvPr id="546" name="Picture Placeholder 8"/>
          <p:cNvSpPr>
            <a:spLocks noGrp="1"/>
          </p:cNvSpPr>
          <p:nvPr>
            <p:ph type="pic" idx="21"/>
          </p:nvPr>
        </p:nvSpPr>
        <p:spPr bwMode="auto">
          <a:xfrm>
            <a:off x="2" y="3665156"/>
            <a:ext cx="24380824" cy="6385688"/>
          </a:xfrm>
          <a:prstGeom prst="rect">
            <a:avLst/>
          </a:prstGeom>
        </p:spPr>
        <p:txBody>
          <a:bodyPr lIns="91439" rIns="91439">
            <a:noAutofit/>
          </a:bodyPr>
          <a:lstStyle/>
          <a:p>
            <a:pPr>
              <a:defRPr/>
            </a:pPr>
            <a:endParaRPr/>
          </a:p>
        </p:txBody>
      </p:sp>
      <p:sp>
        <p:nvSpPr>
          <p:cNvPr id="547" name="Picture Placeholder 8"/>
          <p:cNvSpPr>
            <a:spLocks noGrp="1"/>
          </p:cNvSpPr>
          <p:nvPr>
            <p:ph type="pic" idx="22"/>
          </p:nvPr>
        </p:nvSpPr>
        <p:spPr bwMode="auto">
          <a:xfrm>
            <a:off x="9" y="3665156"/>
            <a:ext cx="24390354" cy="6385688"/>
          </a:xfrm>
          <a:prstGeom prst="rect">
            <a:avLst/>
          </a:prstGeom>
        </p:spPr>
        <p:txBody>
          <a:bodyPr lIns="91439" rIns="91439">
            <a:noAutofit/>
          </a:bodyPr>
          <a:lstStyle/>
          <a:p>
            <a:pPr>
              <a:defRPr/>
            </a:pPr>
            <a:endParaRPr/>
          </a:p>
        </p:txBody>
      </p:sp>
      <p:sp>
        <p:nvSpPr>
          <p:cNvPr id="548"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549" name="CLICK TO EDIT MASTER TITLE STYLE"/>
          <p:cNvSpPr txBox="1">
            <a:spLocks noGrp="1"/>
          </p:cNvSpPr>
          <p:nvPr>
            <p:ph type="title" hasCustomPrompt="1"/>
          </p:nvPr>
        </p:nvSpPr>
        <p:spPr bwMode="auto">
          <a:xfrm>
            <a:off x="1604219" y="5850395"/>
            <a:ext cx="21145402" cy="1381686"/>
          </a:xfrm>
          <a:prstGeom prst="rect">
            <a:avLst/>
          </a:prstGeom>
        </p:spPr>
        <p:txBody>
          <a:bodyPr/>
          <a:lstStyle>
            <a:lvl1pPr algn="ctr">
              <a:defRPr>
                <a:solidFill>
                  <a:srgbClr val="FFFFFF"/>
                </a:solidFill>
              </a:defRPr>
            </a:lvl1pPr>
          </a:lstStyle>
          <a:p>
            <a:pPr>
              <a:defRPr/>
            </a:pPr>
            <a:r>
              <a:t>CLICK TO EDIT MASTER TITLE STYLE</a:t>
            </a:r>
          </a:p>
        </p:txBody>
      </p:sp>
      <p:sp>
        <p:nvSpPr>
          <p:cNvPr id="550" name="Уровень текста 1…"/>
          <p:cNvSpPr txBox="1">
            <a:spLocks noGrp="1"/>
          </p:cNvSpPr>
          <p:nvPr>
            <p:ph type="body" sz="quarter" idx="1"/>
          </p:nvPr>
        </p:nvSpPr>
        <p:spPr bwMode="auto">
          <a:xfrm>
            <a:off x="1604219" y="7232071"/>
            <a:ext cx="21145402" cy="457202"/>
          </a:xfrm>
          <a:prstGeom prst="rect">
            <a:avLst/>
          </a:prstGeom>
        </p:spPr>
        <p:txBody>
          <a:bodyPr/>
          <a:lstStyle>
            <a:lvl1pPr algn="ctr">
              <a:defRPr sz="3200">
                <a:solidFill>
                  <a:srgbClr val="FFFFFF"/>
                </a:solidFill>
              </a:defRPr>
            </a:lvl1pPr>
            <a:lvl2pPr algn="ctr">
              <a:defRPr sz="3200">
                <a:solidFill>
                  <a:srgbClr val="FFFFFF"/>
                </a:solidFill>
              </a:defRPr>
            </a:lvl2pPr>
            <a:lvl3pPr algn="ctr">
              <a:defRPr sz="3200">
                <a:solidFill>
                  <a:srgbClr val="FFFFFF"/>
                </a:solidFill>
              </a:defRPr>
            </a:lvl3pPr>
            <a:lvl4pPr algn="ctr">
              <a:defRPr sz="3200">
                <a:solidFill>
                  <a:srgbClr val="FFFFFF"/>
                </a:solidFill>
              </a:defRPr>
            </a:lvl4pPr>
            <a:lvl5pPr algn="ctr">
              <a:defRPr sz="3200">
                <a:solidFill>
                  <a:srgbClr val="FFFFFF"/>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Tree>
    <p:extLst>
      <p:ext uri="{BB962C8B-B14F-4D97-AF65-F5344CB8AC3E}">
        <p14:creationId xmlns:p14="http://schemas.microsoft.com/office/powerpoint/2010/main" val="4152727084"/>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PhAnim="0" type="tx" userDrawn="1">
  <p:cSld name="21_Custom Layout">
    <p:spTree>
      <p:nvGrpSpPr>
        <p:cNvPr id="1" name=""/>
        <p:cNvGrpSpPr/>
        <p:nvPr/>
      </p:nvGrpSpPr>
      <p:grpSpPr bwMode="auto">
        <a:xfrm>
          <a:off x="0" y="0"/>
          <a:ext cx="0" cy="0"/>
          <a:chOff x="0" y="0"/>
          <a:chExt cx="0" cy="0"/>
        </a:xfrm>
      </p:grpSpPr>
      <p:sp>
        <p:nvSpPr>
          <p:cNvPr id="557" name="Picture Placeholder 8"/>
          <p:cNvSpPr>
            <a:spLocks noGrp="1"/>
          </p:cNvSpPr>
          <p:nvPr>
            <p:ph type="pic" idx="21"/>
          </p:nvPr>
        </p:nvSpPr>
        <p:spPr bwMode="auto">
          <a:xfrm>
            <a:off x="7" y="0"/>
            <a:ext cx="24390354" cy="7620000"/>
          </a:xfrm>
          <a:prstGeom prst="rect">
            <a:avLst/>
          </a:prstGeom>
        </p:spPr>
        <p:txBody>
          <a:bodyPr lIns="91439" rIns="91439">
            <a:noAutofit/>
          </a:bodyPr>
          <a:lstStyle/>
          <a:p>
            <a:pPr>
              <a:defRPr/>
            </a:pPr>
            <a:endParaRPr/>
          </a:p>
        </p:txBody>
      </p:sp>
      <p:sp>
        <p:nvSpPr>
          <p:cNvPr id="558"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559" name="Picture Placeholder 8"/>
          <p:cNvSpPr>
            <a:spLocks noGrp="1"/>
          </p:cNvSpPr>
          <p:nvPr>
            <p:ph type="pic" sz="quarter" idx="22"/>
          </p:nvPr>
        </p:nvSpPr>
        <p:spPr bwMode="auto">
          <a:xfrm>
            <a:off x="18957480" y="6130927"/>
            <a:ext cx="2534972" cy="4264026"/>
          </a:xfrm>
          <a:prstGeom prst="rect">
            <a:avLst/>
          </a:prstGeom>
        </p:spPr>
        <p:txBody>
          <a:bodyPr lIns="91439" rIns="91439">
            <a:noAutofit/>
          </a:bodyPr>
          <a:lstStyle/>
          <a:p>
            <a:pPr>
              <a:defRPr/>
            </a:pPr>
            <a:endParaRPr/>
          </a:p>
        </p:txBody>
      </p:sp>
      <p:sp>
        <p:nvSpPr>
          <p:cNvPr id="560" name="Текст заголовка"/>
          <p:cNvSpPr txBox="1">
            <a:spLocks noGrp="1"/>
          </p:cNvSpPr>
          <p:nvPr>
            <p:ph type="title"/>
          </p:nvPr>
        </p:nvSpPr>
        <p:spPr bwMode="auto">
          <a:xfrm>
            <a:off x="1982234" y="2514605"/>
            <a:ext cx="10212944" cy="3159126"/>
          </a:xfrm>
          <a:prstGeom prst="rect">
            <a:avLst/>
          </a:prstGeom>
        </p:spPr>
        <p:txBody>
          <a:bodyPr/>
          <a:lstStyle>
            <a:lvl1pPr algn="r">
              <a:defRPr>
                <a:solidFill>
                  <a:srgbClr val="404040"/>
                </a:solidFill>
              </a:defRPr>
            </a:lvl1pPr>
          </a:lstStyle>
          <a:p>
            <a:pPr>
              <a:defRPr/>
            </a:pPr>
            <a:r>
              <a:t>Текст заголовка</a:t>
            </a:r>
          </a:p>
        </p:txBody>
      </p:sp>
      <p:sp>
        <p:nvSpPr>
          <p:cNvPr id="561" name="Уровень текста 1…"/>
          <p:cNvSpPr txBox="1">
            <a:spLocks noGrp="1"/>
          </p:cNvSpPr>
          <p:nvPr>
            <p:ph type="body" sz="quarter" idx="1"/>
          </p:nvPr>
        </p:nvSpPr>
        <p:spPr bwMode="auto">
          <a:xfrm>
            <a:off x="1982234" y="5673726"/>
            <a:ext cx="10212944" cy="457200"/>
          </a:xfrm>
          <a:prstGeom prst="rect">
            <a:avLst/>
          </a:prstGeom>
        </p:spPr>
        <p:txBody>
          <a:bodyPr/>
          <a:lstStyle>
            <a:lvl1pPr algn="r">
              <a:defRPr sz="3200">
                <a:solidFill>
                  <a:schemeClr val="accent4"/>
                </a:solidFill>
              </a:defRPr>
            </a:lvl1pPr>
            <a:lvl2pPr algn="r">
              <a:defRPr sz="3200">
                <a:solidFill>
                  <a:schemeClr val="accent4"/>
                </a:solidFill>
              </a:defRPr>
            </a:lvl2pPr>
            <a:lvl3pPr algn="r">
              <a:defRPr sz="3200">
                <a:solidFill>
                  <a:schemeClr val="accent4"/>
                </a:solidFill>
              </a:defRPr>
            </a:lvl3pPr>
            <a:lvl4pPr algn="r">
              <a:defRPr sz="3200">
                <a:solidFill>
                  <a:schemeClr val="accent4"/>
                </a:solidFill>
              </a:defRPr>
            </a:lvl4pPr>
            <a:lvl5pPr algn="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Tree>
    <p:extLst>
      <p:ext uri="{BB962C8B-B14F-4D97-AF65-F5344CB8AC3E}">
        <p14:creationId xmlns:p14="http://schemas.microsoft.com/office/powerpoint/2010/main" val="3828091367"/>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PhAnim="0" type="tx" userDrawn="1">
  <p:cSld name="22_Custom Layout">
    <p:spTree>
      <p:nvGrpSpPr>
        <p:cNvPr id="1" name=""/>
        <p:cNvGrpSpPr/>
        <p:nvPr/>
      </p:nvGrpSpPr>
      <p:grpSpPr bwMode="auto">
        <a:xfrm>
          <a:off x="0" y="0"/>
          <a:ext cx="0" cy="0"/>
          <a:chOff x="0" y="0"/>
          <a:chExt cx="0" cy="0"/>
        </a:xfrm>
      </p:grpSpPr>
      <p:sp>
        <p:nvSpPr>
          <p:cNvPr id="568" name="Picture Placeholder 8"/>
          <p:cNvSpPr>
            <a:spLocks noGrp="1"/>
          </p:cNvSpPr>
          <p:nvPr>
            <p:ph type="pic" sz="quarter" idx="21"/>
          </p:nvPr>
        </p:nvSpPr>
        <p:spPr bwMode="auto">
          <a:xfrm>
            <a:off x="11029351" y="6261101"/>
            <a:ext cx="2528618" cy="4254502"/>
          </a:xfrm>
          <a:prstGeom prst="rect">
            <a:avLst/>
          </a:prstGeom>
        </p:spPr>
        <p:txBody>
          <a:bodyPr lIns="91439" rIns="91439">
            <a:noAutofit/>
          </a:bodyPr>
          <a:lstStyle/>
          <a:p>
            <a:pPr>
              <a:defRPr/>
            </a:pPr>
            <a:endParaRPr/>
          </a:p>
        </p:txBody>
      </p:sp>
      <p:sp>
        <p:nvSpPr>
          <p:cNvPr id="569"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570" name="Текст заголовка"/>
          <p:cNvSpPr txBox="1">
            <a:spLocks noGrp="1"/>
          </p:cNvSpPr>
          <p:nvPr>
            <p:ph type="title"/>
          </p:nvPr>
        </p:nvSpPr>
        <p:spPr bwMode="auto">
          <a:xfrm>
            <a:off x="1676836" y="753036"/>
            <a:ext cx="21036680" cy="1381688"/>
          </a:xfrm>
          <a:prstGeom prst="rect">
            <a:avLst/>
          </a:prstGeom>
        </p:spPr>
        <p:txBody>
          <a:bodyPr/>
          <a:lstStyle>
            <a:lvl1pPr algn="ctr">
              <a:defRPr>
                <a:solidFill>
                  <a:srgbClr val="404040"/>
                </a:solidFill>
              </a:defRPr>
            </a:lvl1pPr>
          </a:lstStyle>
          <a:p>
            <a:pPr>
              <a:defRPr/>
            </a:pPr>
            <a:r>
              <a:t>Текст заголовка</a:t>
            </a:r>
          </a:p>
        </p:txBody>
      </p:sp>
      <p:sp>
        <p:nvSpPr>
          <p:cNvPr id="571" name="Уровень текста 1…"/>
          <p:cNvSpPr txBox="1">
            <a:spLocks noGrp="1"/>
          </p:cNvSpPr>
          <p:nvPr>
            <p:ph type="body" sz="quarter" idx="1"/>
          </p:nvPr>
        </p:nvSpPr>
        <p:spPr bwMode="auto">
          <a:xfrm>
            <a:off x="1676836" y="2134729"/>
            <a:ext cx="21036680" cy="457202"/>
          </a:xfrm>
          <a:prstGeom prst="rect">
            <a:avLst/>
          </a:prstGeom>
        </p:spPr>
        <p:txBody>
          <a:bodyPr/>
          <a:lstStyle>
            <a:lvl1pPr algn="ctr">
              <a:defRPr sz="3200">
                <a:solidFill>
                  <a:schemeClr val="accent4"/>
                </a:solidFill>
              </a:defRPr>
            </a:lvl1pPr>
            <a:lvl2pPr algn="ctr">
              <a:defRPr sz="3200">
                <a:solidFill>
                  <a:schemeClr val="accent4"/>
                </a:solidFill>
              </a:defRPr>
            </a:lvl2pPr>
            <a:lvl3pPr algn="ctr">
              <a:defRPr sz="3200">
                <a:solidFill>
                  <a:schemeClr val="accent4"/>
                </a:solidFill>
              </a:defRPr>
            </a:lvl3pPr>
            <a:lvl4pPr algn="ctr">
              <a:defRPr sz="3200">
                <a:solidFill>
                  <a:schemeClr val="accent4"/>
                </a:solidFill>
              </a:defRPr>
            </a:lvl4pPr>
            <a:lvl5pPr algn="ct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Tree>
    <p:extLst>
      <p:ext uri="{BB962C8B-B14F-4D97-AF65-F5344CB8AC3E}">
        <p14:creationId xmlns:p14="http://schemas.microsoft.com/office/powerpoint/2010/main" val="3939238539"/>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PhAnim="0" type="tx" userDrawn="1">
  <p:cSld name="24_Custom Layout">
    <p:spTree>
      <p:nvGrpSpPr>
        <p:cNvPr id="1" name=""/>
        <p:cNvGrpSpPr/>
        <p:nvPr/>
      </p:nvGrpSpPr>
      <p:grpSpPr bwMode="auto">
        <a:xfrm>
          <a:off x="0" y="0"/>
          <a:ext cx="0" cy="0"/>
          <a:chOff x="0" y="0"/>
          <a:chExt cx="0" cy="0"/>
        </a:xfrm>
      </p:grpSpPr>
      <p:sp>
        <p:nvSpPr>
          <p:cNvPr id="578"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579" name="Picture Placeholder 8"/>
          <p:cNvSpPr>
            <a:spLocks noGrp="1"/>
          </p:cNvSpPr>
          <p:nvPr>
            <p:ph type="pic" sz="quarter" idx="21"/>
          </p:nvPr>
        </p:nvSpPr>
        <p:spPr bwMode="auto">
          <a:xfrm>
            <a:off x="13516609" y="5902878"/>
            <a:ext cx="5563102" cy="2829668"/>
          </a:xfrm>
          <a:prstGeom prst="rect">
            <a:avLst/>
          </a:prstGeom>
        </p:spPr>
        <p:txBody>
          <a:bodyPr lIns="91439" rIns="91439">
            <a:noAutofit/>
          </a:bodyPr>
          <a:lstStyle/>
          <a:p>
            <a:pPr>
              <a:defRPr/>
            </a:pPr>
            <a:endParaRPr/>
          </a:p>
        </p:txBody>
      </p:sp>
      <p:sp>
        <p:nvSpPr>
          <p:cNvPr id="580" name="Текст заголовка"/>
          <p:cNvSpPr txBox="1">
            <a:spLocks noGrp="1"/>
          </p:cNvSpPr>
          <p:nvPr>
            <p:ph type="title"/>
          </p:nvPr>
        </p:nvSpPr>
        <p:spPr bwMode="auto">
          <a:xfrm>
            <a:off x="1676836" y="753036"/>
            <a:ext cx="21036680" cy="1381688"/>
          </a:xfrm>
          <a:prstGeom prst="rect">
            <a:avLst/>
          </a:prstGeom>
        </p:spPr>
        <p:txBody>
          <a:bodyPr/>
          <a:lstStyle>
            <a:lvl1pPr algn="ctr">
              <a:defRPr>
                <a:solidFill>
                  <a:srgbClr val="404040"/>
                </a:solidFill>
              </a:defRPr>
            </a:lvl1pPr>
          </a:lstStyle>
          <a:p>
            <a:pPr>
              <a:defRPr/>
            </a:pPr>
            <a:r>
              <a:t>Текст заголовка</a:t>
            </a:r>
          </a:p>
        </p:txBody>
      </p:sp>
      <p:sp>
        <p:nvSpPr>
          <p:cNvPr id="581" name="Уровень текста 1…"/>
          <p:cNvSpPr txBox="1">
            <a:spLocks noGrp="1"/>
          </p:cNvSpPr>
          <p:nvPr>
            <p:ph type="body" sz="quarter" idx="1"/>
          </p:nvPr>
        </p:nvSpPr>
        <p:spPr bwMode="auto">
          <a:xfrm>
            <a:off x="1676836" y="2134729"/>
            <a:ext cx="21036680" cy="457202"/>
          </a:xfrm>
          <a:prstGeom prst="rect">
            <a:avLst/>
          </a:prstGeom>
        </p:spPr>
        <p:txBody>
          <a:bodyPr/>
          <a:lstStyle>
            <a:lvl1pPr algn="ctr">
              <a:defRPr sz="3200">
                <a:solidFill>
                  <a:schemeClr val="accent4"/>
                </a:solidFill>
              </a:defRPr>
            </a:lvl1pPr>
            <a:lvl2pPr algn="ctr">
              <a:defRPr sz="3200">
                <a:solidFill>
                  <a:schemeClr val="accent4"/>
                </a:solidFill>
              </a:defRPr>
            </a:lvl2pPr>
            <a:lvl3pPr algn="ctr">
              <a:defRPr sz="3200">
                <a:solidFill>
                  <a:schemeClr val="accent4"/>
                </a:solidFill>
              </a:defRPr>
            </a:lvl3pPr>
            <a:lvl4pPr algn="ctr">
              <a:defRPr sz="3200">
                <a:solidFill>
                  <a:schemeClr val="accent4"/>
                </a:solidFill>
              </a:defRPr>
            </a:lvl4pPr>
            <a:lvl5pPr algn="ct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Tree>
    <p:extLst>
      <p:ext uri="{BB962C8B-B14F-4D97-AF65-F5344CB8AC3E}">
        <p14:creationId xmlns:p14="http://schemas.microsoft.com/office/powerpoint/2010/main" val="1637066991"/>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PhAnim="0" type="tx" userDrawn="1">
  <p:cSld name="23_Custom Layout">
    <p:spTree>
      <p:nvGrpSpPr>
        <p:cNvPr id="1" name=""/>
        <p:cNvGrpSpPr/>
        <p:nvPr/>
      </p:nvGrpSpPr>
      <p:grpSpPr bwMode="auto">
        <a:xfrm>
          <a:off x="0" y="0"/>
          <a:ext cx="0" cy="0"/>
          <a:chOff x="0" y="0"/>
          <a:chExt cx="0" cy="0"/>
        </a:xfrm>
      </p:grpSpPr>
      <p:sp>
        <p:nvSpPr>
          <p:cNvPr id="588"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589" name="Picture Placeholder 8"/>
          <p:cNvSpPr>
            <a:spLocks noGrp="1"/>
          </p:cNvSpPr>
          <p:nvPr>
            <p:ph type="pic" sz="quarter" idx="21"/>
          </p:nvPr>
        </p:nvSpPr>
        <p:spPr bwMode="auto">
          <a:xfrm>
            <a:off x="9758112" y="7389635"/>
            <a:ext cx="5548180" cy="4220310"/>
          </a:xfrm>
          <a:prstGeom prst="rect">
            <a:avLst/>
          </a:prstGeom>
        </p:spPr>
        <p:txBody>
          <a:bodyPr lIns="91439" rIns="91439">
            <a:noAutofit/>
          </a:bodyPr>
          <a:lstStyle/>
          <a:p>
            <a:pPr>
              <a:defRPr/>
            </a:pPr>
            <a:endParaRPr/>
          </a:p>
        </p:txBody>
      </p:sp>
      <p:sp>
        <p:nvSpPr>
          <p:cNvPr id="590" name="Текст заголовка"/>
          <p:cNvSpPr txBox="1">
            <a:spLocks noGrp="1"/>
          </p:cNvSpPr>
          <p:nvPr>
            <p:ph type="title"/>
          </p:nvPr>
        </p:nvSpPr>
        <p:spPr bwMode="auto">
          <a:xfrm>
            <a:off x="1676836" y="753036"/>
            <a:ext cx="21036680" cy="1381688"/>
          </a:xfrm>
          <a:prstGeom prst="rect">
            <a:avLst/>
          </a:prstGeom>
        </p:spPr>
        <p:txBody>
          <a:bodyPr/>
          <a:lstStyle>
            <a:lvl1pPr algn="ctr">
              <a:defRPr>
                <a:solidFill>
                  <a:srgbClr val="404040"/>
                </a:solidFill>
              </a:defRPr>
            </a:lvl1pPr>
          </a:lstStyle>
          <a:p>
            <a:pPr>
              <a:defRPr/>
            </a:pPr>
            <a:r>
              <a:t>Текст заголовка</a:t>
            </a:r>
          </a:p>
        </p:txBody>
      </p:sp>
      <p:sp>
        <p:nvSpPr>
          <p:cNvPr id="591" name="Уровень текста 1…"/>
          <p:cNvSpPr txBox="1">
            <a:spLocks noGrp="1"/>
          </p:cNvSpPr>
          <p:nvPr>
            <p:ph type="body" sz="quarter" idx="1"/>
          </p:nvPr>
        </p:nvSpPr>
        <p:spPr bwMode="auto">
          <a:xfrm>
            <a:off x="1676836" y="2134729"/>
            <a:ext cx="21036680" cy="457202"/>
          </a:xfrm>
          <a:prstGeom prst="rect">
            <a:avLst/>
          </a:prstGeom>
        </p:spPr>
        <p:txBody>
          <a:bodyPr/>
          <a:lstStyle>
            <a:lvl1pPr algn="ctr">
              <a:defRPr sz="3200">
                <a:solidFill>
                  <a:schemeClr val="accent4"/>
                </a:solidFill>
              </a:defRPr>
            </a:lvl1pPr>
            <a:lvl2pPr algn="ctr">
              <a:defRPr sz="3200">
                <a:solidFill>
                  <a:schemeClr val="accent4"/>
                </a:solidFill>
              </a:defRPr>
            </a:lvl2pPr>
            <a:lvl3pPr algn="ctr">
              <a:defRPr sz="3200">
                <a:solidFill>
                  <a:schemeClr val="accent4"/>
                </a:solidFill>
              </a:defRPr>
            </a:lvl3pPr>
            <a:lvl4pPr algn="ctr">
              <a:defRPr sz="3200">
                <a:solidFill>
                  <a:schemeClr val="accent4"/>
                </a:solidFill>
              </a:defRPr>
            </a:lvl4pPr>
            <a:lvl5pPr algn="ct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Tree>
    <p:extLst>
      <p:ext uri="{BB962C8B-B14F-4D97-AF65-F5344CB8AC3E}">
        <p14:creationId xmlns:p14="http://schemas.microsoft.com/office/powerpoint/2010/main" val="1008554635"/>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PhAnim="0" type="tx" userDrawn="1">
  <p:cSld name="25_Custom Layout">
    <p:spTree>
      <p:nvGrpSpPr>
        <p:cNvPr id="1" name=""/>
        <p:cNvGrpSpPr/>
        <p:nvPr/>
      </p:nvGrpSpPr>
      <p:grpSpPr bwMode="auto">
        <a:xfrm>
          <a:off x="0" y="0"/>
          <a:ext cx="0" cy="0"/>
          <a:chOff x="0" y="0"/>
          <a:chExt cx="0" cy="0"/>
        </a:xfrm>
      </p:grpSpPr>
      <p:sp>
        <p:nvSpPr>
          <p:cNvPr id="598"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599" name="Picture Placeholder 8"/>
          <p:cNvSpPr>
            <a:spLocks noGrp="1"/>
          </p:cNvSpPr>
          <p:nvPr>
            <p:ph type="pic" sz="quarter" idx="21"/>
          </p:nvPr>
        </p:nvSpPr>
        <p:spPr bwMode="auto">
          <a:xfrm>
            <a:off x="9043654" y="4658204"/>
            <a:ext cx="6235192" cy="4551508"/>
          </a:xfrm>
          <a:prstGeom prst="rect">
            <a:avLst/>
          </a:prstGeom>
        </p:spPr>
        <p:txBody>
          <a:bodyPr lIns="91439" rIns="91439">
            <a:noAutofit/>
          </a:bodyPr>
          <a:lstStyle/>
          <a:p>
            <a:pPr>
              <a:defRPr/>
            </a:pPr>
            <a:endParaRPr/>
          </a:p>
        </p:txBody>
      </p:sp>
      <p:sp>
        <p:nvSpPr>
          <p:cNvPr id="600" name="Текст заголовка"/>
          <p:cNvSpPr txBox="1">
            <a:spLocks noGrp="1"/>
          </p:cNvSpPr>
          <p:nvPr>
            <p:ph type="title"/>
          </p:nvPr>
        </p:nvSpPr>
        <p:spPr bwMode="auto">
          <a:xfrm>
            <a:off x="1676836" y="753036"/>
            <a:ext cx="21036680" cy="1381688"/>
          </a:xfrm>
          <a:prstGeom prst="rect">
            <a:avLst/>
          </a:prstGeom>
        </p:spPr>
        <p:txBody>
          <a:bodyPr/>
          <a:lstStyle>
            <a:lvl1pPr algn="ctr">
              <a:defRPr>
                <a:solidFill>
                  <a:srgbClr val="404040"/>
                </a:solidFill>
              </a:defRPr>
            </a:lvl1pPr>
          </a:lstStyle>
          <a:p>
            <a:pPr>
              <a:defRPr/>
            </a:pPr>
            <a:r>
              <a:t>Текст заголовка</a:t>
            </a:r>
          </a:p>
        </p:txBody>
      </p:sp>
      <p:sp>
        <p:nvSpPr>
          <p:cNvPr id="601" name="Уровень текста 1…"/>
          <p:cNvSpPr txBox="1">
            <a:spLocks noGrp="1"/>
          </p:cNvSpPr>
          <p:nvPr>
            <p:ph type="body" sz="quarter" idx="1"/>
          </p:nvPr>
        </p:nvSpPr>
        <p:spPr bwMode="auto">
          <a:xfrm>
            <a:off x="1676836" y="2134729"/>
            <a:ext cx="21036680" cy="457202"/>
          </a:xfrm>
          <a:prstGeom prst="rect">
            <a:avLst/>
          </a:prstGeom>
        </p:spPr>
        <p:txBody>
          <a:bodyPr/>
          <a:lstStyle>
            <a:lvl1pPr algn="ctr">
              <a:defRPr sz="3200">
                <a:solidFill>
                  <a:schemeClr val="accent4"/>
                </a:solidFill>
              </a:defRPr>
            </a:lvl1pPr>
            <a:lvl2pPr algn="ctr">
              <a:defRPr sz="3200">
                <a:solidFill>
                  <a:schemeClr val="accent4"/>
                </a:solidFill>
              </a:defRPr>
            </a:lvl2pPr>
            <a:lvl3pPr algn="ctr">
              <a:defRPr sz="3200">
                <a:solidFill>
                  <a:schemeClr val="accent4"/>
                </a:solidFill>
              </a:defRPr>
            </a:lvl3pPr>
            <a:lvl4pPr algn="ctr">
              <a:defRPr sz="3200">
                <a:solidFill>
                  <a:schemeClr val="accent4"/>
                </a:solidFill>
              </a:defRPr>
            </a:lvl4pPr>
            <a:lvl5pPr algn="ct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Tree>
    <p:extLst>
      <p:ext uri="{BB962C8B-B14F-4D97-AF65-F5344CB8AC3E}">
        <p14:creationId xmlns:p14="http://schemas.microsoft.com/office/powerpoint/2010/main" val="2727649932"/>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PhAnim="0" type="tx" userDrawn="1">
  <p:cSld name="26_Custom Layout">
    <p:spTree>
      <p:nvGrpSpPr>
        <p:cNvPr id="1" name=""/>
        <p:cNvGrpSpPr/>
        <p:nvPr/>
      </p:nvGrpSpPr>
      <p:grpSpPr bwMode="auto">
        <a:xfrm>
          <a:off x="0" y="0"/>
          <a:ext cx="0" cy="0"/>
          <a:chOff x="0" y="0"/>
          <a:chExt cx="0" cy="0"/>
        </a:xfrm>
      </p:grpSpPr>
      <p:sp>
        <p:nvSpPr>
          <p:cNvPr id="608"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609" name="Picture Placeholder 8"/>
          <p:cNvSpPr>
            <a:spLocks noGrp="1"/>
          </p:cNvSpPr>
          <p:nvPr>
            <p:ph type="pic" sz="quarter" idx="21"/>
          </p:nvPr>
        </p:nvSpPr>
        <p:spPr bwMode="auto">
          <a:xfrm>
            <a:off x="3728123" y="5610227"/>
            <a:ext cx="6373642" cy="3562350"/>
          </a:xfrm>
          <a:prstGeom prst="rect">
            <a:avLst/>
          </a:prstGeom>
        </p:spPr>
        <p:txBody>
          <a:bodyPr lIns="91439" rIns="91439">
            <a:noAutofit/>
          </a:bodyPr>
          <a:lstStyle/>
          <a:p>
            <a:pPr>
              <a:defRPr/>
            </a:pPr>
            <a:endParaRPr/>
          </a:p>
        </p:txBody>
      </p:sp>
      <p:sp>
        <p:nvSpPr>
          <p:cNvPr id="610" name="Текст заголовка"/>
          <p:cNvSpPr txBox="1">
            <a:spLocks noGrp="1"/>
          </p:cNvSpPr>
          <p:nvPr>
            <p:ph type="title"/>
          </p:nvPr>
        </p:nvSpPr>
        <p:spPr bwMode="auto">
          <a:xfrm>
            <a:off x="1676836" y="753036"/>
            <a:ext cx="21036680" cy="1381688"/>
          </a:xfrm>
          <a:prstGeom prst="rect">
            <a:avLst/>
          </a:prstGeom>
        </p:spPr>
        <p:txBody>
          <a:bodyPr/>
          <a:lstStyle>
            <a:lvl1pPr algn="ctr">
              <a:defRPr>
                <a:solidFill>
                  <a:srgbClr val="404040"/>
                </a:solidFill>
              </a:defRPr>
            </a:lvl1pPr>
          </a:lstStyle>
          <a:p>
            <a:pPr>
              <a:defRPr/>
            </a:pPr>
            <a:r>
              <a:t>Текст заголовка</a:t>
            </a:r>
          </a:p>
        </p:txBody>
      </p:sp>
      <p:sp>
        <p:nvSpPr>
          <p:cNvPr id="611" name="Уровень текста 1…"/>
          <p:cNvSpPr txBox="1">
            <a:spLocks noGrp="1"/>
          </p:cNvSpPr>
          <p:nvPr>
            <p:ph type="body" sz="quarter" idx="1"/>
          </p:nvPr>
        </p:nvSpPr>
        <p:spPr bwMode="auto">
          <a:xfrm>
            <a:off x="1676836" y="2134729"/>
            <a:ext cx="21036680" cy="457202"/>
          </a:xfrm>
          <a:prstGeom prst="rect">
            <a:avLst/>
          </a:prstGeom>
        </p:spPr>
        <p:txBody>
          <a:bodyPr/>
          <a:lstStyle>
            <a:lvl1pPr algn="ctr">
              <a:defRPr sz="3200">
                <a:solidFill>
                  <a:schemeClr val="accent4"/>
                </a:solidFill>
              </a:defRPr>
            </a:lvl1pPr>
            <a:lvl2pPr algn="ctr">
              <a:defRPr sz="3200">
                <a:solidFill>
                  <a:schemeClr val="accent4"/>
                </a:solidFill>
              </a:defRPr>
            </a:lvl2pPr>
            <a:lvl3pPr algn="ctr">
              <a:defRPr sz="3200">
                <a:solidFill>
                  <a:schemeClr val="accent4"/>
                </a:solidFill>
              </a:defRPr>
            </a:lvl3pPr>
            <a:lvl4pPr algn="ctr">
              <a:defRPr sz="3200">
                <a:solidFill>
                  <a:schemeClr val="accent4"/>
                </a:solidFill>
              </a:defRPr>
            </a:lvl4pPr>
            <a:lvl5pPr algn="ct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Tree>
    <p:extLst>
      <p:ext uri="{BB962C8B-B14F-4D97-AF65-F5344CB8AC3E}">
        <p14:creationId xmlns:p14="http://schemas.microsoft.com/office/powerpoint/2010/main" val="2537473030"/>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PhAnim="0" type="tx" userDrawn="1">
  <p:cSld name="27_Custom Layout">
    <p:spTree>
      <p:nvGrpSpPr>
        <p:cNvPr id="1" name=""/>
        <p:cNvGrpSpPr/>
        <p:nvPr/>
      </p:nvGrpSpPr>
      <p:grpSpPr bwMode="auto">
        <a:xfrm>
          <a:off x="0" y="0"/>
          <a:ext cx="0" cy="0"/>
          <a:chOff x="0" y="0"/>
          <a:chExt cx="0" cy="0"/>
        </a:xfrm>
      </p:grpSpPr>
      <p:sp>
        <p:nvSpPr>
          <p:cNvPr id="618"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619" name="Picture Placeholder 8"/>
          <p:cNvSpPr>
            <a:spLocks noGrp="1"/>
          </p:cNvSpPr>
          <p:nvPr>
            <p:ph type="pic" idx="21"/>
          </p:nvPr>
        </p:nvSpPr>
        <p:spPr bwMode="auto">
          <a:xfrm>
            <a:off x="-1" y="7"/>
            <a:ext cx="24390354" cy="13716002"/>
          </a:xfrm>
          <a:prstGeom prst="rect">
            <a:avLst/>
          </a:prstGeom>
        </p:spPr>
        <p:txBody>
          <a:bodyPr lIns="91439" rIns="91439">
            <a:noAutofit/>
          </a:bodyPr>
          <a:lstStyle/>
          <a:p>
            <a:pPr>
              <a:defRPr/>
            </a:pPr>
            <a:endParaRPr/>
          </a:p>
        </p:txBody>
      </p:sp>
      <p:sp>
        <p:nvSpPr>
          <p:cNvPr id="620" name="Текст заголовка"/>
          <p:cNvSpPr txBox="1">
            <a:spLocks noGrp="1"/>
          </p:cNvSpPr>
          <p:nvPr>
            <p:ph type="title"/>
          </p:nvPr>
        </p:nvSpPr>
        <p:spPr bwMode="auto">
          <a:xfrm>
            <a:off x="1604219" y="5476321"/>
            <a:ext cx="21145402" cy="1381686"/>
          </a:xfrm>
          <a:prstGeom prst="rect">
            <a:avLst/>
          </a:prstGeom>
        </p:spPr>
        <p:txBody>
          <a:bodyPr/>
          <a:lstStyle>
            <a:lvl1pPr algn="ctr">
              <a:defRPr>
                <a:solidFill>
                  <a:srgbClr val="404040"/>
                </a:solidFill>
              </a:defRPr>
            </a:lvl1pPr>
          </a:lstStyle>
          <a:p>
            <a:pPr>
              <a:defRPr/>
            </a:pPr>
            <a:r>
              <a:t>Текст заголовка</a:t>
            </a:r>
          </a:p>
        </p:txBody>
      </p:sp>
      <p:sp>
        <p:nvSpPr>
          <p:cNvPr id="621" name="Уровень текста 1…"/>
          <p:cNvSpPr txBox="1">
            <a:spLocks noGrp="1"/>
          </p:cNvSpPr>
          <p:nvPr>
            <p:ph type="body" sz="quarter" idx="1"/>
          </p:nvPr>
        </p:nvSpPr>
        <p:spPr bwMode="auto">
          <a:xfrm>
            <a:off x="1604219" y="6858000"/>
            <a:ext cx="21145402" cy="457200"/>
          </a:xfrm>
          <a:prstGeom prst="rect">
            <a:avLst/>
          </a:prstGeom>
        </p:spPr>
        <p:txBody>
          <a:bodyPr/>
          <a:lstStyle>
            <a:lvl1pPr algn="ctr">
              <a:defRPr sz="3200">
                <a:solidFill>
                  <a:schemeClr val="accent4"/>
                </a:solidFill>
              </a:defRPr>
            </a:lvl1pPr>
            <a:lvl2pPr algn="ctr">
              <a:defRPr sz="3200">
                <a:solidFill>
                  <a:schemeClr val="accent4"/>
                </a:solidFill>
              </a:defRPr>
            </a:lvl2pPr>
            <a:lvl3pPr algn="ctr">
              <a:defRPr sz="3200">
                <a:solidFill>
                  <a:schemeClr val="accent4"/>
                </a:solidFill>
              </a:defRPr>
            </a:lvl3pPr>
            <a:lvl4pPr algn="ctr">
              <a:defRPr sz="3200">
                <a:solidFill>
                  <a:schemeClr val="accent4"/>
                </a:solidFill>
              </a:defRPr>
            </a:lvl4pPr>
            <a:lvl5pPr algn="ct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Tree>
    <p:extLst>
      <p:ext uri="{BB962C8B-B14F-4D97-AF65-F5344CB8AC3E}">
        <p14:creationId xmlns:p14="http://schemas.microsoft.com/office/powerpoint/2010/main" val="3000909447"/>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PhAnim="0" type="tx" userDrawn="1">
  <p:cSld name="30_Custom Layout">
    <p:spTree>
      <p:nvGrpSpPr>
        <p:cNvPr id="1" name=""/>
        <p:cNvGrpSpPr/>
        <p:nvPr/>
      </p:nvGrpSpPr>
      <p:grpSpPr bwMode="auto">
        <a:xfrm>
          <a:off x="0" y="0"/>
          <a:ext cx="0" cy="0"/>
          <a:chOff x="0" y="0"/>
          <a:chExt cx="0" cy="0"/>
        </a:xfrm>
      </p:grpSpPr>
      <p:sp>
        <p:nvSpPr>
          <p:cNvPr id="646" name="Picture Placeholder 8"/>
          <p:cNvSpPr>
            <a:spLocks noGrp="1"/>
          </p:cNvSpPr>
          <p:nvPr>
            <p:ph type="pic" idx="21"/>
          </p:nvPr>
        </p:nvSpPr>
        <p:spPr bwMode="auto">
          <a:xfrm>
            <a:off x="-1" y="7"/>
            <a:ext cx="24390354" cy="13716002"/>
          </a:xfrm>
          <a:prstGeom prst="rect">
            <a:avLst/>
          </a:prstGeom>
        </p:spPr>
        <p:txBody>
          <a:bodyPr lIns="91439" rIns="91439">
            <a:noAutofit/>
          </a:bodyPr>
          <a:lstStyle/>
          <a:p>
            <a:pPr>
              <a:defRPr/>
            </a:pPr>
            <a:endParaRPr/>
          </a:p>
        </p:txBody>
      </p:sp>
      <p:sp>
        <p:nvSpPr>
          <p:cNvPr id="647"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648" name="Текст заголовка"/>
          <p:cNvSpPr txBox="1">
            <a:spLocks noGrp="1"/>
          </p:cNvSpPr>
          <p:nvPr>
            <p:ph type="title"/>
          </p:nvPr>
        </p:nvSpPr>
        <p:spPr bwMode="auto">
          <a:xfrm>
            <a:off x="1604217" y="6429375"/>
            <a:ext cx="21109306" cy="2028826"/>
          </a:xfrm>
          <a:prstGeom prst="rect">
            <a:avLst/>
          </a:prstGeom>
        </p:spPr>
        <p:txBody>
          <a:bodyPr/>
          <a:lstStyle>
            <a:lvl1pPr algn="ctr">
              <a:defRPr sz="8800">
                <a:solidFill>
                  <a:srgbClr val="404040"/>
                </a:solidFill>
              </a:defRPr>
            </a:lvl1pPr>
          </a:lstStyle>
          <a:p>
            <a:pPr>
              <a:defRPr/>
            </a:pPr>
            <a:r>
              <a:t>Текст заголовка</a:t>
            </a:r>
          </a:p>
        </p:txBody>
      </p:sp>
      <p:sp>
        <p:nvSpPr>
          <p:cNvPr id="649" name="Уровень текста 1…"/>
          <p:cNvSpPr txBox="1">
            <a:spLocks noGrp="1"/>
          </p:cNvSpPr>
          <p:nvPr>
            <p:ph type="body" sz="quarter" idx="1"/>
          </p:nvPr>
        </p:nvSpPr>
        <p:spPr bwMode="auto">
          <a:xfrm>
            <a:off x="1604217" y="8458200"/>
            <a:ext cx="21109306" cy="457200"/>
          </a:xfrm>
          <a:prstGeom prst="rect">
            <a:avLst/>
          </a:prstGeom>
        </p:spPr>
        <p:txBody>
          <a:bodyPr/>
          <a:lstStyle>
            <a:lvl1pPr algn="ctr">
              <a:defRPr sz="3200">
                <a:solidFill>
                  <a:schemeClr val="accent4"/>
                </a:solidFill>
              </a:defRPr>
            </a:lvl1pPr>
            <a:lvl2pPr algn="ctr">
              <a:defRPr sz="3200">
                <a:solidFill>
                  <a:schemeClr val="accent4"/>
                </a:solidFill>
              </a:defRPr>
            </a:lvl2pPr>
            <a:lvl3pPr algn="ctr">
              <a:defRPr sz="3200">
                <a:solidFill>
                  <a:schemeClr val="accent4"/>
                </a:solidFill>
              </a:defRPr>
            </a:lvl3pPr>
            <a:lvl4pPr algn="ctr">
              <a:defRPr sz="3200">
                <a:solidFill>
                  <a:schemeClr val="accent4"/>
                </a:solidFill>
              </a:defRPr>
            </a:lvl4pPr>
            <a:lvl5pPr algn="ct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Tree>
    <p:extLst>
      <p:ext uri="{BB962C8B-B14F-4D97-AF65-F5344CB8AC3E}">
        <p14:creationId xmlns:p14="http://schemas.microsoft.com/office/powerpoint/2010/main" val="1901262257"/>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PhAnim="0" type="tx" userDrawn="1">
  <p:cSld name="31_Custom Layout">
    <p:spTree>
      <p:nvGrpSpPr>
        <p:cNvPr id="1" name=""/>
        <p:cNvGrpSpPr/>
        <p:nvPr/>
      </p:nvGrpSpPr>
      <p:grpSpPr bwMode="auto">
        <a:xfrm>
          <a:off x="0" y="0"/>
          <a:ext cx="0" cy="0"/>
          <a:chOff x="0" y="0"/>
          <a:chExt cx="0" cy="0"/>
        </a:xfrm>
      </p:grpSpPr>
      <p:sp>
        <p:nvSpPr>
          <p:cNvPr id="656"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657" name="Текст заголовка"/>
          <p:cNvSpPr txBox="1">
            <a:spLocks noGrp="1"/>
          </p:cNvSpPr>
          <p:nvPr>
            <p:ph type="title"/>
          </p:nvPr>
        </p:nvSpPr>
        <p:spPr bwMode="auto">
          <a:xfrm>
            <a:off x="1604219" y="4829183"/>
            <a:ext cx="21109306" cy="2028826"/>
          </a:xfrm>
          <a:prstGeom prst="rect">
            <a:avLst/>
          </a:prstGeom>
        </p:spPr>
        <p:txBody>
          <a:bodyPr/>
          <a:lstStyle>
            <a:lvl1pPr algn="ctr">
              <a:defRPr sz="8800">
                <a:solidFill>
                  <a:srgbClr val="404040"/>
                </a:solidFill>
              </a:defRPr>
            </a:lvl1pPr>
          </a:lstStyle>
          <a:p>
            <a:pPr>
              <a:defRPr/>
            </a:pPr>
            <a:r>
              <a:t>Текст заголовка</a:t>
            </a:r>
          </a:p>
        </p:txBody>
      </p:sp>
      <p:sp>
        <p:nvSpPr>
          <p:cNvPr id="658" name="Уровень текста 1…"/>
          <p:cNvSpPr txBox="1">
            <a:spLocks noGrp="1"/>
          </p:cNvSpPr>
          <p:nvPr>
            <p:ph type="body" sz="quarter" idx="1"/>
          </p:nvPr>
        </p:nvSpPr>
        <p:spPr bwMode="auto">
          <a:xfrm>
            <a:off x="1604219" y="6858000"/>
            <a:ext cx="21109306" cy="457200"/>
          </a:xfrm>
          <a:prstGeom prst="rect">
            <a:avLst/>
          </a:prstGeom>
        </p:spPr>
        <p:txBody>
          <a:bodyPr/>
          <a:lstStyle>
            <a:lvl1pPr algn="ctr">
              <a:defRPr sz="3200">
                <a:solidFill>
                  <a:schemeClr val="accent4"/>
                </a:solidFill>
              </a:defRPr>
            </a:lvl1pPr>
            <a:lvl2pPr algn="ctr">
              <a:defRPr sz="3200">
                <a:solidFill>
                  <a:schemeClr val="accent4"/>
                </a:solidFill>
              </a:defRPr>
            </a:lvl2pPr>
            <a:lvl3pPr algn="ctr">
              <a:defRPr sz="3200">
                <a:solidFill>
                  <a:schemeClr val="accent4"/>
                </a:solidFill>
              </a:defRPr>
            </a:lvl3pPr>
            <a:lvl4pPr algn="ctr">
              <a:defRPr sz="3200">
                <a:solidFill>
                  <a:schemeClr val="accent4"/>
                </a:solidFill>
              </a:defRPr>
            </a:lvl4pPr>
            <a:lvl5pPr algn="ct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Tree>
    <p:extLst>
      <p:ext uri="{BB962C8B-B14F-4D97-AF65-F5344CB8AC3E}">
        <p14:creationId xmlns:p14="http://schemas.microsoft.com/office/powerpoint/2010/main" val="491061188"/>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PhAnim="0" type="tx" userDrawn="1">
  <p:cSld name="Section Header">
    <p:spTree>
      <p:nvGrpSpPr>
        <p:cNvPr id="1" name=""/>
        <p:cNvGrpSpPr/>
        <p:nvPr/>
      </p:nvGrpSpPr>
      <p:grpSpPr bwMode="auto">
        <a:xfrm>
          <a:off x="0" y="0"/>
          <a:ext cx="0" cy="0"/>
          <a:chOff x="0" y="0"/>
          <a:chExt cx="0" cy="0"/>
        </a:xfrm>
      </p:grpSpPr>
      <p:sp>
        <p:nvSpPr>
          <p:cNvPr id="665" name="Текст заголовка"/>
          <p:cNvSpPr txBox="1">
            <a:spLocks noGrp="1"/>
          </p:cNvSpPr>
          <p:nvPr>
            <p:ph type="title"/>
          </p:nvPr>
        </p:nvSpPr>
        <p:spPr bwMode="auto">
          <a:xfrm>
            <a:off x="1676836" y="7557246"/>
            <a:ext cx="5991984" cy="680200"/>
          </a:xfrm>
          <a:prstGeom prst="rect">
            <a:avLst/>
          </a:prstGeom>
        </p:spPr>
        <p:txBody>
          <a:bodyPr anchor="b"/>
          <a:lstStyle>
            <a:lvl1pPr>
              <a:defRPr sz="3200">
                <a:solidFill>
                  <a:srgbClr val="404040"/>
                </a:solidFill>
              </a:defRPr>
            </a:lvl1pPr>
          </a:lstStyle>
          <a:p>
            <a:pPr>
              <a:defRPr/>
            </a:pPr>
            <a:r>
              <a:t>Текст заголовка</a:t>
            </a:r>
          </a:p>
        </p:txBody>
      </p:sp>
      <p:sp>
        <p:nvSpPr>
          <p:cNvPr id="666" name="Уровень текста 1…"/>
          <p:cNvSpPr txBox="1">
            <a:spLocks noGrp="1"/>
          </p:cNvSpPr>
          <p:nvPr>
            <p:ph type="body" sz="quarter" idx="1"/>
          </p:nvPr>
        </p:nvSpPr>
        <p:spPr bwMode="auto">
          <a:xfrm>
            <a:off x="1676845" y="8237446"/>
            <a:ext cx="5991982" cy="1471332"/>
          </a:xfrm>
          <a:prstGeom prst="rect">
            <a:avLst/>
          </a:prstGeom>
        </p:spPr>
        <p:txBody>
          <a:bodyPr/>
          <a:lstStyle>
            <a:lvl1pPr>
              <a:defRPr>
                <a:solidFill>
                  <a:srgbClr val="888888"/>
                </a:solidFill>
              </a:defRPr>
            </a:lvl1pPr>
            <a:lvl2pPr>
              <a:defRPr>
                <a:solidFill>
                  <a:srgbClr val="888888"/>
                </a:solidFill>
              </a:defRPr>
            </a:lvl2pPr>
            <a:lvl3pPr>
              <a:defRPr>
                <a:solidFill>
                  <a:srgbClr val="888888"/>
                </a:solidFill>
              </a:defRPr>
            </a:lvl3pPr>
            <a:lvl4pPr>
              <a:defRPr>
                <a:solidFill>
                  <a:srgbClr val="888888"/>
                </a:solidFill>
              </a:defRPr>
            </a:lvl4pPr>
            <a:lvl5pPr indent="3656686">
              <a:defRPr>
                <a:solidFill>
                  <a:srgbClr val="888888"/>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
        <p:nvSpPr>
          <p:cNvPr id="667"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Tree>
    <p:extLst>
      <p:ext uri="{BB962C8B-B14F-4D97-AF65-F5344CB8AC3E}">
        <p14:creationId xmlns:p14="http://schemas.microsoft.com/office/powerpoint/2010/main" val="4221312842"/>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PhAnim="0" type="tx" userDrawn="1">
  <p:cSld name="Custom Layout">
    <p:spTree>
      <p:nvGrpSpPr>
        <p:cNvPr id="1" name=""/>
        <p:cNvGrpSpPr/>
        <p:nvPr/>
      </p:nvGrpSpPr>
      <p:grpSpPr bwMode="auto">
        <a:xfrm>
          <a:off x="0" y="0"/>
          <a:ext cx="0" cy="0"/>
          <a:chOff x="0" y="0"/>
          <a:chExt cx="0" cy="0"/>
        </a:xfrm>
      </p:grpSpPr>
      <p:sp>
        <p:nvSpPr>
          <p:cNvPr id="674"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675" name="Picture Placeholder 8"/>
          <p:cNvSpPr>
            <a:spLocks noGrp="1"/>
          </p:cNvSpPr>
          <p:nvPr>
            <p:ph type="pic" sz="quarter" idx="21"/>
          </p:nvPr>
        </p:nvSpPr>
        <p:spPr bwMode="auto">
          <a:xfrm>
            <a:off x="5" y="0"/>
            <a:ext cx="6105182" cy="4572000"/>
          </a:xfrm>
          <a:prstGeom prst="rect">
            <a:avLst/>
          </a:prstGeom>
        </p:spPr>
        <p:txBody>
          <a:bodyPr lIns="91439" rIns="91439">
            <a:noAutofit/>
          </a:bodyPr>
          <a:lstStyle/>
          <a:p>
            <a:pPr>
              <a:defRPr/>
            </a:pPr>
            <a:endParaRPr/>
          </a:p>
        </p:txBody>
      </p:sp>
      <p:sp>
        <p:nvSpPr>
          <p:cNvPr id="676" name="Picture Placeholder 8"/>
          <p:cNvSpPr>
            <a:spLocks noGrp="1"/>
          </p:cNvSpPr>
          <p:nvPr>
            <p:ph type="pic" sz="quarter" idx="22"/>
          </p:nvPr>
        </p:nvSpPr>
        <p:spPr bwMode="auto">
          <a:xfrm>
            <a:off x="6105187" y="0"/>
            <a:ext cx="6105182" cy="4572000"/>
          </a:xfrm>
          <a:prstGeom prst="rect">
            <a:avLst/>
          </a:prstGeom>
        </p:spPr>
        <p:txBody>
          <a:bodyPr lIns="91439" rIns="91439">
            <a:noAutofit/>
          </a:bodyPr>
          <a:lstStyle/>
          <a:p>
            <a:pPr>
              <a:defRPr/>
            </a:pPr>
            <a:endParaRPr/>
          </a:p>
        </p:txBody>
      </p:sp>
      <p:sp>
        <p:nvSpPr>
          <p:cNvPr id="677" name="Picture Placeholder 8"/>
          <p:cNvSpPr>
            <a:spLocks noGrp="1"/>
          </p:cNvSpPr>
          <p:nvPr>
            <p:ph type="pic" sz="quarter" idx="23"/>
          </p:nvPr>
        </p:nvSpPr>
        <p:spPr bwMode="auto">
          <a:xfrm>
            <a:off x="12210365" y="0"/>
            <a:ext cx="6105182" cy="4572000"/>
          </a:xfrm>
          <a:prstGeom prst="rect">
            <a:avLst/>
          </a:prstGeom>
        </p:spPr>
        <p:txBody>
          <a:bodyPr lIns="91439" rIns="91439">
            <a:noAutofit/>
          </a:bodyPr>
          <a:lstStyle/>
          <a:p>
            <a:pPr>
              <a:defRPr/>
            </a:pPr>
            <a:endParaRPr/>
          </a:p>
        </p:txBody>
      </p:sp>
      <p:sp>
        <p:nvSpPr>
          <p:cNvPr id="678" name="Picture Placeholder 8"/>
          <p:cNvSpPr>
            <a:spLocks noGrp="1"/>
          </p:cNvSpPr>
          <p:nvPr>
            <p:ph type="pic" sz="quarter" idx="24"/>
          </p:nvPr>
        </p:nvSpPr>
        <p:spPr bwMode="auto">
          <a:xfrm>
            <a:off x="18315547" y="0"/>
            <a:ext cx="6105182" cy="4572000"/>
          </a:xfrm>
          <a:prstGeom prst="rect">
            <a:avLst/>
          </a:prstGeom>
        </p:spPr>
        <p:txBody>
          <a:bodyPr lIns="91439" rIns="91439">
            <a:noAutofit/>
          </a:bodyPr>
          <a:lstStyle/>
          <a:p>
            <a:pPr>
              <a:defRPr/>
            </a:pPr>
            <a:endParaRPr/>
          </a:p>
        </p:txBody>
      </p:sp>
      <p:sp>
        <p:nvSpPr>
          <p:cNvPr id="679" name="Picture Placeholder 8"/>
          <p:cNvSpPr>
            <a:spLocks noGrp="1"/>
          </p:cNvSpPr>
          <p:nvPr>
            <p:ph type="pic" sz="quarter" idx="25"/>
          </p:nvPr>
        </p:nvSpPr>
        <p:spPr bwMode="auto">
          <a:xfrm>
            <a:off x="5" y="4572000"/>
            <a:ext cx="6105182" cy="4572000"/>
          </a:xfrm>
          <a:prstGeom prst="rect">
            <a:avLst/>
          </a:prstGeom>
        </p:spPr>
        <p:txBody>
          <a:bodyPr lIns="91439" rIns="91439">
            <a:noAutofit/>
          </a:bodyPr>
          <a:lstStyle/>
          <a:p>
            <a:pPr>
              <a:defRPr/>
            </a:pPr>
            <a:endParaRPr/>
          </a:p>
        </p:txBody>
      </p:sp>
      <p:sp>
        <p:nvSpPr>
          <p:cNvPr id="680" name="Picture Placeholder 8"/>
          <p:cNvSpPr>
            <a:spLocks noGrp="1"/>
          </p:cNvSpPr>
          <p:nvPr>
            <p:ph type="pic" sz="quarter" idx="26"/>
          </p:nvPr>
        </p:nvSpPr>
        <p:spPr bwMode="auto">
          <a:xfrm>
            <a:off x="6105187" y="4572000"/>
            <a:ext cx="6105182" cy="4572000"/>
          </a:xfrm>
          <a:prstGeom prst="rect">
            <a:avLst/>
          </a:prstGeom>
        </p:spPr>
        <p:txBody>
          <a:bodyPr lIns="91439" rIns="91439">
            <a:noAutofit/>
          </a:bodyPr>
          <a:lstStyle/>
          <a:p>
            <a:pPr>
              <a:defRPr/>
            </a:pPr>
            <a:endParaRPr/>
          </a:p>
        </p:txBody>
      </p:sp>
      <p:sp>
        <p:nvSpPr>
          <p:cNvPr id="681" name="Picture Placeholder 8"/>
          <p:cNvSpPr>
            <a:spLocks noGrp="1"/>
          </p:cNvSpPr>
          <p:nvPr>
            <p:ph type="pic" sz="quarter" idx="27"/>
          </p:nvPr>
        </p:nvSpPr>
        <p:spPr bwMode="auto">
          <a:xfrm>
            <a:off x="12210365" y="4572000"/>
            <a:ext cx="6105182" cy="4572000"/>
          </a:xfrm>
          <a:prstGeom prst="rect">
            <a:avLst/>
          </a:prstGeom>
        </p:spPr>
        <p:txBody>
          <a:bodyPr lIns="91439" rIns="91439">
            <a:noAutofit/>
          </a:bodyPr>
          <a:lstStyle/>
          <a:p>
            <a:pPr>
              <a:defRPr/>
            </a:pPr>
            <a:endParaRPr/>
          </a:p>
        </p:txBody>
      </p:sp>
      <p:sp>
        <p:nvSpPr>
          <p:cNvPr id="682" name="Picture Placeholder 8"/>
          <p:cNvSpPr>
            <a:spLocks noGrp="1"/>
          </p:cNvSpPr>
          <p:nvPr>
            <p:ph type="pic" sz="quarter" idx="28"/>
          </p:nvPr>
        </p:nvSpPr>
        <p:spPr bwMode="auto">
          <a:xfrm>
            <a:off x="18315547" y="4572000"/>
            <a:ext cx="6105182" cy="4572000"/>
          </a:xfrm>
          <a:prstGeom prst="rect">
            <a:avLst/>
          </a:prstGeom>
        </p:spPr>
        <p:txBody>
          <a:bodyPr lIns="91439" rIns="91439">
            <a:noAutofit/>
          </a:bodyPr>
          <a:lstStyle/>
          <a:p>
            <a:pPr>
              <a:defRPr/>
            </a:pPr>
            <a:endParaRPr/>
          </a:p>
        </p:txBody>
      </p:sp>
      <p:sp>
        <p:nvSpPr>
          <p:cNvPr id="683" name="Picture Placeholder 8"/>
          <p:cNvSpPr>
            <a:spLocks noGrp="1"/>
          </p:cNvSpPr>
          <p:nvPr>
            <p:ph type="pic" sz="quarter" idx="29"/>
          </p:nvPr>
        </p:nvSpPr>
        <p:spPr bwMode="auto">
          <a:xfrm>
            <a:off x="5" y="9144000"/>
            <a:ext cx="6105182" cy="4572000"/>
          </a:xfrm>
          <a:prstGeom prst="rect">
            <a:avLst/>
          </a:prstGeom>
        </p:spPr>
        <p:txBody>
          <a:bodyPr lIns="91439" rIns="91439">
            <a:noAutofit/>
          </a:bodyPr>
          <a:lstStyle/>
          <a:p>
            <a:pPr>
              <a:defRPr/>
            </a:pPr>
            <a:endParaRPr/>
          </a:p>
        </p:txBody>
      </p:sp>
      <p:sp>
        <p:nvSpPr>
          <p:cNvPr id="684" name="Picture Placeholder 8"/>
          <p:cNvSpPr>
            <a:spLocks noGrp="1"/>
          </p:cNvSpPr>
          <p:nvPr>
            <p:ph type="pic" sz="quarter" idx="30"/>
          </p:nvPr>
        </p:nvSpPr>
        <p:spPr bwMode="auto">
          <a:xfrm>
            <a:off x="6105187" y="9144000"/>
            <a:ext cx="6105182" cy="4572000"/>
          </a:xfrm>
          <a:prstGeom prst="rect">
            <a:avLst/>
          </a:prstGeom>
        </p:spPr>
        <p:txBody>
          <a:bodyPr lIns="91439" rIns="91439">
            <a:noAutofit/>
          </a:bodyPr>
          <a:lstStyle/>
          <a:p>
            <a:pPr>
              <a:defRPr/>
            </a:pPr>
            <a:endParaRPr/>
          </a:p>
        </p:txBody>
      </p:sp>
      <p:sp>
        <p:nvSpPr>
          <p:cNvPr id="685" name="Picture Placeholder 8"/>
          <p:cNvSpPr>
            <a:spLocks noGrp="1"/>
          </p:cNvSpPr>
          <p:nvPr>
            <p:ph type="pic" sz="quarter" idx="31"/>
          </p:nvPr>
        </p:nvSpPr>
        <p:spPr bwMode="auto">
          <a:xfrm>
            <a:off x="12210365" y="9144000"/>
            <a:ext cx="6105182" cy="4572000"/>
          </a:xfrm>
          <a:prstGeom prst="rect">
            <a:avLst/>
          </a:prstGeom>
        </p:spPr>
        <p:txBody>
          <a:bodyPr lIns="91439" rIns="91439">
            <a:noAutofit/>
          </a:bodyPr>
          <a:lstStyle/>
          <a:p>
            <a:pPr>
              <a:defRPr/>
            </a:pPr>
            <a:endParaRPr/>
          </a:p>
        </p:txBody>
      </p:sp>
      <p:sp>
        <p:nvSpPr>
          <p:cNvPr id="686" name="Picture Placeholder 8"/>
          <p:cNvSpPr>
            <a:spLocks noGrp="1"/>
          </p:cNvSpPr>
          <p:nvPr>
            <p:ph type="pic" sz="quarter" idx="32"/>
          </p:nvPr>
        </p:nvSpPr>
        <p:spPr bwMode="auto">
          <a:xfrm>
            <a:off x="18315547" y="9144000"/>
            <a:ext cx="6105182" cy="4572000"/>
          </a:xfrm>
          <a:prstGeom prst="rect">
            <a:avLst/>
          </a:prstGeom>
        </p:spPr>
        <p:txBody>
          <a:bodyPr lIns="91439" rIns="91439">
            <a:noAutofit/>
          </a:bodyPr>
          <a:lstStyle/>
          <a:p>
            <a:pPr>
              <a:defRPr/>
            </a:pPr>
            <a:endParaRPr/>
          </a:p>
        </p:txBody>
      </p:sp>
      <p:sp>
        <p:nvSpPr>
          <p:cNvPr id="687" name="Picture Placeholder 8"/>
          <p:cNvSpPr>
            <a:spLocks noGrp="1"/>
          </p:cNvSpPr>
          <p:nvPr>
            <p:ph type="pic" sz="quarter" idx="33"/>
          </p:nvPr>
        </p:nvSpPr>
        <p:spPr bwMode="auto">
          <a:xfrm>
            <a:off x="12339537" y="6994526"/>
            <a:ext cx="6105182" cy="4572000"/>
          </a:xfrm>
          <a:prstGeom prst="rect">
            <a:avLst/>
          </a:prstGeom>
        </p:spPr>
        <p:txBody>
          <a:bodyPr lIns="91439" rIns="91439">
            <a:noAutofit/>
          </a:bodyPr>
          <a:lstStyle/>
          <a:p>
            <a:pPr>
              <a:defRPr/>
            </a:pPr>
            <a:endParaRPr/>
          </a:p>
        </p:txBody>
      </p:sp>
    </p:spTree>
    <p:extLst>
      <p:ext uri="{BB962C8B-B14F-4D97-AF65-F5344CB8AC3E}">
        <p14:creationId xmlns:p14="http://schemas.microsoft.com/office/powerpoint/2010/main" val="1350894146"/>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PhAnim="0" type="tx" userDrawn="1">
  <p:cSld name="Two Content">
    <p:spTree>
      <p:nvGrpSpPr>
        <p:cNvPr id="1" name=""/>
        <p:cNvGrpSpPr/>
        <p:nvPr/>
      </p:nvGrpSpPr>
      <p:grpSpPr bwMode="auto">
        <a:xfrm>
          <a:off x="0" y="0"/>
          <a:ext cx="0" cy="0"/>
          <a:chOff x="0" y="0"/>
          <a:chExt cx="0" cy="0"/>
        </a:xfrm>
      </p:grpSpPr>
      <p:sp>
        <p:nvSpPr>
          <p:cNvPr id="694" name="Текст заголовка"/>
          <p:cNvSpPr txBox="1">
            <a:spLocks noGrp="1"/>
          </p:cNvSpPr>
          <p:nvPr>
            <p:ph type="title"/>
          </p:nvPr>
        </p:nvSpPr>
        <p:spPr bwMode="auto">
          <a:xfrm>
            <a:off x="1676843" y="730259"/>
            <a:ext cx="21036682" cy="2651126"/>
          </a:xfrm>
          <a:prstGeom prst="rect">
            <a:avLst/>
          </a:prstGeom>
        </p:spPr>
        <p:txBody>
          <a:bodyPr/>
          <a:lstStyle/>
          <a:p>
            <a:pPr>
              <a:defRPr/>
            </a:pPr>
            <a:r>
              <a:t>Текст заголовка</a:t>
            </a:r>
          </a:p>
        </p:txBody>
      </p:sp>
      <p:sp>
        <p:nvSpPr>
          <p:cNvPr id="695" name="Уровень текста 1…"/>
          <p:cNvSpPr txBox="1">
            <a:spLocks noGrp="1"/>
          </p:cNvSpPr>
          <p:nvPr>
            <p:ph type="body" sz="half" idx="1"/>
          </p:nvPr>
        </p:nvSpPr>
        <p:spPr bwMode="auto">
          <a:xfrm>
            <a:off x="1676841" y="3651250"/>
            <a:ext cx="10365902" cy="8702676"/>
          </a:xfrm>
          <a:prstGeom prst="rect">
            <a:avLst/>
          </a:prstGeom>
        </p:spPr>
        <p:txBody>
          <a:body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
        <p:nvSpPr>
          <p:cNvPr id="696"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Tree>
    <p:extLst>
      <p:ext uri="{BB962C8B-B14F-4D97-AF65-F5344CB8AC3E}">
        <p14:creationId xmlns:p14="http://schemas.microsoft.com/office/powerpoint/2010/main" val="2341243234"/>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PhAnim="0" type="tx" userDrawn="1">
  <p:cSld name="Comparison">
    <p:spTree>
      <p:nvGrpSpPr>
        <p:cNvPr id="1" name=""/>
        <p:cNvGrpSpPr/>
        <p:nvPr/>
      </p:nvGrpSpPr>
      <p:grpSpPr bwMode="auto">
        <a:xfrm>
          <a:off x="0" y="0"/>
          <a:ext cx="0" cy="0"/>
          <a:chOff x="0" y="0"/>
          <a:chExt cx="0" cy="0"/>
        </a:xfrm>
      </p:grpSpPr>
      <p:sp>
        <p:nvSpPr>
          <p:cNvPr id="703" name="Текст заголовка"/>
          <p:cNvSpPr txBox="1">
            <a:spLocks noGrp="1"/>
          </p:cNvSpPr>
          <p:nvPr>
            <p:ph type="title"/>
          </p:nvPr>
        </p:nvSpPr>
        <p:spPr bwMode="auto">
          <a:xfrm>
            <a:off x="1680015" y="730259"/>
            <a:ext cx="21036682" cy="2651126"/>
          </a:xfrm>
          <a:prstGeom prst="rect">
            <a:avLst/>
          </a:prstGeom>
        </p:spPr>
        <p:txBody>
          <a:bodyPr/>
          <a:lstStyle/>
          <a:p>
            <a:pPr>
              <a:defRPr/>
            </a:pPr>
            <a:r>
              <a:t>Текст заголовка</a:t>
            </a:r>
          </a:p>
        </p:txBody>
      </p:sp>
      <p:sp>
        <p:nvSpPr>
          <p:cNvPr id="704" name="Уровень текста 1…"/>
          <p:cNvSpPr txBox="1">
            <a:spLocks noGrp="1"/>
          </p:cNvSpPr>
          <p:nvPr>
            <p:ph type="body" sz="quarter" idx="1"/>
          </p:nvPr>
        </p:nvSpPr>
        <p:spPr bwMode="auto">
          <a:xfrm>
            <a:off x="1680012" y="3362333"/>
            <a:ext cx="10318264" cy="1647826"/>
          </a:xfrm>
          <a:prstGeom prst="rect">
            <a:avLst/>
          </a:prstGeom>
        </p:spPr>
        <p:txBody>
          <a:bodyPr anchor="b"/>
          <a:lstStyle>
            <a:lvl1pPr>
              <a:defRPr sz="4700"/>
            </a:lvl1pPr>
            <a:lvl2pPr>
              <a:defRPr sz="4700"/>
            </a:lvl2pPr>
            <a:lvl3pPr>
              <a:defRPr sz="4700"/>
            </a:lvl3pPr>
            <a:lvl4pPr>
              <a:defRPr sz="4700"/>
            </a:lvl4pPr>
            <a:lvl5pPr indent="3656686">
              <a:defRPr sz="4700"/>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
        <p:nvSpPr>
          <p:cNvPr id="705" name="Text Placeholder 4"/>
          <p:cNvSpPr>
            <a:spLocks noGrp="1"/>
          </p:cNvSpPr>
          <p:nvPr>
            <p:ph type="body" sz="quarter" idx="21"/>
          </p:nvPr>
        </p:nvSpPr>
        <p:spPr bwMode="auto">
          <a:xfrm>
            <a:off x="12347625" y="3362333"/>
            <a:ext cx="10369078" cy="1647826"/>
          </a:xfrm>
          <a:prstGeom prst="rect">
            <a:avLst/>
          </a:prstGeom>
        </p:spPr>
        <p:txBody>
          <a:bodyPr anchor="b"/>
          <a:lstStyle/>
          <a:p>
            <a:pPr>
              <a:defRPr sz="4700"/>
            </a:pPr>
            <a:endParaRPr/>
          </a:p>
        </p:txBody>
      </p:sp>
      <p:sp>
        <p:nvSpPr>
          <p:cNvPr id="706"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Tree>
    <p:extLst>
      <p:ext uri="{BB962C8B-B14F-4D97-AF65-F5344CB8AC3E}">
        <p14:creationId xmlns:p14="http://schemas.microsoft.com/office/powerpoint/2010/main" val="2310242650"/>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PhAnim="0" type="tx" userDrawn="1">
  <p:cSld name="Title Only">
    <p:spTree>
      <p:nvGrpSpPr>
        <p:cNvPr id="1" name=""/>
        <p:cNvGrpSpPr/>
        <p:nvPr/>
      </p:nvGrpSpPr>
      <p:grpSpPr bwMode="auto">
        <a:xfrm>
          <a:off x="0" y="0"/>
          <a:ext cx="0" cy="0"/>
          <a:chOff x="0" y="0"/>
          <a:chExt cx="0" cy="0"/>
        </a:xfrm>
      </p:grpSpPr>
      <p:sp>
        <p:nvSpPr>
          <p:cNvPr id="713" name="Текст заголовка"/>
          <p:cNvSpPr txBox="1">
            <a:spLocks noGrp="1"/>
          </p:cNvSpPr>
          <p:nvPr>
            <p:ph type="title"/>
          </p:nvPr>
        </p:nvSpPr>
        <p:spPr bwMode="auto">
          <a:xfrm>
            <a:off x="1676843" y="730259"/>
            <a:ext cx="21036682" cy="2651126"/>
          </a:xfrm>
          <a:prstGeom prst="rect">
            <a:avLst/>
          </a:prstGeom>
        </p:spPr>
        <p:txBody>
          <a:bodyPr/>
          <a:lstStyle/>
          <a:p>
            <a:pPr>
              <a:defRPr/>
            </a:pPr>
            <a:r>
              <a:t>Текст заголовка</a:t>
            </a:r>
          </a:p>
        </p:txBody>
      </p:sp>
      <p:sp>
        <p:nvSpPr>
          <p:cNvPr id="714"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715" name="Уровень текста 1…"/>
          <p:cNvSpPr txBox="1">
            <a:spLocks noGrp="1"/>
          </p:cNvSpPr>
          <p:nvPr>
            <p:ph type="body" sz="quarter" idx="1"/>
          </p:nvPr>
        </p:nvSpPr>
        <p:spPr bwMode="auto">
          <a:xfrm>
            <a:off x="2555627" y="5297495"/>
            <a:ext cx="5301838" cy="1828802"/>
          </a:xfrm>
          <a:prstGeom prst="rect">
            <a:avLst/>
          </a:prstGeom>
        </p:spPr>
        <p:txBody>
          <a:bodyPr/>
          <a:lstStyle>
            <a:lvl1pPr>
              <a:defRPr sz="8800">
                <a:latin typeface="Montserrat Semi Bold"/>
                <a:ea typeface="Montserrat Semi Bold"/>
                <a:cs typeface="Montserrat Semi Bold"/>
              </a:defRPr>
            </a:lvl1pPr>
            <a:lvl2pPr>
              <a:defRPr sz="8800">
                <a:latin typeface="Montserrat Semi Bold"/>
                <a:ea typeface="Montserrat Semi Bold"/>
                <a:cs typeface="Montserrat Semi Bold"/>
              </a:defRPr>
            </a:lvl2pPr>
            <a:lvl3pPr>
              <a:defRPr sz="8800">
                <a:latin typeface="Montserrat Semi Bold"/>
                <a:ea typeface="Montserrat Semi Bold"/>
                <a:cs typeface="Montserrat Semi Bold"/>
              </a:defRPr>
            </a:lvl3pPr>
            <a:lvl4pPr>
              <a:defRPr sz="8800">
                <a:latin typeface="Montserrat Semi Bold"/>
                <a:ea typeface="Montserrat Semi Bold"/>
                <a:cs typeface="Montserrat Semi Bold"/>
              </a:defRPr>
            </a:lvl4pPr>
            <a:lvl5pPr>
              <a:defRPr sz="8800">
                <a:latin typeface="Montserrat Semi Bold"/>
                <a:ea typeface="Montserrat Semi Bold"/>
                <a:cs typeface="Montserrat Semi Bold"/>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
        <p:nvSpPr>
          <p:cNvPr id="716" name="Text Placeholder 7"/>
          <p:cNvSpPr>
            <a:spLocks noGrp="1"/>
          </p:cNvSpPr>
          <p:nvPr>
            <p:ph type="body" sz="quarter" idx="21"/>
          </p:nvPr>
        </p:nvSpPr>
        <p:spPr bwMode="auto">
          <a:xfrm>
            <a:off x="2582620" y="7423155"/>
            <a:ext cx="5274836" cy="1531938"/>
          </a:xfrm>
          <a:prstGeom prst="rect">
            <a:avLst/>
          </a:prstGeom>
        </p:spPr>
        <p:txBody>
          <a:bodyPr/>
          <a:lstStyle/>
          <a:p>
            <a:pPr>
              <a:defRPr/>
            </a:pPr>
            <a:endParaRPr/>
          </a:p>
        </p:txBody>
      </p:sp>
      <p:sp>
        <p:nvSpPr>
          <p:cNvPr id="717" name="Text Placeholder 9"/>
          <p:cNvSpPr>
            <a:spLocks noGrp="1"/>
          </p:cNvSpPr>
          <p:nvPr>
            <p:ph type="body" sz="quarter" idx="22"/>
          </p:nvPr>
        </p:nvSpPr>
        <p:spPr bwMode="auto">
          <a:xfrm>
            <a:off x="8798313" y="5303847"/>
            <a:ext cx="5301838" cy="1828802"/>
          </a:xfrm>
          <a:prstGeom prst="rect">
            <a:avLst/>
          </a:prstGeom>
        </p:spPr>
        <p:txBody>
          <a:bodyPr/>
          <a:lstStyle/>
          <a:p>
            <a:pPr>
              <a:defRPr sz="3200">
                <a:latin typeface="Montserrat Semi Bold"/>
                <a:ea typeface="Montserrat Semi Bold"/>
                <a:cs typeface="Montserrat Semi Bold"/>
              </a:defRPr>
            </a:pPr>
            <a:endParaRPr/>
          </a:p>
        </p:txBody>
      </p:sp>
    </p:spTree>
    <p:extLst>
      <p:ext uri="{BB962C8B-B14F-4D97-AF65-F5344CB8AC3E}">
        <p14:creationId xmlns:p14="http://schemas.microsoft.com/office/powerpoint/2010/main" val="3273451481"/>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PhAnim="0" type="tx" userDrawn="1">
  <p:cSld name="Blank">
    <p:spTree>
      <p:nvGrpSpPr>
        <p:cNvPr id="1" name=""/>
        <p:cNvGrpSpPr/>
        <p:nvPr/>
      </p:nvGrpSpPr>
      <p:grpSpPr bwMode="auto">
        <a:xfrm>
          <a:off x="0" y="0"/>
          <a:ext cx="0" cy="0"/>
          <a:chOff x="0" y="0"/>
          <a:chExt cx="0" cy="0"/>
        </a:xfrm>
      </p:grpSpPr>
      <p:sp>
        <p:nvSpPr>
          <p:cNvPr id="724"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Tree>
    <p:extLst>
      <p:ext uri="{BB962C8B-B14F-4D97-AF65-F5344CB8AC3E}">
        <p14:creationId xmlns:p14="http://schemas.microsoft.com/office/powerpoint/2010/main" val="23450218"/>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PhAnim="0" type="tx" userDrawn="1">
  <p:cSld name="Content with Caption">
    <p:spTree>
      <p:nvGrpSpPr>
        <p:cNvPr id="1" name=""/>
        <p:cNvGrpSpPr/>
        <p:nvPr/>
      </p:nvGrpSpPr>
      <p:grpSpPr bwMode="auto">
        <a:xfrm>
          <a:off x="0" y="0"/>
          <a:ext cx="0" cy="0"/>
          <a:chOff x="0" y="0"/>
          <a:chExt cx="0" cy="0"/>
        </a:xfrm>
      </p:grpSpPr>
      <p:sp>
        <p:nvSpPr>
          <p:cNvPr id="731" name="Текст заголовка"/>
          <p:cNvSpPr txBox="1">
            <a:spLocks noGrp="1"/>
          </p:cNvSpPr>
          <p:nvPr>
            <p:ph type="title"/>
          </p:nvPr>
        </p:nvSpPr>
        <p:spPr bwMode="auto">
          <a:xfrm>
            <a:off x="1680021" y="914400"/>
            <a:ext cx="7866526" cy="3200400"/>
          </a:xfrm>
          <a:prstGeom prst="rect">
            <a:avLst/>
          </a:prstGeom>
        </p:spPr>
        <p:txBody>
          <a:bodyPr anchor="b"/>
          <a:lstStyle>
            <a:lvl1pPr>
              <a:defRPr sz="6300"/>
            </a:lvl1pPr>
          </a:lstStyle>
          <a:p>
            <a:pPr>
              <a:defRPr/>
            </a:pPr>
            <a:r>
              <a:t>Текст заголовка</a:t>
            </a:r>
          </a:p>
        </p:txBody>
      </p:sp>
      <p:sp>
        <p:nvSpPr>
          <p:cNvPr id="732" name="Уровень текста 1…"/>
          <p:cNvSpPr txBox="1">
            <a:spLocks noGrp="1"/>
          </p:cNvSpPr>
          <p:nvPr>
            <p:ph type="body" sz="half" idx="1"/>
          </p:nvPr>
        </p:nvSpPr>
        <p:spPr bwMode="auto">
          <a:xfrm>
            <a:off x="10369085" y="1974852"/>
            <a:ext cx="12347618" cy="9747252"/>
          </a:xfrm>
          <a:prstGeom prst="rect">
            <a:avLst/>
          </a:prstGeom>
        </p:spPr>
        <p:txBody>
          <a:bodyPr/>
          <a:lstStyle>
            <a:lvl1pPr>
              <a:defRPr sz="6300"/>
            </a:lvl1pPr>
            <a:lvl2pPr>
              <a:defRPr sz="6300"/>
            </a:lvl2pPr>
            <a:lvl3pPr>
              <a:defRPr sz="6300"/>
            </a:lvl3pPr>
            <a:lvl4pPr>
              <a:defRPr sz="6300"/>
            </a:lvl4pPr>
            <a:lvl5pPr>
              <a:defRPr sz="6300"/>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
        <p:nvSpPr>
          <p:cNvPr id="733" name="Text Placeholder 3"/>
          <p:cNvSpPr>
            <a:spLocks noGrp="1"/>
          </p:cNvSpPr>
          <p:nvPr>
            <p:ph type="body" sz="quarter" idx="21"/>
          </p:nvPr>
        </p:nvSpPr>
        <p:spPr bwMode="auto">
          <a:xfrm>
            <a:off x="1680021" y="4114800"/>
            <a:ext cx="7866526" cy="7623176"/>
          </a:xfrm>
          <a:prstGeom prst="rect">
            <a:avLst/>
          </a:prstGeom>
        </p:spPr>
        <p:txBody>
          <a:bodyPr/>
          <a:lstStyle/>
          <a:p>
            <a:pPr>
              <a:defRPr sz="3100"/>
            </a:pPr>
            <a:endParaRPr/>
          </a:p>
        </p:txBody>
      </p:sp>
      <p:sp>
        <p:nvSpPr>
          <p:cNvPr id="734"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Tree>
    <p:extLst>
      <p:ext uri="{BB962C8B-B14F-4D97-AF65-F5344CB8AC3E}">
        <p14:creationId xmlns:p14="http://schemas.microsoft.com/office/powerpoint/2010/main" val="2999025812"/>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PhAnim="0" type="tx" userDrawn="1">
  <p:cSld name="Picture with Caption">
    <p:spTree>
      <p:nvGrpSpPr>
        <p:cNvPr id="1" name=""/>
        <p:cNvGrpSpPr/>
        <p:nvPr/>
      </p:nvGrpSpPr>
      <p:grpSpPr bwMode="auto">
        <a:xfrm>
          <a:off x="0" y="0"/>
          <a:ext cx="0" cy="0"/>
          <a:chOff x="0" y="0"/>
          <a:chExt cx="0" cy="0"/>
        </a:xfrm>
      </p:grpSpPr>
      <p:sp>
        <p:nvSpPr>
          <p:cNvPr id="741" name="Текст заголовка"/>
          <p:cNvSpPr txBox="1">
            <a:spLocks noGrp="1"/>
          </p:cNvSpPr>
          <p:nvPr>
            <p:ph type="title"/>
          </p:nvPr>
        </p:nvSpPr>
        <p:spPr bwMode="auto">
          <a:xfrm>
            <a:off x="1680021" y="914400"/>
            <a:ext cx="7866526" cy="3200400"/>
          </a:xfrm>
          <a:prstGeom prst="rect">
            <a:avLst/>
          </a:prstGeom>
        </p:spPr>
        <p:txBody>
          <a:bodyPr anchor="b"/>
          <a:lstStyle>
            <a:lvl1pPr>
              <a:defRPr sz="6300"/>
            </a:lvl1pPr>
          </a:lstStyle>
          <a:p>
            <a:pPr>
              <a:defRPr/>
            </a:pPr>
            <a:r>
              <a:t>Текст заголовка</a:t>
            </a:r>
          </a:p>
        </p:txBody>
      </p:sp>
      <p:sp>
        <p:nvSpPr>
          <p:cNvPr id="742" name="Picture Placeholder 2"/>
          <p:cNvSpPr>
            <a:spLocks noGrp="1"/>
          </p:cNvSpPr>
          <p:nvPr>
            <p:ph type="pic" sz="half" idx="21"/>
          </p:nvPr>
        </p:nvSpPr>
        <p:spPr bwMode="auto">
          <a:xfrm>
            <a:off x="10369085" y="1974852"/>
            <a:ext cx="12347618" cy="9747252"/>
          </a:xfrm>
          <a:prstGeom prst="rect">
            <a:avLst/>
          </a:prstGeom>
        </p:spPr>
        <p:txBody>
          <a:bodyPr lIns="91439" rIns="91439">
            <a:noAutofit/>
          </a:bodyPr>
          <a:lstStyle/>
          <a:p>
            <a:pPr>
              <a:defRPr/>
            </a:pPr>
            <a:endParaRPr/>
          </a:p>
        </p:txBody>
      </p:sp>
      <p:sp>
        <p:nvSpPr>
          <p:cNvPr id="743" name="Уровень текста 1…"/>
          <p:cNvSpPr txBox="1">
            <a:spLocks noGrp="1"/>
          </p:cNvSpPr>
          <p:nvPr>
            <p:ph type="body" sz="quarter" idx="1"/>
          </p:nvPr>
        </p:nvSpPr>
        <p:spPr bwMode="auto">
          <a:xfrm>
            <a:off x="1680021" y="4114800"/>
            <a:ext cx="7866526" cy="7623176"/>
          </a:xfrm>
          <a:prstGeom prst="rect">
            <a:avLst/>
          </a:prstGeom>
        </p:spPr>
        <p:txBody>
          <a:bodyPr/>
          <a:lstStyle>
            <a:lvl1pPr>
              <a:defRPr sz="3100"/>
            </a:lvl1pPr>
            <a:lvl2pPr>
              <a:defRPr sz="3100"/>
            </a:lvl2pPr>
            <a:lvl3pPr>
              <a:defRPr sz="3100"/>
            </a:lvl3pPr>
            <a:lvl4pPr>
              <a:defRPr sz="3100"/>
            </a:lvl4pPr>
            <a:lvl5pPr indent="3656686">
              <a:defRPr sz="3100"/>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
        <p:nvSpPr>
          <p:cNvPr id="744"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Tree>
    <p:extLst>
      <p:ext uri="{BB962C8B-B14F-4D97-AF65-F5344CB8AC3E}">
        <p14:creationId xmlns:p14="http://schemas.microsoft.com/office/powerpoint/2010/main" val="661132169"/>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PhAnim="0" type="tx" userDrawn="1">
  <p:cSld name="35_Custom Layout">
    <p:spTree>
      <p:nvGrpSpPr>
        <p:cNvPr id="1" name=""/>
        <p:cNvGrpSpPr/>
        <p:nvPr/>
      </p:nvGrpSpPr>
      <p:grpSpPr bwMode="auto">
        <a:xfrm>
          <a:off x="0" y="0"/>
          <a:ext cx="0" cy="0"/>
          <a:chOff x="0" y="0"/>
          <a:chExt cx="0" cy="0"/>
        </a:xfrm>
      </p:grpSpPr>
      <p:sp>
        <p:nvSpPr>
          <p:cNvPr id="751" name="Picture Placeholder 3"/>
          <p:cNvSpPr>
            <a:spLocks noGrp="1"/>
          </p:cNvSpPr>
          <p:nvPr>
            <p:ph type="pic" sz="quarter" idx="21"/>
          </p:nvPr>
        </p:nvSpPr>
        <p:spPr bwMode="auto">
          <a:xfrm>
            <a:off x="14939815" y="4114800"/>
            <a:ext cx="8233890" cy="5486400"/>
          </a:xfrm>
          <a:prstGeom prst="rect">
            <a:avLst/>
          </a:prstGeom>
        </p:spPr>
        <p:txBody>
          <a:bodyPr lIns="91439" rIns="91439">
            <a:noAutofit/>
          </a:bodyPr>
          <a:lstStyle/>
          <a:p>
            <a:pPr>
              <a:defRPr/>
            </a:pPr>
            <a:endParaRPr/>
          </a:p>
        </p:txBody>
      </p:sp>
      <p:sp>
        <p:nvSpPr>
          <p:cNvPr id="752" name="Номер слайда"/>
          <p:cNvSpPr txBox="1">
            <a:spLocks noGrp="1"/>
          </p:cNvSpPr>
          <p:nvPr>
            <p:ph type="sldNum" sz="quarter" idx="2"/>
          </p:nvPr>
        </p:nvSpPr>
        <p:spPr bwMode="auto">
          <a:xfrm>
            <a:off x="17023798" y="12489562"/>
            <a:ext cx="451404" cy="446276"/>
          </a:xfrm>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Tree>
    <p:extLst>
      <p:ext uri="{BB962C8B-B14F-4D97-AF65-F5344CB8AC3E}">
        <p14:creationId xmlns:p14="http://schemas.microsoft.com/office/powerpoint/2010/main" val="1727211417"/>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PhAnim="0" type="tx" userDrawn="1">
  <p:cSld name="36_Custom Layout">
    <p:spTree>
      <p:nvGrpSpPr>
        <p:cNvPr id="1" name=""/>
        <p:cNvGrpSpPr/>
        <p:nvPr/>
      </p:nvGrpSpPr>
      <p:grpSpPr bwMode="auto">
        <a:xfrm>
          <a:off x="0" y="0"/>
          <a:ext cx="0" cy="0"/>
          <a:chOff x="0" y="0"/>
          <a:chExt cx="0" cy="0"/>
        </a:xfrm>
      </p:grpSpPr>
      <p:sp>
        <p:nvSpPr>
          <p:cNvPr id="759" name="Picture Placeholder 3"/>
          <p:cNvSpPr>
            <a:spLocks noGrp="1"/>
          </p:cNvSpPr>
          <p:nvPr>
            <p:ph type="pic" sz="quarter" idx="21"/>
          </p:nvPr>
        </p:nvSpPr>
        <p:spPr bwMode="auto">
          <a:xfrm>
            <a:off x="15243970" y="4297681"/>
            <a:ext cx="9146384" cy="5486402"/>
          </a:xfrm>
          <a:prstGeom prst="rect">
            <a:avLst/>
          </a:prstGeom>
        </p:spPr>
        <p:txBody>
          <a:bodyPr lIns="91439" rIns="91439">
            <a:noAutofit/>
          </a:bodyPr>
          <a:lstStyle/>
          <a:p>
            <a:pPr>
              <a:defRPr/>
            </a:pPr>
            <a:endParaRPr/>
          </a:p>
        </p:txBody>
      </p:sp>
      <p:sp>
        <p:nvSpPr>
          <p:cNvPr id="760" name="Номер слайда"/>
          <p:cNvSpPr txBox="1">
            <a:spLocks noGrp="1"/>
          </p:cNvSpPr>
          <p:nvPr>
            <p:ph type="sldNum" sz="quarter" idx="2"/>
          </p:nvPr>
        </p:nvSpPr>
        <p:spPr bwMode="auto">
          <a:xfrm>
            <a:off x="17023798" y="12489562"/>
            <a:ext cx="451404" cy="446276"/>
          </a:xfrm>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Tree>
    <p:extLst>
      <p:ext uri="{BB962C8B-B14F-4D97-AF65-F5344CB8AC3E}">
        <p14:creationId xmlns:p14="http://schemas.microsoft.com/office/powerpoint/2010/main" val="221654891"/>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PhAnim="0" type="tx" userDrawn="1">
  <p:cSld name="5_Title Slide">
    <p:spTree>
      <p:nvGrpSpPr>
        <p:cNvPr id="1" name=""/>
        <p:cNvGrpSpPr/>
        <p:nvPr/>
      </p:nvGrpSpPr>
      <p:grpSpPr bwMode="auto">
        <a:xfrm>
          <a:off x="0" y="0"/>
          <a:ext cx="0" cy="0"/>
          <a:chOff x="0" y="0"/>
          <a:chExt cx="0" cy="0"/>
        </a:xfrm>
      </p:grpSpPr>
      <p:sp>
        <p:nvSpPr>
          <p:cNvPr id="794" name="Picture Placeholder 7"/>
          <p:cNvSpPr>
            <a:spLocks noGrp="1"/>
          </p:cNvSpPr>
          <p:nvPr>
            <p:ph type="pic" idx="21"/>
          </p:nvPr>
        </p:nvSpPr>
        <p:spPr bwMode="auto">
          <a:xfrm>
            <a:off x="7" y="0"/>
            <a:ext cx="24390354" cy="13716000"/>
          </a:xfrm>
          <a:prstGeom prst="rect">
            <a:avLst/>
          </a:prstGeom>
        </p:spPr>
        <p:txBody>
          <a:bodyPr lIns="91439" rIns="91439">
            <a:noAutofit/>
          </a:bodyPr>
          <a:lstStyle/>
          <a:p>
            <a:pPr>
              <a:defRPr/>
            </a:pPr>
            <a:endParaRPr/>
          </a:p>
        </p:txBody>
      </p:sp>
      <p:sp>
        <p:nvSpPr>
          <p:cNvPr id="795" name="Номер слайда"/>
          <p:cNvSpPr txBox="1">
            <a:spLocks noGrp="1"/>
          </p:cNvSpPr>
          <p:nvPr>
            <p:ph type="sldNum" sz="quarter" idx="2"/>
          </p:nvPr>
        </p:nvSpPr>
        <p:spPr bwMode="auto">
          <a:xfrm>
            <a:off x="17023798" y="12489562"/>
            <a:ext cx="451404" cy="446276"/>
          </a:xfrm>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Tree>
    <p:extLst>
      <p:ext uri="{BB962C8B-B14F-4D97-AF65-F5344CB8AC3E}">
        <p14:creationId xmlns:p14="http://schemas.microsoft.com/office/powerpoint/2010/main" val="637586531"/>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PhAnim="0" type="tx" userDrawn="1">
  <p:cSld name="39_Custom Layout">
    <p:spTree>
      <p:nvGrpSpPr>
        <p:cNvPr id="1" name=""/>
        <p:cNvGrpSpPr/>
        <p:nvPr/>
      </p:nvGrpSpPr>
      <p:grpSpPr bwMode="auto">
        <a:xfrm>
          <a:off x="0" y="0"/>
          <a:ext cx="0" cy="0"/>
          <a:chOff x="0" y="0"/>
          <a:chExt cx="0" cy="0"/>
        </a:xfrm>
      </p:grpSpPr>
      <p:sp>
        <p:nvSpPr>
          <p:cNvPr id="834" name="Picture Placeholder 6"/>
          <p:cNvSpPr>
            <a:spLocks noGrp="1"/>
          </p:cNvSpPr>
          <p:nvPr>
            <p:ph type="pic" idx="21"/>
          </p:nvPr>
        </p:nvSpPr>
        <p:spPr bwMode="auto">
          <a:xfrm>
            <a:off x="7" y="0"/>
            <a:ext cx="24390354" cy="8686800"/>
          </a:xfrm>
          <a:prstGeom prst="rect">
            <a:avLst/>
          </a:prstGeom>
        </p:spPr>
        <p:txBody>
          <a:bodyPr lIns="91439" rIns="91439">
            <a:noAutofit/>
          </a:bodyPr>
          <a:lstStyle/>
          <a:p>
            <a:pPr>
              <a:defRPr/>
            </a:pPr>
            <a:endParaRPr/>
          </a:p>
        </p:txBody>
      </p:sp>
      <p:sp>
        <p:nvSpPr>
          <p:cNvPr id="835" name="Номер слайда"/>
          <p:cNvSpPr txBox="1">
            <a:spLocks noGrp="1"/>
          </p:cNvSpPr>
          <p:nvPr>
            <p:ph type="sldNum" sz="quarter" idx="2"/>
          </p:nvPr>
        </p:nvSpPr>
        <p:spPr bwMode="auto">
          <a:xfrm>
            <a:off x="17023798" y="12489562"/>
            <a:ext cx="451404" cy="446276"/>
          </a:xfrm>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Tree>
    <p:extLst>
      <p:ext uri="{BB962C8B-B14F-4D97-AF65-F5344CB8AC3E}">
        <p14:creationId xmlns:p14="http://schemas.microsoft.com/office/powerpoint/2010/main" val="4260203822"/>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PhAnim="0" type="title" userDrawn="1">
  <p:cSld name="Title Slide">
    <p:spTree>
      <p:nvGrpSpPr>
        <p:cNvPr id="1" name=""/>
        <p:cNvGrpSpPr/>
        <p:nvPr/>
      </p:nvGrpSpPr>
      <p:grpSpPr bwMode="auto">
        <a:xfrm>
          <a:off x="0" y="0"/>
          <a:ext cx="0" cy="0"/>
          <a:chOff x="0" y="0"/>
          <a:chExt cx="0" cy="0"/>
        </a:xfrm>
      </p:grpSpPr>
      <p:sp>
        <p:nvSpPr>
          <p:cNvPr id="11" name="Picture Placeholder 7"/>
          <p:cNvSpPr>
            <a:spLocks noGrp="1"/>
          </p:cNvSpPr>
          <p:nvPr>
            <p:ph type="pic" idx="21"/>
          </p:nvPr>
        </p:nvSpPr>
        <p:spPr bwMode="auto">
          <a:xfrm>
            <a:off x="7" y="0"/>
            <a:ext cx="24390354" cy="13716000"/>
          </a:xfrm>
          <a:prstGeom prst="rect">
            <a:avLst/>
          </a:prstGeom>
        </p:spPr>
        <p:txBody>
          <a:bodyPr lIns="91439" rIns="91439">
            <a:noAutofit/>
          </a:bodyPr>
          <a:lstStyle/>
          <a:p>
            <a:pPr>
              <a:defRPr/>
            </a:pPr>
            <a:endParaRPr/>
          </a:p>
        </p:txBody>
      </p:sp>
      <p:sp>
        <p:nvSpPr>
          <p:cNvPr id="12"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13" name="Текст заголовка"/>
          <p:cNvSpPr txBox="1">
            <a:spLocks noGrp="1"/>
          </p:cNvSpPr>
          <p:nvPr>
            <p:ph type="title"/>
          </p:nvPr>
        </p:nvSpPr>
        <p:spPr bwMode="auto">
          <a:xfrm>
            <a:off x="3048801" y="5006974"/>
            <a:ext cx="18292766" cy="2012952"/>
          </a:xfrm>
          <a:prstGeom prst="rect">
            <a:avLst/>
          </a:prstGeom>
        </p:spPr>
        <p:txBody>
          <a:bodyPr anchor="b"/>
          <a:lstStyle>
            <a:lvl1pPr algn="ctr">
              <a:defRPr sz="8800"/>
            </a:lvl1pPr>
          </a:lstStyle>
          <a:p>
            <a:pPr>
              <a:defRPr/>
            </a:pPr>
            <a:r>
              <a:t>Текст заголовка</a:t>
            </a:r>
          </a:p>
        </p:txBody>
      </p:sp>
      <p:sp>
        <p:nvSpPr>
          <p:cNvPr id="14" name="Уровень текста 1…"/>
          <p:cNvSpPr txBox="1">
            <a:spLocks noGrp="1"/>
          </p:cNvSpPr>
          <p:nvPr>
            <p:ph type="body" sz="quarter" idx="1"/>
          </p:nvPr>
        </p:nvSpPr>
        <p:spPr bwMode="auto">
          <a:xfrm>
            <a:off x="3048801" y="7204074"/>
            <a:ext cx="18292766" cy="595220"/>
          </a:xfrm>
          <a:prstGeom prst="rect">
            <a:avLst/>
          </a:prstGeom>
        </p:spPr>
        <p:txBody>
          <a:bodyPr/>
          <a:lstStyle>
            <a:lvl1pPr algn="ctr"/>
            <a:lvl2pPr algn="ctr"/>
            <a:lvl3pPr algn="ctr"/>
            <a:lvl4pPr algn="ctr"/>
            <a:lvl5pPr indent="3656686" algn="ct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Tree>
    <p:extLst>
      <p:ext uri="{BB962C8B-B14F-4D97-AF65-F5344CB8AC3E}">
        <p14:creationId xmlns:p14="http://schemas.microsoft.com/office/powerpoint/2010/main" val="2327506379"/>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PhAnim="0" type="tx" userDrawn="1">
  <p:cSld name="1_Title and Content">
    <p:spTree>
      <p:nvGrpSpPr>
        <p:cNvPr id="1" name=""/>
        <p:cNvGrpSpPr/>
        <p:nvPr/>
      </p:nvGrpSpPr>
      <p:grpSpPr bwMode="auto">
        <a:xfrm>
          <a:off x="0" y="0"/>
          <a:ext cx="0" cy="0"/>
          <a:chOff x="0" y="0"/>
          <a:chExt cx="0" cy="0"/>
        </a:xfrm>
      </p:grpSpPr>
      <p:sp>
        <p:nvSpPr>
          <p:cNvPr id="21" name="Текст заголовка"/>
          <p:cNvSpPr txBox="1">
            <a:spLocks noGrp="1"/>
          </p:cNvSpPr>
          <p:nvPr>
            <p:ph type="title"/>
          </p:nvPr>
        </p:nvSpPr>
        <p:spPr bwMode="auto">
          <a:xfrm>
            <a:off x="1712932" y="3708962"/>
            <a:ext cx="21036680" cy="1405968"/>
          </a:xfrm>
          <a:prstGeom prst="rect">
            <a:avLst/>
          </a:prstGeom>
        </p:spPr>
        <p:txBody>
          <a:bodyPr/>
          <a:lstStyle>
            <a:lvl1pPr algn="ctr"/>
          </a:lstStyle>
          <a:p>
            <a:pPr>
              <a:defRPr/>
            </a:pPr>
            <a:r>
              <a:t>Текст заголовка</a:t>
            </a:r>
          </a:p>
        </p:txBody>
      </p:sp>
      <p:sp>
        <p:nvSpPr>
          <p:cNvPr id="22" name="Уровень текста 1…"/>
          <p:cNvSpPr txBox="1">
            <a:spLocks noGrp="1"/>
          </p:cNvSpPr>
          <p:nvPr>
            <p:ph type="body" sz="quarter" idx="1"/>
          </p:nvPr>
        </p:nvSpPr>
        <p:spPr bwMode="auto">
          <a:xfrm>
            <a:off x="1712932" y="5817091"/>
            <a:ext cx="21036680" cy="755170"/>
          </a:xfrm>
          <a:prstGeom prst="rect">
            <a:avLst/>
          </a:prstGeom>
        </p:spPr>
        <p:txBody>
          <a:bodyPr/>
          <a:lstStyle>
            <a:lvl1pPr algn="ctr">
              <a:defRPr sz="3200"/>
            </a:lvl1pPr>
            <a:lvl2pPr algn="ctr">
              <a:defRPr sz="3200"/>
            </a:lvl2pPr>
            <a:lvl3pPr algn="ctr">
              <a:defRPr sz="3200"/>
            </a:lvl3pPr>
            <a:lvl4pPr algn="ctr">
              <a:defRPr sz="3200"/>
            </a:lvl4pPr>
            <a:lvl5pPr algn="ctr">
              <a:defRPr sz="3200"/>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
        <p:nvSpPr>
          <p:cNvPr id="23"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24" name="Rectangle 8"/>
          <p:cNvSpPr/>
          <p:nvPr/>
        </p:nvSpPr>
        <p:spPr bwMode="auto">
          <a:xfrm>
            <a:off x="11454348" y="5305993"/>
            <a:ext cx="1553848" cy="91438"/>
          </a:xfrm>
          <a:prstGeom prst="rect">
            <a:avLst/>
          </a:prstGeom>
          <a:solidFill>
            <a:schemeClr val="accent2"/>
          </a:solidFill>
          <a:ln w="12700">
            <a:miter lim="400000"/>
          </a:ln>
        </p:spPr>
        <p:txBody>
          <a:bodyPr lIns="45720" rIns="45720" anchor="ctr"/>
          <a:lstStyle/>
          <a:p>
            <a:pPr marL="0" marR="0" lvl="0" indent="0" algn="ctr" defTabSz="1828434" rtl="0" eaLnBrk="1" fontAlgn="auto" latinLnBrk="0" hangingPunct="1">
              <a:lnSpc>
                <a:spcPct val="100000"/>
              </a:lnSpc>
              <a:spcBef>
                <a:spcPts val="0"/>
              </a:spcBef>
              <a:spcAft>
                <a:spcPts val="0"/>
              </a:spcAft>
              <a:buClrTx/>
              <a:buSzTx/>
              <a:buFontTx/>
              <a:buNone/>
              <a:tabLst/>
              <a:defRPr>
                <a:solidFill>
                  <a:srgbClr val="B2B2B2"/>
                </a:solidFill>
              </a:defRPr>
            </a:pPr>
            <a:endParaRPr kumimoji="0" sz="3500" b="0" i="0" u="none" strike="noStrike" kern="0" cap="none" spc="0" normalizeH="0" baseline="0" noProof="0">
              <a:ln>
                <a:noFill/>
              </a:ln>
              <a:solidFill>
                <a:srgbClr val="B2B2B2"/>
              </a:solidFill>
              <a:effectLst/>
              <a:uLnTx/>
              <a:uFillTx/>
              <a:latin typeface="Open Sans Light"/>
              <a:ea typeface="Open Sans"/>
              <a:cs typeface="Calibri"/>
              <a:sym typeface="Open Sans"/>
            </a:endParaRPr>
          </a:p>
        </p:txBody>
      </p:sp>
      <p:sp>
        <p:nvSpPr>
          <p:cNvPr id="25" name="Text Placeholder 10"/>
          <p:cNvSpPr>
            <a:spLocks noGrp="1"/>
          </p:cNvSpPr>
          <p:nvPr>
            <p:ph type="body" sz="quarter" idx="21"/>
          </p:nvPr>
        </p:nvSpPr>
        <p:spPr bwMode="auto">
          <a:xfrm>
            <a:off x="3173483" y="7458076"/>
            <a:ext cx="18040222" cy="2400300"/>
          </a:xfrm>
          <a:prstGeom prst="rect">
            <a:avLst/>
          </a:prstGeom>
        </p:spPr>
        <p:txBody>
          <a:bodyPr/>
          <a:lstStyle/>
          <a:p>
            <a:pPr algn="ctr">
              <a:defRPr/>
            </a:pPr>
            <a:endParaRPr/>
          </a:p>
        </p:txBody>
      </p:sp>
    </p:spTree>
    <p:extLst>
      <p:ext uri="{BB962C8B-B14F-4D97-AF65-F5344CB8AC3E}">
        <p14:creationId xmlns:p14="http://schemas.microsoft.com/office/powerpoint/2010/main" val="2908212884"/>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PhAnim="0" type="tx" userDrawn="1">
  <p:cSld name="17_Custom Layout">
    <p:spTree>
      <p:nvGrpSpPr>
        <p:cNvPr id="1" name=""/>
        <p:cNvGrpSpPr/>
        <p:nvPr/>
      </p:nvGrpSpPr>
      <p:grpSpPr bwMode="auto">
        <a:xfrm>
          <a:off x="0" y="0"/>
          <a:ext cx="0" cy="0"/>
          <a:chOff x="0" y="0"/>
          <a:chExt cx="0" cy="0"/>
        </a:xfrm>
      </p:grpSpPr>
      <p:sp>
        <p:nvSpPr>
          <p:cNvPr id="41"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42" name="Текст заголовка"/>
          <p:cNvSpPr txBox="1">
            <a:spLocks noGrp="1"/>
          </p:cNvSpPr>
          <p:nvPr>
            <p:ph type="title"/>
          </p:nvPr>
        </p:nvSpPr>
        <p:spPr bwMode="auto">
          <a:xfrm>
            <a:off x="1676836" y="753036"/>
            <a:ext cx="21036680" cy="1381688"/>
          </a:xfrm>
          <a:prstGeom prst="rect">
            <a:avLst/>
          </a:prstGeom>
        </p:spPr>
        <p:txBody>
          <a:bodyPr/>
          <a:lstStyle>
            <a:lvl1pPr algn="ctr">
              <a:defRPr>
                <a:solidFill>
                  <a:srgbClr val="404040"/>
                </a:solidFill>
              </a:defRPr>
            </a:lvl1pPr>
          </a:lstStyle>
          <a:p>
            <a:pPr>
              <a:defRPr/>
            </a:pPr>
            <a:r>
              <a:t>Текст заголовка</a:t>
            </a:r>
          </a:p>
        </p:txBody>
      </p:sp>
      <p:sp>
        <p:nvSpPr>
          <p:cNvPr id="43" name="Уровень текста 1…"/>
          <p:cNvSpPr txBox="1">
            <a:spLocks noGrp="1"/>
          </p:cNvSpPr>
          <p:nvPr>
            <p:ph type="body" sz="quarter" idx="1"/>
          </p:nvPr>
        </p:nvSpPr>
        <p:spPr bwMode="auto">
          <a:xfrm>
            <a:off x="1676836" y="2134729"/>
            <a:ext cx="21036680" cy="457202"/>
          </a:xfrm>
          <a:prstGeom prst="rect">
            <a:avLst/>
          </a:prstGeom>
        </p:spPr>
        <p:txBody>
          <a:bodyPr/>
          <a:lstStyle>
            <a:lvl1pPr algn="ctr">
              <a:defRPr sz="3200">
                <a:solidFill>
                  <a:schemeClr val="accent4"/>
                </a:solidFill>
              </a:defRPr>
            </a:lvl1pPr>
            <a:lvl2pPr algn="ctr">
              <a:defRPr sz="3200">
                <a:solidFill>
                  <a:schemeClr val="accent4"/>
                </a:solidFill>
              </a:defRPr>
            </a:lvl2pPr>
            <a:lvl3pPr algn="ctr">
              <a:defRPr sz="3200">
                <a:solidFill>
                  <a:schemeClr val="accent4"/>
                </a:solidFill>
              </a:defRPr>
            </a:lvl3pPr>
            <a:lvl4pPr algn="ctr">
              <a:defRPr sz="3200">
                <a:solidFill>
                  <a:schemeClr val="accent4"/>
                </a:solidFill>
              </a:defRPr>
            </a:lvl4pPr>
            <a:lvl5pPr algn="ct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
        <p:nvSpPr>
          <p:cNvPr id="44" name="Picture Placeholder 8"/>
          <p:cNvSpPr>
            <a:spLocks noGrp="1"/>
          </p:cNvSpPr>
          <p:nvPr>
            <p:ph type="pic" sz="quarter" idx="21"/>
          </p:nvPr>
        </p:nvSpPr>
        <p:spPr bwMode="auto">
          <a:xfrm>
            <a:off x="15768166" y="3938096"/>
            <a:ext cx="6926764" cy="4291504"/>
          </a:xfrm>
          <a:prstGeom prst="rect">
            <a:avLst/>
          </a:prstGeom>
        </p:spPr>
        <p:txBody>
          <a:bodyPr lIns="91439" rIns="91439">
            <a:noAutofit/>
          </a:bodyPr>
          <a:lstStyle/>
          <a:p>
            <a:pPr>
              <a:defRPr/>
            </a:pPr>
            <a:endParaRPr/>
          </a:p>
        </p:txBody>
      </p:sp>
      <p:sp>
        <p:nvSpPr>
          <p:cNvPr id="45" name="Text Placeholder 33"/>
          <p:cNvSpPr>
            <a:spLocks noGrp="1"/>
          </p:cNvSpPr>
          <p:nvPr>
            <p:ph type="body" sz="quarter" idx="22" hasCustomPrompt="1"/>
          </p:nvPr>
        </p:nvSpPr>
        <p:spPr bwMode="auto">
          <a:xfrm>
            <a:off x="8066053" y="3938103"/>
            <a:ext cx="7128082" cy="550330"/>
          </a:xfrm>
          <a:prstGeom prst="rect">
            <a:avLst/>
          </a:prstGeom>
        </p:spPr>
        <p:txBody>
          <a:bodyPr/>
          <a:lstStyle>
            <a:lvl1pPr defTabSz="1700360">
              <a:spcBef>
                <a:spcPts val="1800"/>
              </a:spcBef>
              <a:defRPr sz="3000">
                <a:solidFill>
                  <a:srgbClr val="404040"/>
                </a:solidFill>
                <a:latin typeface="Montserrat Semi Bold"/>
                <a:ea typeface="Montserrat Semi Bold"/>
                <a:cs typeface="Montserrat Semi Bold"/>
              </a:defRPr>
            </a:lvl1pPr>
          </a:lstStyle>
          <a:p>
            <a:pPr>
              <a:defRPr/>
            </a:pPr>
            <a:r>
              <a:t>Text</a:t>
            </a:r>
          </a:p>
        </p:txBody>
      </p:sp>
      <p:sp>
        <p:nvSpPr>
          <p:cNvPr id="46" name="Text Placeholder 33"/>
          <p:cNvSpPr>
            <a:spLocks noGrp="1"/>
          </p:cNvSpPr>
          <p:nvPr>
            <p:ph type="body" sz="quarter" idx="23" hasCustomPrompt="1"/>
          </p:nvPr>
        </p:nvSpPr>
        <p:spPr bwMode="auto">
          <a:xfrm>
            <a:off x="15768173" y="8556338"/>
            <a:ext cx="6981446" cy="1461780"/>
          </a:xfrm>
          <a:prstGeom prst="rect">
            <a:avLst/>
          </a:prstGeom>
        </p:spPr>
        <p:txBody>
          <a:bodyPr/>
          <a:lstStyle>
            <a:lvl1pPr>
              <a:defRPr sz="2000">
                <a:solidFill>
                  <a:schemeClr val="accent4"/>
                </a:solidFill>
              </a:defRPr>
            </a:lvl1pPr>
          </a:lstStyle>
          <a:p>
            <a:pPr>
              <a:defRPr/>
            </a:pPr>
            <a:r>
              <a:t>Text</a:t>
            </a:r>
          </a:p>
        </p:txBody>
      </p:sp>
      <p:sp>
        <p:nvSpPr>
          <p:cNvPr id="47" name="Text Placeholder 33"/>
          <p:cNvSpPr>
            <a:spLocks noGrp="1"/>
          </p:cNvSpPr>
          <p:nvPr>
            <p:ph type="body" sz="quarter" idx="24" hasCustomPrompt="1"/>
          </p:nvPr>
        </p:nvSpPr>
        <p:spPr bwMode="auto">
          <a:xfrm>
            <a:off x="8066053" y="4700107"/>
            <a:ext cx="7128082" cy="3291050"/>
          </a:xfrm>
          <a:prstGeom prst="rect">
            <a:avLst/>
          </a:prstGeom>
        </p:spPr>
        <p:txBody>
          <a:bodyPr/>
          <a:lstStyle>
            <a:lvl1pPr>
              <a:lnSpc>
                <a:spcPct val="150000"/>
              </a:lnSpc>
              <a:defRPr sz="2400">
                <a:solidFill>
                  <a:schemeClr val="accent4"/>
                </a:solidFill>
              </a:defRPr>
            </a:lvl1pPr>
          </a:lstStyle>
          <a:p>
            <a:pPr>
              <a:defRPr/>
            </a:pPr>
            <a:r>
              <a:t>Text</a:t>
            </a:r>
          </a:p>
        </p:txBody>
      </p:sp>
    </p:spTree>
    <p:extLst>
      <p:ext uri="{BB962C8B-B14F-4D97-AF65-F5344CB8AC3E}">
        <p14:creationId xmlns:p14="http://schemas.microsoft.com/office/powerpoint/2010/main" val="1948406287"/>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PhAnim="0" type="tx" userDrawn="1">
  <p:cSld name="2_Title and Content">
    <p:spTree>
      <p:nvGrpSpPr>
        <p:cNvPr id="1" name=""/>
        <p:cNvGrpSpPr/>
        <p:nvPr/>
      </p:nvGrpSpPr>
      <p:grpSpPr bwMode="auto">
        <a:xfrm>
          <a:off x="0" y="0"/>
          <a:ext cx="0" cy="0"/>
          <a:chOff x="0" y="0"/>
          <a:chExt cx="0" cy="0"/>
        </a:xfrm>
      </p:grpSpPr>
      <p:sp>
        <p:nvSpPr>
          <p:cNvPr id="64" name="Rectangle 6"/>
          <p:cNvSpPr/>
          <p:nvPr/>
        </p:nvSpPr>
        <p:spPr bwMode="auto">
          <a:xfrm>
            <a:off x="-1" y="1457323"/>
            <a:ext cx="22749614" cy="10872330"/>
          </a:xfrm>
          <a:prstGeom prst="rect">
            <a:avLst/>
          </a:prstGeom>
          <a:solidFill>
            <a:srgbClr val="DDDDDD"/>
          </a:solidFill>
          <a:ln w="12700">
            <a:miter lim="400000"/>
          </a:ln>
        </p:spPr>
        <p:txBody>
          <a:bodyPr lIns="45720" rIns="45720" anchor="ctr"/>
          <a:lstStyle/>
          <a:p>
            <a:pPr marL="0" marR="0" lvl="0" indent="0" algn="ctr" defTabSz="1828434" rtl="0" eaLnBrk="1" fontAlgn="auto" latinLnBrk="0" hangingPunct="1">
              <a:lnSpc>
                <a:spcPct val="100000"/>
              </a:lnSpc>
              <a:spcBef>
                <a:spcPts val="0"/>
              </a:spcBef>
              <a:spcAft>
                <a:spcPts val="0"/>
              </a:spcAft>
              <a:buClrTx/>
              <a:buSzTx/>
              <a:buFontTx/>
              <a:buNone/>
              <a:tabLst/>
              <a:defRPr>
                <a:solidFill>
                  <a:srgbClr val="FFFFFF"/>
                </a:solidFill>
              </a:defRPr>
            </a:pPr>
            <a:endParaRPr kumimoji="0" sz="3500" b="0" i="0" u="none" strike="noStrike" kern="0" cap="none" spc="0" normalizeH="0" baseline="0" noProof="0">
              <a:ln>
                <a:noFill/>
              </a:ln>
              <a:solidFill>
                <a:srgbClr val="FFFFFF"/>
              </a:solidFill>
              <a:effectLst/>
              <a:uLnTx/>
              <a:uFillTx/>
              <a:latin typeface="Open Sans Light"/>
              <a:ea typeface="Open Sans"/>
              <a:cs typeface="Calibri"/>
              <a:sym typeface="Open Sans"/>
            </a:endParaRPr>
          </a:p>
        </p:txBody>
      </p:sp>
      <p:sp>
        <p:nvSpPr>
          <p:cNvPr id="65" name="Picture Placeholder 13"/>
          <p:cNvSpPr>
            <a:spLocks noGrp="1"/>
          </p:cNvSpPr>
          <p:nvPr>
            <p:ph type="pic" idx="21"/>
          </p:nvPr>
        </p:nvSpPr>
        <p:spPr bwMode="auto">
          <a:xfrm>
            <a:off x="-349805" y="1864518"/>
            <a:ext cx="22553158" cy="10033796"/>
          </a:xfrm>
          <a:prstGeom prst="rect">
            <a:avLst/>
          </a:prstGeom>
        </p:spPr>
        <p:txBody>
          <a:bodyPr lIns="91439" rIns="91439">
            <a:noAutofit/>
          </a:bodyPr>
          <a:lstStyle/>
          <a:p>
            <a:pPr>
              <a:defRPr/>
            </a:pPr>
            <a:endParaRPr/>
          </a:p>
        </p:txBody>
      </p:sp>
      <p:sp>
        <p:nvSpPr>
          <p:cNvPr id="66" name="Picture Placeholder 14"/>
          <p:cNvSpPr>
            <a:spLocks noGrp="1"/>
          </p:cNvSpPr>
          <p:nvPr>
            <p:ph type="pic" idx="22"/>
          </p:nvPr>
        </p:nvSpPr>
        <p:spPr bwMode="auto">
          <a:xfrm>
            <a:off x="-349808" y="1864518"/>
            <a:ext cx="22553156" cy="10033796"/>
          </a:xfrm>
          <a:prstGeom prst="rect">
            <a:avLst/>
          </a:prstGeom>
        </p:spPr>
        <p:txBody>
          <a:bodyPr lIns="91439" rIns="91439">
            <a:noAutofit/>
          </a:bodyPr>
          <a:lstStyle/>
          <a:p>
            <a:pPr>
              <a:defRPr/>
            </a:pPr>
            <a:endParaRPr/>
          </a:p>
        </p:txBody>
      </p:sp>
      <p:sp>
        <p:nvSpPr>
          <p:cNvPr id="67" name="Текст заголовка"/>
          <p:cNvSpPr txBox="1">
            <a:spLocks noGrp="1"/>
          </p:cNvSpPr>
          <p:nvPr>
            <p:ph type="title"/>
          </p:nvPr>
        </p:nvSpPr>
        <p:spPr bwMode="auto">
          <a:xfrm>
            <a:off x="1604219" y="2775886"/>
            <a:ext cx="10518342" cy="1446492"/>
          </a:xfrm>
          <a:prstGeom prst="rect">
            <a:avLst/>
          </a:prstGeom>
        </p:spPr>
        <p:txBody>
          <a:bodyPr/>
          <a:lstStyle>
            <a:lvl1pPr>
              <a:defRPr>
                <a:solidFill>
                  <a:srgbClr val="404040"/>
                </a:solidFill>
              </a:defRPr>
            </a:lvl1pPr>
          </a:lstStyle>
          <a:p>
            <a:pPr>
              <a:defRPr/>
            </a:pPr>
            <a:r>
              <a:t>Текст заголовка</a:t>
            </a:r>
          </a:p>
        </p:txBody>
      </p:sp>
      <p:sp>
        <p:nvSpPr>
          <p:cNvPr id="68" name="Уровень текста 1…"/>
          <p:cNvSpPr txBox="1">
            <a:spLocks noGrp="1"/>
          </p:cNvSpPr>
          <p:nvPr>
            <p:ph type="body" sz="quarter" idx="1"/>
          </p:nvPr>
        </p:nvSpPr>
        <p:spPr bwMode="auto">
          <a:xfrm>
            <a:off x="1604219" y="2260788"/>
            <a:ext cx="10518342" cy="724460"/>
          </a:xfrm>
          <a:prstGeom prst="rect">
            <a:avLst/>
          </a:prstGeom>
        </p:spPr>
        <p:txBody>
          <a:bodyPr/>
          <a:lstStyle>
            <a:lvl1pPr>
              <a:defRPr sz="3200">
                <a:solidFill>
                  <a:schemeClr val="accent4"/>
                </a:solidFill>
              </a:defRPr>
            </a:lvl1pPr>
            <a:lvl2pPr>
              <a:defRPr sz="3200">
                <a:solidFill>
                  <a:schemeClr val="accent4"/>
                </a:solidFill>
              </a:defRPr>
            </a:lvl2pPr>
            <a:lvl3pPr>
              <a:defRPr sz="3200">
                <a:solidFill>
                  <a:schemeClr val="accent4"/>
                </a:solidFill>
              </a:defRPr>
            </a:lvl3pPr>
            <a:lvl4pPr>
              <a:defRPr sz="3200">
                <a:solidFill>
                  <a:schemeClr val="accent4"/>
                </a:solidFill>
              </a:defRPr>
            </a:lvl4pPr>
            <a:lvl5pP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
        <p:nvSpPr>
          <p:cNvPr id="69"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Tree>
    <p:extLst>
      <p:ext uri="{BB962C8B-B14F-4D97-AF65-F5344CB8AC3E}">
        <p14:creationId xmlns:p14="http://schemas.microsoft.com/office/powerpoint/2010/main" val="24452740"/>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PhAnim="0" type="tx" userDrawn="1">
  <p:cSld name="3_Title and Content">
    <p:spTree>
      <p:nvGrpSpPr>
        <p:cNvPr id="1" name=""/>
        <p:cNvGrpSpPr/>
        <p:nvPr/>
      </p:nvGrpSpPr>
      <p:grpSpPr bwMode="auto">
        <a:xfrm>
          <a:off x="0" y="0"/>
          <a:ext cx="0" cy="0"/>
          <a:chOff x="0" y="0"/>
          <a:chExt cx="0" cy="0"/>
        </a:xfrm>
      </p:grpSpPr>
      <p:sp>
        <p:nvSpPr>
          <p:cNvPr id="76" name="Текст заголовка"/>
          <p:cNvSpPr txBox="1">
            <a:spLocks noGrp="1"/>
          </p:cNvSpPr>
          <p:nvPr>
            <p:ph type="title"/>
          </p:nvPr>
        </p:nvSpPr>
        <p:spPr bwMode="auto">
          <a:xfrm>
            <a:off x="1676845" y="628652"/>
            <a:ext cx="10064082" cy="1057276"/>
          </a:xfrm>
          <a:prstGeom prst="rect">
            <a:avLst/>
          </a:prstGeom>
        </p:spPr>
        <p:txBody>
          <a:bodyPr/>
          <a:lstStyle>
            <a:lvl1pPr>
              <a:defRPr sz="5400">
                <a:solidFill>
                  <a:srgbClr val="404040"/>
                </a:solidFill>
              </a:defRPr>
            </a:lvl1pPr>
          </a:lstStyle>
          <a:p>
            <a:pPr>
              <a:defRPr/>
            </a:pPr>
            <a:r>
              <a:t>Текст заголовка</a:t>
            </a:r>
          </a:p>
        </p:txBody>
      </p:sp>
      <p:sp>
        <p:nvSpPr>
          <p:cNvPr id="77" name="Уровень текста 1…"/>
          <p:cNvSpPr txBox="1">
            <a:spLocks noGrp="1"/>
          </p:cNvSpPr>
          <p:nvPr>
            <p:ph type="body" sz="quarter" idx="1"/>
          </p:nvPr>
        </p:nvSpPr>
        <p:spPr bwMode="auto">
          <a:xfrm>
            <a:off x="1676845" y="1685926"/>
            <a:ext cx="10064082" cy="457200"/>
          </a:xfrm>
          <a:prstGeom prst="rect">
            <a:avLst/>
          </a:prstGeom>
        </p:spPr>
        <p:txBody>
          <a:bodyPr/>
          <a:lstStyle>
            <a:lvl1pPr>
              <a:defRPr sz="3200">
                <a:solidFill>
                  <a:schemeClr val="accent4"/>
                </a:solidFill>
              </a:defRPr>
            </a:lvl1pPr>
            <a:lvl2pPr>
              <a:defRPr sz="3200">
                <a:solidFill>
                  <a:schemeClr val="accent4"/>
                </a:solidFill>
              </a:defRPr>
            </a:lvl2pPr>
            <a:lvl3pPr>
              <a:defRPr sz="3200">
                <a:solidFill>
                  <a:schemeClr val="accent4"/>
                </a:solidFill>
              </a:defRPr>
            </a:lvl3pPr>
            <a:lvl4pPr>
              <a:defRPr sz="3200">
                <a:solidFill>
                  <a:schemeClr val="accent4"/>
                </a:solidFill>
              </a:defRPr>
            </a:lvl4pPr>
            <a:lvl5pP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
        <p:nvSpPr>
          <p:cNvPr id="78"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79" name="Straight Connector 7"/>
          <p:cNvSpPr/>
          <p:nvPr/>
        </p:nvSpPr>
        <p:spPr bwMode="auto">
          <a:xfrm>
            <a:off x="1676838" y="2371726"/>
            <a:ext cx="5487832" cy="0"/>
          </a:xfrm>
          <a:prstGeom prst="line">
            <a:avLst/>
          </a:prstGeom>
          <a:ln w="6350">
            <a:solidFill>
              <a:schemeClr val="accent4"/>
            </a:solidFill>
            <a:miter/>
          </a:ln>
        </p:spPr>
        <p:txBody>
          <a:bodyPr lIns="45720" rIns="45720"/>
          <a:lstStyle/>
          <a:p>
            <a:pPr marL="0" marR="0" lvl="0" indent="0" algn="l" defTabSz="1828434" rtl="0" eaLnBrk="1" fontAlgn="auto" latinLnBrk="0" hangingPunct="1">
              <a:lnSpc>
                <a:spcPct val="100000"/>
              </a:lnSpc>
              <a:spcBef>
                <a:spcPts val="0"/>
              </a:spcBef>
              <a:spcAft>
                <a:spcPts val="0"/>
              </a:spcAft>
              <a:buClrTx/>
              <a:buSzTx/>
              <a:buFontTx/>
              <a:buNone/>
              <a:tabLst/>
              <a:defRPr/>
            </a:pPr>
            <a:endParaRPr kumimoji="0" sz="3500" b="0" i="0" u="none" strike="noStrike" kern="0" cap="none" spc="0" normalizeH="0" baseline="0" noProof="0">
              <a:ln>
                <a:noFill/>
              </a:ln>
              <a:solidFill>
                <a:srgbClr val="000000"/>
              </a:solidFill>
              <a:effectLst/>
              <a:uLnTx/>
              <a:uFillTx/>
              <a:latin typeface="Open Sans Light"/>
              <a:ea typeface="Open Sans"/>
              <a:cs typeface="Calibri"/>
              <a:sym typeface="Open Sans"/>
            </a:endParaRPr>
          </a:p>
        </p:txBody>
      </p:sp>
      <p:sp>
        <p:nvSpPr>
          <p:cNvPr id="80" name="Picture Placeholder 11"/>
          <p:cNvSpPr>
            <a:spLocks noGrp="1"/>
          </p:cNvSpPr>
          <p:nvPr>
            <p:ph type="pic" sz="quarter" idx="21"/>
          </p:nvPr>
        </p:nvSpPr>
        <p:spPr bwMode="auto">
          <a:xfrm>
            <a:off x="5239062" y="3918325"/>
            <a:ext cx="2939628" cy="2938098"/>
          </a:xfrm>
          <a:prstGeom prst="rect">
            <a:avLst/>
          </a:prstGeom>
        </p:spPr>
        <p:txBody>
          <a:bodyPr lIns="91439" rIns="91439">
            <a:noAutofit/>
          </a:bodyPr>
          <a:lstStyle/>
          <a:p>
            <a:pPr>
              <a:defRPr/>
            </a:pPr>
            <a:endParaRPr/>
          </a:p>
        </p:txBody>
      </p:sp>
    </p:spTree>
    <p:extLst>
      <p:ext uri="{BB962C8B-B14F-4D97-AF65-F5344CB8AC3E}">
        <p14:creationId xmlns:p14="http://schemas.microsoft.com/office/powerpoint/2010/main" val="1571320322"/>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PhAnim="0" type="tx" userDrawn="1">
  <p:cSld name="4_Title and Content">
    <p:spTree>
      <p:nvGrpSpPr>
        <p:cNvPr id="1" name=""/>
        <p:cNvGrpSpPr/>
        <p:nvPr/>
      </p:nvGrpSpPr>
      <p:grpSpPr bwMode="auto">
        <a:xfrm>
          <a:off x="0" y="0"/>
          <a:ext cx="0" cy="0"/>
          <a:chOff x="0" y="0"/>
          <a:chExt cx="0" cy="0"/>
        </a:xfrm>
      </p:grpSpPr>
      <p:sp>
        <p:nvSpPr>
          <p:cNvPr id="87" name="Picture Placeholder 8"/>
          <p:cNvSpPr>
            <a:spLocks noGrp="1"/>
          </p:cNvSpPr>
          <p:nvPr>
            <p:ph type="pic" idx="21"/>
          </p:nvPr>
        </p:nvSpPr>
        <p:spPr bwMode="auto">
          <a:xfrm>
            <a:off x="1" y="0"/>
            <a:ext cx="14807446" cy="13716000"/>
          </a:xfrm>
          <a:prstGeom prst="rect">
            <a:avLst/>
          </a:prstGeom>
        </p:spPr>
        <p:txBody>
          <a:bodyPr lIns="91439" rIns="91439">
            <a:noAutofit/>
          </a:bodyPr>
          <a:lstStyle/>
          <a:p>
            <a:pPr>
              <a:defRPr/>
            </a:pPr>
            <a:endParaRPr/>
          </a:p>
        </p:txBody>
      </p:sp>
      <p:sp>
        <p:nvSpPr>
          <p:cNvPr id="88" name="Picture Placeholder 8"/>
          <p:cNvSpPr>
            <a:spLocks noGrp="1"/>
          </p:cNvSpPr>
          <p:nvPr>
            <p:ph type="pic" sz="half" idx="22"/>
          </p:nvPr>
        </p:nvSpPr>
        <p:spPr bwMode="auto">
          <a:xfrm>
            <a:off x="14807451" y="0"/>
            <a:ext cx="9582910" cy="13716000"/>
          </a:xfrm>
          <a:prstGeom prst="rect">
            <a:avLst/>
          </a:prstGeom>
        </p:spPr>
        <p:txBody>
          <a:bodyPr lIns="91439" rIns="91439">
            <a:noAutofit/>
          </a:bodyPr>
          <a:lstStyle/>
          <a:p>
            <a:pPr>
              <a:defRPr/>
            </a:pPr>
            <a:endParaRPr/>
          </a:p>
        </p:txBody>
      </p:sp>
      <p:sp>
        <p:nvSpPr>
          <p:cNvPr id="89" name="Текст заголовка"/>
          <p:cNvSpPr txBox="1">
            <a:spLocks noGrp="1"/>
          </p:cNvSpPr>
          <p:nvPr>
            <p:ph type="title"/>
          </p:nvPr>
        </p:nvSpPr>
        <p:spPr bwMode="auto">
          <a:xfrm>
            <a:off x="16311055" y="2931886"/>
            <a:ext cx="6402470" cy="2210028"/>
          </a:xfrm>
          <a:prstGeom prst="rect">
            <a:avLst/>
          </a:prstGeom>
        </p:spPr>
        <p:txBody>
          <a:bodyPr/>
          <a:lstStyle>
            <a:lvl1pPr>
              <a:defRPr sz="8800">
                <a:solidFill>
                  <a:srgbClr val="404040"/>
                </a:solidFill>
              </a:defRPr>
            </a:lvl1pPr>
          </a:lstStyle>
          <a:p>
            <a:pPr>
              <a:defRPr/>
            </a:pPr>
            <a:r>
              <a:t>Текст заголовка</a:t>
            </a:r>
          </a:p>
        </p:txBody>
      </p:sp>
      <p:sp>
        <p:nvSpPr>
          <p:cNvPr id="90" name="Уровень текста 1…"/>
          <p:cNvSpPr txBox="1">
            <a:spLocks noGrp="1"/>
          </p:cNvSpPr>
          <p:nvPr>
            <p:ph type="body" sz="quarter" idx="1"/>
          </p:nvPr>
        </p:nvSpPr>
        <p:spPr bwMode="auto">
          <a:xfrm>
            <a:off x="16382015" y="4875221"/>
            <a:ext cx="6331510" cy="457202"/>
          </a:xfrm>
          <a:prstGeom prst="rect">
            <a:avLst/>
          </a:prstGeom>
        </p:spPr>
        <p:txBody>
          <a:bodyPr/>
          <a:lstStyle>
            <a:lvl1pPr>
              <a:defRPr sz="3200">
                <a:solidFill>
                  <a:schemeClr val="accent4"/>
                </a:solidFill>
              </a:defRPr>
            </a:lvl1pPr>
            <a:lvl2pPr>
              <a:defRPr sz="3200">
                <a:solidFill>
                  <a:schemeClr val="accent4"/>
                </a:solidFill>
              </a:defRPr>
            </a:lvl2pPr>
            <a:lvl3pPr>
              <a:defRPr sz="3200">
                <a:solidFill>
                  <a:schemeClr val="accent4"/>
                </a:solidFill>
              </a:defRPr>
            </a:lvl3pPr>
            <a:lvl4pPr>
              <a:defRPr sz="3200">
                <a:solidFill>
                  <a:schemeClr val="accent4"/>
                </a:solidFill>
              </a:defRPr>
            </a:lvl4pPr>
            <a:lvl5pP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
        <p:nvSpPr>
          <p:cNvPr id="91"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Tree>
    <p:extLst>
      <p:ext uri="{BB962C8B-B14F-4D97-AF65-F5344CB8AC3E}">
        <p14:creationId xmlns:p14="http://schemas.microsoft.com/office/powerpoint/2010/main" val="2578378041"/>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PhAnim="0" type="tx" userDrawn="1">
  <p:cSld name="6_Title and Content">
    <p:spTree>
      <p:nvGrpSpPr>
        <p:cNvPr id="1" name=""/>
        <p:cNvGrpSpPr/>
        <p:nvPr/>
      </p:nvGrpSpPr>
      <p:grpSpPr bwMode="auto">
        <a:xfrm>
          <a:off x="0" y="0"/>
          <a:ext cx="0" cy="0"/>
          <a:chOff x="0" y="0"/>
          <a:chExt cx="0" cy="0"/>
        </a:xfrm>
      </p:grpSpPr>
      <p:sp>
        <p:nvSpPr>
          <p:cNvPr id="98" name="Picture Placeholder 57"/>
          <p:cNvSpPr>
            <a:spLocks noGrp="1"/>
          </p:cNvSpPr>
          <p:nvPr>
            <p:ph type="pic" sz="half" idx="21"/>
          </p:nvPr>
        </p:nvSpPr>
        <p:spPr bwMode="auto">
          <a:xfrm>
            <a:off x="-228720" y="-235851"/>
            <a:ext cx="6925512" cy="14104254"/>
          </a:xfrm>
          <a:prstGeom prst="rect">
            <a:avLst/>
          </a:prstGeom>
          <a:ln w="76200">
            <a:solidFill>
              <a:srgbClr val="FFFFFF"/>
            </a:solidFill>
            <a:round/>
          </a:ln>
        </p:spPr>
        <p:txBody>
          <a:bodyPr lIns="91439" rIns="91439">
            <a:noAutofit/>
          </a:bodyPr>
          <a:lstStyle/>
          <a:p>
            <a:pPr>
              <a:defRPr/>
            </a:pPr>
            <a:endParaRPr/>
          </a:p>
        </p:txBody>
      </p:sp>
      <p:sp>
        <p:nvSpPr>
          <p:cNvPr id="99" name="Picture Placeholder 60"/>
          <p:cNvSpPr>
            <a:spLocks noGrp="1"/>
          </p:cNvSpPr>
          <p:nvPr>
            <p:ph type="pic" sz="half" idx="22"/>
          </p:nvPr>
        </p:nvSpPr>
        <p:spPr bwMode="auto">
          <a:xfrm>
            <a:off x="4018456" y="-235857"/>
            <a:ext cx="8742460" cy="14104258"/>
          </a:xfrm>
          <a:prstGeom prst="rect">
            <a:avLst/>
          </a:prstGeom>
          <a:ln w="76200">
            <a:solidFill>
              <a:srgbClr val="FFFFFF"/>
            </a:solidFill>
            <a:round/>
          </a:ln>
        </p:spPr>
        <p:txBody>
          <a:bodyPr lIns="91439" rIns="91439">
            <a:noAutofit/>
          </a:bodyPr>
          <a:lstStyle/>
          <a:p>
            <a:pPr>
              <a:defRPr/>
            </a:pPr>
            <a:endParaRPr/>
          </a:p>
        </p:txBody>
      </p:sp>
      <p:sp>
        <p:nvSpPr>
          <p:cNvPr id="100" name="Picture Placeholder 63"/>
          <p:cNvSpPr>
            <a:spLocks noGrp="1"/>
          </p:cNvSpPr>
          <p:nvPr>
            <p:ph type="pic" idx="23"/>
          </p:nvPr>
        </p:nvSpPr>
        <p:spPr bwMode="auto">
          <a:xfrm>
            <a:off x="10003309" y="-235853"/>
            <a:ext cx="9858630" cy="14104254"/>
          </a:xfrm>
          <a:prstGeom prst="rect">
            <a:avLst/>
          </a:prstGeom>
          <a:ln w="76200">
            <a:solidFill>
              <a:srgbClr val="FFFFFF"/>
            </a:solidFill>
            <a:round/>
          </a:ln>
        </p:spPr>
        <p:txBody>
          <a:bodyPr lIns="91439" rIns="91439">
            <a:noAutofit/>
          </a:bodyPr>
          <a:lstStyle/>
          <a:p>
            <a:pPr>
              <a:defRPr/>
            </a:pPr>
            <a:endParaRPr/>
          </a:p>
        </p:txBody>
      </p:sp>
      <p:sp>
        <p:nvSpPr>
          <p:cNvPr id="101" name="Picture Placeholder 67"/>
          <p:cNvSpPr>
            <a:spLocks noGrp="1"/>
          </p:cNvSpPr>
          <p:nvPr>
            <p:ph type="pic" sz="half" idx="24"/>
          </p:nvPr>
        </p:nvSpPr>
        <p:spPr bwMode="auto">
          <a:xfrm>
            <a:off x="17266401" y="-235855"/>
            <a:ext cx="7238322" cy="14104258"/>
          </a:xfrm>
          <a:prstGeom prst="rect">
            <a:avLst/>
          </a:prstGeom>
          <a:ln w="76200">
            <a:solidFill>
              <a:srgbClr val="FFFFFF"/>
            </a:solidFill>
            <a:round/>
          </a:ln>
        </p:spPr>
        <p:txBody>
          <a:bodyPr lIns="91439" rIns="91439">
            <a:noAutofit/>
          </a:bodyPr>
          <a:lstStyle/>
          <a:p>
            <a:pPr>
              <a:defRPr/>
            </a:pPr>
            <a:endParaRPr/>
          </a:p>
        </p:txBody>
      </p:sp>
      <p:sp>
        <p:nvSpPr>
          <p:cNvPr id="102" name="Picture Placeholder 8"/>
          <p:cNvSpPr>
            <a:spLocks noGrp="1"/>
          </p:cNvSpPr>
          <p:nvPr>
            <p:ph type="pic" idx="25"/>
          </p:nvPr>
        </p:nvSpPr>
        <p:spPr bwMode="auto">
          <a:xfrm>
            <a:off x="-831705" y="-651331"/>
            <a:ext cx="25797034" cy="14935202"/>
          </a:xfrm>
          <a:prstGeom prst="rect">
            <a:avLst/>
          </a:prstGeom>
        </p:spPr>
        <p:txBody>
          <a:bodyPr lIns="91439" rIns="91439">
            <a:noAutofit/>
          </a:bodyPr>
          <a:lstStyle/>
          <a:p>
            <a:pPr>
              <a:defRPr/>
            </a:pPr>
            <a:endParaRPr/>
          </a:p>
        </p:txBody>
      </p:sp>
      <p:sp>
        <p:nvSpPr>
          <p:cNvPr id="103" name="Текст заголовка"/>
          <p:cNvSpPr txBox="1">
            <a:spLocks noGrp="1"/>
          </p:cNvSpPr>
          <p:nvPr>
            <p:ph type="title"/>
          </p:nvPr>
        </p:nvSpPr>
        <p:spPr bwMode="auto">
          <a:xfrm>
            <a:off x="1676836" y="5759459"/>
            <a:ext cx="21036680" cy="1098550"/>
          </a:xfrm>
          <a:prstGeom prst="rect">
            <a:avLst/>
          </a:prstGeom>
        </p:spPr>
        <p:txBody>
          <a:bodyPr/>
          <a:lstStyle>
            <a:lvl1pPr algn="ctr">
              <a:defRPr>
                <a:solidFill>
                  <a:srgbClr val="404040"/>
                </a:solidFill>
              </a:defRPr>
            </a:lvl1pPr>
          </a:lstStyle>
          <a:p>
            <a:pPr>
              <a:defRPr/>
            </a:pPr>
            <a:r>
              <a:t>Текст заголовка</a:t>
            </a:r>
          </a:p>
        </p:txBody>
      </p:sp>
      <p:sp>
        <p:nvSpPr>
          <p:cNvPr id="104" name="Уровень текста 1…"/>
          <p:cNvSpPr txBox="1">
            <a:spLocks noGrp="1"/>
          </p:cNvSpPr>
          <p:nvPr>
            <p:ph type="body" sz="quarter" idx="1"/>
          </p:nvPr>
        </p:nvSpPr>
        <p:spPr bwMode="auto">
          <a:xfrm>
            <a:off x="1676836" y="6858000"/>
            <a:ext cx="21036680" cy="457200"/>
          </a:xfrm>
          <a:prstGeom prst="rect">
            <a:avLst/>
          </a:prstGeom>
        </p:spPr>
        <p:txBody>
          <a:bodyPr/>
          <a:lstStyle>
            <a:lvl1pPr algn="ctr">
              <a:defRPr sz="3200">
                <a:solidFill>
                  <a:schemeClr val="accent4"/>
                </a:solidFill>
              </a:defRPr>
            </a:lvl1pPr>
            <a:lvl2pPr algn="ctr">
              <a:defRPr sz="3200">
                <a:solidFill>
                  <a:schemeClr val="accent4"/>
                </a:solidFill>
              </a:defRPr>
            </a:lvl2pPr>
            <a:lvl3pPr algn="ctr">
              <a:defRPr sz="3200">
                <a:solidFill>
                  <a:schemeClr val="accent4"/>
                </a:solidFill>
              </a:defRPr>
            </a:lvl3pPr>
            <a:lvl4pPr algn="ctr">
              <a:defRPr sz="3200">
                <a:solidFill>
                  <a:schemeClr val="accent4"/>
                </a:solidFill>
              </a:defRPr>
            </a:lvl4pPr>
            <a:lvl5pPr algn="ct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
        <p:nvSpPr>
          <p:cNvPr id="105" name="Номер слайда"/>
          <p:cNvSpPr txBox="1">
            <a:spLocks noGrp="1"/>
          </p:cNvSpPr>
          <p:nvPr>
            <p:ph type="sldNum" sz="quarter" idx="2"/>
          </p:nvPr>
        </p:nvSpPr>
        <p:spPr bwMode="auto">
          <a:xfrm>
            <a:off x="17023798" y="12489562"/>
            <a:ext cx="451404" cy="446276"/>
          </a:xfrm>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Tree>
    <p:extLst>
      <p:ext uri="{BB962C8B-B14F-4D97-AF65-F5344CB8AC3E}">
        <p14:creationId xmlns:p14="http://schemas.microsoft.com/office/powerpoint/2010/main" val="2893474077"/>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PhAnim="0" type="tx" userDrawn="1">
  <p:cSld name="7_Title and Content">
    <p:spTree>
      <p:nvGrpSpPr>
        <p:cNvPr id="1" name=""/>
        <p:cNvGrpSpPr/>
        <p:nvPr/>
      </p:nvGrpSpPr>
      <p:grpSpPr bwMode="auto">
        <a:xfrm>
          <a:off x="0" y="0"/>
          <a:ext cx="0" cy="0"/>
          <a:chOff x="0" y="0"/>
          <a:chExt cx="0" cy="0"/>
        </a:xfrm>
      </p:grpSpPr>
      <p:sp>
        <p:nvSpPr>
          <p:cNvPr id="112" name="Текст заголовка"/>
          <p:cNvSpPr txBox="1">
            <a:spLocks noGrp="1"/>
          </p:cNvSpPr>
          <p:nvPr>
            <p:ph type="title"/>
          </p:nvPr>
        </p:nvSpPr>
        <p:spPr bwMode="auto">
          <a:xfrm>
            <a:off x="1676836" y="618573"/>
            <a:ext cx="21036680" cy="1381686"/>
          </a:xfrm>
          <a:prstGeom prst="rect">
            <a:avLst/>
          </a:prstGeom>
        </p:spPr>
        <p:txBody>
          <a:bodyPr/>
          <a:lstStyle>
            <a:lvl1pPr algn="ctr">
              <a:defRPr>
                <a:solidFill>
                  <a:srgbClr val="404040"/>
                </a:solidFill>
              </a:defRPr>
            </a:lvl1pPr>
          </a:lstStyle>
          <a:p>
            <a:pPr>
              <a:defRPr/>
            </a:pPr>
            <a:r>
              <a:t>Текст заголовка</a:t>
            </a:r>
          </a:p>
        </p:txBody>
      </p:sp>
      <p:sp>
        <p:nvSpPr>
          <p:cNvPr id="113" name="Уровень текста 1…"/>
          <p:cNvSpPr txBox="1">
            <a:spLocks noGrp="1"/>
          </p:cNvSpPr>
          <p:nvPr>
            <p:ph type="body" sz="quarter" idx="1"/>
          </p:nvPr>
        </p:nvSpPr>
        <p:spPr bwMode="auto">
          <a:xfrm>
            <a:off x="1676836" y="2000250"/>
            <a:ext cx="21036680" cy="457200"/>
          </a:xfrm>
          <a:prstGeom prst="rect">
            <a:avLst/>
          </a:prstGeom>
        </p:spPr>
        <p:txBody>
          <a:bodyPr/>
          <a:lstStyle>
            <a:lvl1pPr algn="ctr">
              <a:defRPr sz="3200">
                <a:solidFill>
                  <a:schemeClr val="accent4"/>
                </a:solidFill>
              </a:defRPr>
            </a:lvl1pPr>
            <a:lvl2pPr algn="ctr">
              <a:defRPr sz="3200">
                <a:solidFill>
                  <a:schemeClr val="accent4"/>
                </a:solidFill>
              </a:defRPr>
            </a:lvl2pPr>
            <a:lvl3pPr algn="ctr">
              <a:defRPr sz="3200">
                <a:solidFill>
                  <a:schemeClr val="accent4"/>
                </a:solidFill>
              </a:defRPr>
            </a:lvl3pPr>
            <a:lvl4pPr algn="ctr">
              <a:defRPr sz="3200">
                <a:solidFill>
                  <a:schemeClr val="accent4"/>
                </a:solidFill>
              </a:defRPr>
            </a:lvl4pPr>
            <a:lvl5pPr algn="ct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
        <p:nvSpPr>
          <p:cNvPr id="114"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115" name="Picture Placeholder 8"/>
          <p:cNvSpPr>
            <a:spLocks noGrp="1"/>
          </p:cNvSpPr>
          <p:nvPr>
            <p:ph type="pic" sz="quarter" idx="21"/>
          </p:nvPr>
        </p:nvSpPr>
        <p:spPr bwMode="auto">
          <a:xfrm>
            <a:off x="886295" y="3899655"/>
            <a:ext cx="5079846" cy="5758706"/>
          </a:xfrm>
          <a:prstGeom prst="rect">
            <a:avLst/>
          </a:prstGeom>
        </p:spPr>
        <p:txBody>
          <a:bodyPr lIns="91439" rIns="91439">
            <a:noAutofit/>
          </a:bodyPr>
          <a:lstStyle/>
          <a:p>
            <a:pPr>
              <a:defRPr/>
            </a:pPr>
            <a:endParaRPr/>
          </a:p>
        </p:txBody>
      </p:sp>
      <p:sp>
        <p:nvSpPr>
          <p:cNvPr id="116" name="Picture Placeholder 8"/>
          <p:cNvSpPr>
            <a:spLocks noGrp="1"/>
          </p:cNvSpPr>
          <p:nvPr>
            <p:ph type="pic" sz="quarter" idx="22"/>
          </p:nvPr>
        </p:nvSpPr>
        <p:spPr bwMode="auto">
          <a:xfrm>
            <a:off x="6722743" y="3899655"/>
            <a:ext cx="5079846" cy="5758706"/>
          </a:xfrm>
          <a:prstGeom prst="rect">
            <a:avLst/>
          </a:prstGeom>
        </p:spPr>
        <p:txBody>
          <a:bodyPr lIns="91439" rIns="91439">
            <a:noAutofit/>
          </a:bodyPr>
          <a:lstStyle/>
          <a:p>
            <a:pPr>
              <a:defRPr/>
            </a:pPr>
            <a:endParaRPr/>
          </a:p>
        </p:txBody>
      </p:sp>
      <p:sp>
        <p:nvSpPr>
          <p:cNvPr id="117" name="Picture Placeholder 8"/>
          <p:cNvSpPr>
            <a:spLocks noGrp="1"/>
          </p:cNvSpPr>
          <p:nvPr>
            <p:ph type="pic" sz="quarter" idx="23"/>
          </p:nvPr>
        </p:nvSpPr>
        <p:spPr bwMode="auto">
          <a:xfrm>
            <a:off x="12559185" y="3899655"/>
            <a:ext cx="5079846" cy="5758706"/>
          </a:xfrm>
          <a:prstGeom prst="rect">
            <a:avLst/>
          </a:prstGeom>
        </p:spPr>
        <p:txBody>
          <a:bodyPr lIns="91439" rIns="91439">
            <a:noAutofit/>
          </a:bodyPr>
          <a:lstStyle/>
          <a:p>
            <a:pPr>
              <a:defRPr/>
            </a:pPr>
            <a:endParaRPr/>
          </a:p>
        </p:txBody>
      </p:sp>
      <p:sp>
        <p:nvSpPr>
          <p:cNvPr id="118" name="Picture Placeholder 8"/>
          <p:cNvSpPr>
            <a:spLocks noGrp="1"/>
          </p:cNvSpPr>
          <p:nvPr>
            <p:ph type="pic" sz="quarter" idx="24"/>
          </p:nvPr>
        </p:nvSpPr>
        <p:spPr bwMode="auto">
          <a:xfrm>
            <a:off x="18395641" y="3899655"/>
            <a:ext cx="5079846" cy="5758706"/>
          </a:xfrm>
          <a:prstGeom prst="rect">
            <a:avLst/>
          </a:prstGeom>
        </p:spPr>
        <p:txBody>
          <a:bodyPr lIns="91439" rIns="91439">
            <a:noAutofit/>
          </a:bodyPr>
          <a:lstStyle/>
          <a:p>
            <a:pPr>
              <a:defRPr/>
            </a:pPr>
            <a:endParaRPr/>
          </a:p>
        </p:txBody>
      </p:sp>
      <p:sp>
        <p:nvSpPr>
          <p:cNvPr id="119" name="Picture Placeholder 17"/>
          <p:cNvSpPr>
            <a:spLocks noGrp="1"/>
          </p:cNvSpPr>
          <p:nvPr>
            <p:ph type="pic" sz="quarter" idx="25"/>
          </p:nvPr>
        </p:nvSpPr>
        <p:spPr bwMode="auto">
          <a:xfrm>
            <a:off x="3468915" y="7772403"/>
            <a:ext cx="2674902" cy="615950"/>
          </a:xfrm>
          <a:prstGeom prst="rect">
            <a:avLst/>
          </a:prstGeom>
        </p:spPr>
        <p:txBody>
          <a:bodyPr lIns="91439" rIns="91439">
            <a:noAutofit/>
          </a:bodyPr>
          <a:lstStyle/>
          <a:p>
            <a:pPr>
              <a:defRPr/>
            </a:pPr>
            <a:endParaRPr/>
          </a:p>
        </p:txBody>
      </p:sp>
      <p:sp>
        <p:nvSpPr>
          <p:cNvPr id="120" name="Picture Placeholder 20"/>
          <p:cNvSpPr>
            <a:spLocks noGrp="1"/>
          </p:cNvSpPr>
          <p:nvPr>
            <p:ph type="pic" sz="quarter" idx="26"/>
          </p:nvPr>
        </p:nvSpPr>
        <p:spPr bwMode="auto">
          <a:xfrm>
            <a:off x="9277180" y="7772403"/>
            <a:ext cx="2674904" cy="615950"/>
          </a:xfrm>
          <a:prstGeom prst="rect">
            <a:avLst/>
          </a:prstGeom>
        </p:spPr>
        <p:txBody>
          <a:bodyPr lIns="91439" rIns="91439">
            <a:noAutofit/>
          </a:bodyPr>
          <a:lstStyle/>
          <a:p>
            <a:pPr>
              <a:defRPr/>
            </a:pPr>
            <a:endParaRPr/>
          </a:p>
        </p:txBody>
      </p:sp>
      <p:sp>
        <p:nvSpPr>
          <p:cNvPr id="121" name="Picture Placeholder 23"/>
          <p:cNvSpPr>
            <a:spLocks noGrp="1"/>
          </p:cNvSpPr>
          <p:nvPr>
            <p:ph type="pic" sz="quarter" idx="27"/>
          </p:nvPr>
        </p:nvSpPr>
        <p:spPr bwMode="auto">
          <a:xfrm>
            <a:off x="15099109" y="7772403"/>
            <a:ext cx="2674902" cy="615950"/>
          </a:xfrm>
          <a:prstGeom prst="rect">
            <a:avLst/>
          </a:prstGeom>
        </p:spPr>
        <p:txBody>
          <a:bodyPr lIns="91439" rIns="91439">
            <a:noAutofit/>
          </a:bodyPr>
          <a:lstStyle/>
          <a:p>
            <a:pPr>
              <a:defRPr/>
            </a:pPr>
            <a:endParaRPr/>
          </a:p>
        </p:txBody>
      </p:sp>
      <p:sp>
        <p:nvSpPr>
          <p:cNvPr id="122" name="Picture Placeholder 26"/>
          <p:cNvSpPr>
            <a:spLocks noGrp="1"/>
          </p:cNvSpPr>
          <p:nvPr>
            <p:ph type="pic" sz="quarter" idx="28"/>
          </p:nvPr>
        </p:nvSpPr>
        <p:spPr bwMode="auto">
          <a:xfrm>
            <a:off x="20935563" y="7772403"/>
            <a:ext cx="2674902" cy="615950"/>
          </a:xfrm>
          <a:prstGeom prst="rect">
            <a:avLst/>
          </a:prstGeom>
        </p:spPr>
        <p:txBody>
          <a:bodyPr lIns="91439" rIns="91439">
            <a:noAutofit/>
          </a:bodyPr>
          <a:lstStyle/>
          <a:p>
            <a:pPr>
              <a:defRPr/>
            </a:pPr>
            <a:endParaRPr/>
          </a:p>
        </p:txBody>
      </p:sp>
      <p:sp>
        <p:nvSpPr>
          <p:cNvPr id="123" name="Text Placeholder 28"/>
          <p:cNvSpPr>
            <a:spLocks noGrp="1"/>
          </p:cNvSpPr>
          <p:nvPr>
            <p:ph type="body" sz="quarter" idx="29" hasCustomPrompt="1"/>
          </p:nvPr>
        </p:nvSpPr>
        <p:spPr bwMode="auto">
          <a:xfrm>
            <a:off x="3653159" y="7897812"/>
            <a:ext cx="2312982" cy="365128"/>
          </a:xfrm>
          <a:prstGeom prst="rect">
            <a:avLst/>
          </a:prstGeom>
        </p:spPr>
        <p:txBody>
          <a:bodyPr/>
          <a:lstStyle>
            <a:lvl1pPr defTabSz="1243272">
              <a:spcBef>
                <a:spcPts val="1300"/>
              </a:spcBef>
              <a:defRPr sz="1650">
                <a:solidFill>
                  <a:srgbClr val="FFFFFF"/>
                </a:solidFill>
              </a:defRPr>
            </a:lvl1pPr>
          </a:lstStyle>
          <a:p>
            <a:pPr>
              <a:defRPr/>
            </a:pPr>
            <a:r>
              <a:t>Text</a:t>
            </a:r>
          </a:p>
        </p:txBody>
      </p:sp>
      <p:sp>
        <p:nvSpPr>
          <p:cNvPr id="124" name="Text Placeholder 28"/>
          <p:cNvSpPr>
            <a:spLocks noGrp="1"/>
          </p:cNvSpPr>
          <p:nvPr>
            <p:ph type="body" sz="quarter" idx="30" hasCustomPrompt="1"/>
          </p:nvPr>
        </p:nvSpPr>
        <p:spPr bwMode="auto">
          <a:xfrm>
            <a:off x="9453096" y="7897812"/>
            <a:ext cx="2312980" cy="365128"/>
          </a:xfrm>
          <a:prstGeom prst="rect">
            <a:avLst/>
          </a:prstGeom>
        </p:spPr>
        <p:txBody>
          <a:bodyPr/>
          <a:lstStyle>
            <a:lvl1pPr defTabSz="1243272">
              <a:spcBef>
                <a:spcPts val="1300"/>
              </a:spcBef>
              <a:defRPr sz="1650">
                <a:solidFill>
                  <a:srgbClr val="FFFFFF"/>
                </a:solidFill>
              </a:defRPr>
            </a:lvl1pPr>
          </a:lstStyle>
          <a:p>
            <a:pPr>
              <a:defRPr/>
            </a:pPr>
            <a:r>
              <a:t>Text</a:t>
            </a:r>
          </a:p>
        </p:txBody>
      </p:sp>
      <p:sp>
        <p:nvSpPr>
          <p:cNvPr id="125" name="Text Placeholder 28"/>
          <p:cNvSpPr>
            <a:spLocks noGrp="1"/>
          </p:cNvSpPr>
          <p:nvPr>
            <p:ph type="body" sz="quarter" idx="31" hasCustomPrompt="1"/>
          </p:nvPr>
        </p:nvSpPr>
        <p:spPr bwMode="auto">
          <a:xfrm>
            <a:off x="15280068" y="7897812"/>
            <a:ext cx="2312980" cy="365128"/>
          </a:xfrm>
          <a:prstGeom prst="rect">
            <a:avLst/>
          </a:prstGeom>
        </p:spPr>
        <p:txBody>
          <a:bodyPr/>
          <a:lstStyle>
            <a:lvl1pPr defTabSz="1243272">
              <a:spcBef>
                <a:spcPts val="1300"/>
              </a:spcBef>
              <a:defRPr sz="1650">
                <a:solidFill>
                  <a:srgbClr val="FFFFFF"/>
                </a:solidFill>
              </a:defRPr>
            </a:lvl1pPr>
          </a:lstStyle>
          <a:p>
            <a:pPr>
              <a:defRPr/>
            </a:pPr>
            <a:r>
              <a:t>Text</a:t>
            </a:r>
          </a:p>
        </p:txBody>
      </p:sp>
      <p:sp>
        <p:nvSpPr>
          <p:cNvPr id="126" name="Text Placeholder 28"/>
          <p:cNvSpPr>
            <a:spLocks noGrp="1"/>
          </p:cNvSpPr>
          <p:nvPr>
            <p:ph type="body" sz="quarter" idx="32" hasCustomPrompt="1"/>
          </p:nvPr>
        </p:nvSpPr>
        <p:spPr bwMode="auto">
          <a:xfrm>
            <a:off x="21116518" y="7897812"/>
            <a:ext cx="2312980" cy="365128"/>
          </a:xfrm>
          <a:prstGeom prst="rect">
            <a:avLst/>
          </a:prstGeom>
        </p:spPr>
        <p:txBody>
          <a:bodyPr/>
          <a:lstStyle>
            <a:lvl1pPr defTabSz="1243272">
              <a:spcBef>
                <a:spcPts val="1300"/>
              </a:spcBef>
              <a:defRPr sz="1650">
                <a:solidFill>
                  <a:srgbClr val="FFFFFF"/>
                </a:solidFill>
              </a:defRPr>
            </a:lvl1pPr>
          </a:lstStyle>
          <a:p>
            <a:pPr>
              <a:defRPr/>
            </a:pPr>
            <a:r>
              <a:t>Text</a:t>
            </a:r>
          </a:p>
        </p:txBody>
      </p:sp>
      <p:sp>
        <p:nvSpPr>
          <p:cNvPr id="127" name="Text Placeholder 33"/>
          <p:cNvSpPr>
            <a:spLocks noGrp="1"/>
          </p:cNvSpPr>
          <p:nvPr>
            <p:ph type="body" sz="quarter" idx="33" hasCustomPrompt="1"/>
          </p:nvPr>
        </p:nvSpPr>
        <p:spPr bwMode="auto">
          <a:xfrm>
            <a:off x="886293" y="10004433"/>
            <a:ext cx="5079846" cy="415926"/>
          </a:xfrm>
          <a:prstGeom prst="rect">
            <a:avLst/>
          </a:prstGeom>
        </p:spPr>
        <p:txBody>
          <a:bodyPr/>
          <a:lstStyle>
            <a:lvl1pPr algn="ctr" defTabSz="1426108">
              <a:spcBef>
                <a:spcPts val="1500"/>
              </a:spcBef>
              <a:defRPr sz="2200">
                <a:solidFill>
                  <a:srgbClr val="404040"/>
                </a:solidFill>
                <a:latin typeface="Montserrat Semi Bold"/>
                <a:ea typeface="Montserrat Semi Bold"/>
                <a:cs typeface="Montserrat Semi Bold"/>
              </a:defRPr>
            </a:lvl1pPr>
          </a:lstStyle>
          <a:p>
            <a:pPr>
              <a:defRPr/>
            </a:pPr>
            <a:r>
              <a:t>Text</a:t>
            </a:r>
          </a:p>
        </p:txBody>
      </p:sp>
      <p:sp>
        <p:nvSpPr>
          <p:cNvPr id="128" name="Text Placeholder 33"/>
          <p:cNvSpPr>
            <a:spLocks noGrp="1"/>
          </p:cNvSpPr>
          <p:nvPr>
            <p:ph type="body" sz="quarter" idx="34" hasCustomPrompt="1"/>
          </p:nvPr>
        </p:nvSpPr>
        <p:spPr bwMode="auto">
          <a:xfrm>
            <a:off x="886293" y="10614035"/>
            <a:ext cx="5079846" cy="1113518"/>
          </a:xfrm>
          <a:prstGeom prst="rect">
            <a:avLst/>
          </a:prstGeom>
        </p:spPr>
        <p:txBody>
          <a:bodyPr/>
          <a:lstStyle>
            <a:lvl1pPr algn="ctr">
              <a:defRPr sz="2400">
                <a:solidFill>
                  <a:schemeClr val="accent4"/>
                </a:solidFill>
              </a:defRPr>
            </a:lvl1pPr>
          </a:lstStyle>
          <a:p>
            <a:pPr>
              <a:defRPr/>
            </a:pPr>
            <a:r>
              <a:t>Text</a:t>
            </a:r>
          </a:p>
        </p:txBody>
      </p:sp>
      <p:sp>
        <p:nvSpPr>
          <p:cNvPr id="129" name="Text Placeholder 33"/>
          <p:cNvSpPr>
            <a:spLocks noGrp="1"/>
          </p:cNvSpPr>
          <p:nvPr>
            <p:ph type="body" sz="quarter" idx="35" hasCustomPrompt="1"/>
          </p:nvPr>
        </p:nvSpPr>
        <p:spPr bwMode="auto">
          <a:xfrm>
            <a:off x="6686239" y="10004433"/>
            <a:ext cx="5079846" cy="415926"/>
          </a:xfrm>
          <a:prstGeom prst="rect">
            <a:avLst/>
          </a:prstGeom>
        </p:spPr>
        <p:txBody>
          <a:bodyPr/>
          <a:lstStyle>
            <a:lvl1pPr algn="ctr" defTabSz="1426108">
              <a:spcBef>
                <a:spcPts val="1500"/>
              </a:spcBef>
              <a:defRPr sz="2200">
                <a:solidFill>
                  <a:srgbClr val="404040"/>
                </a:solidFill>
                <a:latin typeface="Montserrat Semi Bold"/>
                <a:ea typeface="Montserrat Semi Bold"/>
                <a:cs typeface="Montserrat Semi Bold"/>
              </a:defRPr>
            </a:lvl1pPr>
          </a:lstStyle>
          <a:p>
            <a:pPr>
              <a:defRPr/>
            </a:pPr>
            <a:r>
              <a:t>Text</a:t>
            </a:r>
          </a:p>
        </p:txBody>
      </p:sp>
      <p:sp>
        <p:nvSpPr>
          <p:cNvPr id="130" name="Text Placeholder 33"/>
          <p:cNvSpPr>
            <a:spLocks noGrp="1"/>
          </p:cNvSpPr>
          <p:nvPr>
            <p:ph type="body" sz="quarter" idx="36" hasCustomPrompt="1"/>
          </p:nvPr>
        </p:nvSpPr>
        <p:spPr bwMode="auto">
          <a:xfrm>
            <a:off x="6686239" y="10614035"/>
            <a:ext cx="5079846" cy="1113518"/>
          </a:xfrm>
          <a:prstGeom prst="rect">
            <a:avLst/>
          </a:prstGeom>
        </p:spPr>
        <p:txBody>
          <a:bodyPr/>
          <a:lstStyle>
            <a:lvl1pPr algn="ctr">
              <a:defRPr sz="2400">
                <a:solidFill>
                  <a:schemeClr val="accent4"/>
                </a:solidFill>
              </a:defRPr>
            </a:lvl1pPr>
          </a:lstStyle>
          <a:p>
            <a:pPr>
              <a:defRPr/>
            </a:pPr>
            <a:r>
              <a:t>Text</a:t>
            </a:r>
          </a:p>
        </p:txBody>
      </p:sp>
      <p:sp>
        <p:nvSpPr>
          <p:cNvPr id="131" name="Text Placeholder 33"/>
          <p:cNvSpPr>
            <a:spLocks noGrp="1"/>
          </p:cNvSpPr>
          <p:nvPr>
            <p:ph type="body" sz="quarter" idx="37" hasCustomPrompt="1"/>
          </p:nvPr>
        </p:nvSpPr>
        <p:spPr bwMode="auto">
          <a:xfrm>
            <a:off x="12559185" y="10001057"/>
            <a:ext cx="5079846" cy="415926"/>
          </a:xfrm>
          <a:prstGeom prst="rect">
            <a:avLst/>
          </a:prstGeom>
        </p:spPr>
        <p:txBody>
          <a:bodyPr/>
          <a:lstStyle>
            <a:lvl1pPr algn="ctr" defTabSz="1426108">
              <a:spcBef>
                <a:spcPts val="1500"/>
              </a:spcBef>
              <a:defRPr sz="2200">
                <a:solidFill>
                  <a:srgbClr val="404040"/>
                </a:solidFill>
                <a:latin typeface="Montserrat Semi Bold"/>
                <a:ea typeface="Montserrat Semi Bold"/>
                <a:cs typeface="Montserrat Semi Bold"/>
              </a:defRPr>
            </a:lvl1pPr>
          </a:lstStyle>
          <a:p>
            <a:pPr>
              <a:defRPr/>
            </a:pPr>
            <a:r>
              <a:t>Text</a:t>
            </a:r>
          </a:p>
        </p:txBody>
      </p:sp>
      <p:sp>
        <p:nvSpPr>
          <p:cNvPr id="132" name="Text Placeholder 33"/>
          <p:cNvSpPr>
            <a:spLocks noGrp="1"/>
          </p:cNvSpPr>
          <p:nvPr>
            <p:ph type="body" sz="quarter" idx="38" hasCustomPrompt="1"/>
          </p:nvPr>
        </p:nvSpPr>
        <p:spPr bwMode="auto">
          <a:xfrm>
            <a:off x="12559185" y="10610661"/>
            <a:ext cx="5079846" cy="1113518"/>
          </a:xfrm>
          <a:prstGeom prst="rect">
            <a:avLst/>
          </a:prstGeom>
        </p:spPr>
        <p:txBody>
          <a:bodyPr/>
          <a:lstStyle>
            <a:lvl1pPr algn="ctr">
              <a:defRPr sz="2400">
                <a:solidFill>
                  <a:schemeClr val="accent4"/>
                </a:solidFill>
              </a:defRPr>
            </a:lvl1pPr>
          </a:lstStyle>
          <a:p>
            <a:pPr>
              <a:defRPr/>
            </a:pPr>
            <a:r>
              <a:t>Text</a:t>
            </a:r>
          </a:p>
        </p:txBody>
      </p:sp>
      <p:sp>
        <p:nvSpPr>
          <p:cNvPr id="133" name="Text Placeholder 33"/>
          <p:cNvSpPr>
            <a:spLocks noGrp="1"/>
          </p:cNvSpPr>
          <p:nvPr>
            <p:ph type="body" sz="quarter" idx="39" hasCustomPrompt="1"/>
          </p:nvPr>
        </p:nvSpPr>
        <p:spPr bwMode="auto">
          <a:xfrm>
            <a:off x="18359135" y="10001057"/>
            <a:ext cx="5079846" cy="415926"/>
          </a:xfrm>
          <a:prstGeom prst="rect">
            <a:avLst/>
          </a:prstGeom>
        </p:spPr>
        <p:txBody>
          <a:bodyPr/>
          <a:lstStyle>
            <a:lvl1pPr algn="ctr" defTabSz="1426108">
              <a:spcBef>
                <a:spcPts val="1500"/>
              </a:spcBef>
              <a:defRPr sz="2200">
                <a:solidFill>
                  <a:srgbClr val="404040"/>
                </a:solidFill>
                <a:latin typeface="Montserrat Semi Bold"/>
                <a:ea typeface="Montserrat Semi Bold"/>
                <a:cs typeface="Montserrat Semi Bold"/>
              </a:defRPr>
            </a:lvl1pPr>
          </a:lstStyle>
          <a:p>
            <a:pPr>
              <a:defRPr/>
            </a:pPr>
            <a:r>
              <a:t>Text</a:t>
            </a:r>
          </a:p>
        </p:txBody>
      </p:sp>
      <p:sp>
        <p:nvSpPr>
          <p:cNvPr id="134" name="Text Placeholder 33"/>
          <p:cNvSpPr>
            <a:spLocks noGrp="1"/>
          </p:cNvSpPr>
          <p:nvPr>
            <p:ph type="body" sz="quarter" idx="40" hasCustomPrompt="1"/>
          </p:nvPr>
        </p:nvSpPr>
        <p:spPr bwMode="auto">
          <a:xfrm>
            <a:off x="18359135" y="10610661"/>
            <a:ext cx="5079846" cy="1113518"/>
          </a:xfrm>
          <a:prstGeom prst="rect">
            <a:avLst/>
          </a:prstGeom>
        </p:spPr>
        <p:txBody>
          <a:bodyPr/>
          <a:lstStyle>
            <a:lvl1pPr algn="ctr">
              <a:defRPr sz="2400">
                <a:solidFill>
                  <a:schemeClr val="accent4"/>
                </a:solidFill>
              </a:defRPr>
            </a:lvl1pPr>
          </a:lstStyle>
          <a:p>
            <a:pPr>
              <a:defRPr/>
            </a:pPr>
            <a:r>
              <a:t>Text</a:t>
            </a:r>
          </a:p>
        </p:txBody>
      </p:sp>
    </p:spTree>
    <p:extLst>
      <p:ext uri="{BB962C8B-B14F-4D97-AF65-F5344CB8AC3E}">
        <p14:creationId xmlns:p14="http://schemas.microsoft.com/office/powerpoint/2010/main" val="3461177097"/>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PhAnim="0" type="tx" userDrawn="1">
  <p:cSld name="8_Title and Content">
    <p:spTree>
      <p:nvGrpSpPr>
        <p:cNvPr id="1" name=""/>
        <p:cNvGrpSpPr/>
        <p:nvPr/>
      </p:nvGrpSpPr>
      <p:grpSpPr bwMode="auto">
        <a:xfrm>
          <a:off x="0" y="0"/>
          <a:ext cx="0" cy="0"/>
          <a:chOff x="0" y="0"/>
          <a:chExt cx="0" cy="0"/>
        </a:xfrm>
      </p:grpSpPr>
      <p:sp>
        <p:nvSpPr>
          <p:cNvPr id="141" name="Текст заголовка"/>
          <p:cNvSpPr txBox="1">
            <a:spLocks noGrp="1"/>
          </p:cNvSpPr>
          <p:nvPr>
            <p:ph type="title"/>
          </p:nvPr>
        </p:nvSpPr>
        <p:spPr bwMode="auto">
          <a:xfrm>
            <a:off x="1676836" y="479052"/>
            <a:ext cx="21036680" cy="1521200"/>
          </a:xfrm>
          <a:prstGeom prst="rect">
            <a:avLst/>
          </a:prstGeom>
        </p:spPr>
        <p:txBody>
          <a:bodyPr/>
          <a:lstStyle>
            <a:lvl1pPr algn="ctr">
              <a:defRPr>
                <a:solidFill>
                  <a:srgbClr val="404040"/>
                </a:solidFill>
              </a:defRPr>
            </a:lvl1pPr>
          </a:lstStyle>
          <a:p>
            <a:pPr>
              <a:defRPr/>
            </a:pPr>
            <a:r>
              <a:t>Текст заголовка</a:t>
            </a:r>
          </a:p>
        </p:txBody>
      </p:sp>
      <p:sp>
        <p:nvSpPr>
          <p:cNvPr id="142" name="Уровень текста 1…"/>
          <p:cNvSpPr txBox="1">
            <a:spLocks noGrp="1"/>
          </p:cNvSpPr>
          <p:nvPr>
            <p:ph type="body" sz="quarter" idx="1"/>
          </p:nvPr>
        </p:nvSpPr>
        <p:spPr bwMode="auto">
          <a:xfrm>
            <a:off x="1676836" y="2000250"/>
            <a:ext cx="21036680" cy="457200"/>
          </a:xfrm>
          <a:prstGeom prst="rect">
            <a:avLst/>
          </a:prstGeom>
        </p:spPr>
        <p:txBody>
          <a:bodyPr/>
          <a:lstStyle>
            <a:lvl1pPr algn="ctr">
              <a:defRPr sz="3200">
                <a:solidFill>
                  <a:schemeClr val="accent4"/>
                </a:solidFill>
              </a:defRPr>
            </a:lvl1pPr>
            <a:lvl2pPr algn="ctr">
              <a:defRPr sz="3200">
                <a:solidFill>
                  <a:schemeClr val="accent4"/>
                </a:solidFill>
              </a:defRPr>
            </a:lvl2pPr>
            <a:lvl3pPr algn="ctr">
              <a:defRPr sz="3200">
                <a:solidFill>
                  <a:schemeClr val="accent4"/>
                </a:solidFill>
              </a:defRPr>
            </a:lvl3pPr>
            <a:lvl4pPr algn="ctr">
              <a:defRPr sz="3200">
                <a:solidFill>
                  <a:schemeClr val="accent4"/>
                </a:solidFill>
              </a:defRPr>
            </a:lvl4pPr>
            <a:lvl5pPr algn="ct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
        <p:nvSpPr>
          <p:cNvPr id="143"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144" name="Picture Placeholder 8"/>
          <p:cNvSpPr>
            <a:spLocks noGrp="1"/>
          </p:cNvSpPr>
          <p:nvPr>
            <p:ph type="pic" sz="quarter" idx="21"/>
          </p:nvPr>
        </p:nvSpPr>
        <p:spPr bwMode="auto">
          <a:xfrm>
            <a:off x="1604212" y="3978648"/>
            <a:ext cx="4181040" cy="3713072"/>
          </a:xfrm>
          <a:prstGeom prst="rect">
            <a:avLst/>
          </a:prstGeom>
        </p:spPr>
        <p:txBody>
          <a:bodyPr lIns="91439" rIns="91439">
            <a:noAutofit/>
          </a:bodyPr>
          <a:lstStyle/>
          <a:p>
            <a:pPr>
              <a:defRPr/>
            </a:pPr>
            <a:endParaRPr/>
          </a:p>
        </p:txBody>
      </p:sp>
      <p:sp>
        <p:nvSpPr>
          <p:cNvPr id="145" name="Picture Placeholder 8"/>
          <p:cNvSpPr>
            <a:spLocks noGrp="1"/>
          </p:cNvSpPr>
          <p:nvPr>
            <p:ph type="pic" sz="quarter" idx="22"/>
          </p:nvPr>
        </p:nvSpPr>
        <p:spPr bwMode="auto">
          <a:xfrm>
            <a:off x="6215778" y="3978648"/>
            <a:ext cx="4181040" cy="3713072"/>
          </a:xfrm>
          <a:prstGeom prst="rect">
            <a:avLst/>
          </a:prstGeom>
        </p:spPr>
        <p:txBody>
          <a:bodyPr lIns="91439" rIns="91439">
            <a:noAutofit/>
          </a:bodyPr>
          <a:lstStyle/>
          <a:p>
            <a:pPr>
              <a:defRPr/>
            </a:pPr>
            <a:endParaRPr/>
          </a:p>
        </p:txBody>
      </p:sp>
      <p:sp>
        <p:nvSpPr>
          <p:cNvPr id="146" name="Picture Placeholder 8"/>
          <p:cNvSpPr>
            <a:spLocks noGrp="1"/>
          </p:cNvSpPr>
          <p:nvPr>
            <p:ph type="pic" sz="quarter" idx="23"/>
          </p:nvPr>
        </p:nvSpPr>
        <p:spPr bwMode="auto">
          <a:xfrm>
            <a:off x="1604212" y="8104094"/>
            <a:ext cx="4181040" cy="3713072"/>
          </a:xfrm>
          <a:prstGeom prst="rect">
            <a:avLst/>
          </a:prstGeom>
        </p:spPr>
        <p:txBody>
          <a:bodyPr lIns="91439" rIns="91439">
            <a:noAutofit/>
          </a:bodyPr>
          <a:lstStyle/>
          <a:p>
            <a:pPr>
              <a:defRPr/>
            </a:pPr>
            <a:endParaRPr/>
          </a:p>
        </p:txBody>
      </p:sp>
      <p:sp>
        <p:nvSpPr>
          <p:cNvPr id="147" name="Picture Placeholder 8"/>
          <p:cNvSpPr>
            <a:spLocks noGrp="1"/>
          </p:cNvSpPr>
          <p:nvPr>
            <p:ph type="pic" sz="quarter" idx="24"/>
          </p:nvPr>
        </p:nvSpPr>
        <p:spPr bwMode="auto">
          <a:xfrm>
            <a:off x="6215778" y="8104094"/>
            <a:ext cx="4181040" cy="3713072"/>
          </a:xfrm>
          <a:prstGeom prst="rect">
            <a:avLst/>
          </a:prstGeom>
        </p:spPr>
        <p:txBody>
          <a:bodyPr lIns="91439" rIns="91439">
            <a:noAutofit/>
          </a:bodyPr>
          <a:lstStyle/>
          <a:p>
            <a:pPr>
              <a:defRPr/>
            </a:pPr>
            <a:endParaRPr/>
          </a:p>
        </p:txBody>
      </p:sp>
      <p:sp>
        <p:nvSpPr>
          <p:cNvPr id="148" name="Text Placeholder 33"/>
          <p:cNvSpPr>
            <a:spLocks noGrp="1"/>
          </p:cNvSpPr>
          <p:nvPr>
            <p:ph type="body" sz="quarter" idx="25" hasCustomPrompt="1"/>
          </p:nvPr>
        </p:nvSpPr>
        <p:spPr bwMode="auto">
          <a:xfrm>
            <a:off x="12220597" y="5293105"/>
            <a:ext cx="5079846" cy="415926"/>
          </a:xfrm>
          <a:prstGeom prst="rect">
            <a:avLst/>
          </a:prstGeom>
        </p:spPr>
        <p:txBody>
          <a:bodyPr/>
          <a:lstStyle>
            <a:lvl1pPr algn="ctr" defTabSz="1243272">
              <a:spcBef>
                <a:spcPts val="1300"/>
              </a:spcBef>
              <a:defRPr sz="2200">
                <a:solidFill>
                  <a:srgbClr val="404040"/>
                </a:solidFill>
                <a:latin typeface="Montserrat Semi Bold"/>
                <a:ea typeface="Montserrat Semi Bold"/>
                <a:cs typeface="Montserrat Semi Bold"/>
              </a:defRPr>
            </a:lvl1pPr>
          </a:lstStyle>
          <a:p>
            <a:pPr>
              <a:defRPr/>
            </a:pPr>
            <a:r>
              <a:t>Text</a:t>
            </a:r>
          </a:p>
        </p:txBody>
      </p:sp>
      <p:sp>
        <p:nvSpPr>
          <p:cNvPr id="149" name="Text Placeholder 33"/>
          <p:cNvSpPr>
            <a:spLocks noGrp="1"/>
          </p:cNvSpPr>
          <p:nvPr>
            <p:ph type="body" sz="quarter" idx="26" hasCustomPrompt="1"/>
          </p:nvPr>
        </p:nvSpPr>
        <p:spPr bwMode="auto">
          <a:xfrm>
            <a:off x="12220597" y="6475349"/>
            <a:ext cx="5079846" cy="1113518"/>
          </a:xfrm>
          <a:prstGeom prst="rect">
            <a:avLst/>
          </a:prstGeom>
        </p:spPr>
        <p:txBody>
          <a:bodyPr/>
          <a:lstStyle>
            <a:lvl1pPr algn="ctr">
              <a:defRPr sz="2400">
                <a:solidFill>
                  <a:schemeClr val="accent4"/>
                </a:solidFill>
              </a:defRPr>
            </a:lvl1pPr>
          </a:lstStyle>
          <a:p>
            <a:pPr>
              <a:defRPr/>
            </a:pPr>
            <a:r>
              <a:t>Text</a:t>
            </a:r>
          </a:p>
        </p:txBody>
      </p:sp>
      <p:sp>
        <p:nvSpPr>
          <p:cNvPr id="150" name="Text Placeholder 33"/>
          <p:cNvSpPr>
            <a:spLocks noGrp="1"/>
          </p:cNvSpPr>
          <p:nvPr>
            <p:ph type="body" sz="quarter" idx="27" hasCustomPrompt="1"/>
          </p:nvPr>
        </p:nvSpPr>
        <p:spPr bwMode="auto">
          <a:xfrm>
            <a:off x="12220597" y="5884229"/>
            <a:ext cx="5079846" cy="415926"/>
          </a:xfrm>
          <a:prstGeom prst="rect">
            <a:avLst/>
          </a:prstGeom>
        </p:spPr>
        <p:txBody>
          <a:bodyPr/>
          <a:lstStyle>
            <a:lvl1pPr algn="ctr" defTabSz="1444390">
              <a:spcBef>
                <a:spcPts val="1500"/>
              </a:spcBef>
              <a:defRPr sz="1900">
                <a:solidFill>
                  <a:srgbClr val="404040"/>
                </a:solidFill>
              </a:defRPr>
            </a:lvl1pPr>
          </a:lstStyle>
          <a:p>
            <a:pPr>
              <a:defRPr/>
            </a:pPr>
            <a:r>
              <a:t>Text</a:t>
            </a:r>
          </a:p>
        </p:txBody>
      </p:sp>
      <p:sp>
        <p:nvSpPr>
          <p:cNvPr id="151" name="Text Placeholder 33"/>
          <p:cNvSpPr>
            <a:spLocks noGrp="1"/>
          </p:cNvSpPr>
          <p:nvPr>
            <p:ph type="body" sz="quarter" idx="28" hasCustomPrompt="1"/>
          </p:nvPr>
        </p:nvSpPr>
        <p:spPr bwMode="auto">
          <a:xfrm>
            <a:off x="17677155" y="5293105"/>
            <a:ext cx="5079846" cy="415926"/>
          </a:xfrm>
          <a:prstGeom prst="rect">
            <a:avLst/>
          </a:prstGeom>
        </p:spPr>
        <p:txBody>
          <a:bodyPr/>
          <a:lstStyle>
            <a:lvl1pPr algn="ctr" defTabSz="1243272">
              <a:spcBef>
                <a:spcPts val="1300"/>
              </a:spcBef>
              <a:defRPr sz="2200">
                <a:solidFill>
                  <a:srgbClr val="404040"/>
                </a:solidFill>
                <a:latin typeface="Montserrat Semi Bold"/>
                <a:ea typeface="Montserrat Semi Bold"/>
                <a:cs typeface="Montserrat Semi Bold"/>
              </a:defRPr>
            </a:lvl1pPr>
          </a:lstStyle>
          <a:p>
            <a:pPr>
              <a:defRPr/>
            </a:pPr>
            <a:r>
              <a:t>Text</a:t>
            </a:r>
          </a:p>
        </p:txBody>
      </p:sp>
      <p:sp>
        <p:nvSpPr>
          <p:cNvPr id="152" name="Text Placeholder 33"/>
          <p:cNvSpPr>
            <a:spLocks noGrp="1"/>
          </p:cNvSpPr>
          <p:nvPr>
            <p:ph type="body" sz="quarter" idx="29" hasCustomPrompt="1"/>
          </p:nvPr>
        </p:nvSpPr>
        <p:spPr bwMode="auto">
          <a:xfrm>
            <a:off x="17677153" y="6475349"/>
            <a:ext cx="5079846" cy="1113518"/>
          </a:xfrm>
          <a:prstGeom prst="rect">
            <a:avLst/>
          </a:prstGeom>
        </p:spPr>
        <p:txBody>
          <a:bodyPr/>
          <a:lstStyle>
            <a:lvl1pPr algn="ctr">
              <a:defRPr sz="2400">
                <a:solidFill>
                  <a:schemeClr val="accent4"/>
                </a:solidFill>
              </a:defRPr>
            </a:lvl1pPr>
          </a:lstStyle>
          <a:p>
            <a:pPr>
              <a:defRPr/>
            </a:pPr>
            <a:r>
              <a:t>Text</a:t>
            </a:r>
          </a:p>
        </p:txBody>
      </p:sp>
      <p:sp>
        <p:nvSpPr>
          <p:cNvPr id="153" name="Text Placeholder 33"/>
          <p:cNvSpPr>
            <a:spLocks noGrp="1"/>
          </p:cNvSpPr>
          <p:nvPr>
            <p:ph type="body" sz="quarter" idx="30" hasCustomPrompt="1"/>
          </p:nvPr>
        </p:nvSpPr>
        <p:spPr bwMode="auto">
          <a:xfrm>
            <a:off x="17677155" y="5884229"/>
            <a:ext cx="5079846" cy="415926"/>
          </a:xfrm>
          <a:prstGeom prst="rect">
            <a:avLst/>
          </a:prstGeom>
        </p:spPr>
        <p:txBody>
          <a:bodyPr/>
          <a:lstStyle>
            <a:lvl1pPr algn="ctr" defTabSz="1444390">
              <a:spcBef>
                <a:spcPts val="1500"/>
              </a:spcBef>
              <a:defRPr sz="1900">
                <a:solidFill>
                  <a:srgbClr val="404040"/>
                </a:solidFill>
              </a:defRPr>
            </a:lvl1pPr>
          </a:lstStyle>
          <a:p>
            <a:pPr>
              <a:defRPr/>
            </a:pPr>
            <a:r>
              <a:t>Text</a:t>
            </a:r>
          </a:p>
        </p:txBody>
      </p:sp>
      <p:sp>
        <p:nvSpPr>
          <p:cNvPr id="154" name="Text Placeholder 33"/>
          <p:cNvSpPr>
            <a:spLocks noGrp="1"/>
          </p:cNvSpPr>
          <p:nvPr>
            <p:ph type="body" sz="quarter" idx="31" hasCustomPrompt="1"/>
          </p:nvPr>
        </p:nvSpPr>
        <p:spPr bwMode="auto">
          <a:xfrm>
            <a:off x="12213213" y="8097287"/>
            <a:ext cx="5079846" cy="415926"/>
          </a:xfrm>
          <a:prstGeom prst="rect">
            <a:avLst/>
          </a:prstGeom>
        </p:spPr>
        <p:txBody>
          <a:bodyPr/>
          <a:lstStyle>
            <a:lvl1pPr algn="ctr" defTabSz="1243272">
              <a:spcBef>
                <a:spcPts val="1300"/>
              </a:spcBef>
              <a:defRPr sz="2200">
                <a:solidFill>
                  <a:srgbClr val="404040"/>
                </a:solidFill>
                <a:latin typeface="Montserrat Semi Bold"/>
                <a:ea typeface="Montserrat Semi Bold"/>
                <a:cs typeface="Montserrat Semi Bold"/>
              </a:defRPr>
            </a:lvl1pPr>
          </a:lstStyle>
          <a:p>
            <a:pPr>
              <a:defRPr/>
            </a:pPr>
            <a:r>
              <a:t>Text</a:t>
            </a:r>
          </a:p>
        </p:txBody>
      </p:sp>
      <p:sp>
        <p:nvSpPr>
          <p:cNvPr id="155" name="Text Placeholder 33"/>
          <p:cNvSpPr>
            <a:spLocks noGrp="1"/>
          </p:cNvSpPr>
          <p:nvPr>
            <p:ph type="body" sz="quarter" idx="32" hasCustomPrompt="1"/>
          </p:nvPr>
        </p:nvSpPr>
        <p:spPr bwMode="auto">
          <a:xfrm>
            <a:off x="12213213" y="9279545"/>
            <a:ext cx="5079846" cy="1113518"/>
          </a:xfrm>
          <a:prstGeom prst="rect">
            <a:avLst/>
          </a:prstGeom>
        </p:spPr>
        <p:txBody>
          <a:bodyPr/>
          <a:lstStyle>
            <a:lvl1pPr algn="ctr">
              <a:defRPr sz="2400">
                <a:solidFill>
                  <a:schemeClr val="accent4"/>
                </a:solidFill>
              </a:defRPr>
            </a:lvl1pPr>
          </a:lstStyle>
          <a:p>
            <a:pPr>
              <a:defRPr/>
            </a:pPr>
            <a:r>
              <a:t>Text</a:t>
            </a:r>
          </a:p>
        </p:txBody>
      </p:sp>
      <p:sp>
        <p:nvSpPr>
          <p:cNvPr id="156" name="Text Placeholder 33"/>
          <p:cNvSpPr>
            <a:spLocks noGrp="1"/>
          </p:cNvSpPr>
          <p:nvPr>
            <p:ph type="body" sz="quarter" idx="33" hasCustomPrompt="1"/>
          </p:nvPr>
        </p:nvSpPr>
        <p:spPr bwMode="auto">
          <a:xfrm>
            <a:off x="12213213" y="8688419"/>
            <a:ext cx="5079846" cy="415926"/>
          </a:xfrm>
          <a:prstGeom prst="rect">
            <a:avLst/>
          </a:prstGeom>
        </p:spPr>
        <p:txBody>
          <a:bodyPr/>
          <a:lstStyle>
            <a:lvl1pPr algn="ctr" defTabSz="1444390">
              <a:spcBef>
                <a:spcPts val="1500"/>
              </a:spcBef>
              <a:defRPr sz="1900">
                <a:solidFill>
                  <a:srgbClr val="404040"/>
                </a:solidFill>
              </a:defRPr>
            </a:lvl1pPr>
          </a:lstStyle>
          <a:p>
            <a:pPr>
              <a:defRPr/>
            </a:pPr>
            <a:r>
              <a:t>Text</a:t>
            </a:r>
          </a:p>
        </p:txBody>
      </p:sp>
      <p:sp>
        <p:nvSpPr>
          <p:cNvPr id="157" name="Text Placeholder 33"/>
          <p:cNvSpPr>
            <a:spLocks noGrp="1"/>
          </p:cNvSpPr>
          <p:nvPr>
            <p:ph type="body" sz="quarter" idx="34" hasCustomPrompt="1"/>
          </p:nvPr>
        </p:nvSpPr>
        <p:spPr bwMode="auto">
          <a:xfrm>
            <a:off x="17669775" y="8097287"/>
            <a:ext cx="5079846" cy="415926"/>
          </a:xfrm>
          <a:prstGeom prst="rect">
            <a:avLst/>
          </a:prstGeom>
        </p:spPr>
        <p:txBody>
          <a:bodyPr/>
          <a:lstStyle>
            <a:lvl1pPr algn="ctr" defTabSz="1243272">
              <a:spcBef>
                <a:spcPts val="1300"/>
              </a:spcBef>
              <a:defRPr sz="2200">
                <a:solidFill>
                  <a:srgbClr val="404040"/>
                </a:solidFill>
                <a:latin typeface="Montserrat Semi Bold"/>
                <a:ea typeface="Montserrat Semi Bold"/>
                <a:cs typeface="Montserrat Semi Bold"/>
              </a:defRPr>
            </a:lvl1pPr>
          </a:lstStyle>
          <a:p>
            <a:pPr>
              <a:defRPr/>
            </a:pPr>
            <a:r>
              <a:t>Text</a:t>
            </a:r>
          </a:p>
        </p:txBody>
      </p:sp>
      <p:sp>
        <p:nvSpPr>
          <p:cNvPr id="158" name="Text Placeholder 33"/>
          <p:cNvSpPr>
            <a:spLocks noGrp="1"/>
          </p:cNvSpPr>
          <p:nvPr>
            <p:ph type="body" sz="quarter" idx="35" hasCustomPrompt="1"/>
          </p:nvPr>
        </p:nvSpPr>
        <p:spPr bwMode="auto">
          <a:xfrm>
            <a:off x="17669775" y="9279545"/>
            <a:ext cx="5079846" cy="1113518"/>
          </a:xfrm>
          <a:prstGeom prst="rect">
            <a:avLst/>
          </a:prstGeom>
        </p:spPr>
        <p:txBody>
          <a:bodyPr/>
          <a:lstStyle>
            <a:lvl1pPr algn="ctr">
              <a:defRPr sz="2400">
                <a:solidFill>
                  <a:schemeClr val="accent4"/>
                </a:solidFill>
              </a:defRPr>
            </a:lvl1pPr>
          </a:lstStyle>
          <a:p>
            <a:pPr>
              <a:defRPr/>
            </a:pPr>
            <a:r>
              <a:t>Text</a:t>
            </a:r>
          </a:p>
        </p:txBody>
      </p:sp>
      <p:sp>
        <p:nvSpPr>
          <p:cNvPr id="159" name="Text Placeholder 33"/>
          <p:cNvSpPr>
            <a:spLocks noGrp="1"/>
          </p:cNvSpPr>
          <p:nvPr>
            <p:ph type="body" sz="quarter" idx="36" hasCustomPrompt="1"/>
          </p:nvPr>
        </p:nvSpPr>
        <p:spPr bwMode="auto">
          <a:xfrm>
            <a:off x="17669775" y="8688419"/>
            <a:ext cx="5079846" cy="415926"/>
          </a:xfrm>
          <a:prstGeom prst="rect">
            <a:avLst/>
          </a:prstGeom>
        </p:spPr>
        <p:txBody>
          <a:bodyPr/>
          <a:lstStyle>
            <a:lvl1pPr algn="ctr" defTabSz="1444390">
              <a:spcBef>
                <a:spcPts val="1500"/>
              </a:spcBef>
              <a:defRPr sz="1900">
                <a:solidFill>
                  <a:srgbClr val="404040"/>
                </a:solidFill>
              </a:defRPr>
            </a:lvl1pPr>
          </a:lstStyle>
          <a:p>
            <a:pPr>
              <a:defRPr/>
            </a:pPr>
            <a:r>
              <a:t>Text</a:t>
            </a:r>
          </a:p>
        </p:txBody>
      </p:sp>
    </p:spTree>
    <p:extLst>
      <p:ext uri="{BB962C8B-B14F-4D97-AF65-F5344CB8AC3E}">
        <p14:creationId xmlns:p14="http://schemas.microsoft.com/office/powerpoint/2010/main" val="2321847243"/>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PhAnim="0" type="tx" userDrawn="1">
  <p:cSld name="9_Title and Content">
    <p:spTree>
      <p:nvGrpSpPr>
        <p:cNvPr id="1" name=""/>
        <p:cNvGrpSpPr/>
        <p:nvPr/>
      </p:nvGrpSpPr>
      <p:grpSpPr bwMode="auto">
        <a:xfrm>
          <a:off x="0" y="0"/>
          <a:ext cx="0" cy="0"/>
          <a:chOff x="0" y="0"/>
          <a:chExt cx="0" cy="0"/>
        </a:xfrm>
      </p:grpSpPr>
      <p:sp>
        <p:nvSpPr>
          <p:cNvPr id="166" name="Текст заголовка"/>
          <p:cNvSpPr txBox="1">
            <a:spLocks noGrp="1"/>
          </p:cNvSpPr>
          <p:nvPr>
            <p:ph type="title"/>
          </p:nvPr>
        </p:nvSpPr>
        <p:spPr bwMode="auto">
          <a:xfrm>
            <a:off x="1676836" y="529297"/>
            <a:ext cx="21036680" cy="1470962"/>
          </a:xfrm>
          <a:prstGeom prst="rect">
            <a:avLst/>
          </a:prstGeom>
        </p:spPr>
        <p:txBody>
          <a:bodyPr/>
          <a:lstStyle>
            <a:lvl1pPr algn="ctr">
              <a:defRPr>
                <a:solidFill>
                  <a:srgbClr val="404040"/>
                </a:solidFill>
              </a:defRPr>
            </a:lvl1pPr>
          </a:lstStyle>
          <a:p>
            <a:pPr>
              <a:defRPr/>
            </a:pPr>
            <a:r>
              <a:t>Текст заголовка</a:t>
            </a:r>
          </a:p>
        </p:txBody>
      </p:sp>
      <p:sp>
        <p:nvSpPr>
          <p:cNvPr id="167" name="Уровень текста 1…"/>
          <p:cNvSpPr txBox="1">
            <a:spLocks noGrp="1"/>
          </p:cNvSpPr>
          <p:nvPr>
            <p:ph type="body" sz="quarter" idx="1"/>
          </p:nvPr>
        </p:nvSpPr>
        <p:spPr bwMode="auto">
          <a:xfrm>
            <a:off x="1676836" y="2000250"/>
            <a:ext cx="21036680" cy="457200"/>
          </a:xfrm>
          <a:prstGeom prst="rect">
            <a:avLst/>
          </a:prstGeom>
        </p:spPr>
        <p:txBody>
          <a:bodyPr/>
          <a:lstStyle>
            <a:lvl1pPr algn="ctr">
              <a:defRPr sz="3200">
                <a:solidFill>
                  <a:schemeClr val="accent4"/>
                </a:solidFill>
              </a:defRPr>
            </a:lvl1pPr>
            <a:lvl2pPr algn="ctr">
              <a:defRPr sz="3200">
                <a:solidFill>
                  <a:schemeClr val="accent4"/>
                </a:solidFill>
              </a:defRPr>
            </a:lvl2pPr>
            <a:lvl3pPr algn="ctr">
              <a:defRPr sz="3200">
                <a:solidFill>
                  <a:schemeClr val="accent4"/>
                </a:solidFill>
              </a:defRPr>
            </a:lvl3pPr>
            <a:lvl4pPr algn="ctr">
              <a:defRPr sz="3200">
                <a:solidFill>
                  <a:schemeClr val="accent4"/>
                </a:solidFill>
              </a:defRPr>
            </a:lvl4pPr>
            <a:lvl5pPr algn="ct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
        <p:nvSpPr>
          <p:cNvPr id="168"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169" name="Picture Placeholder 9"/>
          <p:cNvSpPr>
            <a:spLocks noGrp="1"/>
          </p:cNvSpPr>
          <p:nvPr>
            <p:ph type="pic" sz="quarter" idx="21"/>
          </p:nvPr>
        </p:nvSpPr>
        <p:spPr bwMode="auto">
          <a:xfrm>
            <a:off x="1216814" y="3997142"/>
            <a:ext cx="3373608" cy="3371852"/>
          </a:xfrm>
          <a:prstGeom prst="rect">
            <a:avLst/>
          </a:prstGeom>
        </p:spPr>
        <p:txBody>
          <a:bodyPr lIns="91439" rIns="91439">
            <a:noAutofit/>
          </a:bodyPr>
          <a:lstStyle/>
          <a:p>
            <a:pPr>
              <a:defRPr/>
            </a:pPr>
            <a:endParaRPr/>
          </a:p>
        </p:txBody>
      </p:sp>
      <p:sp>
        <p:nvSpPr>
          <p:cNvPr id="170" name="Picture Placeholder 10"/>
          <p:cNvSpPr>
            <a:spLocks noGrp="1"/>
          </p:cNvSpPr>
          <p:nvPr>
            <p:ph type="pic" sz="quarter" idx="22"/>
          </p:nvPr>
        </p:nvSpPr>
        <p:spPr bwMode="auto">
          <a:xfrm>
            <a:off x="5862594" y="3997142"/>
            <a:ext cx="3373608" cy="3371852"/>
          </a:xfrm>
          <a:prstGeom prst="rect">
            <a:avLst/>
          </a:prstGeom>
        </p:spPr>
        <p:txBody>
          <a:bodyPr lIns="91439" rIns="91439">
            <a:noAutofit/>
          </a:bodyPr>
          <a:lstStyle/>
          <a:p>
            <a:pPr>
              <a:defRPr/>
            </a:pPr>
            <a:endParaRPr/>
          </a:p>
        </p:txBody>
      </p:sp>
      <p:sp>
        <p:nvSpPr>
          <p:cNvPr id="171" name="Picture Placeholder 11"/>
          <p:cNvSpPr>
            <a:spLocks noGrp="1"/>
          </p:cNvSpPr>
          <p:nvPr>
            <p:ph type="pic" sz="quarter" idx="23"/>
          </p:nvPr>
        </p:nvSpPr>
        <p:spPr bwMode="auto">
          <a:xfrm>
            <a:off x="10508372" y="3997142"/>
            <a:ext cx="3373608" cy="3371852"/>
          </a:xfrm>
          <a:prstGeom prst="rect">
            <a:avLst/>
          </a:prstGeom>
        </p:spPr>
        <p:txBody>
          <a:bodyPr lIns="91439" rIns="91439">
            <a:noAutofit/>
          </a:bodyPr>
          <a:lstStyle/>
          <a:p>
            <a:pPr>
              <a:defRPr/>
            </a:pPr>
            <a:endParaRPr/>
          </a:p>
        </p:txBody>
      </p:sp>
      <p:sp>
        <p:nvSpPr>
          <p:cNvPr id="172" name="Picture Placeholder 12"/>
          <p:cNvSpPr>
            <a:spLocks noGrp="1"/>
          </p:cNvSpPr>
          <p:nvPr>
            <p:ph type="pic" sz="quarter" idx="24"/>
          </p:nvPr>
        </p:nvSpPr>
        <p:spPr bwMode="auto">
          <a:xfrm>
            <a:off x="15154152" y="3997142"/>
            <a:ext cx="3373608" cy="3371852"/>
          </a:xfrm>
          <a:prstGeom prst="rect">
            <a:avLst/>
          </a:prstGeom>
        </p:spPr>
        <p:txBody>
          <a:bodyPr lIns="91439" rIns="91439">
            <a:noAutofit/>
          </a:bodyPr>
          <a:lstStyle/>
          <a:p>
            <a:pPr>
              <a:defRPr/>
            </a:pPr>
            <a:endParaRPr/>
          </a:p>
        </p:txBody>
      </p:sp>
      <p:sp>
        <p:nvSpPr>
          <p:cNvPr id="173" name="Picture Placeholder 13"/>
          <p:cNvSpPr>
            <a:spLocks noGrp="1"/>
          </p:cNvSpPr>
          <p:nvPr>
            <p:ph type="pic" sz="quarter" idx="25"/>
          </p:nvPr>
        </p:nvSpPr>
        <p:spPr bwMode="auto">
          <a:xfrm>
            <a:off x="19799930" y="3936820"/>
            <a:ext cx="3373608" cy="3371852"/>
          </a:xfrm>
          <a:prstGeom prst="rect">
            <a:avLst/>
          </a:prstGeom>
        </p:spPr>
        <p:txBody>
          <a:bodyPr lIns="91439" rIns="91439">
            <a:noAutofit/>
          </a:bodyPr>
          <a:lstStyle/>
          <a:p>
            <a:pPr>
              <a:defRPr/>
            </a:pPr>
            <a:endParaRPr/>
          </a:p>
        </p:txBody>
      </p:sp>
      <p:sp>
        <p:nvSpPr>
          <p:cNvPr id="174" name="Text Placeholder 33"/>
          <p:cNvSpPr>
            <a:spLocks noGrp="1"/>
          </p:cNvSpPr>
          <p:nvPr>
            <p:ph type="body" sz="quarter" idx="26" hasCustomPrompt="1"/>
          </p:nvPr>
        </p:nvSpPr>
        <p:spPr bwMode="auto">
          <a:xfrm>
            <a:off x="966801" y="8074529"/>
            <a:ext cx="3725282" cy="415926"/>
          </a:xfrm>
          <a:prstGeom prst="rect">
            <a:avLst/>
          </a:prstGeom>
        </p:spPr>
        <p:txBody>
          <a:bodyPr/>
          <a:lstStyle>
            <a:lvl1pPr algn="ctr" defTabSz="1243272">
              <a:spcBef>
                <a:spcPts val="1300"/>
              </a:spcBef>
              <a:defRPr sz="2200">
                <a:solidFill>
                  <a:srgbClr val="404040"/>
                </a:solidFill>
                <a:latin typeface="Montserrat Semi Bold"/>
                <a:ea typeface="Montserrat Semi Bold"/>
                <a:cs typeface="Montserrat Semi Bold"/>
              </a:defRPr>
            </a:lvl1pPr>
          </a:lstStyle>
          <a:p>
            <a:pPr>
              <a:defRPr/>
            </a:pPr>
            <a:r>
              <a:t>Text</a:t>
            </a:r>
          </a:p>
        </p:txBody>
      </p:sp>
      <p:sp>
        <p:nvSpPr>
          <p:cNvPr id="175" name="Text Placeholder 33"/>
          <p:cNvSpPr>
            <a:spLocks noGrp="1"/>
          </p:cNvSpPr>
          <p:nvPr>
            <p:ph type="body" sz="quarter" idx="27" hasCustomPrompt="1"/>
          </p:nvPr>
        </p:nvSpPr>
        <p:spPr bwMode="auto">
          <a:xfrm>
            <a:off x="966801" y="9418143"/>
            <a:ext cx="3725282" cy="1823606"/>
          </a:xfrm>
          <a:prstGeom prst="rect">
            <a:avLst/>
          </a:prstGeom>
        </p:spPr>
        <p:txBody>
          <a:bodyPr/>
          <a:lstStyle>
            <a:lvl1pPr algn="ctr">
              <a:defRPr sz="2400">
                <a:solidFill>
                  <a:schemeClr val="accent4"/>
                </a:solidFill>
              </a:defRPr>
            </a:lvl1pPr>
          </a:lstStyle>
          <a:p>
            <a:pPr>
              <a:defRPr/>
            </a:pPr>
            <a:r>
              <a:t>Text</a:t>
            </a:r>
          </a:p>
        </p:txBody>
      </p:sp>
      <p:sp>
        <p:nvSpPr>
          <p:cNvPr id="176" name="Text Placeholder 33"/>
          <p:cNvSpPr>
            <a:spLocks noGrp="1"/>
          </p:cNvSpPr>
          <p:nvPr>
            <p:ph type="body" sz="quarter" idx="28" hasCustomPrompt="1"/>
          </p:nvPr>
        </p:nvSpPr>
        <p:spPr bwMode="auto">
          <a:xfrm>
            <a:off x="966801" y="8665655"/>
            <a:ext cx="3725282" cy="415926"/>
          </a:xfrm>
          <a:prstGeom prst="rect">
            <a:avLst/>
          </a:prstGeom>
        </p:spPr>
        <p:txBody>
          <a:bodyPr/>
          <a:lstStyle>
            <a:lvl1pPr algn="ctr" defTabSz="1444390">
              <a:spcBef>
                <a:spcPts val="1500"/>
              </a:spcBef>
              <a:defRPr sz="1900">
                <a:solidFill>
                  <a:srgbClr val="404040"/>
                </a:solidFill>
              </a:defRPr>
            </a:lvl1pPr>
          </a:lstStyle>
          <a:p>
            <a:pPr>
              <a:defRPr/>
            </a:pPr>
            <a:r>
              <a:t>Text</a:t>
            </a:r>
          </a:p>
        </p:txBody>
      </p:sp>
      <p:sp>
        <p:nvSpPr>
          <p:cNvPr id="177" name="Text Placeholder 33"/>
          <p:cNvSpPr>
            <a:spLocks noGrp="1"/>
          </p:cNvSpPr>
          <p:nvPr>
            <p:ph type="body" sz="quarter" idx="29" hasCustomPrompt="1"/>
          </p:nvPr>
        </p:nvSpPr>
        <p:spPr bwMode="auto">
          <a:xfrm>
            <a:off x="5617977" y="8074529"/>
            <a:ext cx="3725282" cy="415926"/>
          </a:xfrm>
          <a:prstGeom prst="rect">
            <a:avLst/>
          </a:prstGeom>
        </p:spPr>
        <p:txBody>
          <a:bodyPr/>
          <a:lstStyle>
            <a:lvl1pPr algn="ctr" defTabSz="1243272">
              <a:spcBef>
                <a:spcPts val="1300"/>
              </a:spcBef>
              <a:defRPr sz="2200">
                <a:solidFill>
                  <a:srgbClr val="404040"/>
                </a:solidFill>
                <a:latin typeface="Montserrat Semi Bold"/>
                <a:ea typeface="Montserrat Semi Bold"/>
                <a:cs typeface="Montserrat Semi Bold"/>
              </a:defRPr>
            </a:lvl1pPr>
          </a:lstStyle>
          <a:p>
            <a:pPr>
              <a:defRPr/>
            </a:pPr>
            <a:r>
              <a:t>Text</a:t>
            </a:r>
          </a:p>
        </p:txBody>
      </p:sp>
      <p:sp>
        <p:nvSpPr>
          <p:cNvPr id="178" name="Text Placeholder 33"/>
          <p:cNvSpPr>
            <a:spLocks noGrp="1"/>
          </p:cNvSpPr>
          <p:nvPr>
            <p:ph type="body" sz="quarter" idx="30" hasCustomPrompt="1"/>
          </p:nvPr>
        </p:nvSpPr>
        <p:spPr bwMode="auto">
          <a:xfrm>
            <a:off x="5617975" y="9418143"/>
            <a:ext cx="3725282" cy="1823606"/>
          </a:xfrm>
          <a:prstGeom prst="rect">
            <a:avLst/>
          </a:prstGeom>
        </p:spPr>
        <p:txBody>
          <a:bodyPr/>
          <a:lstStyle>
            <a:lvl1pPr algn="ctr">
              <a:defRPr sz="2400">
                <a:solidFill>
                  <a:schemeClr val="accent4"/>
                </a:solidFill>
              </a:defRPr>
            </a:lvl1pPr>
          </a:lstStyle>
          <a:p>
            <a:pPr>
              <a:defRPr/>
            </a:pPr>
            <a:r>
              <a:t>Text</a:t>
            </a:r>
          </a:p>
        </p:txBody>
      </p:sp>
      <p:sp>
        <p:nvSpPr>
          <p:cNvPr id="179" name="Text Placeholder 33"/>
          <p:cNvSpPr>
            <a:spLocks noGrp="1"/>
          </p:cNvSpPr>
          <p:nvPr>
            <p:ph type="body" sz="quarter" idx="31" hasCustomPrompt="1"/>
          </p:nvPr>
        </p:nvSpPr>
        <p:spPr bwMode="auto">
          <a:xfrm>
            <a:off x="5617977" y="8665655"/>
            <a:ext cx="3725282" cy="415926"/>
          </a:xfrm>
          <a:prstGeom prst="rect">
            <a:avLst/>
          </a:prstGeom>
        </p:spPr>
        <p:txBody>
          <a:bodyPr/>
          <a:lstStyle>
            <a:lvl1pPr algn="ctr" defTabSz="1444390">
              <a:spcBef>
                <a:spcPts val="1500"/>
              </a:spcBef>
              <a:defRPr sz="1900">
                <a:solidFill>
                  <a:srgbClr val="404040"/>
                </a:solidFill>
              </a:defRPr>
            </a:lvl1pPr>
          </a:lstStyle>
          <a:p>
            <a:pPr>
              <a:defRPr/>
            </a:pPr>
            <a:r>
              <a:t>Text</a:t>
            </a:r>
          </a:p>
        </p:txBody>
      </p:sp>
      <p:sp>
        <p:nvSpPr>
          <p:cNvPr id="180" name="Text Placeholder 33"/>
          <p:cNvSpPr>
            <a:spLocks noGrp="1"/>
          </p:cNvSpPr>
          <p:nvPr>
            <p:ph type="body" sz="quarter" idx="32" hasCustomPrompt="1"/>
          </p:nvPr>
        </p:nvSpPr>
        <p:spPr bwMode="auto">
          <a:xfrm>
            <a:off x="10269147" y="8074529"/>
            <a:ext cx="3725282" cy="415926"/>
          </a:xfrm>
          <a:prstGeom prst="rect">
            <a:avLst/>
          </a:prstGeom>
        </p:spPr>
        <p:txBody>
          <a:bodyPr/>
          <a:lstStyle>
            <a:lvl1pPr algn="ctr" defTabSz="1243272">
              <a:spcBef>
                <a:spcPts val="1300"/>
              </a:spcBef>
              <a:defRPr sz="2200">
                <a:solidFill>
                  <a:srgbClr val="404040"/>
                </a:solidFill>
                <a:latin typeface="Montserrat Semi Bold"/>
                <a:ea typeface="Montserrat Semi Bold"/>
                <a:cs typeface="Montserrat Semi Bold"/>
              </a:defRPr>
            </a:lvl1pPr>
          </a:lstStyle>
          <a:p>
            <a:pPr>
              <a:defRPr/>
            </a:pPr>
            <a:r>
              <a:t>Text</a:t>
            </a:r>
          </a:p>
        </p:txBody>
      </p:sp>
      <p:sp>
        <p:nvSpPr>
          <p:cNvPr id="181" name="Text Placeholder 33"/>
          <p:cNvSpPr>
            <a:spLocks noGrp="1"/>
          </p:cNvSpPr>
          <p:nvPr>
            <p:ph type="body" sz="quarter" idx="33" hasCustomPrompt="1"/>
          </p:nvPr>
        </p:nvSpPr>
        <p:spPr bwMode="auto">
          <a:xfrm>
            <a:off x="10269147" y="9418143"/>
            <a:ext cx="3725282" cy="1823606"/>
          </a:xfrm>
          <a:prstGeom prst="rect">
            <a:avLst/>
          </a:prstGeom>
        </p:spPr>
        <p:txBody>
          <a:bodyPr/>
          <a:lstStyle>
            <a:lvl1pPr algn="ctr">
              <a:defRPr sz="2400">
                <a:solidFill>
                  <a:schemeClr val="accent4"/>
                </a:solidFill>
              </a:defRPr>
            </a:lvl1pPr>
          </a:lstStyle>
          <a:p>
            <a:pPr>
              <a:defRPr/>
            </a:pPr>
            <a:r>
              <a:t>Text</a:t>
            </a:r>
          </a:p>
        </p:txBody>
      </p:sp>
      <p:sp>
        <p:nvSpPr>
          <p:cNvPr id="182" name="Text Placeholder 33"/>
          <p:cNvSpPr>
            <a:spLocks noGrp="1"/>
          </p:cNvSpPr>
          <p:nvPr>
            <p:ph type="body" sz="quarter" idx="34" hasCustomPrompt="1"/>
          </p:nvPr>
        </p:nvSpPr>
        <p:spPr bwMode="auto">
          <a:xfrm>
            <a:off x="10269147" y="8665655"/>
            <a:ext cx="3725282" cy="415926"/>
          </a:xfrm>
          <a:prstGeom prst="rect">
            <a:avLst/>
          </a:prstGeom>
        </p:spPr>
        <p:txBody>
          <a:bodyPr/>
          <a:lstStyle>
            <a:lvl1pPr algn="ctr" defTabSz="1444390">
              <a:spcBef>
                <a:spcPts val="1500"/>
              </a:spcBef>
              <a:defRPr sz="1900">
                <a:solidFill>
                  <a:srgbClr val="404040"/>
                </a:solidFill>
              </a:defRPr>
            </a:lvl1pPr>
          </a:lstStyle>
          <a:p>
            <a:pPr>
              <a:defRPr/>
            </a:pPr>
            <a:r>
              <a:t>Text</a:t>
            </a:r>
          </a:p>
        </p:txBody>
      </p:sp>
      <p:sp>
        <p:nvSpPr>
          <p:cNvPr id="183" name="Text Placeholder 33"/>
          <p:cNvSpPr>
            <a:spLocks noGrp="1"/>
          </p:cNvSpPr>
          <p:nvPr>
            <p:ph type="body" sz="quarter" idx="35" hasCustomPrompt="1"/>
          </p:nvPr>
        </p:nvSpPr>
        <p:spPr bwMode="auto">
          <a:xfrm>
            <a:off x="14920323" y="8044367"/>
            <a:ext cx="3725282" cy="415926"/>
          </a:xfrm>
          <a:prstGeom prst="rect">
            <a:avLst/>
          </a:prstGeom>
        </p:spPr>
        <p:txBody>
          <a:bodyPr/>
          <a:lstStyle>
            <a:lvl1pPr algn="ctr" defTabSz="1243272">
              <a:spcBef>
                <a:spcPts val="1300"/>
              </a:spcBef>
              <a:defRPr sz="2200">
                <a:solidFill>
                  <a:srgbClr val="404040"/>
                </a:solidFill>
                <a:latin typeface="Montserrat Semi Bold"/>
                <a:ea typeface="Montserrat Semi Bold"/>
                <a:cs typeface="Montserrat Semi Bold"/>
              </a:defRPr>
            </a:lvl1pPr>
          </a:lstStyle>
          <a:p>
            <a:pPr>
              <a:defRPr/>
            </a:pPr>
            <a:r>
              <a:t>Text</a:t>
            </a:r>
          </a:p>
        </p:txBody>
      </p:sp>
      <p:sp>
        <p:nvSpPr>
          <p:cNvPr id="184" name="Text Placeholder 33"/>
          <p:cNvSpPr>
            <a:spLocks noGrp="1"/>
          </p:cNvSpPr>
          <p:nvPr>
            <p:ph type="body" sz="quarter" idx="36" hasCustomPrompt="1"/>
          </p:nvPr>
        </p:nvSpPr>
        <p:spPr bwMode="auto">
          <a:xfrm>
            <a:off x="14920321" y="9387981"/>
            <a:ext cx="3725282" cy="1823606"/>
          </a:xfrm>
          <a:prstGeom prst="rect">
            <a:avLst/>
          </a:prstGeom>
        </p:spPr>
        <p:txBody>
          <a:bodyPr/>
          <a:lstStyle>
            <a:lvl1pPr algn="ctr">
              <a:defRPr sz="2400">
                <a:solidFill>
                  <a:schemeClr val="accent4"/>
                </a:solidFill>
              </a:defRPr>
            </a:lvl1pPr>
          </a:lstStyle>
          <a:p>
            <a:pPr>
              <a:defRPr/>
            </a:pPr>
            <a:r>
              <a:t>Text</a:t>
            </a:r>
          </a:p>
        </p:txBody>
      </p:sp>
      <p:sp>
        <p:nvSpPr>
          <p:cNvPr id="185" name="Text Placeholder 33"/>
          <p:cNvSpPr>
            <a:spLocks noGrp="1"/>
          </p:cNvSpPr>
          <p:nvPr>
            <p:ph type="body" sz="quarter" idx="37" hasCustomPrompt="1"/>
          </p:nvPr>
        </p:nvSpPr>
        <p:spPr bwMode="auto">
          <a:xfrm>
            <a:off x="14920323" y="8635493"/>
            <a:ext cx="3725282" cy="415926"/>
          </a:xfrm>
          <a:prstGeom prst="rect">
            <a:avLst/>
          </a:prstGeom>
        </p:spPr>
        <p:txBody>
          <a:bodyPr/>
          <a:lstStyle>
            <a:lvl1pPr algn="ctr" defTabSz="1444390">
              <a:spcBef>
                <a:spcPts val="1500"/>
              </a:spcBef>
              <a:defRPr sz="1900">
                <a:solidFill>
                  <a:srgbClr val="404040"/>
                </a:solidFill>
              </a:defRPr>
            </a:lvl1pPr>
          </a:lstStyle>
          <a:p>
            <a:pPr>
              <a:defRPr/>
            </a:pPr>
            <a:r>
              <a:t>Text</a:t>
            </a:r>
          </a:p>
        </p:txBody>
      </p:sp>
      <p:sp>
        <p:nvSpPr>
          <p:cNvPr id="186" name="Text Placeholder 33"/>
          <p:cNvSpPr>
            <a:spLocks noGrp="1"/>
          </p:cNvSpPr>
          <p:nvPr>
            <p:ph type="body" sz="quarter" idx="38" hasCustomPrompt="1"/>
          </p:nvPr>
        </p:nvSpPr>
        <p:spPr bwMode="auto">
          <a:xfrm>
            <a:off x="19571495" y="8074529"/>
            <a:ext cx="3725282" cy="415926"/>
          </a:xfrm>
          <a:prstGeom prst="rect">
            <a:avLst/>
          </a:prstGeom>
        </p:spPr>
        <p:txBody>
          <a:bodyPr/>
          <a:lstStyle>
            <a:lvl1pPr algn="ctr" defTabSz="1243272">
              <a:spcBef>
                <a:spcPts val="1300"/>
              </a:spcBef>
              <a:defRPr sz="2200">
                <a:solidFill>
                  <a:srgbClr val="404040"/>
                </a:solidFill>
                <a:latin typeface="Montserrat Semi Bold"/>
                <a:ea typeface="Montserrat Semi Bold"/>
                <a:cs typeface="Montserrat Semi Bold"/>
              </a:defRPr>
            </a:lvl1pPr>
          </a:lstStyle>
          <a:p>
            <a:pPr>
              <a:defRPr/>
            </a:pPr>
            <a:r>
              <a:t>Text</a:t>
            </a:r>
          </a:p>
        </p:txBody>
      </p:sp>
      <p:sp>
        <p:nvSpPr>
          <p:cNvPr id="187" name="Text Placeholder 33"/>
          <p:cNvSpPr>
            <a:spLocks noGrp="1"/>
          </p:cNvSpPr>
          <p:nvPr>
            <p:ph type="body" sz="quarter" idx="39" hasCustomPrompt="1"/>
          </p:nvPr>
        </p:nvSpPr>
        <p:spPr bwMode="auto">
          <a:xfrm>
            <a:off x="19571493" y="9418143"/>
            <a:ext cx="3725282" cy="1823606"/>
          </a:xfrm>
          <a:prstGeom prst="rect">
            <a:avLst/>
          </a:prstGeom>
        </p:spPr>
        <p:txBody>
          <a:bodyPr/>
          <a:lstStyle>
            <a:lvl1pPr algn="ctr">
              <a:defRPr sz="2400">
                <a:solidFill>
                  <a:schemeClr val="accent4"/>
                </a:solidFill>
              </a:defRPr>
            </a:lvl1pPr>
          </a:lstStyle>
          <a:p>
            <a:pPr>
              <a:defRPr/>
            </a:pPr>
            <a:r>
              <a:t>Text</a:t>
            </a:r>
          </a:p>
        </p:txBody>
      </p:sp>
      <p:sp>
        <p:nvSpPr>
          <p:cNvPr id="188" name="Text Placeholder 33"/>
          <p:cNvSpPr>
            <a:spLocks noGrp="1"/>
          </p:cNvSpPr>
          <p:nvPr>
            <p:ph type="body" sz="quarter" idx="40" hasCustomPrompt="1"/>
          </p:nvPr>
        </p:nvSpPr>
        <p:spPr bwMode="auto">
          <a:xfrm>
            <a:off x="19571495" y="8665655"/>
            <a:ext cx="3725282" cy="415926"/>
          </a:xfrm>
          <a:prstGeom prst="rect">
            <a:avLst/>
          </a:prstGeom>
        </p:spPr>
        <p:txBody>
          <a:bodyPr/>
          <a:lstStyle>
            <a:lvl1pPr algn="ctr" defTabSz="1444390">
              <a:spcBef>
                <a:spcPts val="1500"/>
              </a:spcBef>
              <a:defRPr sz="1900">
                <a:solidFill>
                  <a:srgbClr val="404040"/>
                </a:solidFill>
              </a:defRPr>
            </a:lvl1pPr>
          </a:lstStyle>
          <a:p>
            <a:pPr>
              <a:defRPr/>
            </a:pPr>
            <a:r>
              <a:t>Text</a:t>
            </a:r>
          </a:p>
        </p:txBody>
      </p:sp>
    </p:spTree>
    <p:extLst>
      <p:ext uri="{BB962C8B-B14F-4D97-AF65-F5344CB8AC3E}">
        <p14:creationId xmlns:p14="http://schemas.microsoft.com/office/powerpoint/2010/main" val="262744228"/>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PhAnim="0" type="tx" userDrawn="1">
  <p:cSld name="10_Title and Content">
    <p:spTree>
      <p:nvGrpSpPr>
        <p:cNvPr id="1" name=""/>
        <p:cNvGrpSpPr/>
        <p:nvPr/>
      </p:nvGrpSpPr>
      <p:grpSpPr bwMode="auto">
        <a:xfrm>
          <a:off x="0" y="0"/>
          <a:ext cx="0" cy="0"/>
          <a:chOff x="0" y="0"/>
          <a:chExt cx="0" cy="0"/>
        </a:xfrm>
      </p:grpSpPr>
      <p:sp>
        <p:nvSpPr>
          <p:cNvPr id="195" name="Текст заголовка"/>
          <p:cNvSpPr txBox="1">
            <a:spLocks noGrp="1"/>
          </p:cNvSpPr>
          <p:nvPr>
            <p:ph type="title"/>
          </p:nvPr>
        </p:nvSpPr>
        <p:spPr bwMode="auto">
          <a:xfrm>
            <a:off x="1676845" y="695884"/>
            <a:ext cx="10064082" cy="1057276"/>
          </a:xfrm>
          <a:prstGeom prst="rect">
            <a:avLst/>
          </a:prstGeom>
        </p:spPr>
        <p:txBody>
          <a:bodyPr/>
          <a:lstStyle>
            <a:lvl1pPr>
              <a:defRPr sz="5400">
                <a:solidFill>
                  <a:srgbClr val="404040"/>
                </a:solidFill>
              </a:defRPr>
            </a:lvl1pPr>
          </a:lstStyle>
          <a:p>
            <a:pPr>
              <a:defRPr/>
            </a:pPr>
            <a:r>
              <a:t>Текст заголовка</a:t>
            </a:r>
          </a:p>
        </p:txBody>
      </p:sp>
      <p:sp>
        <p:nvSpPr>
          <p:cNvPr id="196" name="Уровень текста 1…"/>
          <p:cNvSpPr txBox="1">
            <a:spLocks noGrp="1"/>
          </p:cNvSpPr>
          <p:nvPr>
            <p:ph type="body" sz="quarter" idx="1"/>
          </p:nvPr>
        </p:nvSpPr>
        <p:spPr bwMode="auto">
          <a:xfrm>
            <a:off x="1676845" y="1753159"/>
            <a:ext cx="10064082" cy="457202"/>
          </a:xfrm>
          <a:prstGeom prst="rect">
            <a:avLst/>
          </a:prstGeom>
        </p:spPr>
        <p:txBody>
          <a:bodyPr/>
          <a:lstStyle>
            <a:lvl1pPr>
              <a:defRPr sz="3200">
                <a:solidFill>
                  <a:schemeClr val="accent4"/>
                </a:solidFill>
              </a:defRPr>
            </a:lvl1pPr>
            <a:lvl2pPr>
              <a:defRPr sz="3200">
                <a:solidFill>
                  <a:schemeClr val="accent4"/>
                </a:solidFill>
              </a:defRPr>
            </a:lvl2pPr>
            <a:lvl3pPr>
              <a:defRPr sz="3200">
                <a:solidFill>
                  <a:schemeClr val="accent4"/>
                </a:solidFill>
              </a:defRPr>
            </a:lvl3pPr>
            <a:lvl4pPr>
              <a:defRPr sz="3200">
                <a:solidFill>
                  <a:schemeClr val="accent4"/>
                </a:solidFill>
              </a:defRPr>
            </a:lvl4pPr>
            <a:lvl5pP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
        <p:nvSpPr>
          <p:cNvPr id="197"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198" name="Picture Placeholder 8"/>
          <p:cNvSpPr>
            <a:spLocks noGrp="1"/>
          </p:cNvSpPr>
          <p:nvPr>
            <p:ph type="pic" sz="quarter" idx="21"/>
          </p:nvPr>
        </p:nvSpPr>
        <p:spPr bwMode="auto">
          <a:xfrm>
            <a:off x="7" y="3854551"/>
            <a:ext cx="6457954" cy="3713070"/>
          </a:xfrm>
          <a:prstGeom prst="rect">
            <a:avLst/>
          </a:prstGeom>
        </p:spPr>
        <p:txBody>
          <a:bodyPr lIns="91439" rIns="91439">
            <a:noAutofit/>
          </a:bodyPr>
          <a:lstStyle/>
          <a:p>
            <a:pPr>
              <a:defRPr/>
            </a:pPr>
            <a:endParaRPr/>
          </a:p>
        </p:txBody>
      </p:sp>
      <p:sp>
        <p:nvSpPr>
          <p:cNvPr id="199" name="Picture Placeholder 8"/>
          <p:cNvSpPr>
            <a:spLocks noGrp="1"/>
          </p:cNvSpPr>
          <p:nvPr>
            <p:ph type="pic" sz="quarter" idx="22"/>
          </p:nvPr>
        </p:nvSpPr>
        <p:spPr bwMode="auto">
          <a:xfrm>
            <a:off x="6457959" y="3854551"/>
            <a:ext cx="6457954" cy="3713070"/>
          </a:xfrm>
          <a:prstGeom prst="rect">
            <a:avLst/>
          </a:prstGeom>
        </p:spPr>
        <p:txBody>
          <a:bodyPr lIns="91439" rIns="91439">
            <a:noAutofit/>
          </a:bodyPr>
          <a:lstStyle/>
          <a:p>
            <a:pPr>
              <a:defRPr/>
            </a:pPr>
            <a:endParaRPr/>
          </a:p>
        </p:txBody>
      </p:sp>
      <p:sp>
        <p:nvSpPr>
          <p:cNvPr id="200" name="Picture Placeholder 8"/>
          <p:cNvSpPr>
            <a:spLocks noGrp="1"/>
          </p:cNvSpPr>
          <p:nvPr>
            <p:ph type="pic" sz="quarter" idx="23"/>
          </p:nvPr>
        </p:nvSpPr>
        <p:spPr bwMode="auto">
          <a:xfrm>
            <a:off x="7" y="7567614"/>
            <a:ext cx="6457954" cy="3713072"/>
          </a:xfrm>
          <a:prstGeom prst="rect">
            <a:avLst/>
          </a:prstGeom>
        </p:spPr>
        <p:txBody>
          <a:bodyPr lIns="91439" rIns="91439">
            <a:noAutofit/>
          </a:bodyPr>
          <a:lstStyle/>
          <a:p>
            <a:pPr>
              <a:defRPr/>
            </a:pPr>
            <a:endParaRPr/>
          </a:p>
        </p:txBody>
      </p:sp>
      <p:sp>
        <p:nvSpPr>
          <p:cNvPr id="201" name="Picture Placeholder 8"/>
          <p:cNvSpPr>
            <a:spLocks noGrp="1"/>
          </p:cNvSpPr>
          <p:nvPr>
            <p:ph type="pic" sz="quarter" idx="24"/>
          </p:nvPr>
        </p:nvSpPr>
        <p:spPr bwMode="auto">
          <a:xfrm>
            <a:off x="6457959" y="7567614"/>
            <a:ext cx="6457954" cy="3713072"/>
          </a:xfrm>
          <a:prstGeom prst="rect">
            <a:avLst/>
          </a:prstGeom>
        </p:spPr>
        <p:txBody>
          <a:bodyPr lIns="91439" rIns="91439">
            <a:noAutofit/>
          </a:bodyPr>
          <a:lstStyle/>
          <a:p>
            <a:pPr>
              <a:defRPr/>
            </a:pPr>
            <a:endParaRPr/>
          </a:p>
        </p:txBody>
      </p:sp>
      <p:sp>
        <p:nvSpPr>
          <p:cNvPr id="202" name="Picture Placeholder 8"/>
          <p:cNvSpPr>
            <a:spLocks noGrp="1"/>
          </p:cNvSpPr>
          <p:nvPr>
            <p:ph type="pic" sz="quarter" idx="25"/>
          </p:nvPr>
        </p:nvSpPr>
        <p:spPr bwMode="auto">
          <a:xfrm>
            <a:off x="3929356" y="6974307"/>
            <a:ext cx="2528596" cy="593314"/>
          </a:xfrm>
          <a:prstGeom prst="rect">
            <a:avLst/>
          </a:prstGeom>
        </p:spPr>
        <p:txBody>
          <a:bodyPr lIns="91439" rIns="91439">
            <a:noAutofit/>
          </a:bodyPr>
          <a:lstStyle/>
          <a:p>
            <a:pPr>
              <a:defRPr/>
            </a:pPr>
            <a:endParaRPr/>
          </a:p>
        </p:txBody>
      </p:sp>
      <p:sp>
        <p:nvSpPr>
          <p:cNvPr id="203" name="Text Placeholder 28"/>
          <p:cNvSpPr>
            <a:spLocks noGrp="1"/>
          </p:cNvSpPr>
          <p:nvPr>
            <p:ph type="body" sz="quarter" idx="26" hasCustomPrompt="1"/>
          </p:nvPr>
        </p:nvSpPr>
        <p:spPr bwMode="auto">
          <a:xfrm>
            <a:off x="4048790" y="7073900"/>
            <a:ext cx="2312980" cy="365128"/>
          </a:xfrm>
          <a:prstGeom prst="rect">
            <a:avLst/>
          </a:prstGeom>
        </p:spPr>
        <p:txBody>
          <a:bodyPr/>
          <a:lstStyle>
            <a:lvl1pPr defTabSz="1243272">
              <a:spcBef>
                <a:spcPts val="1300"/>
              </a:spcBef>
              <a:defRPr sz="1650">
                <a:solidFill>
                  <a:srgbClr val="FFFFFF"/>
                </a:solidFill>
              </a:defRPr>
            </a:lvl1pPr>
          </a:lstStyle>
          <a:p>
            <a:pPr>
              <a:defRPr/>
            </a:pPr>
            <a:r>
              <a:t>Text</a:t>
            </a:r>
          </a:p>
        </p:txBody>
      </p:sp>
      <p:sp>
        <p:nvSpPr>
          <p:cNvPr id="204" name="Picture Placeholder 8"/>
          <p:cNvSpPr>
            <a:spLocks noGrp="1"/>
          </p:cNvSpPr>
          <p:nvPr>
            <p:ph type="pic" sz="quarter" idx="27"/>
          </p:nvPr>
        </p:nvSpPr>
        <p:spPr bwMode="auto">
          <a:xfrm>
            <a:off x="6457952" y="7567621"/>
            <a:ext cx="2528596" cy="593314"/>
          </a:xfrm>
          <a:prstGeom prst="rect">
            <a:avLst/>
          </a:prstGeom>
        </p:spPr>
        <p:txBody>
          <a:bodyPr lIns="91439" rIns="91439">
            <a:noAutofit/>
          </a:bodyPr>
          <a:lstStyle/>
          <a:p>
            <a:pPr>
              <a:defRPr/>
            </a:pPr>
            <a:endParaRPr/>
          </a:p>
        </p:txBody>
      </p:sp>
      <p:sp>
        <p:nvSpPr>
          <p:cNvPr id="205" name="Text Placeholder 28"/>
          <p:cNvSpPr>
            <a:spLocks noGrp="1"/>
          </p:cNvSpPr>
          <p:nvPr>
            <p:ph type="body" sz="quarter" idx="28" hasCustomPrompt="1"/>
          </p:nvPr>
        </p:nvSpPr>
        <p:spPr bwMode="auto">
          <a:xfrm>
            <a:off x="6577384" y="7667214"/>
            <a:ext cx="2312980" cy="365128"/>
          </a:xfrm>
          <a:prstGeom prst="rect">
            <a:avLst/>
          </a:prstGeom>
        </p:spPr>
        <p:txBody>
          <a:bodyPr/>
          <a:lstStyle>
            <a:lvl1pPr defTabSz="1243272">
              <a:spcBef>
                <a:spcPts val="1300"/>
              </a:spcBef>
              <a:defRPr sz="1650">
                <a:solidFill>
                  <a:srgbClr val="FFFFFF"/>
                </a:solidFill>
              </a:defRPr>
            </a:lvl1pPr>
          </a:lstStyle>
          <a:p>
            <a:pPr>
              <a:defRPr/>
            </a:pPr>
            <a:r>
              <a:t>Text</a:t>
            </a:r>
          </a:p>
        </p:txBody>
      </p:sp>
      <p:sp>
        <p:nvSpPr>
          <p:cNvPr id="206" name="Picture Placeholder 8"/>
          <p:cNvSpPr>
            <a:spLocks noGrp="1"/>
          </p:cNvSpPr>
          <p:nvPr>
            <p:ph type="pic" sz="quarter" idx="29"/>
          </p:nvPr>
        </p:nvSpPr>
        <p:spPr bwMode="auto">
          <a:xfrm>
            <a:off x="6457952" y="6974307"/>
            <a:ext cx="2528596" cy="593314"/>
          </a:xfrm>
          <a:prstGeom prst="rect">
            <a:avLst/>
          </a:prstGeom>
        </p:spPr>
        <p:txBody>
          <a:bodyPr lIns="91439" rIns="91439">
            <a:noAutofit/>
          </a:bodyPr>
          <a:lstStyle/>
          <a:p>
            <a:pPr>
              <a:defRPr/>
            </a:pPr>
            <a:endParaRPr/>
          </a:p>
        </p:txBody>
      </p:sp>
      <p:sp>
        <p:nvSpPr>
          <p:cNvPr id="207" name="Text Placeholder 28"/>
          <p:cNvSpPr>
            <a:spLocks noGrp="1"/>
          </p:cNvSpPr>
          <p:nvPr>
            <p:ph type="body" sz="quarter" idx="30" hasCustomPrompt="1"/>
          </p:nvPr>
        </p:nvSpPr>
        <p:spPr bwMode="auto">
          <a:xfrm>
            <a:off x="6577384" y="7073900"/>
            <a:ext cx="2312980" cy="365128"/>
          </a:xfrm>
          <a:prstGeom prst="rect">
            <a:avLst/>
          </a:prstGeom>
        </p:spPr>
        <p:txBody>
          <a:bodyPr/>
          <a:lstStyle>
            <a:lvl1pPr defTabSz="1243272">
              <a:spcBef>
                <a:spcPts val="1300"/>
              </a:spcBef>
              <a:defRPr sz="1650">
                <a:solidFill>
                  <a:srgbClr val="FFFFFF"/>
                </a:solidFill>
              </a:defRPr>
            </a:lvl1pPr>
          </a:lstStyle>
          <a:p>
            <a:pPr>
              <a:defRPr/>
            </a:pPr>
            <a:r>
              <a:t>Text</a:t>
            </a:r>
          </a:p>
        </p:txBody>
      </p:sp>
      <p:sp>
        <p:nvSpPr>
          <p:cNvPr id="208" name="Picture Placeholder 8"/>
          <p:cNvSpPr>
            <a:spLocks noGrp="1"/>
          </p:cNvSpPr>
          <p:nvPr>
            <p:ph type="pic" sz="quarter" idx="31"/>
          </p:nvPr>
        </p:nvSpPr>
        <p:spPr bwMode="auto">
          <a:xfrm>
            <a:off x="3929356" y="7567621"/>
            <a:ext cx="2528596" cy="593314"/>
          </a:xfrm>
          <a:prstGeom prst="rect">
            <a:avLst/>
          </a:prstGeom>
        </p:spPr>
        <p:txBody>
          <a:bodyPr lIns="91439" rIns="91439">
            <a:noAutofit/>
          </a:bodyPr>
          <a:lstStyle/>
          <a:p>
            <a:pPr>
              <a:defRPr/>
            </a:pPr>
            <a:endParaRPr/>
          </a:p>
        </p:txBody>
      </p:sp>
      <p:sp>
        <p:nvSpPr>
          <p:cNvPr id="209" name="Text Placeholder 28"/>
          <p:cNvSpPr>
            <a:spLocks noGrp="1"/>
          </p:cNvSpPr>
          <p:nvPr>
            <p:ph type="body" sz="quarter" idx="32" hasCustomPrompt="1"/>
          </p:nvPr>
        </p:nvSpPr>
        <p:spPr bwMode="auto">
          <a:xfrm>
            <a:off x="4048790" y="7667214"/>
            <a:ext cx="2312980" cy="365128"/>
          </a:xfrm>
          <a:prstGeom prst="rect">
            <a:avLst/>
          </a:prstGeom>
        </p:spPr>
        <p:txBody>
          <a:bodyPr/>
          <a:lstStyle>
            <a:lvl1pPr defTabSz="1243272">
              <a:spcBef>
                <a:spcPts val="1300"/>
              </a:spcBef>
              <a:defRPr sz="1650">
                <a:solidFill>
                  <a:srgbClr val="FFFFFF"/>
                </a:solidFill>
              </a:defRPr>
            </a:lvl1pPr>
          </a:lstStyle>
          <a:p>
            <a:pPr>
              <a:defRPr/>
            </a:pPr>
            <a:r>
              <a:t>Text</a:t>
            </a:r>
          </a:p>
        </p:txBody>
      </p:sp>
    </p:spTree>
    <p:extLst>
      <p:ext uri="{BB962C8B-B14F-4D97-AF65-F5344CB8AC3E}">
        <p14:creationId xmlns:p14="http://schemas.microsoft.com/office/powerpoint/2010/main" val="3451754307"/>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PhAnim="0" type="tx" userDrawn="1">
  <p:cSld name="1_Custom Layout">
    <p:spTree>
      <p:nvGrpSpPr>
        <p:cNvPr id="1" name=""/>
        <p:cNvGrpSpPr/>
        <p:nvPr/>
      </p:nvGrpSpPr>
      <p:grpSpPr bwMode="auto">
        <a:xfrm>
          <a:off x="0" y="0"/>
          <a:ext cx="0" cy="0"/>
          <a:chOff x="0" y="0"/>
          <a:chExt cx="0" cy="0"/>
        </a:xfrm>
      </p:grpSpPr>
      <p:sp>
        <p:nvSpPr>
          <p:cNvPr id="216"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217" name="Picture Placeholder 8"/>
          <p:cNvSpPr>
            <a:spLocks noGrp="1"/>
          </p:cNvSpPr>
          <p:nvPr>
            <p:ph type="pic" sz="quarter" idx="21"/>
          </p:nvPr>
        </p:nvSpPr>
        <p:spPr bwMode="auto">
          <a:xfrm>
            <a:off x="-2" y="0"/>
            <a:ext cx="12233300" cy="4572000"/>
          </a:xfrm>
          <a:prstGeom prst="rect">
            <a:avLst/>
          </a:prstGeom>
        </p:spPr>
        <p:txBody>
          <a:bodyPr lIns="91439" rIns="91439">
            <a:noAutofit/>
          </a:bodyPr>
          <a:lstStyle/>
          <a:p>
            <a:pPr>
              <a:defRPr/>
            </a:pPr>
            <a:endParaRPr/>
          </a:p>
        </p:txBody>
      </p:sp>
      <p:sp>
        <p:nvSpPr>
          <p:cNvPr id="218" name="Picture Placeholder 8"/>
          <p:cNvSpPr>
            <a:spLocks noGrp="1"/>
          </p:cNvSpPr>
          <p:nvPr>
            <p:ph type="pic" sz="quarter" idx="22"/>
          </p:nvPr>
        </p:nvSpPr>
        <p:spPr bwMode="auto">
          <a:xfrm>
            <a:off x="12157065" y="0"/>
            <a:ext cx="12233298" cy="4572000"/>
          </a:xfrm>
          <a:prstGeom prst="rect">
            <a:avLst/>
          </a:prstGeom>
        </p:spPr>
        <p:txBody>
          <a:bodyPr lIns="91439" rIns="91439">
            <a:noAutofit/>
          </a:bodyPr>
          <a:lstStyle/>
          <a:p>
            <a:pPr>
              <a:defRPr/>
            </a:pPr>
            <a:endParaRPr/>
          </a:p>
        </p:txBody>
      </p:sp>
      <p:sp>
        <p:nvSpPr>
          <p:cNvPr id="219" name="Picture Placeholder 8"/>
          <p:cNvSpPr>
            <a:spLocks noGrp="1"/>
          </p:cNvSpPr>
          <p:nvPr>
            <p:ph type="pic" sz="quarter" idx="23"/>
          </p:nvPr>
        </p:nvSpPr>
        <p:spPr bwMode="auto">
          <a:xfrm>
            <a:off x="7" y="4572000"/>
            <a:ext cx="12195178" cy="4572000"/>
          </a:xfrm>
          <a:prstGeom prst="rect">
            <a:avLst/>
          </a:prstGeom>
        </p:spPr>
        <p:txBody>
          <a:bodyPr lIns="91439" rIns="91439">
            <a:noAutofit/>
          </a:bodyPr>
          <a:lstStyle/>
          <a:p>
            <a:pPr>
              <a:defRPr/>
            </a:pPr>
            <a:endParaRPr/>
          </a:p>
        </p:txBody>
      </p:sp>
      <p:sp>
        <p:nvSpPr>
          <p:cNvPr id="220" name="Picture Placeholder 8"/>
          <p:cNvSpPr>
            <a:spLocks noGrp="1"/>
          </p:cNvSpPr>
          <p:nvPr>
            <p:ph type="pic" sz="quarter" idx="24"/>
          </p:nvPr>
        </p:nvSpPr>
        <p:spPr bwMode="auto">
          <a:xfrm>
            <a:off x="12157065" y="4572000"/>
            <a:ext cx="12195178" cy="4572000"/>
          </a:xfrm>
          <a:prstGeom prst="rect">
            <a:avLst/>
          </a:prstGeom>
        </p:spPr>
        <p:txBody>
          <a:bodyPr lIns="91439" rIns="91439">
            <a:noAutofit/>
          </a:bodyPr>
          <a:lstStyle/>
          <a:p>
            <a:pPr>
              <a:defRPr/>
            </a:pPr>
            <a:endParaRPr/>
          </a:p>
        </p:txBody>
      </p:sp>
      <p:sp>
        <p:nvSpPr>
          <p:cNvPr id="221" name="Picture Placeholder 8"/>
          <p:cNvSpPr>
            <a:spLocks noGrp="1"/>
          </p:cNvSpPr>
          <p:nvPr>
            <p:ph type="pic" sz="quarter" idx="25"/>
          </p:nvPr>
        </p:nvSpPr>
        <p:spPr bwMode="auto">
          <a:xfrm>
            <a:off x="7" y="9144000"/>
            <a:ext cx="12195178" cy="4572000"/>
          </a:xfrm>
          <a:prstGeom prst="rect">
            <a:avLst/>
          </a:prstGeom>
        </p:spPr>
        <p:txBody>
          <a:bodyPr lIns="91439" rIns="91439">
            <a:noAutofit/>
          </a:bodyPr>
          <a:lstStyle/>
          <a:p>
            <a:pPr>
              <a:defRPr/>
            </a:pPr>
            <a:endParaRPr/>
          </a:p>
        </p:txBody>
      </p:sp>
      <p:sp>
        <p:nvSpPr>
          <p:cNvPr id="222" name="Picture Placeholder 8"/>
          <p:cNvSpPr>
            <a:spLocks noGrp="1"/>
          </p:cNvSpPr>
          <p:nvPr>
            <p:ph type="pic" sz="quarter" idx="26"/>
          </p:nvPr>
        </p:nvSpPr>
        <p:spPr bwMode="auto">
          <a:xfrm>
            <a:off x="12138744" y="9144000"/>
            <a:ext cx="12251612" cy="4572000"/>
          </a:xfrm>
          <a:prstGeom prst="rect">
            <a:avLst/>
          </a:prstGeom>
        </p:spPr>
        <p:txBody>
          <a:bodyPr lIns="91439" rIns="91439">
            <a:noAutofit/>
          </a:bodyPr>
          <a:lstStyle/>
          <a:p>
            <a:pPr>
              <a:defRPr/>
            </a:pPr>
            <a:endParaRPr/>
          </a:p>
        </p:txBody>
      </p:sp>
      <p:sp>
        <p:nvSpPr>
          <p:cNvPr id="223" name="Picture Placeholder 8"/>
          <p:cNvSpPr>
            <a:spLocks noGrp="1"/>
          </p:cNvSpPr>
          <p:nvPr>
            <p:ph type="pic" sz="quarter" idx="27"/>
          </p:nvPr>
        </p:nvSpPr>
        <p:spPr bwMode="auto">
          <a:xfrm>
            <a:off x="4814230" y="1989349"/>
            <a:ext cx="2528596" cy="593314"/>
          </a:xfrm>
          <a:prstGeom prst="rect">
            <a:avLst/>
          </a:prstGeom>
        </p:spPr>
        <p:txBody>
          <a:bodyPr lIns="91439" rIns="91439">
            <a:noAutofit/>
          </a:bodyPr>
          <a:lstStyle/>
          <a:p>
            <a:pPr>
              <a:defRPr/>
            </a:pPr>
            <a:endParaRPr/>
          </a:p>
        </p:txBody>
      </p:sp>
      <p:sp>
        <p:nvSpPr>
          <p:cNvPr id="224" name="Уровень текста 1…"/>
          <p:cNvSpPr txBox="1">
            <a:spLocks noGrp="1"/>
          </p:cNvSpPr>
          <p:nvPr>
            <p:ph type="body" sz="quarter" idx="1" hasCustomPrompt="1"/>
          </p:nvPr>
        </p:nvSpPr>
        <p:spPr bwMode="auto">
          <a:xfrm>
            <a:off x="4933662" y="2088944"/>
            <a:ext cx="2312980" cy="365128"/>
          </a:xfrm>
          <a:prstGeom prst="rect">
            <a:avLst/>
          </a:prstGeom>
        </p:spPr>
        <p:txBody>
          <a:bodyPr/>
          <a:lstStyle>
            <a:lvl1pPr>
              <a:defRPr sz="2400">
                <a:solidFill>
                  <a:srgbClr val="FFFFFF"/>
                </a:solidFill>
              </a:defRPr>
            </a:lvl1pPr>
            <a:lvl2pPr>
              <a:defRPr sz="2400">
                <a:solidFill>
                  <a:srgbClr val="FFFFFF"/>
                </a:solidFill>
              </a:defRPr>
            </a:lvl2pPr>
            <a:lvl3pPr>
              <a:defRPr sz="2400">
                <a:solidFill>
                  <a:srgbClr val="FFFFFF"/>
                </a:solidFill>
              </a:defRPr>
            </a:lvl3pPr>
            <a:lvl4pPr>
              <a:defRPr sz="2400">
                <a:solidFill>
                  <a:srgbClr val="FFFFFF"/>
                </a:solidFill>
              </a:defRPr>
            </a:lvl4pPr>
            <a:lvl5pPr>
              <a:defRPr sz="2400">
                <a:solidFill>
                  <a:srgbClr val="FFFFFF"/>
                </a:solidFill>
              </a:defRPr>
            </a:lvl5pPr>
          </a:lstStyle>
          <a:p>
            <a:pPr>
              <a:defRPr/>
            </a:pPr>
            <a:r>
              <a:t>Text</a:t>
            </a:r>
          </a:p>
          <a:p>
            <a:pPr lvl="1">
              <a:defRPr/>
            </a:pPr>
            <a:endParaRPr/>
          </a:p>
          <a:p>
            <a:pPr lvl="2">
              <a:defRPr/>
            </a:pPr>
            <a:endParaRPr/>
          </a:p>
          <a:p>
            <a:pPr lvl="3">
              <a:defRPr/>
            </a:pPr>
            <a:endParaRPr/>
          </a:p>
          <a:p>
            <a:pPr lvl="4">
              <a:defRPr/>
            </a:pPr>
            <a:endParaRPr/>
          </a:p>
        </p:txBody>
      </p:sp>
      <p:sp>
        <p:nvSpPr>
          <p:cNvPr id="225" name="Picture Placeholder 8"/>
          <p:cNvSpPr>
            <a:spLocks noGrp="1"/>
          </p:cNvSpPr>
          <p:nvPr>
            <p:ph type="pic" sz="quarter" idx="28"/>
          </p:nvPr>
        </p:nvSpPr>
        <p:spPr bwMode="auto">
          <a:xfrm>
            <a:off x="17009408" y="6561349"/>
            <a:ext cx="2528596" cy="593314"/>
          </a:xfrm>
          <a:prstGeom prst="rect">
            <a:avLst/>
          </a:prstGeom>
        </p:spPr>
        <p:txBody>
          <a:bodyPr lIns="91439" rIns="91439">
            <a:noAutofit/>
          </a:bodyPr>
          <a:lstStyle/>
          <a:p>
            <a:pPr>
              <a:defRPr/>
            </a:pPr>
            <a:endParaRPr/>
          </a:p>
        </p:txBody>
      </p:sp>
      <p:sp>
        <p:nvSpPr>
          <p:cNvPr id="226" name="Text Placeholder 28"/>
          <p:cNvSpPr>
            <a:spLocks noGrp="1"/>
          </p:cNvSpPr>
          <p:nvPr>
            <p:ph type="body" sz="quarter" idx="29" hasCustomPrompt="1"/>
          </p:nvPr>
        </p:nvSpPr>
        <p:spPr bwMode="auto">
          <a:xfrm>
            <a:off x="17128842" y="6660944"/>
            <a:ext cx="2312980" cy="365128"/>
          </a:xfrm>
          <a:prstGeom prst="rect">
            <a:avLst/>
          </a:prstGeom>
        </p:spPr>
        <p:txBody>
          <a:bodyPr/>
          <a:lstStyle>
            <a:lvl1pPr defTabSz="1243272">
              <a:spcBef>
                <a:spcPts val="1300"/>
              </a:spcBef>
              <a:defRPr sz="1650">
                <a:solidFill>
                  <a:srgbClr val="FFFFFF"/>
                </a:solidFill>
              </a:defRPr>
            </a:lvl1pPr>
          </a:lstStyle>
          <a:p>
            <a:pPr>
              <a:defRPr/>
            </a:pPr>
            <a:r>
              <a:t>Text</a:t>
            </a:r>
          </a:p>
        </p:txBody>
      </p:sp>
      <p:sp>
        <p:nvSpPr>
          <p:cNvPr id="227" name="Picture Placeholder 8"/>
          <p:cNvSpPr>
            <a:spLocks noGrp="1"/>
          </p:cNvSpPr>
          <p:nvPr>
            <p:ph type="pic" sz="quarter" idx="30"/>
          </p:nvPr>
        </p:nvSpPr>
        <p:spPr bwMode="auto">
          <a:xfrm>
            <a:off x="4910412" y="11133349"/>
            <a:ext cx="2528596" cy="593314"/>
          </a:xfrm>
          <a:prstGeom prst="rect">
            <a:avLst/>
          </a:prstGeom>
        </p:spPr>
        <p:txBody>
          <a:bodyPr lIns="91439" rIns="91439">
            <a:noAutofit/>
          </a:bodyPr>
          <a:lstStyle/>
          <a:p>
            <a:pPr>
              <a:defRPr/>
            </a:pPr>
            <a:endParaRPr/>
          </a:p>
        </p:txBody>
      </p:sp>
      <p:sp>
        <p:nvSpPr>
          <p:cNvPr id="228" name="Text Placeholder 28"/>
          <p:cNvSpPr>
            <a:spLocks noGrp="1"/>
          </p:cNvSpPr>
          <p:nvPr>
            <p:ph type="body" sz="quarter" idx="31" hasCustomPrompt="1"/>
          </p:nvPr>
        </p:nvSpPr>
        <p:spPr bwMode="auto">
          <a:xfrm>
            <a:off x="5029846" y="11232944"/>
            <a:ext cx="2312980" cy="365128"/>
          </a:xfrm>
          <a:prstGeom prst="rect">
            <a:avLst/>
          </a:prstGeom>
        </p:spPr>
        <p:txBody>
          <a:bodyPr/>
          <a:lstStyle>
            <a:lvl1pPr defTabSz="1243272">
              <a:spcBef>
                <a:spcPts val="1300"/>
              </a:spcBef>
              <a:defRPr sz="1650">
                <a:solidFill>
                  <a:srgbClr val="FFFFFF"/>
                </a:solidFill>
              </a:defRPr>
            </a:lvl1pPr>
          </a:lstStyle>
          <a:p>
            <a:pPr>
              <a:defRPr/>
            </a:pPr>
            <a:r>
              <a:t>Text</a:t>
            </a:r>
          </a:p>
        </p:txBody>
      </p:sp>
    </p:spTree>
    <p:extLst>
      <p:ext uri="{BB962C8B-B14F-4D97-AF65-F5344CB8AC3E}">
        <p14:creationId xmlns:p14="http://schemas.microsoft.com/office/powerpoint/2010/main" val="3461496347"/>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PhAnim="0" type="tx" userDrawn="1">
  <p:cSld name="2_Custom Layout">
    <p:spTree>
      <p:nvGrpSpPr>
        <p:cNvPr id="1" name=""/>
        <p:cNvGrpSpPr/>
        <p:nvPr/>
      </p:nvGrpSpPr>
      <p:grpSpPr bwMode="auto">
        <a:xfrm>
          <a:off x="0" y="0"/>
          <a:ext cx="0" cy="0"/>
          <a:chOff x="0" y="0"/>
          <a:chExt cx="0" cy="0"/>
        </a:xfrm>
      </p:grpSpPr>
      <p:sp>
        <p:nvSpPr>
          <p:cNvPr id="235"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236" name="Picture Placeholder 8"/>
          <p:cNvSpPr>
            <a:spLocks noGrp="1"/>
          </p:cNvSpPr>
          <p:nvPr>
            <p:ph type="pic" sz="quarter" idx="21"/>
          </p:nvPr>
        </p:nvSpPr>
        <p:spPr bwMode="auto">
          <a:xfrm>
            <a:off x="-2" y="0"/>
            <a:ext cx="12233300" cy="4572000"/>
          </a:xfrm>
          <a:prstGeom prst="rect">
            <a:avLst/>
          </a:prstGeom>
        </p:spPr>
        <p:txBody>
          <a:bodyPr lIns="91439" rIns="91439">
            <a:noAutofit/>
          </a:bodyPr>
          <a:lstStyle/>
          <a:p>
            <a:pPr>
              <a:defRPr/>
            </a:pPr>
            <a:endParaRPr/>
          </a:p>
        </p:txBody>
      </p:sp>
      <p:sp>
        <p:nvSpPr>
          <p:cNvPr id="237" name="Picture Placeholder 8"/>
          <p:cNvSpPr>
            <a:spLocks noGrp="1"/>
          </p:cNvSpPr>
          <p:nvPr>
            <p:ph type="pic" sz="quarter" idx="22"/>
          </p:nvPr>
        </p:nvSpPr>
        <p:spPr bwMode="auto">
          <a:xfrm>
            <a:off x="12157065" y="0"/>
            <a:ext cx="12233298" cy="4572000"/>
          </a:xfrm>
          <a:prstGeom prst="rect">
            <a:avLst/>
          </a:prstGeom>
        </p:spPr>
        <p:txBody>
          <a:bodyPr lIns="91439" rIns="91439">
            <a:noAutofit/>
          </a:bodyPr>
          <a:lstStyle/>
          <a:p>
            <a:pPr>
              <a:defRPr/>
            </a:pPr>
            <a:endParaRPr/>
          </a:p>
        </p:txBody>
      </p:sp>
      <p:sp>
        <p:nvSpPr>
          <p:cNvPr id="238" name="Picture Placeholder 8"/>
          <p:cNvSpPr>
            <a:spLocks noGrp="1"/>
          </p:cNvSpPr>
          <p:nvPr>
            <p:ph type="pic" sz="quarter" idx="23"/>
          </p:nvPr>
        </p:nvSpPr>
        <p:spPr bwMode="auto">
          <a:xfrm>
            <a:off x="7" y="4572000"/>
            <a:ext cx="12195178" cy="4572000"/>
          </a:xfrm>
          <a:prstGeom prst="rect">
            <a:avLst/>
          </a:prstGeom>
        </p:spPr>
        <p:txBody>
          <a:bodyPr lIns="91439" rIns="91439">
            <a:noAutofit/>
          </a:bodyPr>
          <a:lstStyle/>
          <a:p>
            <a:pPr>
              <a:defRPr/>
            </a:pPr>
            <a:endParaRPr/>
          </a:p>
        </p:txBody>
      </p:sp>
      <p:sp>
        <p:nvSpPr>
          <p:cNvPr id="239" name="Picture Placeholder 8"/>
          <p:cNvSpPr>
            <a:spLocks noGrp="1"/>
          </p:cNvSpPr>
          <p:nvPr>
            <p:ph type="pic" sz="quarter" idx="24"/>
          </p:nvPr>
        </p:nvSpPr>
        <p:spPr bwMode="auto">
          <a:xfrm>
            <a:off x="12157065" y="4572000"/>
            <a:ext cx="12195178" cy="4572000"/>
          </a:xfrm>
          <a:prstGeom prst="rect">
            <a:avLst/>
          </a:prstGeom>
        </p:spPr>
        <p:txBody>
          <a:bodyPr lIns="91439" rIns="91439">
            <a:noAutofit/>
          </a:bodyPr>
          <a:lstStyle/>
          <a:p>
            <a:pPr>
              <a:defRPr/>
            </a:pPr>
            <a:endParaRPr/>
          </a:p>
        </p:txBody>
      </p:sp>
      <p:sp>
        <p:nvSpPr>
          <p:cNvPr id="240" name="Picture Placeholder 8"/>
          <p:cNvSpPr>
            <a:spLocks noGrp="1"/>
          </p:cNvSpPr>
          <p:nvPr>
            <p:ph type="pic" sz="quarter" idx="25"/>
          </p:nvPr>
        </p:nvSpPr>
        <p:spPr bwMode="auto">
          <a:xfrm>
            <a:off x="17071342" y="1989349"/>
            <a:ext cx="2528596" cy="593314"/>
          </a:xfrm>
          <a:prstGeom prst="rect">
            <a:avLst/>
          </a:prstGeom>
        </p:spPr>
        <p:txBody>
          <a:bodyPr lIns="91439" rIns="91439">
            <a:noAutofit/>
          </a:bodyPr>
          <a:lstStyle/>
          <a:p>
            <a:pPr>
              <a:defRPr/>
            </a:pPr>
            <a:endParaRPr/>
          </a:p>
        </p:txBody>
      </p:sp>
      <p:sp>
        <p:nvSpPr>
          <p:cNvPr id="241" name="Уровень текста 1…"/>
          <p:cNvSpPr txBox="1">
            <a:spLocks noGrp="1"/>
          </p:cNvSpPr>
          <p:nvPr>
            <p:ph type="body" sz="quarter" idx="1" hasCustomPrompt="1"/>
          </p:nvPr>
        </p:nvSpPr>
        <p:spPr bwMode="auto">
          <a:xfrm>
            <a:off x="17190774" y="2088944"/>
            <a:ext cx="2312980" cy="365128"/>
          </a:xfrm>
          <a:prstGeom prst="rect">
            <a:avLst/>
          </a:prstGeom>
        </p:spPr>
        <p:txBody>
          <a:bodyPr/>
          <a:lstStyle>
            <a:lvl1pPr>
              <a:defRPr sz="2400">
                <a:solidFill>
                  <a:srgbClr val="FFFFFF"/>
                </a:solidFill>
              </a:defRPr>
            </a:lvl1pPr>
            <a:lvl2pPr>
              <a:defRPr sz="2400">
                <a:solidFill>
                  <a:srgbClr val="FFFFFF"/>
                </a:solidFill>
              </a:defRPr>
            </a:lvl2pPr>
            <a:lvl3pPr>
              <a:defRPr sz="2400">
                <a:solidFill>
                  <a:srgbClr val="FFFFFF"/>
                </a:solidFill>
              </a:defRPr>
            </a:lvl3pPr>
            <a:lvl4pPr>
              <a:defRPr sz="2400">
                <a:solidFill>
                  <a:srgbClr val="FFFFFF"/>
                </a:solidFill>
              </a:defRPr>
            </a:lvl4pPr>
            <a:lvl5pPr>
              <a:defRPr sz="2400">
                <a:solidFill>
                  <a:srgbClr val="FFFFFF"/>
                </a:solidFill>
              </a:defRPr>
            </a:lvl5pPr>
          </a:lstStyle>
          <a:p>
            <a:pPr>
              <a:defRPr/>
            </a:pPr>
            <a:r>
              <a:t>Text</a:t>
            </a:r>
          </a:p>
          <a:p>
            <a:pPr lvl="1">
              <a:defRPr/>
            </a:pPr>
            <a:endParaRPr/>
          </a:p>
          <a:p>
            <a:pPr lvl="2">
              <a:defRPr/>
            </a:pPr>
            <a:endParaRPr/>
          </a:p>
          <a:p>
            <a:pPr lvl="3">
              <a:defRPr/>
            </a:pPr>
            <a:endParaRPr/>
          </a:p>
          <a:p>
            <a:pPr lvl="4">
              <a:defRPr/>
            </a:pPr>
            <a:endParaRPr/>
          </a:p>
        </p:txBody>
      </p:sp>
      <p:sp>
        <p:nvSpPr>
          <p:cNvPr id="242" name="Picture Placeholder 8"/>
          <p:cNvSpPr>
            <a:spLocks noGrp="1"/>
          </p:cNvSpPr>
          <p:nvPr>
            <p:ph type="pic" sz="quarter" idx="26"/>
          </p:nvPr>
        </p:nvSpPr>
        <p:spPr bwMode="auto">
          <a:xfrm>
            <a:off x="4814232" y="6575845"/>
            <a:ext cx="2528596" cy="593314"/>
          </a:xfrm>
          <a:prstGeom prst="rect">
            <a:avLst/>
          </a:prstGeom>
        </p:spPr>
        <p:txBody>
          <a:bodyPr lIns="91439" rIns="91439">
            <a:noAutofit/>
          </a:bodyPr>
          <a:lstStyle/>
          <a:p>
            <a:pPr>
              <a:defRPr/>
            </a:pPr>
            <a:endParaRPr/>
          </a:p>
        </p:txBody>
      </p:sp>
      <p:sp>
        <p:nvSpPr>
          <p:cNvPr id="243" name="Text Placeholder 28"/>
          <p:cNvSpPr>
            <a:spLocks noGrp="1"/>
          </p:cNvSpPr>
          <p:nvPr>
            <p:ph type="body" sz="quarter" idx="27" hasCustomPrompt="1"/>
          </p:nvPr>
        </p:nvSpPr>
        <p:spPr bwMode="auto">
          <a:xfrm>
            <a:off x="4933664" y="6675438"/>
            <a:ext cx="2312980" cy="365128"/>
          </a:xfrm>
          <a:prstGeom prst="rect">
            <a:avLst/>
          </a:prstGeom>
        </p:spPr>
        <p:txBody>
          <a:bodyPr/>
          <a:lstStyle>
            <a:lvl1pPr defTabSz="1243272">
              <a:spcBef>
                <a:spcPts val="1300"/>
              </a:spcBef>
              <a:defRPr sz="1650">
                <a:solidFill>
                  <a:srgbClr val="FFFFFF"/>
                </a:solidFill>
              </a:defRPr>
            </a:lvl1pPr>
          </a:lstStyle>
          <a:p>
            <a:pPr>
              <a:defRPr/>
            </a:pPr>
            <a:r>
              <a:t>Text</a:t>
            </a:r>
          </a:p>
        </p:txBody>
      </p:sp>
      <p:sp>
        <p:nvSpPr>
          <p:cNvPr id="244" name="Text Placeholder 28"/>
          <p:cNvSpPr>
            <a:spLocks noGrp="1"/>
          </p:cNvSpPr>
          <p:nvPr>
            <p:ph type="body" sz="quarter" idx="28" hasCustomPrompt="1"/>
          </p:nvPr>
        </p:nvSpPr>
        <p:spPr bwMode="auto">
          <a:xfrm>
            <a:off x="5093510" y="12257090"/>
            <a:ext cx="2312980" cy="365128"/>
          </a:xfrm>
          <a:prstGeom prst="rect">
            <a:avLst/>
          </a:prstGeom>
        </p:spPr>
        <p:txBody>
          <a:bodyPr/>
          <a:lstStyle>
            <a:lvl1pPr defTabSz="1243272">
              <a:spcBef>
                <a:spcPts val="1300"/>
              </a:spcBef>
              <a:defRPr sz="1650">
                <a:solidFill>
                  <a:srgbClr val="FFFFFF"/>
                </a:solidFill>
              </a:defRPr>
            </a:lvl1pPr>
          </a:lstStyle>
          <a:p>
            <a:pPr>
              <a:defRPr/>
            </a:pPr>
            <a:r>
              <a:t>Text</a:t>
            </a:r>
          </a:p>
        </p:txBody>
      </p:sp>
      <p:sp>
        <p:nvSpPr>
          <p:cNvPr id="245" name="Текст заголовка"/>
          <p:cNvSpPr txBox="1">
            <a:spLocks noGrp="1"/>
          </p:cNvSpPr>
          <p:nvPr>
            <p:ph type="title"/>
          </p:nvPr>
        </p:nvSpPr>
        <p:spPr bwMode="auto">
          <a:xfrm>
            <a:off x="1638718" y="9466730"/>
            <a:ext cx="21036680" cy="1142536"/>
          </a:xfrm>
          <a:prstGeom prst="rect">
            <a:avLst/>
          </a:prstGeom>
        </p:spPr>
        <p:txBody>
          <a:bodyPr/>
          <a:lstStyle>
            <a:lvl1pPr algn="ctr">
              <a:defRPr sz="7200">
                <a:solidFill>
                  <a:srgbClr val="404040"/>
                </a:solidFill>
              </a:defRPr>
            </a:lvl1pPr>
          </a:lstStyle>
          <a:p>
            <a:pPr>
              <a:defRPr/>
            </a:pPr>
            <a:r>
              <a:t>Текст заголовка</a:t>
            </a:r>
          </a:p>
        </p:txBody>
      </p:sp>
    </p:spTree>
    <p:extLst>
      <p:ext uri="{BB962C8B-B14F-4D97-AF65-F5344CB8AC3E}">
        <p14:creationId xmlns:p14="http://schemas.microsoft.com/office/powerpoint/2010/main" val="4095188526"/>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PhAnim="0" type="tx" userDrawn="1">
  <p:cSld name="3_Custom Layout">
    <p:spTree>
      <p:nvGrpSpPr>
        <p:cNvPr id="1" name=""/>
        <p:cNvGrpSpPr/>
        <p:nvPr/>
      </p:nvGrpSpPr>
      <p:grpSpPr bwMode="auto">
        <a:xfrm>
          <a:off x="0" y="0"/>
          <a:ext cx="0" cy="0"/>
          <a:chOff x="0" y="0"/>
          <a:chExt cx="0" cy="0"/>
        </a:xfrm>
      </p:grpSpPr>
      <p:sp>
        <p:nvSpPr>
          <p:cNvPr id="252" name="Picture Placeholder 11"/>
          <p:cNvSpPr>
            <a:spLocks noGrp="1"/>
          </p:cNvSpPr>
          <p:nvPr>
            <p:ph type="pic" idx="21"/>
          </p:nvPr>
        </p:nvSpPr>
        <p:spPr bwMode="auto">
          <a:xfrm>
            <a:off x="-3" y="-2"/>
            <a:ext cx="24390358" cy="13654092"/>
          </a:xfrm>
          <a:prstGeom prst="rect">
            <a:avLst/>
          </a:prstGeom>
        </p:spPr>
        <p:txBody>
          <a:bodyPr lIns="91439" rIns="91439">
            <a:noAutofit/>
          </a:bodyPr>
          <a:lstStyle/>
          <a:p>
            <a:pPr>
              <a:defRPr/>
            </a:pPr>
            <a:endParaRPr/>
          </a:p>
        </p:txBody>
      </p:sp>
      <p:sp>
        <p:nvSpPr>
          <p:cNvPr id="253"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254" name="Picture Placeholder 10"/>
          <p:cNvSpPr>
            <a:spLocks noGrp="1"/>
          </p:cNvSpPr>
          <p:nvPr>
            <p:ph type="pic" idx="22"/>
          </p:nvPr>
        </p:nvSpPr>
        <p:spPr bwMode="auto">
          <a:xfrm>
            <a:off x="-39339693" y="-17373600"/>
            <a:ext cx="24390358" cy="13716000"/>
          </a:xfrm>
          <a:prstGeom prst="rect">
            <a:avLst/>
          </a:prstGeom>
        </p:spPr>
        <p:txBody>
          <a:bodyPr lIns="91439" rIns="91439">
            <a:noAutofit/>
          </a:bodyPr>
          <a:lstStyle/>
          <a:p>
            <a:pPr>
              <a:defRPr/>
            </a:pPr>
            <a:endParaRPr/>
          </a:p>
        </p:txBody>
      </p:sp>
      <p:sp>
        <p:nvSpPr>
          <p:cNvPr id="255" name="Текст заголовка"/>
          <p:cNvSpPr txBox="1">
            <a:spLocks noGrp="1"/>
          </p:cNvSpPr>
          <p:nvPr>
            <p:ph type="title"/>
          </p:nvPr>
        </p:nvSpPr>
        <p:spPr bwMode="auto">
          <a:xfrm>
            <a:off x="1676836" y="526474"/>
            <a:ext cx="21036680" cy="1556904"/>
          </a:xfrm>
          <a:prstGeom prst="rect">
            <a:avLst/>
          </a:prstGeom>
        </p:spPr>
        <p:txBody>
          <a:bodyPr/>
          <a:lstStyle>
            <a:lvl1pPr algn="ctr">
              <a:defRPr>
                <a:solidFill>
                  <a:srgbClr val="404040"/>
                </a:solidFill>
              </a:defRPr>
            </a:lvl1pPr>
          </a:lstStyle>
          <a:p>
            <a:pPr>
              <a:defRPr/>
            </a:pPr>
            <a:r>
              <a:t>Текст заголовка</a:t>
            </a:r>
          </a:p>
        </p:txBody>
      </p:sp>
      <p:sp>
        <p:nvSpPr>
          <p:cNvPr id="256" name="Уровень текста 1…"/>
          <p:cNvSpPr txBox="1">
            <a:spLocks noGrp="1"/>
          </p:cNvSpPr>
          <p:nvPr>
            <p:ph type="body" sz="quarter" idx="1"/>
          </p:nvPr>
        </p:nvSpPr>
        <p:spPr bwMode="auto">
          <a:xfrm>
            <a:off x="1676836" y="2083385"/>
            <a:ext cx="21036680" cy="457202"/>
          </a:xfrm>
          <a:prstGeom prst="rect">
            <a:avLst/>
          </a:prstGeom>
        </p:spPr>
        <p:txBody>
          <a:bodyPr/>
          <a:lstStyle>
            <a:lvl1pPr algn="ctr">
              <a:defRPr sz="3200">
                <a:solidFill>
                  <a:schemeClr val="accent4"/>
                </a:solidFill>
              </a:defRPr>
            </a:lvl1pPr>
            <a:lvl2pPr algn="ctr">
              <a:defRPr sz="3200">
                <a:solidFill>
                  <a:schemeClr val="accent4"/>
                </a:solidFill>
              </a:defRPr>
            </a:lvl2pPr>
            <a:lvl3pPr algn="ctr">
              <a:defRPr sz="3200">
                <a:solidFill>
                  <a:schemeClr val="accent4"/>
                </a:solidFill>
              </a:defRPr>
            </a:lvl3pPr>
            <a:lvl4pPr algn="ctr">
              <a:defRPr sz="3200">
                <a:solidFill>
                  <a:schemeClr val="accent4"/>
                </a:solidFill>
              </a:defRPr>
            </a:lvl4pPr>
            <a:lvl5pPr algn="ct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
        <p:nvSpPr>
          <p:cNvPr id="257" name="Picture Placeholder 9"/>
          <p:cNvSpPr>
            <a:spLocks noGrp="1"/>
          </p:cNvSpPr>
          <p:nvPr>
            <p:ph type="pic" sz="quarter" idx="23"/>
          </p:nvPr>
        </p:nvSpPr>
        <p:spPr bwMode="auto">
          <a:xfrm>
            <a:off x="20060730" y="7347746"/>
            <a:ext cx="2089444" cy="2088356"/>
          </a:xfrm>
          <a:prstGeom prst="rect">
            <a:avLst/>
          </a:prstGeom>
          <a:ln>
            <a:solidFill>
              <a:srgbClr val="FFFFFF"/>
            </a:solidFill>
            <a:round/>
          </a:ln>
        </p:spPr>
        <p:txBody>
          <a:bodyPr lIns="91439" rIns="91439">
            <a:noAutofit/>
          </a:bodyPr>
          <a:lstStyle/>
          <a:p>
            <a:pPr>
              <a:defRPr/>
            </a:pPr>
            <a:endParaRPr/>
          </a:p>
        </p:txBody>
      </p:sp>
    </p:spTree>
    <p:extLst>
      <p:ext uri="{BB962C8B-B14F-4D97-AF65-F5344CB8AC3E}">
        <p14:creationId xmlns:p14="http://schemas.microsoft.com/office/powerpoint/2010/main" val="75054860"/>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PhAnim="0" type="tx" userDrawn="1">
  <p:cSld name="4_Custom Layout">
    <p:spTree>
      <p:nvGrpSpPr>
        <p:cNvPr id="1" name=""/>
        <p:cNvGrpSpPr/>
        <p:nvPr/>
      </p:nvGrpSpPr>
      <p:grpSpPr bwMode="auto">
        <a:xfrm>
          <a:off x="0" y="0"/>
          <a:ext cx="0" cy="0"/>
          <a:chOff x="0" y="0"/>
          <a:chExt cx="0" cy="0"/>
        </a:xfrm>
      </p:grpSpPr>
      <p:sp>
        <p:nvSpPr>
          <p:cNvPr id="264" name="Rectangle 1"/>
          <p:cNvSpPr/>
          <p:nvPr/>
        </p:nvSpPr>
        <p:spPr bwMode="auto">
          <a:xfrm>
            <a:off x="12195185" y="0"/>
            <a:ext cx="12195178" cy="13716000"/>
          </a:xfrm>
          <a:prstGeom prst="rect">
            <a:avLst/>
          </a:prstGeom>
          <a:solidFill>
            <a:srgbClr val="DDDDDD"/>
          </a:solidFill>
          <a:ln w="12700">
            <a:miter lim="400000"/>
          </a:ln>
        </p:spPr>
        <p:txBody>
          <a:bodyPr lIns="45720" rIns="45720" anchor="ctr"/>
          <a:lstStyle/>
          <a:p>
            <a:pPr marL="0" marR="0" lvl="0" indent="0" algn="ctr" defTabSz="1828434" rtl="0" eaLnBrk="1" fontAlgn="auto" latinLnBrk="0" hangingPunct="1">
              <a:lnSpc>
                <a:spcPct val="100000"/>
              </a:lnSpc>
              <a:spcBef>
                <a:spcPts val="0"/>
              </a:spcBef>
              <a:spcAft>
                <a:spcPts val="0"/>
              </a:spcAft>
              <a:buClrTx/>
              <a:buSzTx/>
              <a:buFontTx/>
              <a:buNone/>
              <a:tabLst/>
              <a:defRPr>
                <a:solidFill>
                  <a:srgbClr val="FFFFFF"/>
                </a:solidFill>
              </a:defRPr>
            </a:pPr>
            <a:endParaRPr kumimoji="0" sz="3500" b="0" i="0" u="none" strike="noStrike" kern="0" cap="none" spc="0" normalizeH="0" baseline="0" noProof="0">
              <a:ln>
                <a:noFill/>
              </a:ln>
              <a:solidFill>
                <a:srgbClr val="FFFFFF"/>
              </a:solidFill>
              <a:effectLst/>
              <a:uLnTx/>
              <a:uFillTx/>
              <a:latin typeface="Open Sans Light"/>
              <a:ea typeface="Open Sans"/>
              <a:cs typeface="Calibri"/>
              <a:sym typeface="Open Sans"/>
            </a:endParaRPr>
          </a:p>
        </p:txBody>
      </p:sp>
      <p:sp>
        <p:nvSpPr>
          <p:cNvPr id="265" name="Picture Placeholder 8"/>
          <p:cNvSpPr>
            <a:spLocks noGrp="1"/>
          </p:cNvSpPr>
          <p:nvPr>
            <p:ph type="pic" idx="21"/>
          </p:nvPr>
        </p:nvSpPr>
        <p:spPr bwMode="auto">
          <a:xfrm>
            <a:off x="-2" y="0"/>
            <a:ext cx="12233300" cy="13716000"/>
          </a:xfrm>
          <a:prstGeom prst="rect">
            <a:avLst/>
          </a:prstGeom>
        </p:spPr>
        <p:txBody>
          <a:bodyPr lIns="91439" rIns="91439">
            <a:noAutofit/>
          </a:bodyPr>
          <a:lstStyle/>
          <a:p>
            <a:pPr>
              <a:defRPr/>
            </a:pPr>
            <a:endParaRPr/>
          </a:p>
        </p:txBody>
      </p:sp>
      <p:sp>
        <p:nvSpPr>
          <p:cNvPr id="266"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267" name="Текст заголовка"/>
          <p:cNvSpPr txBox="1">
            <a:spLocks noGrp="1"/>
          </p:cNvSpPr>
          <p:nvPr>
            <p:ph type="title"/>
          </p:nvPr>
        </p:nvSpPr>
        <p:spPr bwMode="auto">
          <a:xfrm>
            <a:off x="1604212" y="5349303"/>
            <a:ext cx="9124796" cy="3406774"/>
          </a:xfrm>
          <a:prstGeom prst="rect">
            <a:avLst/>
          </a:prstGeom>
          <a:ln w="9525">
            <a:solidFill>
              <a:schemeClr val="accent2"/>
            </a:solidFill>
            <a:round/>
          </a:ln>
        </p:spPr>
        <p:txBody>
          <a:bodyPr/>
          <a:lstStyle>
            <a:lvl1pPr algn="ctr">
              <a:defRPr>
                <a:solidFill>
                  <a:srgbClr val="404040"/>
                </a:solidFill>
              </a:defRPr>
            </a:lvl1pPr>
          </a:lstStyle>
          <a:p>
            <a:pPr>
              <a:defRPr/>
            </a:pPr>
            <a:r>
              <a:t>Текст заголовка</a:t>
            </a:r>
          </a:p>
        </p:txBody>
      </p:sp>
    </p:spTree>
    <p:extLst>
      <p:ext uri="{BB962C8B-B14F-4D97-AF65-F5344CB8AC3E}">
        <p14:creationId xmlns:p14="http://schemas.microsoft.com/office/powerpoint/2010/main" val="2473418721"/>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PhAnim="0" type="tx" userDrawn="1">
  <p:cSld name="5_Custom Layout">
    <p:spTree>
      <p:nvGrpSpPr>
        <p:cNvPr id="1" name=""/>
        <p:cNvGrpSpPr/>
        <p:nvPr/>
      </p:nvGrpSpPr>
      <p:grpSpPr bwMode="auto">
        <a:xfrm>
          <a:off x="0" y="0"/>
          <a:ext cx="0" cy="0"/>
          <a:chOff x="0" y="0"/>
          <a:chExt cx="0" cy="0"/>
        </a:xfrm>
      </p:grpSpPr>
      <p:sp>
        <p:nvSpPr>
          <p:cNvPr id="274"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275" name="Rectangle 6"/>
          <p:cNvSpPr/>
          <p:nvPr/>
        </p:nvSpPr>
        <p:spPr bwMode="auto">
          <a:xfrm>
            <a:off x="7" y="0"/>
            <a:ext cx="12195178" cy="13716000"/>
          </a:xfrm>
          <a:prstGeom prst="rect">
            <a:avLst/>
          </a:prstGeom>
          <a:solidFill>
            <a:srgbClr val="DDDDDD"/>
          </a:solidFill>
          <a:ln w="12700">
            <a:miter lim="400000"/>
          </a:ln>
        </p:spPr>
        <p:txBody>
          <a:bodyPr lIns="45720" rIns="45720" anchor="ctr"/>
          <a:lstStyle/>
          <a:p>
            <a:pPr marL="0" marR="0" lvl="0" indent="0" algn="ctr" defTabSz="1828434" rtl="0" eaLnBrk="1" fontAlgn="auto" latinLnBrk="0" hangingPunct="1">
              <a:lnSpc>
                <a:spcPct val="100000"/>
              </a:lnSpc>
              <a:spcBef>
                <a:spcPts val="0"/>
              </a:spcBef>
              <a:spcAft>
                <a:spcPts val="0"/>
              </a:spcAft>
              <a:buClrTx/>
              <a:buSzTx/>
              <a:buFontTx/>
              <a:buNone/>
              <a:tabLst/>
              <a:defRPr>
                <a:solidFill>
                  <a:srgbClr val="FFFFFF"/>
                </a:solidFill>
              </a:defRPr>
            </a:pPr>
            <a:endParaRPr kumimoji="0" sz="3500" b="0" i="0" u="none" strike="noStrike" kern="0" cap="none" spc="0" normalizeH="0" baseline="0" noProof="0">
              <a:ln>
                <a:noFill/>
              </a:ln>
              <a:solidFill>
                <a:srgbClr val="FFFFFF"/>
              </a:solidFill>
              <a:effectLst/>
              <a:uLnTx/>
              <a:uFillTx/>
              <a:latin typeface="Open Sans Light"/>
              <a:ea typeface="Open Sans"/>
              <a:cs typeface="Calibri"/>
              <a:sym typeface="Open Sans"/>
            </a:endParaRPr>
          </a:p>
        </p:txBody>
      </p:sp>
      <p:sp>
        <p:nvSpPr>
          <p:cNvPr id="276" name="Текст заголовка"/>
          <p:cNvSpPr txBox="1">
            <a:spLocks noGrp="1"/>
          </p:cNvSpPr>
          <p:nvPr>
            <p:ph type="title"/>
          </p:nvPr>
        </p:nvSpPr>
        <p:spPr bwMode="auto">
          <a:xfrm>
            <a:off x="1604212" y="5444898"/>
            <a:ext cx="9124796" cy="3406776"/>
          </a:xfrm>
          <a:prstGeom prst="rect">
            <a:avLst/>
          </a:prstGeom>
          <a:ln w="9525">
            <a:solidFill>
              <a:srgbClr val="FFFFFF"/>
            </a:solidFill>
            <a:round/>
          </a:ln>
        </p:spPr>
        <p:txBody>
          <a:bodyPr/>
          <a:lstStyle>
            <a:lvl1pPr algn="ctr">
              <a:defRPr>
                <a:solidFill>
                  <a:srgbClr val="FFFFFF"/>
                </a:solidFill>
              </a:defRPr>
            </a:lvl1pPr>
          </a:lstStyle>
          <a:p>
            <a:pPr>
              <a:defRPr/>
            </a:pPr>
            <a:r>
              <a:t>Текст заголовка</a:t>
            </a:r>
          </a:p>
        </p:txBody>
      </p:sp>
      <p:sp>
        <p:nvSpPr>
          <p:cNvPr id="277" name="Picture Placeholder 8"/>
          <p:cNvSpPr>
            <a:spLocks noGrp="1"/>
          </p:cNvSpPr>
          <p:nvPr>
            <p:ph type="pic" sz="quarter" idx="21"/>
          </p:nvPr>
        </p:nvSpPr>
        <p:spPr bwMode="auto">
          <a:xfrm>
            <a:off x="12195183" y="0"/>
            <a:ext cx="12195178" cy="4572000"/>
          </a:xfrm>
          <a:prstGeom prst="rect">
            <a:avLst/>
          </a:prstGeom>
        </p:spPr>
        <p:txBody>
          <a:bodyPr lIns="91439" rIns="91439">
            <a:noAutofit/>
          </a:bodyPr>
          <a:lstStyle/>
          <a:p>
            <a:pPr>
              <a:defRPr/>
            </a:pPr>
            <a:endParaRPr/>
          </a:p>
        </p:txBody>
      </p:sp>
      <p:sp>
        <p:nvSpPr>
          <p:cNvPr id="278" name="Picture Placeholder 8"/>
          <p:cNvSpPr>
            <a:spLocks noGrp="1"/>
          </p:cNvSpPr>
          <p:nvPr>
            <p:ph type="pic" sz="quarter" idx="22"/>
          </p:nvPr>
        </p:nvSpPr>
        <p:spPr bwMode="auto">
          <a:xfrm>
            <a:off x="12195183" y="4572000"/>
            <a:ext cx="12195178" cy="4572000"/>
          </a:xfrm>
          <a:prstGeom prst="rect">
            <a:avLst/>
          </a:prstGeom>
        </p:spPr>
        <p:txBody>
          <a:bodyPr lIns="91439" rIns="91439">
            <a:noAutofit/>
          </a:bodyPr>
          <a:lstStyle/>
          <a:p>
            <a:pPr>
              <a:defRPr/>
            </a:pPr>
            <a:endParaRPr/>
          </a:p>
        </p:txBody>
      </p:sp>
      <p:sp>
        <p:nvSpPr>
          <p:cNvPr id="279" name="Picture Placeholder 8"/>
          <p:cNvSpPr>
            <a:spLocks noGrp="1"/>
          </p:cNvSpPr>
          <p:nvPr>
            <p:ph type="pic" sz="quarter" idx="23"/>
          </p:nvPr>
        </p:nvSpPr>
        <p:spPr bwMode="auto">
          <a:xfrm>
            <a:off x="12195183" y="9144000"/>
            <a:ext cx="12195178" cy="4572000"/>
          </a:xfrm>
          <a:prstGeom prst="rect">
            <a:avLst/>
          </a:prstGeom>
        </p:spPr>
        <p:txBody>
          <a:bodyPr lIns="91439" rIns="91439">
            <a:noAutofit/>
          </a:bodyPr>
          <a:lstStyle/>
          <a:p>
            <a:pPr>
              <a:defRPr/>
            </a:pPr>
            <a:endParaRPr/>
          </a:p>
        </p:txBody>
      </p:sp>
      <p:sp>
        <p:nvSpPr>
          <p:cNvPr id="280" name="Picture Placeholder 8"/>
          <p:cNvSpPr>
            <a:spLocks noGrp="1"/>
          </p:cNvSpPr>
          <p:nvPr>
            <p:ph type="pic" sz="quarter" idx="24"/>
          </p:nvPr>
        </p:nvSpPr>
        <p:spPr bwMode="auto">
          <a:xfrm>
            <a:off x="18554847" y="0"/>
            <a:ext cx="5835514" cy="4572000"/>
          </a:xfrm>
          <a:prstGeom prst="rect">
            <a:avLst/>
          </a:prstGeom>
        </p:spPr>
        <p:txBody>
          <a:bodyPr lIns="91439" rIns="91439">
            <a:noAutofit/>
          </a:bodyPr>
          <a:lstStyle/>
          <a:p>
            <a:pPr>
              <a:defRPr/>
            </a:pPr>
            <a:endParaRPr/>
          </a:p>
        </p:txBody>
      </p:sp>
      <p:sp>
        <p:nvSpPr>
          <p:cNvPr id="281" name="Picture Placeholder 8"/>
          <p:cNvSpPr>
            <a:spLocks noGrp="1"/>
          </p:cNvSpPr>
          <p:nvPr>
            <p:ph type="pic" sz="quarter" idx="25"/>
          </p:nvPr>
        </p:nvSpPr>
        <p:spPr bwMode="auto">
          <a:xfrm>
            <a:off x="18554847" y="4572000"/>
            <a:ext cx="5835514" cy="4572000"/>
          </a:xfrm>
          <a:prstGeom prst="rect">
            <a:avLst/>
          </a:prstGeom>
        </p:spPr>
        <p:txBody>
          <a:bodyPr lIns="91439" rIns="91439">
            <a:noAutofit/>
          </a:bodyPr>
          <a:lstStyle/>
          <a:p>
            <a:pPr>
              <a:defRPr/>
            </a:pPr>
            <a:endParaRPr/>
          </a:p>
        </p:txBody>
      </p:sp>
      <p:sp>
        <p:nvSpPr>
          <p:cNvPr id="282" name="Picture Placeholder 8"/>
          <p:cNvSpPr>
            <a:spLocks noGrp="1"/>
          </p:cNvSpPr>
          <p:nvPr>
            <p:ph type="pic" sz="quarter" idx="26"/>
          </p:nvPr>
        </p:nvSpPr>
        <p:spPr bwMode="auto">
          <a:xfrm>
            <a:off x="18554847" y="9144000"/>
            <a:ext cx="5835514" cy="4572000"/>
          </a:xfrm>
          <a:prstGeom prst="rect">
            <a:avLst/>
          </a:prstGeom>
        </p:spPr>
        <p:txBody>
          <a:bodyPr lIns="91439" rIns="91439">
            <a:noAutofit/>
          </a:bodyPr>
          <a:lstStyle/>
          <a:p>
            <a:pPr>
              <a:defRPr/>
            </a:pPr>
            <a:endParaRPr/>
          </a:p>
        </p:txBody>
      </p:sp>
      <p:sp>
        <p:nvSpPr>
          <p:cNvPr id="283" name="Уровень текста 1…"/>
          <p:cNvSpPr txBox="1">
            <a:spLocks noGrp="1"/>
          </p:cNvSpPr>
          <p:nvPr>
            <p:ph type="body" sz="quarter" idx="1" hasCustomPrompt="1"/>
          </p:nvPr>
        </p:nvSpPr>
        <p:spPr bwMode="auto">
          <a:xfrm>
            <a:off x="19015002" y="1041409"/>
            <a:ext cx="4786312" cy="415926"/>
          </a:xfrm>
          <a:prstGeom prst="rect">
            <a:avLst/>
          </a:prstGeom>
        </p:spPr>
        <p:txBody>
          <a:bodyPr/>
          <a:lstStyle>
            <a:lvl1pPr algn="ctr">
              <a:defRPr>
                <a:solidFill>
                  <a:srgbClr val="FFFFFF"/>
                </a:solidFill>
                <a:latin typeface="Montserrat Semi Bold"/>
                <a:ea typeface="Montserrat Semi Bold"/>
                <a:cs typeface="Montserrat Semi Bold"/>
              </a:defRPr>
            </a:lvl1pPr>
            <a:lvl2pPr algn="ctr">
              <a:defRPr>
                <a:solidFill>
                  <a:srgbClr val="FFFFFF"/>
                </a:solidFill>
                <a:latin typeface="Montserrat Semi Bold"/>
                <a:ea typeface="Montserrat Semi Bold"/>
                <a:cs typeface="Montserrat Semi Bold"/>
              </a:defRPr>
            </a:lvl2pPr>
            <a:lvl3pPr algn="ctr">
              <a:defRPr>
                <a:solidFill>
                  <a:srgbClr val="FFFFFF"/>
                </a:solidFill>
                <a:latin typeface="Montserrat Semi Bold"/>
                <a:ea typeface="Montserrat Semi Bold"/>
                <a:cs typeface="Montserrat Semi Bold"/>
              </a:defRPr>
            </a:lvl3pPr>
            <a:lvl4pPr algn="ctr">
              <a:defRPr>
                <a:solidFill>
                  <a:srgbClr val="FFFFFF"/>
                </a:solidFill>
                <a:latin typeface="Montserrat Semi Bold"/>
                <a:ea typeface="Montserrat Semi Bold"/>
                <a:cs typeface="Montserrat Semi Bold"/>
              </a:defRPr>
            </a:lvl4pPr>
            <a:lvl5pPr algn="ctr">
              <a:defRPr>
                <a:solidFill>
                  <a:srgbClr val="FFFFFF"/>
                </a:solidFill>
                <a:latin typeface="Montserrat Semi Bold"/>
                <a:ea typeface="Montserrat Semi Bold"/>
                <a:cs typeface="Montserrat Semi Bold"/>
              </a:defRPr>
            </a:lvl5pPr>
          </a:lstStyle>
          <a:p>
            <a:pPr>
              <a:defRPr/>
            </a:pPr>
            <a:r>
              <a:t>Text</a:t>
            </a:r>
          </a:p>
          <a:p>
            <a:pPr lvl="1">
              <a:defRPr/>
            </a:pPr>
            <a:endParaRPr/>
          </a:p>
          <a:p>
            <a:pPr lvl="2">
              <a:defRPr/>
            </a:pPr>
            <a:endParaRPr/>
          </a:p>
          <a:p>
            <a:pPr lvl="3">
              <a:defRPr/>
            </a:pPr>
            <a:endParaRPr/>
          </a:p>
          <a:p>
            <a:pPr lvl="4">
              <a:defRPr/>
            </a:pPr>
            <a:endParaRPr/>
          </a:p>
        </p:txBody>
      </p:sp>
      <p:sp>
        <p:nvSpPr>
          <p:cNvPr id="284" name="Text Placeholder 33"/>
          <p:cNvSpPr>
            <a:spLocks noGrp="1"/>
          </p:cNvSpPr>
          <p:nvPr>
            <p:ph type="body" sz="quarter" idx="27" hasCustomPrompt="1"/>
          </p:nvPr>
        </p:nvSpPr>
        <p:spPr bwMode="auto">
          <a:xfrm>
            <a:off x="19015002" y="1651007"/>
            <a:ext cx="4786312" cy="2079170"/>
          </a:xfrm>
          <a:prstGeom prst="rect">
            <a:avLst/>
          </a:prstGeom>
        </p:spPr>
        <p:txBody>
          <a:bodyPr/>
          <a:lstStyle>
            <a:lvl1pPr algn="ctr">
              <a:defRPr sz="2400">
                <a:solidFill>
                  <a:srgbClr val="FFFFFF"/>
                </a:solidFill>
              </a:defRPr>
            </a:lvl1pPr>
          </a:lstStyle>
          <a:p>
            <a:pPr>
              <a:defRPr/>
            </a:pPr>
            <a:r>
              <a:t>Text</a:t>
            </a:r>
          </a:p>
        </p:txBody>
      </p:sp>
      <p:sp>
        <p:nvSpPr>
          <p:cNvPr id="285" name="Text Placeholder 33"/>
          <p:cNvSpPr>
            <a:spLocks noGrp="1"/>
          </p:cNvSpPr>
          <p:nvPr>
            <p:ph type="body" sz="quarter" idx="28" hasCustomPrompt="1"/>
          </p:nvPr>
        </p:nvSpPr>
        <p:spPr bwMode="auto">
          <a:xfrm>
            <a:off x="19015002" y="5499109"/>
            <a:ext cx="4786312" cy="415926"/>
          </a:xfrm>
          <a:prstGeom prst="rect">
            <a:avLst/>
          </a:prstGeom>
        </p:spPr>
        <p:txBody>
          <a:bodyPr/>
          <a:lstStyle>
            <a:lvl1pPr algn="ctr" defTabSz="1426108">
              <a:spcBef>
                <a:spcPts val="1500"/>
              </a:spcBef>
              <a:defRPr sz="2200">
                <a:solidFill>
                  <a:srgbClr val="FFFFFF"/>
                </a:solidFill>
                <a:latin typeface="Montserrat Semi Bold"/>
                <a:ea typeface="Montserrat Semi Bold"/>
                <a:cs typeface="Montserrat Semi Bold"/>
              </a:defRPr>
            </a:lvl1pPr>
          </a:lstStyle>
          <a:p>
            <a:pPr>
              <a:defRPr/>
            </a:pPr>
            <a:r>
              <a:t>Text</a:t>
            </a:r>
          </a:p>
        </p:txBody>
      </p:sp>
      <p:sp>
        <p:nvSpPr>
          <p:cNvPr id="286" name="Text Placeholder 33"/>
          <p:cNvSpPr>
            <a:spLocks noGrp="1"/>
          </p:cNvSpPr>
          <p:nvPr>
            <p:ph type="body" sz="quarter" idx="29" hasCustomPrompt="1"/>
          </p:nvPr>
        </p:nvSpPr>
        <p:spPr bwMode="auto">
          <a:xfrm>
            <a:off x="19015002" y="6108705"/>
            <a:ext cx="4786312" cy="2079170"/>
          </a:xfrm>
          <a:prstGeom prst="rect">
            <a:avLst/>
          </a:prstGeom>
        </p:spPr>
        <p:txBody>
          <a:bodyPr/>
          <a:lstStyle>
            <a:lvl1pPr algn="ctr">
              <a:defRPr sz="2400">
                <a:solidFill>
                  <a:srgbClr val="FFFFFF"/>
                </a:solidFill>
              </a:defRPr>
            </a:lvl1pPr>
          </a:lstStyle>
          <a:p>
            <a:pPr>
              <a:defRPr/>
            </a:pPr>
            <a:r>
              <a:t>Text</a:t>
            </a:r>
          </a:p>
        </p:txBody>
      </p:sp>
      <p:sp>
        <p:nvSpPr>
          <p:cNvPr id="287" name="Text Placeholder 33"/>
          <p:cNvSpPr>
            <a:spLocks noGrp="1"/>
          </p:cNvSpPr>
          <p:nvPr>
            <p:ph type="body" sz="quarter" idx="30" hasCustomPrompt="1"/>
          </p:nvPr>
        </p:nvSpPr>
        <p:spPr bwMode="auto">
          <a:xfrm>
            <a:off x="19015002" y="10127807"/>
            <a:ext cx="4786312" cy="415926"/>
          </a:xfrm>
          <a:prstGeom prst="rect">
            <a:avLst/>
          </a:prstGeom>
        </p:spPr>
        <p:txBody>
          <a:bodyPr/>
          <a:lstStyle>
            <a:lvl1pPr algn="ctr" defTabSz="1426108">
              <a:spcBef>
                <a:spcPts val="1500"/>
              </a:spcBef>
              <a:defRPr sz="2200">
                <a:solidFill>
                  <a:srgbClr val="FFFFFF"/>
                </a:solidFill>
                <a:latin typeface="Montserrat Semi Bold"/>
                <a:ea typeface="Montserrat Semi Bold"/>
                <a:cs typeface="Montserrat Semi Bold"/>
              </a:defRPr>
            </a:lvl1pPr>
          </a:lstStyle>
          <a:p>
            <a:pPr>
              <a:defRPr/>
            </a:pPr>
            <a:r>
              <a:t>Text</a:t>
            </a:r>
          </a:p>
        </p:txBody>
      </p:sp>
      <p:sp>
        <p:nvSpPr>
          <p:cNvPr id="288" name="Text Placeholder 33"/>
          <p:cNvSpPr>
            <a:spLocks noGrp="1"/>
          </p:cNvSpPr>
          <p:nvPr>
            <p:ph type="body" sz="quarter" idx="31" hasCustomPrompt="1"/>
          </p:nvPr>
        </p:nvSpPr>
        <p:spPr bwMode="auto">
          <a:xfrm>
            <a:off x="19015002" y="10737409"/>
            <a:ext cx="4786312" cy="2079170"/>
          </a:xfrm>
          <a:prstGeom prst="rect">
            <a:avLst/>
          </a:prstGeom>
        </p:spPr>
        <p:txBody>
          <a:bodyPr/>
          <a:lstStyle>
            <a:lvl1pPr algn="ctr">
              <a:defRPr sz="2400">
                <a:solidFill>
                  <a:srgbClr val="FFFFFF"/>
                </a:solidFill>
              </a:defRPr>
            </a:lvl1pPr>
          </a:lstStyle>
          <a:p>
            <a:pPr>
              <a:defRPr/>
            </a:pPr>
            <a:r>
              <a:t>Text</a:t>
            </a:r>
          </a:p>
        </p:txBody>
      </p:sp>
    </p:spTree>
    <p:extLst>
      <p:ext uri="{BB962C8B-B14F-4D97-AF65-F5344CB8AC3E}">
        <p14:creationId xmlns:p14="http://schemas.microsoft.com/office/powerpoint/2010/main" val="3031997382"/>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PhAnim="0" type="tx" userDrawn="1">
  <p:cSld name="6_Custom Layout">
    <p:spTree>
      <p:nvGrpSpPr>
        <p:cNvPr id="1" name=""/>
        <p:cNvGrpSpPr/>
        <p:nvPr/>
      </p:nvGrpSpPr>
      <p:grpSpPr bwMode="auto">
        <a:xfrm>
          <a:off x="0" y="0"/>
          <a:ext cx="0" cy="0"/>
          <a:chOff x="0" y="0"/>
          <a:chExt cx="0" cy="0"/>
        </a:xfrm>
      </p:grpSpPr>
      <p:sp>
        <p:nvSpPr>
          <p:cNvPr id="295"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296" name="Текст заголовка"/>
          <p:cNvSpPr txBox="1">
            <a:spLocks noGrp="1"/>
          </p:cNvSpPr>
          <p:nvPr>
            <p:ph type="title"/>
          </p:nvPr>
        </p:nvSpPr>
        <p:spPr bwMode="auto">
          <a:xfrm>
            <a:off x="1676836" y="753036"/>
            <a:ext cx="21036680" cy="1381688"/>
          </a:xfrm>
          <a:prstGeom prst="rect">
            <a:avLst/>
          </a:prstGeom>
        </p:spPr>
        <p:txBody>
          <a:bodyPr/>
          <a:lstStyle>
            <a:lvl1pPr algn="ctr">
              <a:defRPr>
                <a:solidFill>
                  <a:srgbClr val="404040"/>
                </a:solidFill>
              </a:defRPr>
            </a:lvl1pPr>
          </a:lstStyle>
          <a:p>
            <a:pPr>
              <a:defRPr/>
            </a:pPr>
            <a:r>
              <a:t>Текст заголовка</a:t>
            </a:r>
          </a:p>
        </p:txBody>
      </p:sp>
      <p:sp>
        <p:nvSpPr>
          <p:cNvPr id="297" name="Уровень текста 1…"/>
          <p:cNvSpPr txBox="1">
            <a:spLocks noGrp="1"/>
          </p:cNvSpPr>
          <p:nvPr>
            <p:ph type="body" sz="quarter" idx="1"/>
          </p:nvPr>
        </p:nvSpPr>
        <p:spPr bwMode="auto">
          <a:xfrm>
            <a:off x="1676836" y="2134729"/>
            <a:ext cx="21036680" cy="457202"/>
          </a:xfrm>
          <a:prstGeom prst="rect">
            <a:avLst/>
          </a:prstGeom>
        </p:spPr>
        <p:txBody>
          <a:bodyPr/>
          <a:lstStyle>
            <a:lvl1pPr algn="ctr">
              <a:defRPr sz="3200">
                <a:solidFill>
                  <a:schemeClr val="accent4"/>
                </a:solidFill>
              </a:defRPr>
            </a:lvl1pPr>
            <a:lvl2pPr algn="ctr">
              <a:defRPr sz="3200">
                <a:solidFill>
                  <a:schemeClr val="accent4"/>
                </a:solidFill>
              </a:defRPr>
            </a:lvl2pPr>
            <a:lvl3pPr algn="ctr">
              <a:defRPr sz="3200">
                <a:solidFill>
                  <a:schemeClr val="accent4"/>
                </a:solidFill>
              </a:defRPr>
            </a:lvl3pPr>
            <a:lvl4pPr algn="ctr">
              <a:defRPr sz="3200">
                <a:solidFill>
                  <a:schemeClr val="accent4"/>
                </a:solidFill>
              </a:defRPr>
            </a:lvl4pPr>
            <a:lvl5pPr algn="ct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
        <p:nvSpPr>
          <p:cNvPr id="298" name="Picture Placeholder 8"/>
          <p:cNvSpPr>
            <a:spLocks noGrp="1"/>
          </p:cNvSpPr>
          <p:nvPr>
            <p:ph type="pic" sz="quarter" idx="21"/>
          </p:nvPr>
        </p:nvSpPr>
        <p:spPr bwMode="auto">
          <a:xfrm>
            <a:off x="3287845" y="4229201"/>
            <a:ext cx="6457954" cy="3713070"/>
          </a:xfrm>
          <a:prstGeom prst="rect">
            <a:avLst/>
          </a:prstGeom>
        </p:spPr>
        <p:txBody>
          <a:bodyPr lIns="91439" rIns="91439">
            <a:noAutofit/>
          </a:bodyPr>
          <a:lstStyle/>
          <a:p>
            <a:pPr>
              <a:defRPr/>
            </a:pPr>
            <a:endParaRPr/>
          </a:p>
        </p:txBody>
      </p:sp>
      <p:sp>
        <p:nvSpPr>
          <p:cNvPr id="299" name="Picture Placeholder 8"/>
          <p:cNvSpPr>
            <a:spLocks noGrp="1"/>
          </p:cNvSpPr>
          <p:nvPr>
            <p:ph type="pic" sz="quarter" idx="22"/>
          </p:nvPr>
        </p:nvSpPr>
        <p:spPr bwMode="auto">
          <a:xfrm>
            <a:off x="6449880" y="7348957"/>
            <a:ext cx="3295912" cy="593314"/>
          </a:xfrm>
          <a:prstGeom prst="rect">
            <a:avLst/>
          </a:prstGeom>
        </p:spPr>
        <p:txBody>
          <a:bodyPr lIns="91439" rIns="91439">
            <a:noAutofit/>
          </a:bodyPr>
          <a:lstStyle/>
          <a:p>
            <a:pPr>
              <a:defRPr/>
            </a:pPr>
            <a:endParaRPr/>
          </a:p>
        </p:txBody>
      </p:sp>
      <p:sp>
        <p:nvSpPr>
          <p:cNvPr id="300" name="Text Placeholder 28"/>
          <p:cNvSpPr>
            <a:spLocks noGrp="1"/>
          </p:cNvSpPr>
          <p:nvPr>
            <p:ph type="body" sz="quarter" idx="23" hasCustomPrompt="1"/>
          </p:nvPr>
        </p:nvSpPr>
        <p:spPr bwMode="auto">
          <a:xfrm>
            <a:off x="6634740" y="7448548"/>
            <a:ext cx="3014864" cy="365128"/>
          </a:xfrm>
          <a:prstGeom prst="rect">
            <a:avLst/>
          </a:prstGeom>
        </p:spPr>
        <p:txBody>
          <a:bodyPr/>
          <a:lstStyle>
            <a:lvl1pPr defTabSz="1243272">
              <a:spcBef>
                <a:spcPts val="1300"/>
              </a:spcBef>
              <a:defRPr sz="1650">
                <a:solidFill>
                  <a:srgbClr val="FFFFFF"/>
                </a:solidFill>
              </a:defRPr>
            </a:lvl1pPr>
          </a:lstStyle>
          <a:p>
            <a:pPr>
              <a:defRPr/>
            </a:pPr>
            <a:r>
              <a:t>Text</a:t>
            </a:r>
          </a:p>
        </p:txBody>
      </p:sp>
    </p:spTree>
    <p:extLst>
      <p:ext uri="{BB962C8B-B14F-4D97-AF65-F5344CB8AC3E}">
        <p14:creationId xmlns:p14="http://schemas.microsoft.com/office/powerpoint/2010/main" val="2871787630"/>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PhAnim="0" type="tx" userDrawn="1">
  <p:cSld name="7_Custom Layout">
    <p:spTree>
      <p:nvGrpSpPr>
        <p:cNvPr id="1" name=""/>
        <p:cNvGrpSpPr/>
        <p:nvPr/>
      </p:nvGrpSpPr>
      <p:grpSpPr bwMode="auto">
        <a:xfrm>
          <a:off x="0" y="0"/>
          <a:ext cx="0" cy="0"/>
          <a:chOff x="0" y="0"/>
          <a:chExt cx="0" cy="0"/>
        </a:xfrm>
      </p:grpSpPr>
      <p:sp>
        <p:nvSpPr>
          <p:cNvPr id="307"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308" name="Текст заголовка"/>
          <p:cNvSpPr txBox="1">
            <a:spLocks noGrp="1"/>
          </p:cNvSpPr>
          <p:nvPr>
            <p:ph type="title"/>
          </p:nvPr>
        </p:nvSpPr>
        <p:spPr bwMode="auto">
          <a:xfrm>
            <a:off x="1676836" y="753036"/>
            <a:ext cx="21036680" cy="1381688"/>
          </a:xfrm>
          <a:prstGeom prst="rect">
            <a:avLst/>
          </a:prstGeom>
        </p:spPr>
        <p:txBody>
          <a:bodyPr/>
          <a:lstStyle>
            <a:lvl1pPr algn="ctr">
              <a:defRPr>
                <a:solidFill>
                  <a:srgbClr val="404040"/>
                </a:solidFill>
              </a:defRPr>
            </a:lvl1pPr>
          </a:lstStyle>
          <a:p>
            <a:pPr>
              <a:defRPr/>
            </a:pPr>
            <a:r>
              <a:t>Текст заголовка</a:t>
            </a:r>
          </a:p>
        </p:txBody>
      </p:sp>
      <p:sp>
        <p:nvSpPr>
          <p:cNvPr id="309" name="Уровень текста 1…"/>
          <p:cNvSpPr txBox="1">
            <a:spLocks noGrp="1"/>
          </p:cNvSpPr>
          <p:nvPr>
            <p:ph type="body" sz="quarter" idx="1"/>
          </p:nvPr>
        </p:nvSpPr>
        <p:spPr bwMode="auto">
          <a:xfrm>
            <a:off x="1676836" y="2134729"/>
            <a:ext cx="21036680" cy="457202"/>
          </a:xfrm>
          <a:prstGeom prst="rect">
            <a:avLst/>
          </a:prstGeom>
        </p:spPr>
        <p:txBody>
          <a:bodyPr/>
          <a:lstStyle>
            <a:lvl1pPr algn="ctr">
              <a:defRPr sz="3200">
                <a:solidFill>
                  <a:schemeClr val="accent4"/>
                </a:solidFill>
              </a:defRPr>
            </a:lvl1pPr>
            <a:lvl2pPr algn="ctr">
              <a:defRPr sz="3200">
                <a:solidFill>
                  <a:schemeClr val="accent4"/>
                </a:solidFill>
              </a:defRPr>
            </a:lvl2pPr>
            <a:lvl3pPr algn="ctr">
              <a:defRPr sz="3200">
                <a:solidFill>
                  <a:schemeClr val="accent4"/>
                </a:solidFill>
              </a:defRPr>
            </a:lvl3pPr>
            <a:lvl4pPr algn="ctr">
              <a:defRPr sz="3200">
                <a:solidFill>
                  <a:schemeClr val="accent4"/>
                </a:solidFill>
              </a:defRPr>
            </a:lvl4pPr>
            <a:lvl5pPr algn="ct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
        <p:nvSpPr>
          <p:cNvPr id="310" name="Picture Placeholder 8"/>
          <p:cNvSpPr>
            <a:spLocks noGrp="1"/>
          </p:cNvSpPr>
          <p:nvPr>
            <p:ph type="pic" sz="quarter" idx="21"/>
          </p:nvPr>
        </p:nvSpPr>
        <p:spPr bwMode="auto">
          <a:xfrm>
            <a:off x="3287845" y="4040943"/>
            <a:ext cx="6457954" cy="3713070"/>
          </a:xfrm>
          <a:prstGeom prst="rect">
            <a:avLst/>
          </a:prstGeom>
        </p:spPr>
        <p:txBody>
          <a:bodyPr lIns="91439" rIns="91439">
            <a:noAutofit/>
          </a:bodyPr>
          <a:lstStyle/>
          <a:p>
            <a:pPr>
              <a:defRPr/>
            </a:pPr>
            <a:endParaRPr/>
          </a:p>
        </p:txBody>
      </p:sp>
      <p:sp>
        <p:nvSpPr>
          <p:cNvPr id="311" name="Picture Placeholder 8"/>
          <p:cNvSpPr>
            <a:spLocks noGrp="1"/>
          </p:cNvSpPr>
          <p:nvPr>
            <p:ph type="pic" sz="quarter" idx="22"/>
          </p:nvPr>
        </p:nvSpPr>
        <p:spPr bwMode="auto">
          <a:xfrm>
            <a:off x="6442254" y="7160691"/>
            <a:ext cx="3303536" cy="593314"/>
          </a:xfrm>
          <a:prstGeom prst="rect">
            <a:avLst/>
          </a:prstGeom>
        </p:spPr>
        <p:txBody>
          <a:bodyPr lIns="91439" rIns="91439">
            <a:noAutofit/>
          </a:bodyPr>
          <a:lstStyle/>
          <a:p>
            <a:pPr>
              <a:defRPr/>
            </a:pPr>
            <a:endParaRPr/>
          </a:p>
        </p:txBody>
      </p:sp>
      <p:sp>
        <p:nvSpPr>
          <p:cNvPr id="312" name="Text Placeholder 28"/>
          <p:cNvSpPr>
            <a:spLocks noGrp="1"/>
          </p:cNvSpPr>
          <p:nvPr>
            <p:ph type="body" sz="quarter" idx="23" hasCustomPrompt="1"/>
          </p:nvPr>
        </p:nvSpPr>
        <p:spPr bwMode="auto">
          <a:xfrm>
            <a:off x="6627767" y="7260291"/>
            <a:ext cx="3021838" cy="397810"/>
          </a:xfrm>
          <a:prstGeom prst="rect">
            <a:avLst/>
          </a:prstGeom>
        </p:spPr>
        <p:txBody>
          <a:bodyPr/>
          <a:lstStyle>
            <a:lvl1pPr defTabSz="1389540">
              <a:spcBef>
                <a:spcPts val="1500"/>
              </a:spcBef>
              <a:defRPr sz="1800">
                <a:solidFill>
                  <a:srgbClr val="FFFFFF"/>
                </a:solidFill>
              </a:defRPr>
            </a:lvl1pPr>
          </a:lstStyle>
          <a:p>
            <a:pPr>
              <a:defRPr/>
            </a:pPr>
            <a:r>
              <a:t>Text</a:t>
            </a:r>
          </a:p>
        </p:txBody>
      </p:sp>
      <p:sp>
        <p:nvSpPr>
          <p:cNvPr id="313" name="Picture Placeholder 8"/>
          <p:cNvSpPr>
            <a:spLocks noGrp="1"/>
          </p:cNvSpPr>
          <p:nvPr>
            <p:ph type="pic" sz="quarter" idx="24"/>
          </p:nvPr>
        </p:nvSpPr>
        <p:spPr bwMode="auto">
          <a:xfrm>
            <a:off x="14504261" y="4040943"/>
            <a:ext cx="6457954" cy="3713070"/>
          </a:xfrm>
          <a:prstGeom prst="rect">
            <a:avLst/>
          </a:prstGeom>
        </p:spPr>
        <p:txBody>
          <a:bodyPr lIns="91439" rIns="91439">
            <a:noAutofit/>
          </a:bodyPr>
          <a:lstStyle/>
          <a:p>
            <a:pPr>
              <a:defRPr/>
            </a:pPr>
            <a:endParaRPr/>
          </a:p>
        </p:txBody>
      </p:sp>
      <p:sp>
        <p:nvSpPr>
          <p:cNvPr id="314" name="Text Placeholder 33"/>
          <p:cNvSpPr>
            <a:spLocks noGrp="1"/>
          </p:cNvSpPr>
          <p:nvPr>
            <p:ph type="body" sz="quarter" idx="25" hasCustomPrompt="1"/>
          </p:nvPr>
        </p:nvSpPr>
        <p:spPr bwMode="auto">
          <a:xfrm>
            <a:off x="3287843" y="8763007"/>
            <a:ext cx="6457954" cy="550866"/>
          </a:xfrm>
          <a:prstGeom prst="rect">
            <a:avLst/>
          </a:prstGeom>
        </p:spPr>
        <p:txBody>
          <a:bodyPr/>
          <a:lstStyle>
            <a:lvl1pPr defTabSz="1700360">
              <a:spcBef>
                <a:spcPts val="1800"/>
              </a:spcBef>
              <a:defRPr sz="3000">
                <a:solidFill>
                  <a:srgbClr val="404040"/>
                </a:solidFill>
                <a:latin typeface="Montserrat Semi Bold"/>
                <a:ea typeface="Montserrat Semi Bold"/>
                <a:cs typeface="Montserrat Semi Bold"/>
              </a:defRPr>
            </a:lvl1pPr>
          </a:lstStyle>
          <a:p>
            <a:pPr>
              <a:defRPr/>
            </a:pPr>
            <a:r>
              <a:t>Text</a:t>
            </a:r>
          </a:p>
        </p:txBody>
      </p:sp>
      <p:sp>
        <p:nvSpPr>
          <p:cNvPr id="315" name="Text Placeholder 33"/>
          <p:cNvSpPr>
            <a:spLocks noGrp="1"/>
          </p:cNvSpPr>
          <p:nvPr>
            <p:ph type="body" sz="quarter" idx="26" hasCustomPrompt="1"/>
          </p:nvPr>
        </p:nvSpPr>
        <p:spPr bwMode="auto">
          <a:xfrm>
            <a:off x="3287843" y="9442461"/>
            <a:ext cx="6457954" cy="2114922"/>
          </a:xfrm>
          <a:prstGeom prst="rect">
            <a:avLst/>
          </a:prstGeom>
        </p:spPr>
        <p:txBody>
          <a:bodyPr/>
          <a:lstStyle>
            <a:lvl1pPr>
              <a:lnSpc>
                <a:spcPct val="150000"/>
              </a:lnSpc>
              <a:defRPr sz="2400">
                <a:solidFill>
                  <a:schemeClr val="accent4"/>
                </a:solidFill>
              </a:defRPr>
            </a:lvl1pPr>
          </a:lstStyle>
          <a:p>
            <a:pPr>
              <a:defRPr/>
            </a:pPr>
            <a:r>
              <a:t>Text</a:t>
            </a:r>
          </a:p>
        </p:txBody>
      </p:sp>
      <p:sp>
        <p:nvSpPr>
          <p:cNvPr id="316" name="Text Placeholder 33"/>
          <p:cNvSpPr>
            <a:spLocks noGrp="1"/>
          </p:cNvSpPr>
          <p:nvPr>
            <p:ph type="body" sz="quarter" idx="27" hasCustomPrompt="1"/>
          </p:nvPr>
        </p:nvSpPr>
        <p:spPr bwMode="auto">
          <a:xfrm>
            <a:off x="14504259" y="8716317"/>
            <a:ext cx="6457954" cy="550866"/>
          </a:xfrm>
          <a:prstGeom prst="rect">
            <a:avLst/>
          </a:prstGeom>
        </p:spPr>
        <p:txBody>
          <a:bodyPr/>
          <a:lstStyle>
            <a:lvl1pPr defTabSz="1700360">
              <a:spcBef>
                <a:spcPts val="1800"/>
              </a:spcBef>
              <a:defRPr sz="3000">
                <a:solidFill>
                  <a:srgbClr val="404040"/>
                </a:solidFill>
                <a:latin typeface="Montserrat Semi Bold"/>
                <a:ea typeface="Montserrat Semi Bold"/>
                <a:cs typeface="Montserrat Semi Bold"/>
              </a:defRPr>
            </a:lvl1pPr>
          </a:lstStyle>
          <a:p>
            <a:pPr>
              <a:defRPr/>
            </a:pPr>
            <a:r>
              <a:t>Text</a:t>
            </a:r>
          </a:p>
        </p:txBody>
      </p:sp>
      <p:sp>
        <p:nvSpPr>
          <p:cNvPr id="317" name="Text Placeholder 33"/>
          <p:cNvSpPr>
            <a:spLocks noGrp="1"/>
          </p:cNvSpPr>
          <p:nvPr>
            <p:ph type="body" sz="quarter" idx="28" hasCustomPrompt="1"/>
          </p:nvPr>
        </p:nvSpPr>
        <p:spPr bwMode="auto">
          <a:xfrm>
            <a:off x="14504259" y="9395771"/>
            <a:ext cx="6457954" cy="2114922"/>
          </a:xfrm>
          <a:prstGeom prst="rect">
            <a:avLst/>
          </a:prstGeom>
        </p:spPr>
        <p:txBody>
          <a:bodyPr/>
          <a:lstStyle>
            <a:lvl1pPr>
              <a:lnSpc>
                <a:spcPct val="150000"/>
              </a:lnSpc>
              <a:defRPr sz="2400">
                <a:solidFill>
                  <a:schemeClr val="accent4"/>
                </a:solidFill>
              </a:defRPr>
            </a:lvl1pPr>
          </a:lstStyle>
          <a:p>
            <a:pPr>
              <a:defRPr/>
            </a:pPr>
            <a:r>
              <a:t>Text</a:t>
            </a:r>
          </a:p>
        </p:txBody>
      </p:sp>
      <p:sp>
        <p:nvSpPr>
          <p:cNvPr id="318" name="Picture Placeholder 8"/>
          <p:cNvSpPr>
            <a:spLocks noGrp="1"/>
          </p:cNvSpPr>
          <p:nvPr>
            <p:ph type="pic" sz="quarter" idx="29"/>
          </p:nvPr>
        </p:nvSpPr>
        <p:spPr bwMode="auto">
          <a:xfrm>
            <a:off x="14504252" y="7160691"/>
            <a:ext cx="3303536" cy="593314"/>
          </a:xfrm>
          <a:prstGeom prst="rect">
            <a:avLst/>
          </a:prstGeom>
        </p:spPr>
        <p:txBody>
          <a:bodyPr lIns="91439" rIns="91439">
            <a:noAutofit/>
          </a:bodyPr>
          <a:lstStyle/>
          <a:p>
            <a:pPr>
              <a:defRPr/>
            </a:pPr>
            <a:endParaRPr/>
          </a:p>
        </p:txBody>
      </p:sp>
      <p:sp>
        <p:nvSpPr>
          <p:cNvPr id="319" name="Text Placeholder 28"/>
          <p:cNvSpPr>
            <a:spLocks noGrp="1"/>
          </p:cNvSpPr>
          <p:nvPr>
            <p:ph type="body" sz="quarter" idx="30" hasCustomPrompt="1"/>
          </p:nvPr>
        </p:nvSpPr>
        <p:spPr bwMode="auto">
          <a:xfrm>
            <a:off x="14689765" y="7260291"/>
            <a:ext cx="3021838" cy="397810"/>
          </a:xfrm>
          <a:prstGeom prst="rect">
            <a:avLst/>
          </a:prstGeom>
        </p:spPr>
        <p:txBody>
          <a:bodyPr/>
          <a:lstStyle>
            <a:lvl1pPr defTabSz="1389540">
              <a:spcBef>
                <a:spcPts val="1500"/>
              </a:spcBef>
              <a:defRPr sz="1800">
                <a:solidFill>
                  <a:srgbClr val="FFFFFF"/>
                </a:solidFill>
              </a:defRPr>
            </a:lvl1pPr>
          </a:lstStyle>
          <a:p>
            <a:pPr>
              <a:defRPr/>
            </a:pPr>
            <a:r>
              <a:t>Text</a:t>
            </a:r>
          </a:p>
        </p:txBody>
      </p:sp>
    </p:spTree>
    <p:extLst>
      <p:ext uri="{BB962C8B-B14F-4D97-AF65-F5344CB8AC3E}">
        <p14:creationId xmlns:p14="http://schemas.microsoft.com/office/powerpoint/2010/main" val="1102912456"/>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PhAnim="0" type="tx" userDrawn="1">
  <p:cSld name="8_Custom Layout">
    <p:spTree>
      <p:nvGrpSpPr>
        <p:cNvPr id="1" name=""/>
        <p:cNvGrpSpPr/>
        <p:nvPr/>
      </p:nvGrpSpPr>
      <p:grpSpPr bwMode="auto">
        <a:xfrm>
          <a:off x="0" y="0"/>
          <a:ext cx="0" cy="0"/>
          <a:chOff x="0" y="0"/>
          <a:chExt cx="0" cy="0"/>
        </a:xfrm>
      </p:grpSpPr>
      <p:sp>
        <p:nvSpPr>
          <p:cNvPr id="326"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327" name="Текст заголовка"/>
          <p:cNvSpPr txBox="1">
            <a:spLocks noGrp="1"/>
          </p:cNvSpPr>
          <p:nvPr>
            <p:ph type="title"/>
          </p:nvPr>
        </p:nvSpPr>
        <p:spPr bwMode="auto">
          <a:xfrm>
            <a:off x="1676836" y="753036"/>
            <a:ext cx="21036680" cy="1381688"/>
          </a:xfrm>
          <a:prstGeom prst="rect">
            <a:avLst/>
          </a:prstGeom>
        </p:spPr>
        <p:txBody>
          <a:bodyPr/>
          <a:lstStyle>
            <a:lvl1pPr algn="ctr">
              <a:defRPr>
                <a:solidFill>
                  <a:srgbClr val="404040"/>
                </a:solidFill>
              </a:defRPr>
            </a:lvl1pPr>
          </a:lstStyle>
          <a:p>
            <a:pPr>
              <a:defRPr/>
            </a:pPr>
            <a:r>
              <a:t>Текст заголовка</a:t>
            </a:r>
          </a:p>
        </p:txBody>
      </p:sp>
      <p:sp>
        <p:nvSpPr>
          <p:cNvPr id="328" name="Уровень текста 1…"/>
          <p:cNvSpPr txBox="1">
            <a:spLocks noGrp="1"/>
          </p:cNvSpPr>
          <p:nvPr>
            <p:ph type="body" sz="quarter" idx="1"/>
          </p:nvPr>
        </p:nvSpPr>
        <p:spPr bwMode="auto">
          <a:xfrm>
            <a:off x="1676836" y="2134729"/>
            <a:ext cx="21036680" cy="457202"/>
          </a:xfrm>
          <a:prstGeom prst="rect">
            <a:avLst/>
          </a:prstGeom>
        </p:spPr>
        <p:txBody>
          <a:bodyPr/>
          <a:lstStyle>
            <a:lvl1pPr algn="ctr">
              <a:defRPr sz="3200">
                <a:solidFill>
                  <a:schemeClr val="accent4"/>
                </a:solidFill>
              </a:defRPr>
            </a:lvl1pPr>
            <a:lvl2pPr algn="ctr">
              <a:defRPr sz="3200">
                <a:solidFill>
                  <a:schemeClr val="accent4"/>
                </a:solidFill>
              </a:defRPr>
            </a:lvl2pPr>
            <a:lvl3pPr algn="ctr">
              <a:defRPr sz="3200">
                <a:solidFill>
                  <a:schemeClr val="accent4"/>
                </a:solidFill>
              </a:defRPr>
            </a:lvl3pPr>
            <a:lvl4pPr algn="ctr">
              <a:defRPr sz="3200">
                <a:solidFill>
                  <a:schemeClr val="accent4"/>
                </a:solidFill>
              </a:defRPr>
            </a:lvl4pPr>
            <a:lvl5pPr algn="ct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
        <p:nvSpPr>
          <p:cNvPr id="329" name="Text Placeholder 33"/>
          <p:cNvSpPr>
            <a:spLocks noGrp="1"/>
          </p:cNvSpPr>
          <p:nvPr>
            <p:ph type="body" sz="quarter" idx="21" hasCustomPrompt="1"/>
          </p:nvPr>
        </p:nvSpPr>
        <p:spPr bwMode="auto">
          <a:xfrm>
            <a:off x="5546443" y="4145287"/>
            <a:ext cx="5289130" cy="612458"/>
          </a:xfrm>
          <a:prstGeom prst="rect">
            <a:avLst/>
          </a:prstGeom>
        </p:spPr>
        <p:txBody>
          <a:bodyPr/>
          <a:lstStyle>
            <a:lvl1pPr>
              <a:defRPr sz="3200">
                <a:solidFill>
                  <a:srgbClr val="404040"/>
                </a:solidFill>
                <a:latin typeface="Montserrat Semi Bold"/>
                <a:ea typeface="Montserrat Semi Bold"/>
                <a:cs typeface="Montserrat Semi Bold"/>
              </a:defRPr>
            </a:lvl1pPr>
          </a:lstStyle>
          <a:p>
            <a:pPr>
              <a:defRPr/>
            </a:pPr>
            <a:r>
              <a:t>Text</a:t>
            </a:r>
          </a:p>
        </p:txBody>
      </p:sp>
      <p:sp>
        <p:nvSpPr>
          <p:cNvPr id="330" name="Text Placeholder 33"/>
          <p:cNvSpPr>
            <a:spLocks noGrp="1"/>
          </p:cNvSpPr>
          <p:nvPr>
            <p:ph type="body" sz="quarter" idx="22" hasCustomPrompt="1"/>
          </p:nvPr>
        </p:nvSpPr>
        <p:spPr bwMode="auto">
          <a:xfrm>
            <a:off x="5546443" y="4886331"/>
            <a:ext cx="5289130" cy="2037230"/>
          </a:xfrm>
          <a:prstGeom prst="rect">
            <a:avLst/>
          </a:prstGeom>
        </p:spPr>
        <p:txBody>
          <a:bodyPr/>
          <a:lstStyle>
            <a:lvl1pPr>
              <a:lnSpc>
                <a:spcPct val="150000"/>
              </a:lnSpc>
              <a:defRPr sz="2200">
                <a:solidFill>
                  <a:schemeClr val="accent4"/>
                </a:solidFill>
              </a:defRPr>
            </a:lvl1pPr>
          </a:lstStyle>
          <a:p>
            <a:pPr>
              <a:defRPr/>
            </a:pPr>
            <a:r>
              <a:t>Text</a:t>
            </a:r>
          </a:p>
        </p:txBody>
      </p:sp>
      <p:sp>
        <p:nvSpPr>
          <p:cNvPr id="331" name="Picture Placeholder 11"/>
          <p:cNvSpPr>
            <a:spLocks noGrp="1"/>
          </p:cNvSpPr>
          <p:nvPr>
            <p:ph type="pic" sz="quarter" idx="23"/>
          </p:nvPr>
        </p:nvSpPr>
        <p:spPr bwMode="auto">
          <a:xfrm>
            <a:off x="2573097" y="4145287"/>
            <a:ext cx="2339242" cy="2338022"/>
          </a:xfrm>
          <a:prstGeom prst="rect">
            <a:avLst/>
          </a:prstGeom>
        </p:spPr>
        <p:txBody>
          <a:bodyPr lIns="91439" rIns="91439">
            <a:noAutofit/>
          </a:bodyPr>
          <a:lstStyle/>
          <a:p>
            <a:pPr>
              <a:defRPr/>
            </a:pPr>
            <a:endParaRPr/>
          </a:p>
        </p:txBody>
      </p:sp>
      <p:sp>
        <p:nvSpPr>
          <p:cNvPr id="332" name="Text Placeholder 33"/>
          <p:cNvSpPr>
            <a:spLocks noGrp="1"/>
          </p:cNvSpPr>
          <p:nvPr>
            <p:ph type="body" sz="quarter" idx="24" hasCustomPrompt="1"/>
          </p:nvPr>
        </p:nvSpPr>
        <p:spPr bwMode="auto">
          <a:xfrm>
            <a:off x="5546443" y="8208871"/>
            <a:ext cx="5289130" cy="612458"/>
          </a:xfrm>
          <a:prstGeom prst="rect">
            <a:avLst/>
          </a:prstGeom>
        </p:spPr>
        <p:txBody>
          <a:bodyPr/>
          <a:lstStyle>
            <a:lvl1pPr>
              <a:defRPr sz="3200">
                <a:solidFill>
                  <a:srgbClr val="404040"/>
                </a:solidFill>
                <a:latin typeface="Montserrat Semi Bold"/>
                <a:ea typeface="Montserrat Semi Bold"/>
                <a:cs typeface="Montserrat Semi Bold"/>
              </a:defRPr>
            </a:lvl1pPr>
          </a:lstStyle>
          <a:p>
            <a:pPr>
              <a:defRPr/>
            </a:pPr>
            <a:r>
              <a:t>Text</a:t>
            </a:r>
          </a:p>
        </p:txBody>
      </p:sp>
      <p:sp>
        <p:nvSpPr>
          <p:cNvPr id="333" name="Text Placeholder 33"/>
          <p:cNvSpPr>
            <a:spLocks noGrp="1"/>
          </p:cNvSpPr>
          <p:nvPr>
            <p:ph type="body" sz="quarter" idx="25" hasCustomPrompt="1"/>
          </p:nvPr>
        </p:nvSpPr>
        <p:spPr bwMode="auto">
          <a:xfrm>
            <a:off x="5546443" y="8949917"/>
            <a:ext cx="5289130" cy="2037230"/>
          </a:xfrm>
          <a:prstGeom prst="rect">
            <a:avLst/>
          </a:prstGeom>
        </p:spPr>
        <p:txBody>
          <a:bodyPr/>
          <a:lstStyle>
            <a:lvl1pPr>
              <a:lnSpc>
                <a:spcPct val="150000"/>
              </a:lnSpc>
              <a:defRPr sz="2200">
                <a:solidFill>
                  <a:schemeClr val="accent4"/>
                </a:solidFill>
              </a:defRPr>
            </a:lvl1pPr>
          </a:lstStyle>
          <a:p>
            <a:pPr>
              <a:defRPr/>
            </a:pPr>
            <a:r>
              <a:t>Text</a:t>
            </a:r>
          </a:p>
        </p:txBody>
      </p:sp>
      <p:sp>
        <p:nvSpPr>
          <p:cNvPr id="334" name="Picture Placeholder 11"/>
          <p:cNvSpPr>
            <a:spLocks noGrp="1"/>
          </p:cNvSpPr>
          <p:nvPr>
            <p:ph type="pic" sz="quarter" idx="26"/>
          </p:nvPr>
        </p:nvSpPr>
        <p:spPr bwMode="auto">
          <a:xfrm>
            <a:off x="2573097" y="8208864"/>
            <a:ext cx="2339242" cy="2338024"/>
          </a:xfrm>
          <a:prstGeom prst="rect">
            <a:avLst/>
          </a:prstGeom>
        </p:spPr>
        <p:txBody>
          <a:bodyPr lIns="91439" rIns="91439">
            <a:noAutofit/>
          </a:bodyPr>
          <a:lstStyle/>
          <a:p>
            <a:pPr>
              <a:defRPr/>
            </a:pPr>
            <a:endParaRPr/>
          </a:p>
        </p:txBody>
      </p:sp>
      <p:sp>
        <p:nvSpPr>
          <p:cNvPr id="335" name="Text Placeholder 33"/>
          <p:cNvSpPr>
            <a:spLocks noGrp="1"/>
          </p:cNvSpPr>
          <p:nvPr>
            <p:ph type="body" sz="quarter" idx="27" hasCustomPrompt="1"/>
          </p:nvPr>
        </p:nvSpPr>
        <p:spPr bwMode="auto">
          <a:xfrm>
            <a:off x="16311048" y="4145287"/>
            <a:ext cx="5289132" cy="612458"/>
          </a:xfrm>
          <a:prstGeom prst="rect">
            <a:avLst/>
          </a:prstGeom>
        </p:spPr>
        <p:txBody>
          <a:bodyPr/>
          <a:lstStyle>
            <a:lvl1pPr>
              <a:defRPr sz="3200">
                <a:solidFill>
                  <a:srgbClr val="404040"/>
                </a:solidFill>
                <a:latin typeface="Montserrat Semi Bold"/>
                <a:ea typeface="Montserrat Semi Bold"/>
                <a:cs typeface="Montserrat Semi Bold"/>
              </a:defRPr>
            </a:lvl1pPr>
          </a:lstStyle>
          <a:p>
            <a:pPr>
              <a:defRPr/>
            </a:pPr>
            <a:r>
              <a:t>Text</a:t>
            </a:r>
          </a:p>
        </p:txBody>
      </p:sp>
      <p:sp>
        <p:nvSpPr>
          <p:cNvPr id="336" name="Text Placeholder 33"/>
          <p:cNvSpPr>
            <a:spLocks noGrp="1"/>
          </p:cNvSpPr>
          <p:nvPr>
            <p:ph type="body" sz="quarter" idx="28" hasCustomPrompt="1"/>
          </p:nvPr>
        </p:nvSpPr>
        <p:spPr bwMode="auto">
          <a:xfrm>
            <a:off x="16311048" y="4886331"/>
            <a:ext cx="5289132" cy="2037230"/>
          </a:xfrm>
          <a:prstGeom prst="rect">
            <a:avLst/>
          </a:prstGeom>
        </p:spPr>
        <p:txBody>
          <a:bodyPr/>
          <a:lstStyle>
            <a:lvl1pPr>
              <a:lnSpc>
                <a:spcPct val="150000"/>
              </a:lnSpc>
              <a:defRPr sz="2200">
                <a:solidFill>
                  <a:schemeClr val="accent4"/>
                </a:solidFill>
              </a:defRPr>
            </a:lvl1pPr>
          </a:lstStyle>
          <a:p>
            <a:pPr>
              <a:defRPr/>
            </a:pPr>
            <a:r>
              <a:t>Text</a:t>
            </a:r>
          </a:p>
        </p:txBody>
      </p:sp>
      <p:sp>
        <p:nvSpPr>
          <p:cNvPr id="337" name="Picture Placeholder 11"/>
          <p:cNvSpPr>
            <a:spLocks noGrp="1"/>
          </p:cNvSpPr>
          <p:nvPr>
            <p:ph type="pic" sz="quarter" idx="29"/>
          </p:nvPr>
        </p:nvSpPr>
        <p:spPr bwMode="auto">
          <a:xfrm>
            <a:off x="13337700" y="4145287"/>
            <a:ext cx="2339240" cy="2338022"/>
          </a:xfrm>
          <a:prstGeom prst="rect">
            <a:avLst/>
          </a:prstGeom>
        </p:spPr>
        <p:txBody>
          <a:bodyPr lIns="91439" rIns="91439">
            <a:noAutofit/>
          </a:bodyPr>
          <a:lstStyle/>
          <a:p>
            <a:pPr>
              <a:defRPr/>
            </a:pPr>
            <a:endParaRPr/>
          </a:p>
        </p:txBody>
      </p:sp>
      <p:sp>
        <p:nvSpPr>
          <p:cNvPr id="338" name="Text Placeholder 33"/>
          <p:cNvSpPr>
            <a:spLocks noGrp="1"/>
          </p:cNvSpPr>
          <p:nvPr>
            <p:ph type="body" sz="quarter" idx="30" hasCustomPrompt="1"/>
          </p:nvPr>
        </p:nvSpPr>
        <p:spPr bwMode="auto">
          <a:xfrm>
            <a:off x="16311048" y="8208871"/>
            <a:ext cx="5289132" cy="612458"/>
          </a:xfrm>
          <a:prstGeom prst="rect">
            <a:avLst/>
          </a:prstGeom>
        </p:spPr>
        <p:txBody>
          <a:bodyPr/>
          <a:lstStyle>
            <a:lvl1pPr>
              <a:defRPr sz="3200">
                <a:solidFill>
                  <a:srgbClr val="404040"/>
                </a:solidFill>
                <a:latin typeface="Montserrat Semi Bold"/>
                <a:ea typeface="Montserrat Semi Bold"/>
                <a:cs typeface="Montserrat Semi Bold"/>
              </a:defRPr>
            </a:lvl1pPr>
          </a:lstStyle>
          <a:p>
            <a:pPr>
              <a:defRPr/>
            </a:pPr>
            <a:r>
              <a:t>Text</a:t>
            </a:r>
          </a:p>
        </p:txBody>
      </p:sp>
      <p:sp>
        <p:nvSpPr>
          <p:cNvPr id="339" name="Text Placeholder 33"/>
          <p:cNvSpPr>
            <a:spLocks noGrp="1"/>
          </p:cNvSpPr>
          <p:nvPr>
            <p:ph type="body" sz="quarter" idx="31" hasCustomPrompt="1"/>
          </p:nvPr>
        </p:nvSpPr>
        <p:spPr bwMode="auto">
          <a:xfrm>
            <a:off x="16311048" y="8949917"/>
            <a:ext cx="5289132" cy="2037230"/>
          </a:xfrm>
          <a:prstGeom prst="rect">
            <a:avLst/>
          </a:prstGeom>
        </p:spPr>
        <p:txBody>
          <a:bodyPr/>
          <a:lstStyle>
            <a:lvl1pPr>
              <a:lnSpc>
                <a:spcPct val="150000"/>
              </a:lnSpc>
              <a:defRPr sz="2200">
                <a:solidFill>
                  <a:schemeClr val="accent4"/>
                </a:solidFill>
              </a:defRPr>
            </a:lvl1pPr>
          </a:lstStyle>
          <a:p>
            <a:pPr>
              <a:defRPr/>
            </a:pPr>
            <a:r>
              <a:t>Text</a:t>
            </a:r>
          </a:p>
        </p:txBody>
      </p:sp>
      <p:sp>
        <p:nvSpPr>
          <p:cNvPr id="340" name="Picture Placeholder 11"/>
          <p:cNvSpPr>
            <a:spLocks noGrp="1"/>
          </p:cNvSpPr>
          <p:nvPr>
            <p:ph type="pic" sz="quarter" idx="32"/>
          </p:nvPr>
        </p:nvSpPr>
        <p:spPr bwMode="auto">
          <a:xfrm>
            <a:off x="13337700" y="8208864"/>
            <a:ext cx="2339240" cy="2338024"/>
          </a:xfrm>
          <a:prstGeom prst="rect">
            <a:avLst/>
          </a:prstGeom>
        </p:spPr>
        <p:txBody>
          <a:bodyPr lIns="91439" rIns="91439">
            <a:noAutofit/>
          </a:bodyPr>
          <a:lstStyle/>
          <a:p>
            <a:pPr>
              <a:defRPr/>
            </a:pPr>
            <a:endParaRPr/>
          </a:p>
        </p:txBody>
      </p:sp>
    </p:spTree>
    <p:extLst>
      <p:ext uri="{BB962C8B-B14F-4D97-AF65-F5344CB8AC3E}">
        <p14:creationId xmlns:p14="http://schemas.microsoft.com/office/powerpoint/2010/main" val="2059674501"/>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PhAnim="0" type="tx" userDrawn="1">
  <p:cSld name="9_Custom Layout">
    <p:spTree>
      <p:nvGrpSpPr>
        <p:cNvPr id="1" name=""/>
        <p:cNvGrpSpPr/>
        <p:nvPr/>
      </p:nvGrpSpPr>
      <p:grpSpPr bwMode="auto">
        <a:xfrm>
          <a:off x="0" y="0"/>
          <a:ext cx="0" cy="0"/>
          <a:chOff x="0" y="0"/>
          <a:chExt cx="0" cy="0"/>
        </a:xfrm>
      </p:grpSpPr>
      <p:sp>
        <p:nvSpPr>
          <p:cNvPr id="347"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348" name="Picture Placeholder 8"/>
          <p:cNvSpPr>
            <a:spLocks noGrp="1"/>
          </p:cNvSpPr>
          <p:nvPr>
            <p:ph type="pic" sz="half" idx="21"/>
          </p:nvPr>
        </p:nvSpPr>
        <p:spPr bwMode="auto">
          <a:xfrm>
            <a:off x="1" y="0"/>
            <a:ext cx="14466486" cy="6858000"/>
          </a:xfrm>
          <a:prstGeom prst="rect">
            <a:avLst/>
          </a:prstGeom>
          <a:ln w="152400">
            <a:solidFill>
              <a:srgbClr val="FFFFFF"/>
            </a:solidFill>
            <a:round/>
          </a:ln>
        </p:spPr>
        <p:txBody>
          <a:bodyPr lIns="91439" rIns="91439">
            <a:noAutofit/>
          </a:bodyPr>
          <a:lstStyle/>
          <a:p>
            <a:pPr>
              <a:defRPr/>
            </a:pPr>
            <a:endParaRPr/>
          </a:p>
        </p:txBody>
      </p:sp>
      <p:sp>
        <p:nvSpPr>
          <p:cNvPr id="349" name="Picture Placeholder 8"/>
          <p:cNvSpPr>
            <a:spLocks noGrp="1"/>
          </p:cNvSpPr>
          <p:nvPr>
            <p:ph type="pic" sz="half" idx="22"/>
          </p:nvPr>
        </p:nvSpPr>
        <p:spPr bwMode="auto">
          <a:xfrm>
            <a:off x="14466491" y="0"/>
            <a:ext cx="9923870" cy="6858000"/>
          </a:xfrm>
          <a:prstGeom prst="rect">
            <a:avLst/>
          </a:prstGeom>
          <a:ln w="152400">
            <a:solidFill>
              <a:srgbClr val="FFFFFF"/>
            </a:solidFill>
            <a:round/>
          </a:ln>
        </p:spPr>
        <p:txBody>
          <a:bodyPr lIns="91439" rIns="91439">
            <a:noAutofit/>
          </a:bodyPr>
          <a:lstStyle/>
          <a:p>
            <a:pPr>
              <a:defRPr/>
            </a:pPr>
            <a:endParaRPr/>
          </a:p>
        </p:txBody>
      </p:sp>
      <p:sp>
        <p:nvSpPr>
          <p:cNvPr id="350" name="Picture Placeholder 8"/>
          <p:cNvSpPr>
            <a:spLocks noGrp="1"/>
          </p:cNvSpPr>
          <p:nvPr>
            <p:ph type="pic" sz="half" idx="23"/>
          </p:nvPr>
        </p:nvSpPr>
        <p:spPr bwMode="auto">
          <a:xfrm>
            <a:off x="7" y="6858000"/>
            <a:ext cx="9923870" cy="6858000"/>
          </a:xfrm>
          <a:prstGeom prst="rect">
            <a:avLst/>
          </a:prstGeom>
          <a:ln w="152400">
            <a:solidFill>
              <a:srgbClr val="FFFFFF"/>
            </a:solidFill>
            <a:round/>
          </a:ln>
        </p:spPr>
        <p:txBody>
          <a:bodyPr lIns="91439" rIns="91439">
            <a:noAutofit/>
          </a:bodyPr>
          <a:lstStyle/>
          <a:p>
            <a:pPr>
              <a:defRPr/>
            </a:pPr>
            <a:endParaRPr/>
          </a:p>
        </p:txBody>
      </p:sp>
      <p:sp>
        <p:nvSpPr>
          <p:cNvPr id="351" name="Picture Placeholder 8"/>
          <p:cNvSpPr>
            <a:spLocks noGrp="1"/>
          </p:cNvSpPr>
          <p:nvPr>
            <p:ph type="pic" sz="half" idx="24"/>
          </p:nvPr>
        </p:nvSpPr>
        <p:spPr bwMode="auto">
          <a:xfrm>
            <a:off x="9923875" y="6858000"/>
            <a:ext cx="14466486" cy="6858000"/>
          </a:xfrm>
          <a:prstGeom prst="rect">
            <a:avLst/>
          </a:prstGeom>
          <a:ln w="152400">
            <a:solidFill>
              <a:srgbClr val="FFFFFF"/>
            </a:solidFill>
            <a:round/>
          </a:ln>
        </p:spPr>
        <p:txBody>
          <a:bodyPr lIns="91439" rIns="91439">
            <a:noAutofit/>
          </a:bodyPr>
          <a:lstStyle/>
          <a:p>
            <a:pPr>
              <a:defRPr/>
            </a:pPr>
            <a:endParaRPr/>
          </a:p>
        </p:txBody>
      </p:sp>
      <p:sp>
        <p:nvSpPr>
          <p:cNvPr id="352" name="Picture Placeholder 8"/>
          <p:cNvSpPr>
            <a:spLocks noGrp="1"/>
          </p:cNvSpPr>
          <p:nvPr>
            <p:ph type="pic" sz="half" idx="25"/>
          </p:nvPr>
        </p:nvSpPr>
        <p:spPr bwMode="auto">
          <a:xfrm>
            <a:off x="4508606" y="3390909"/>
            <a:ext cx="15339132" cy="6858002"/>
          </a:xfrm>
          <a:prstGeom prst="rect">
            <a:avLst/>
          </a:prstGeom>
          <a:ln w="152400">
            <a:solidFill>
              <a:srgbClr val="FFFFFF"/>
            </a:solidFill>
            <a:round/>
          </a:ln>
        </p:spPr>
        <p:txBody>
          <a:bodyPr lIns="91439" rIns="91439">
            <a:noAutofit/>
          </a:bodyPr>
          <a:lstStyle/>
          <a:p>
            <a:pPr>
              <a:defRPr/>
            </a:pPr>
            <a:endParaRPr/>
          </a:p>
        </p:txBody>
      </p:sp>
      <p:sp>
        <p:nvSpPr>
          <p:cNvPr id="353" name="Текст заголовка"/>
          <p:cNvSpPr txBox="1">
            <a:spLocks noGrp="1"/>
          </p:cNvSpPr>
          <p:nvPr>
            <p:ph type="title"/>
          </p:nvPr>
        </p:nvSpPr>
        <p:spPr bwMode="auto">
          <a:xfrm>
            <a:off x="5183871" y="3950260"/>
            <a:ext cx="13825238" cy="1057276"/>
          </a:xfrm>
          <a:prstGeom prst="rect">
            <a:avLst/>
          </a:prstGeom>
        </p:spPr>
        <p:txBody>
          <a:bodyPr/>
          <a:lstStyle>
            <a:lvl1pPr algn="ctr">
              <a:defRPr sz="5400">
                <a:solidFill>
                  <a:srgbClr val="FFFFFF"/>
                </a:solidFill>
              </a:defRPr>
            </a:lvl1pPr>
          </a:lstStyle>
          <a:p>
            <a:pPr>
              <a:defRPr/>
            </a:pPr>
            <a:r>
              <a:t>Текст заголовка</a:t>
            </a:r>
          </a:p>
        </p:txBody>
      </p:sp>
      <p:sp>
        <p:nvSpPr>
          <p:cNvPr id="354" name="Уровень текста 1…"/>
          <p:cNvSpPr txBox="1">
            <a:spLocks noGrp="1"/>
          </p:cNvSpPr>
          <p:nvPr>
            <p:ph type="body" sz="quarter" idx="1"/>
          </p:nvPr>
        </p:nvSpPr>
        <p:spPr bwMode="auto">
          <a:xfrm>
            <a:off x="5183871" y="5007543"/>
            <a:ext cx="13825238" cy="457202"/>
          </a:xfrm>
          <a:prstGeom prst="rect">
            <a:avLst/>
          </a:prstGeom>
        </p:spPr>
        <p:txBody>
          <a:bodyPr/>
          <a:lstStyle>
            <a:lvl1pPr algn="ctr">
              <a:defRPr sz="3200">
                <a:solidFill>
                  <a:srgbClr val="FFFFFF"/>
                </a:solidFill>
              </a:defRPr>
            </a:lvl1pPr>
            <a:lvl2pPr algn="ctr">
              <a:defRPr sz="3200">
                <a:solidFill>
                  <a:srgbClr val="FFFFFF"/>
                </a:solidFill>
              </a:defRPr>
            </a:lvl2pPr>
            <a:lvl3pPr algn="ctr">
              <a:defRPr sz="3200">
                <a:solidFill>
                  <a:srgbClr val="FFFFFF"/>
                </a:solidFill>
              </a:defRPr>
            </a:lvl3pPr>
            <a:lvl4pPr algn="ctr">
              <a:defRPr sz="3200">
                <a:solidFill>
                  <a:srgbClr val="FFFFFF"/>
                </a:solidFill>
              </a:defRPr>
            </a:lvl4pPr>
            <a:lvl5pPr algn="ctr">
              <a:defRPr sz="3200">
                <a:solidFill>
                  <a:srgbClr val="FFFFFF"/>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Tree>
    <p:extLst>
      <p:ext uri="{BB962C8B-B14F-4D97-AF65-F5344CB8AC3E}">
        <p14:creationId xmlns:p14="http://schemas.microsoft.com/office/powerpoint/2010/main" val="2290199731"/>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PhAnim="0" type="tx" userDrawn="1">
  <p:cSld name="11_Custom Layout">
    <p:spTree>
      <p:nvGrpSpPr>
        <p:cNvPr id="1" name=""/>
        <p:cNvGrpSpPr/>
        <p:nvPr/>
      </p:nvGrpSpPr>
      <p:grpSpPr bwMode="auto">
        <a:xfrm>
          <a:off x="0" y="0"/>
          <a:ext cx="0" cy="0"/>
          <a:chOff x="0" y="0"/>
          <a:chExt cx="0" cy="0"/>
        </a:xfrm>
      </p:grpSpPr>
      <p:sp>
        <p:nvSpPr>
          <p:cNvPr id="361"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362" name="Picture Placeholder 8"/>
          <p:cNvSpPr>
            <a:spLocks noGrp="1"/>
          </p:cNvSpPr>
          <p:nvPr>
            <p:ph type="pic" sz="quarter" idx="21"/>
          </p:nvPr>
        </p:nvSpPr>
        <p:spPr bwMode="auto">
          <a:xfrm>
            <a:off x="2" y="0"/>
            <a:ext cx="8129436" cy="6858000"/>
          </a:xfrm>
          <a:prstGeom prst="rect">
            <a:avLst/>
          </a:prstGeom>
          <a:ln w="57150">
            <a:solidFill>
              <a:srgbClr val="FFFFFF"/>
            </a:solidFill>
            <a:round/>
          </a:ln>
        </p:spPr>
        <p:txBody>
          <a:bodyPr lIns="91439" rIns="91439">
            <a:noAutofit/>
          </a:bodyPr>
          <a:lstStyle/>
          <a:p>
            <a:pPr>
              <a:defRPr/>
            </a:pPr>
            <a:endParaRPr/>
          </a:p>
        </p:txBody>
      </p:sp>
      <p:sp>
        <p:nvSpPr>
          <p:cNvPr id="363" name="Picture Placeholder 8"/>
          <p:cNvSpPr>
            <a:spLocks noGrp="1"/>
          </p:cNvSpPr>
          <p:nvPr>
            <p:ph type="pic" sz="quarter" idx="22"/>
          </p:nvPr>
        </p:nvSpPr>
        <p:spPr bwMode="auto">
          <a:xfrm>
            <a:off x="16260920" y="0"/>
            <a:ext cx="8129436" cy="6858000"/>
          </a:xfrm>
          <a:prstGeom prst="rect">
            <a:avLst/>
          </a:prstGeom>
          <a:ln w="57150">
            <a:solidFill>
              <a:srgbClr val="FFFFFF"/>
            </a:solidFill>
            <a:round/>
          </a:ln>
        </p:spPr>
        <p:txBody>
          <a:bodyPr lIns="91439" rIns="91439">
            <a:noAutofit/>
          </a:bodyPr>
          <a:lstStyle/>
          <a:p>
            <a:pPr>
              <a:defRPr/>
            </a:pPr>
            <a:endParaRPr/>
          </a:p>
        </p:txBody>
      </p:sp>
      <p:sp>
        <p:nvSpPr>
          <p:cNvPr id="364" name="Picture Placeholder 8"/>
          <p:cNvSpPr>
            <a:spLocks noGrp="1"/>
          </p:cNvSpPr>
          <p:nvPr>
            <p:ph type="pic" sz="quarter" idx="23"/>
          </p:nvPr>
        </p:nvSpPr>
        <p:spPr bwMode="auto">
          <a:xfrm>
            <a:off x="8129436" y="0"/>
            <a:ext cx="8129436" cy="6858000"/>
          </a:xfrm>
          <a:prstGeom prst="rect">
            <a:avLst/>
          </a:prstGeom>
          <a:ln w="57150">
            <a:solidFill>
              <a:srgbClr val="FFFFFF"/>
            </a:solidFill>
            <a:round/>
          </a:ln>
        </p:spPr>
        <p:txBody>
          <a:bodyPr lIns="91439" rIns="91439">
            <a:noAutofit/>
          </a:bodyPr>
          <a:lstStyle/>
          <a:p>
            <a:pPr>
              <a:defRPr/>
            </a:pPr>
            <a:endParaRPr/>
          </a:p>
        </p:txBody>
      </p:sp>
      <p:sp>
        <p:nvSpPr>
          <p:cNvPr id="365" name="Picture Placeholder 8"/>
          <p:cNvSpPr>
            <a:spLocks noGrp="1"/>
          </p:cNvSpPr>
          <p:nvPr>
            <p:ph type="pic" sz="quarter" idx="24"/>
          </p:nvPr>
        </p:nvSpPr>
        <p:spPr bwMode="auto">
          <a:xfrm>
            <a:off x="-2052" y="6858000"/>
            <a:ext cx="8129436" cy="6858000"/>
          </a:xfrm>
          <a:prstGeom prst="rect">
            <a:avLst/>
          </a:prstGeom>
          <a:ln w="57150">
            <a:solidFill>
              <a:srgbClr val="FFFFFF"/>
            </a:solidFill>
            <a:round/>
          </a:ln>
        </p:spPr>
        <p:txBody>
          <a:bodyPr lIns="91439" rIns="91439">
            <a:noAutofit/>
          </a:bodyPr>
          <a:lstStyle/>
          <a:p>
            <a:pPr>
              <a:defRPr/>
            </a:pPr>
            <a:endParaRPr/>
          </a:p>
        </p:txBody>
      </p:sp>
      <p:sp>
        <p:nvSpPr>
          <p:cNvPr id="366" name="Picture Placeholder 8"/>
          <p:cNvSpPr>
            <a:spLocks noGrp="1"/>
          </p:cNvSpPr>
          <p:nvPr>
            <p:ph type="pic" sz="quarter" idx="25"/>
          </p:nvPr>
        </p:nvSpPr>
        <p:spPr bwMode="auto">
          <a:xfrm>
            <a:off x="16258870" y="6858000"/>
            <a:ext cx="8129436" cy="6858000"/>
          </a:xfrm>
          <a:prstGeom prst="rect">
            <a:avLst/>
          </a:prstGeom>
          <a:ln w="57150">
            <a:solidFill>
              <a:srgbClr val="FFFFFF"/>
            </a:solidFill>
            <a:round/>
          </a:ln>
        </p:spPr>
        <p:txBody>
          <a:bodyPr lIns="91439" rIns="91439">
            <a:noAutofit/>
          </a:bodyPr>
          <a:lstStyle/>
          <a:p>
            <a:pPr>
              <a:defRPr/>
            </a:pPr>
            <a:endParaRPr/>
          </a:p>
        </p:txBody>
      </p:sp>
      <p:sp>
        <p:nvSpPr>
          <p:cNvPr id="367" name="Picture Placeholder 8"/>
          <p:cNvSpPr>
            <a:spLocks noGrp="1"/>
          </p:cNvSpPr>
          <p:nvPr>
            <p:ph type="pic" sz="quarter" idx="26"/>
          </p:nvPr>
        </p:nvSpPr>
        <p:spPr bwMode="auto">
          <a:xfrm>
            <a:off x="8127382" y="6858000"/>
            <a:ext cx="8129436" cy="6858000"/>
          </a:xfrm>
          <a:prstGeom prst="rect">
            <a:avLst/>
          </a:prstGeom>
          <a:ln w="57150">
            <a:solidFill>
              <a:srgbClr val="FFFFFF"/>
            </a:solidFill>
            <a:round/>
          </a:ln>
        </p:spPr>
        <p:txBody>
          <a:bodyPr lIns="91439" rIns="91439">
            <a:noAutofit/>
          </a:bodyPr>
          <a:lstStyle/>
          <a:p>
            <a:pPr>
              <a:defRPr/>
            </a:pPr>
            <a:endParaRPr/>
          </a:p>
        </p:txBody>
      </p:sp>
      <p:sp>
        <p:nvSpPr>
          <p:cNvPr id="368" name="Picture Placeholder 8"/>
          <p:cNvSpPr>
            <a:spLocks noGrp="1"/>
          </p:cNvSpPr>
          <p:nvPr>
            <p:ph type="pic" sz="quarter" idx="27"/>
          </p:nvPr>
        </p:nvSpPr>
        <p:spPr bwMode="auto">
          <a:xfrm>
            <a:off x="6434983" y="5873750"/>
            <a:ext cx="11512198" cy="1968500"/>
          </a:xfrm>
          <a:prstGeom prst="rect">
            <a:avLst/>
          </a:prstGeom>
          <a:ln w="57150">
            <a:solidFill>
              <a:srgbClr val="FFFFFF"/>
            </a:solidFill>
            <a:round/>
          </a:ln>
        </p:spPr>
        <p:txBody>
          <a:bodyPr lIns="91439" rIns="91439">
            <a:noAutofit/>
          </a:bodyPr>
          <a:lstStyle/>
          <a:p>
            <a:pPr>
              <a:defRPr/>
            </a:pPr>
            <a:endParaRPr/>
          </a:p>
        </p:txBody>
      </p:sp>
      <p:sp>
        <p:nvSpPr>
          <p:cNvPr id="369" name="Текст заголовка"/>
          <p:cNvSpPr txBox="1">
            <a:spLocks noGrp="1"/>
          </p:cNvSpPr>
          <p:nvPr>
            <p:ph type="title"/>
          </p:nvPr>
        </p:nvSpPr>
        <p:spPr bwMode="auto">
          <a:xfrm>
            <a:off x="7068063" y="6329362"/>
            <a:ext cx="10254242" cy="1057276"/>
          </a:xfrm>
          <a:prstGeom prst="rect">
            <a:avLst/>
          </a:prstGeom>
        </p:spPr>
        <p:txBody>
          <a:bodyPr/>
          <a:lstStyle>
            <a:lvl1pPr algn="ctr">
              <a:defRPr sz="5400">
                <a:solidFill>
                  <a:srgbClr val="404040"/>
                </a:solidFill>
              </a:defRPr>
            </a:lvl1pPr>
          </a:lstStyle>
          <a:p>
            <a:pPr>
              <a:defRPr/>
            </a:pPr>
            <a:r>
              <a:t>Текст заголовка</a:t>
            </a:r>
          </a:p>
        </p:txBody>
      </p:sp>
    </p:spTree>
    <p:extLst>
      <p:ext uri="{BB962C8B-B14F-4D97-AF65-F5344CB8AC3E}">
        <p14:creationId xmlns:p14="http://schemas.microsoft.com/office/powerpoint/2010/main" val="734117884"/>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PhAnim="0" type="tx" userDrawn="1">
  <p:cSld name="12_Custom Layout">
    <p:spTree>
      <p:nvGrpSpPr>
        <p:cNvPr id="1" name=""/>
        <p:cNvGrpSpPr/>
        <p:nvPr/>
      </p:nvGrpSpPr>
      <p:grpSpPr bwMode="auto">
        <a:xfrm>
          <a:off x="0" y="0"/>
          <a:ext cx="0" cy="0"/>
          <a:chOff x="0" y="0"/>
          <a:chExt cx="0" cy="0"/>
        </a:xfrm>
      </p:grpSpPr>
      <p:sp>
        <p:nvSpPr>
          <p:cNvPr id="376"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377" name="Picture Placeholder 8"/>
          <p:cNvSpPr>
            <a:spLocks noGrp="1"/>
          </p:cNvSpPr>
          <p:nvPr>
            <p:ph type="pic" sz="quarter" idx="21"/>
          </p:nvPr>
        </p:nvSpPr>
        <p:spPr bwMode="auto">
          <a:xfrm>
            <a:off x="12195183" y="0"/>
            <a:ext cx="12195178" cy="4572000"/>
          </a:xfrm>
          <a:prstGeom prst="rect">
            <a:avLst/>
          </a:prstGeom>
        </p:spPr>
        <p:txBody>
          <a:bodyPr lIns="91439" rIns="91439">
            <a:noAutofit/>
          </a:bodyPr>
          <a:lstStyle/>
          <a:p>
            <a:pPr>
              <a:defRPr/>
            </a:pPr>
            <a:endParaRPr/>
          </a:p>
        </p:txBody>
      </p:sp>
      <p:sp>
        <p:nvSpPr>
          <p:cNvPr id="378" name="Picture Placeholder 8"/>
          <p:cNvSpPr>
            <a:spLocks noGrp="1"/>
          </p:cNvSpPr>
          <p:nvPr>
            <p:ph type="pic" sz="quarter" idx="22"/>
          </p:nvPr>
        </p:nvSpPr>
        <p:spPr bwMode="auto">
          <a:xfrm>
            <a:off x="12195183" y="4572000"/>
            <a:ext cx="12195178" cy="4572000"/>
          </a:xfrm>
          <a:prstGeom prst="rect">
            <a:avLst/>
          </a:prstGeom>
        </p:spPr>
        <p:txBody>
          <a:bodyPr lIns="91439" rIns="91439">
            <a:noAutofit/>
          </a:bodyPr>
          <a:lstStyle/>
          <a:p>
            <a:pPr>
              <a:defRPr/>
            </a:pPr>
            <a:endParaRPr/>
          </a:p>
        </p:txBody>
      </p:sp>
      <p:sp>
        <p:nvSpPr>
          <p:cNvPr id="379" name="Picture Placeholder 8"/>
          <p:cNvSpPr>
            <a:spLocks noGrp="1"/>
          </p:cNvSpPr>
          <p:nvPr>
            <p:ph type="pic" sz="quarter" idx="23"/>
          </p:nvPr>
        </p:nvSpPr>
        <p:spPr bwMode="auto">
          <a:xfrm>
            <a:off x="12195183" y="9144000"/>
            <a:ext cx="12195178" cy="4572000"/>
          </a:xfrm>
          <a:prstGeom prst="rect">
            <a:avLst/>
          </a:prstGeom>
        </p:spPr>
        <p:txBody>
          <a:bodyPr lIns="91439" rIns="91439">
            <a:noAutofit/>
          </a:bodyPr>
          <a:lstStyle/>
          <a:p>
            <a:pPr>
              <a:defRPr/>
            </a:pPr>
            <a:endParaRPr/>
          </a:p>
        </p:txBody>
      </p:sp>
      <p:sp>
        <p:nvSpPr>
          <p:cNvPr id="380" name="Picture Placeholder 8"/>
          <p:cNvSpPr>
            <a:spLocks noGrp="1"/>
          </p:cNvSpPr>
          <p:nvPr>
            <p:ph type="pic" sz="quarter" idx="24"/>
          </p:nvPr>
        </p:nvSpPr>
        <p:spPr bwMode="auto">
          <a:xfrm>
            <a:off x="18554847" y="0"/>
            <a:ext cx="5835514" cy="4572000"/>
          </a:xfrm>
          <a:prstGeom prst="rect">
            <a:avLst/>
          </a:prstGeom>
        </p:spPr>
        <p:txBody>
          <a:bodyPr lIns="91439" rIns="91439">
            <a:noAutofit/>
          </a:bodyPr>
          <a:lstStyle/>
          <a:p>
            <a:pPr>
              <a:defRPr/>
            </a:pPr>
            <a:endParaRPr/>
          </a:p>
        </p:txBody>
      </p:sp>
      <p:sp>
        <p:nvSpPr>
          <p:cNvPr id="381" name="Picture Placeholder 8"/>
          <p:cNvSpPr>
            <a:spLocks noGrp="1"/>
          </p:cNvSpPr>
          <p:nvPr>
            <p:ph type="pic" sz="quarter" idx="25"/>
          </p:nvPr>
        </p:nvSpPr>
        <p:spPr bwMode="auto">
          <a:xfrm>
            <a:off x="18554847" y="4572000"/>
            <a:ext cx="5835514" cy="4572000"/>
          </a:xfrm>
          <a:prstGeom prst="rect">
            <a:avLst/>
          </a:prstGeom>
        </p:spPr>
        <p:txBody>
          <a:bodyPr lIns="91439" rIns="91439">
            <a:noAutofit/>
          </a:bodyPr>
          <a:lstStyle/>
          <a:p>
            <a:pPr>
              <a:defRPr/>
            </a:pPr>
            <a:endParaRPr/>
          </a:p>
        </p:txBody>
      </p:sp>
      <p:sp>
        <p:nvSpPr>
          <p:cNvPr id="382" name="Picture Placeholder 8"/>
          <p:cNvSpPr>
            <a:spLocks noGrp="1"/>
          </p:cNvSpPr>
          <p:nvPr>
            <p:ph type="pic" sz="quarter" idx="26"/>
          </p:nvPr>
        </p:nvSpPr>
        <p:spPr bwMode="auto">
          <a:xfrm>
            <a:off x="18554847" y="9144000"/>
            <a:ext cx="5835514" cy="4572000"/>
          </a:xfrm>
          <a:prstGeom prst="rect">
            <a:avLst/>
          </a:prstGeom>
        </p:spPr>
        <p:txBody>
          <a:bodyPr lIns="91439" rIns="91439">
            <a:noAutofit/>
          </a:bodyPr>
          <a:lstStyle/>
          <a:p>
            <a:pPr>
              <a:defRPr/>
            </a:pPr>
            <a:endParaRPr/>
          </a:p>
        </p:txBody>
      </p:sp>
      <p:sp>
        <p:nvSpPr>
          <p:cNvPr id="383" name="Уровень текста 1…"/>
          <p:cNvSpPr txBox="1">
            <a:spLocks noGrp="1"/>
          </p:cNvSpPr>
          <p:nvPr>
            <p:ph type="body" sz="quarter" idx="1" hasCustomPrompt="1"/>
          </p:nvPr>
        </p:nvSpPr>
        <p:spPr bwMode="auto">
          <a:xfrm>
            <a:off x="19015002" y="1041409"/>
            <a:ext cx="4786312" cy="415926"/>
          </a:xfrm>
          <a:prstGeom prst="rect">
            <a:avLst/>
          </a:prstGeom>
        </p:spPr>
        <p:txBody>
          <a:bodyPr/>
          <a:lstStyle>
            <a:lvl1pPr>
              <a:defRPr>
                <a:solidFill>
                  <a:srgbClr val="FFFFFF"/>
                </a:solidFill>
                <a:latin typeface="Montserrat Semi Bold"/>
                <a:ea typeface="Montserrat Semi Bold"/>
                <a:cs typeface="Montserrat Semi Bold"/>
              </a:defRPr>
            </a:lvl1pPr>
            <a:lvl2pPr>
              <a:defRPr>
                <a:solidFill>
                  <a:srgbClr val="FFFFFF"/>
                </a:solidFill>
                <a:latin typeface="Montserrat Semi Bold"/>
                <a:ea typeface="Montserrat Semi Bold"/>
                <a:cs typeface="Montserrat Semi Bold"/>
              </a:defRPr>
            </a:lvl2pPr>
            <a:lvl3pPr>
              <a:defRPr>
                <a:solidFill>
                  <a:srgbClr val="FFFFFF"/>
                </a:solidFill>
                <a:latin typeface="Montserrat Semi Bold"/>
                <a:ea typeface="Montserrat Semi Bold"/>
                <a:cs typeface="Montserrat Semi Bold"/>
              </a:defRPr>
            </a:lvl3pPr>
            <a:lvl4pPr>
              <a:defRPr>
                <a:solidFill>
                  <a:srgbClr val="FFFFFF"/>
                </a:solidFill>
                <a:latin typeface="Montserrat Semi Bold"/>
                <a:ea typeface="Montserrat Semi Bold"/>
                <a:cs typeface="Montserrat Semi Bold"/>
              </a:defRPr>
            </a:lvl4pPr>
            <a:lvl5pPr>
              <a:defRPr>
                <a:solidFill>
                  <a:srgbClr val="FFFFFF"/>
                </a:solidFill>
                <a:latin typeface="Montserrat Semi Bold"/>
                <a:ea typeface="Montserrat Semi Bold"/>
                <a:cs typeface="Montserrat Semi Bold"/>
              </a:defRPr>
            </a:lvl5pPr>
          </a:lstStyle>
          <a:p>
            <a:pPr>
              <a:defRPr/>
            </a:pPr>
            <a:r>
              <a:t>Text</a:t>
            </a:r>
          </a:p>
          <a:p>
            <a:pPr lvl="1">
              <a:defRPr/>
            </a:pPr>
            <a:endParaRPr/>
          </a:p>
          <a:p>
            <a:pPr lvl="2">
              <a:defRPr/>
            </a:pPr>
            <a:endParaRPr/>
          </a:p>
          <a:p>
            <a:pPr lvl="3">
              <a:defRPr/>
            </a:pPr>
            <a:endParaRPr/>
          </a:p>
          <a:p>
            <a:pPr lvl="4">
              <a:defRPr/>
            </a:pPr>
            <a:endParaRPr/>
          </a:p>
        </p:txBody>
      </p:sp>
      <p:sp>
        <p:nvSpPr>
          <p:cNvPr id="384" name="Text Placeholder 33"/>
          <p:cNvSpPr>
            <a:spLocks noGrp="1"/>
          </p:cNvSpPr>
          <p:nvPr>
            <p:ph type="body" sz="quarter" idx="27" hasCustomPrompt="1"/>
          </p:nvPr>
        </p:nvSpPr>
        <p:spPr bwMode="auto">
          <a:xfrm>
            <a:off x="19015002" y="1651007"/>
            <a:ext cx="4786312" cy="2079170"/>
          </a:xfrm>
          <a:prstGeom prst="rect">
            <a:avLst/>
          </a:prstGeom>
        </p:spPr>
        <p:txBody>
          <a:bodyPr/>
          <a:lstStyle>
            <a:lvl1pPr>
              <a:lnSpc>
                <a:spcPct val="150000"/>
              </a:lnSpc>
              <a:defRPr sz="2400">
                <a:solidFill>
                  <a:srgbClr val="FFFFFF"/>
                </a:solidFill>
              </a:defRPr>
            </a:lvl1pPr>
          </a:lstStyle>
          <a:p>
            <a:pPr>
              <a:defRPr/>
            </a:pPr>
            <a:r>
              <a:t>Text</a:t>
            </a:r>
          </a:p>
        </p:txBody>
      </p:sp>
      <p:sp>
        <p:nvSpPr>
          <p:cNvPr id="385" name="Text Placeholder 33"/>
          <p:cNvSpPr>
            <a:spLocks noGrp="1"/>
          </p:cNvSpPr>
          <p:nvPr>
            <p:ph type="body" sz="quarter" idx="28" hasCustomPrompt="1"/>
          </p:nvPr>
        </p:nvSpPr>
        <p:spPr bwMode="auto">
          <a:xfrm>
            <a:off x="19015002" y="5499109"/>
            <a:ext cx="4786312" cy="415926"/>
          </a:xfrm>
          <a:prstGeom prst="rect">
            <a:avLst/>
          </a:prstGeom>
        </p:spPr>
        <p:txBody>
          <a:bodyPr/>
          <a:lstStyle>
            <a:lvl1pPr defTabSz="1426108">
              <a:spcBef>
                <a:spcPts val="1500"/>
              </a:spcBef>
              <a:defRPr sz="2200">
                <a:solidFill>
                  <a:srgbClr val="FFFFFF"/>
                </a:solidFill>
                <a:latin typeface="Montserrat Semi Bold"/>
                <a:ea typeface="Montserrat Semi Bold"/>
                <a:cs typeface="Montserrat Semi Bold"/>
              </a:defRPr>
            </a:lvl1pPr>
          </a:lstStyle>
          <a:p>
            <a:pPr>
              <a:defRPr/>
            </a:pPr>
            <a:r>
              <a:t>Text</a:t>
            </a:r>
          </a:p>
        </p:txBody>
      </p:sp>
      <p:sp>
        <p:nvSpPr>
          <p:cNvPr id="386" name="Text Placeholder 33"/>
          <p:cNvSpPr>
            <a:spLocks noGrp="1"/>
          </p:cNvSpPr>
          <p:nvPr>
            <p:ph type="body" sz="quarter" idx="29" hasCustomPrompt="1"/>
          </p:nvPr>
        </p:nvSpPr>
        <p:spPr bwMode="auto">
          <a:xfrm>
            <a:off x="19015002" y="6108705"/>
            <a:ext cx="4786312" cy="2079170"/>
          </a:xfrm>
          <a:prstGeom prst="rect">
            <a:avLst/>
          </a:prstGeom>
        </p:spPr>
        <p:txBody>
          <a:bodyPr/>
          <a:lstStyle>
            <a:lvl1pPr>
              <a:lnSpc>
                <a:spcPct val="150000"/>
              </a:lnSpc>
              <a:defRPr sz="2400">
                <a:solidFill>
                  <a:srgbClr val="FFFFFF"/>
                </a:solidFill>
              </a:defRPr>
            </a:lvl1pPr>
          </a:lstStyle>
          <a:p>
            <a:pPr>
              <a:defRPr/>
            </a:pPr>
            <a:r>
              <a:t>Text</a:t>
            </a:r>
          </a:p>
        </p:txBody>
      </p:sp>
      <p:sp>
        <p:nvSpPr>
          <p:cNvPr id="387" name="Text Placeholder 33"/>
          <p:cNvSpPr>
            <a:spLocks noGrp="1"/>
          </p:cNvSpPr>
          <p:nvPr>
            <p:ph type="body" sz="quarter" idx="30" hasCustomPrompt="1"/>
          </p:nvPr>
        </p:nvSpPr>
        <p:spPr bwMode="auto">
          <a:xfrm>
            <a:off x="19015002" y="10127807"/>
            <a:ext cx="4786312" cy="415926"/>
          </a:xfrm>
          <a:prstGeom prst="rect">
            <a:avLst/>
          </a:prstGeom>
        </p:spPr>
        <p:txBody>
          <a:bodyPr/>
          <a:lstStyle>
            <a:lvl1pPr defTabSz="1426108">
              <a:spcBef>
                <a:spcPts val="1500"/>
              </a:spcBef>
              <a:defRPr sz="2200">
                <a:solidFill>
                  <a:srgbClr val="FFFFFF"/>
                </a:solidFill>
                <a:latin typeface="Montserrat Semi Bold"/>
                <a:ea typeface="Montserrat Semi Bold"/>
                <a:cs typeface="Montserrat Semi Bold"/>
              </a:defRPr>
            </a:lvl1pPr>
          </a:lstStyle>
          <a:p>
            <a:pPr>
              <a:defRPr/>
            </a:pPr>
            <a:r>
              <a:t>Text</a:t>
            </a:r>
          </a:p>
        </p:txBody>
      </p:sp>
      <p:sp>
        <p:nvSpPr>
          <p:cNvPr id="388" name="Text Placeholder 33"/>
          <p:cNvSpPr>
            <a:spLocks noGrp="1"/>
          </p:cNvSpPr>
          <p:nvPr>
            <p:ph type="body" sz="quarter" idx="31" hasCustomPrompt="1"/>
          </p:nvPr>
        </p:nvSpPr>
        <p:spPr bwMode="auto">
          <a:xfrm>
            <a:off x="19015002" y="10737409"/>
            <a:ext cx="4786312" cy="2079170"/>
          </a:xfrm>
          <a:prstGeom prst="rect">
            <a:avLst/>
          </a:prstGeom>
        </p:spPr>
        <p:txBody>
          <a:bodyPr/>
          <a:lstStyle>
            <a:lvl1pPr>
              <a:lnSpc>
                <a:spcPct val="150000"/>
              </a:lnSpc>
              <a:defRPr sz="2400">
                <a:solidFill>
                  <a:srgbClr val="FFFFFF"/>
                </a:solidFill>
              </a:defRPr>
            </a:lvl1pPr>
          </a:lstStyle>
          <a:p>
            <a:pPr>
              <a:defRPr/>
            </a:pPr>
            <a:r>
              <a:t>Text</a:t>
            </a:r>
          </a:p>
        </p:txBody>
      </p:sp>
      <p:sp>
        <p:nvSpPr>
          <p:cNvPr id="389" name="Picture Placeholder 8"/>
          <p:cNvSpPr>
            <a:spLocks noGrp="1"/>
          </p:cNvSpPr>
          <p:nvPr>
            <p:ph type="pic" sz="quarter" idx="32"/>
          </p:nvPr>
        </p:nvSpPr>
        <p:spPr bwMode="auto">
          <a:xfrm>
            <a:off x="7" y="0"/>
            <a:ext cx="12195178" cy="4572000"/>
          </a:xfrm>
          <a:prstGeom prst="rect">
            <a:avLst/>
          </a:prstGeom>
        </p:spPr>
        <p:txBody>
          <a:bodyPr lIns="91439" rIns="91439">
            <a:noAutofit/>
          </a:bodyPr>
          <a:lstStyle/>
          <a:p>
            <a:pPr>
              <a:defRPr/>
            </a:pPr>
            <a:endParaRPr/>
          </a:p>
        </p:txBody>
      </p:sp>
      <p:sp>
        <p:nvSpPr>
          <p:cNvPr id="390" name="Picture Placeholder 8"/>
          <p:cNvSpPr>
            <a:spLocks noGrp="1"/>
          </p:cNvSpPr>
          <p:nvPr>
            <p:ph type="pic" sz="quarter" idx="33"/>
          </p:nvPr>
        </p:nvSpPr>
        <p:spPr bwMode="auto">
          <a:xfrm>
            <a:off x="7" y="4572000"/>
            <a:ext cx="12195178" cy="4572000"/>
          </a:xfrm>
          <a:prstGeom prst="rect">
            <a:avLst/>
          </a:prstGeom>
        </p:spPr>
        <p:txBody>
          <a:bodyPr lIns="91439" rIns="91439">
            <a:noAutofit/>
          </a:bodyPr>
          <a:lstStyle/>
          <a:p>
            <a:pPr>
              <a:defRPr/>
            </a:pPr>
            <a:endParaRPr/>
          </a:p>
        </p:txBody>
      </p:sp>
      <p:sp>
        <p:nvSpPr>
          <p:cNvPr id="391" name="Picture Placeholder 8"/>
          <p:cNvSpPr>
            <a:spLocks noGrp="1"/>
          </p:cNvSpPr>
          <p:nvPr>
            <p:ph type="pic" sz="quarter" idx="34"/>
          </p:nvPr>
        </p:nvSpPr>
        <p:spPr bwMode="auto">
          <a:xfrm>
            <a:off x="7" y="9144000"/>
            <a:ext cx="12195178" cy="4572000"/>
          </a:xfrm>
          <a:prstGeom prst="rect">
            <a:avLst/>
          </a:prstGeom>
        </p:spPr>
        <p:txBody>
          <a:bodyPr lIns="91439" rIns="91439">
            <a:noAutofit/>
          </a:bodyPr>
          <a:lstStyle/>
          <a:p>
            <a:pPr>
              <a:defRPr/>
            </a:pPr>
            <a:endParaRPr/>
          </a:p>
        </p:txBody>
      </p:sp>
      <p:sp>
        <p:nvSpPr>
          <p:cNvPr id="392" name="Picture Placeholder 8"/>
          <p:cNvSpPr>
            <a:spLocks noGrp="1"/>
          </p:cNvSpPr>
          <p:nvPr>
            <p:ph type="pic" sz="quarter" idx="35"/>
          </p:nvPr>
        </p:nvSpPr>
        <p:spPr bwMode="auto">
          <a:xfrm>
            <a:off x="6359671" y="0"/>
            <a:ext cx="5835514" cy="4572000"/>
          </a:xfrm>
          <a:prstGeom prst="rect">
            <a:avLst/>
          </a:prstGeom>
        </p:spPr>
        <p:txBody>
          <a:bodyPr lIns="91439" rIns="91439">
            <a:noAutofit/>
          </a:bodyPr>
          <a:lstStyle/>
          <a:p>
            <a:pPr>
              <a:defRPr/>
            </a:pPr>
            <a:endParaRPr/>
          </a:p>
        </p:txBody>
      </p:sp>
      <p:sp>
        <p:nvSpPr>
          <p:cNvPr id="393" name="Picture Placeholder 8"/>
          <p:cNvSpPr>
            <a:spLocks noGrp="1"/>
          </p:cNvSpPr>
          <p:nvPr>
            <p:ph type="pic" sz="quarter" idx="36"/>
          </p:nvPr>
        </p:nvSpPr>
        <p:spPr bwMode="auto">
          <a:xfrm>
            <a:off x="6359671" y="4572000"/>
            <a:ext cx="5835514" cy="4572000"/>
          </a:xfrm>
          <a:prstGeom prst="rect">
            <a:avLst/>
          </a:prstGeom>
        </p:spPr>
        <p:txBody>
          <a:bodyPr lIns="91439" rIns="91439">
            <a:noAutofit/>
          </a:bodyPr>
          <a:lstStyle/>
          <a:p>
            <a:pPr>
              <a:defRPr/>
            </a:pPr>
            <a:endParaRPr/>
          </a:p>
        </p:txBody>
      </p:sp>
      <p:sp>
        <p:nvSpPr>
          <p:cNvPr id="394" name="Picture Placeholder 8"/>
          <p:cNvSpPr>
            <a:spLocks noGrp="1"/>
          </p:cNvSpPr>
          <p:nvPr>
            <p:ph type="pic" sz="quarter" idx="37"/>
          </p:nvPr>
        </p:nvSpPr>
        <p:spPr bwMode="auto">
          <a:xfrm>
            <a:off x="6359671" y="9144000"/>
            <a:ext cx="5835514" cy="4572000"/>
          </a:xfrm>
          <a:prstGeom prst="rect">
            <a:avLst/>
          </a:prstGeom>
        </p:spPr>
        <p:txBody>
          <a:bodyPr lIns="91439" rIns="91439">
            <a:noAutofit/>
          </a:bodyPr>
          <a:lstStyle/>
          <a:p>
            <a:pPr>
              <a:defRPr/>
            </a:pPr>
            <a:endParaRPr/>
          </a:p>
        </p:txBody>
      </p:sp>
      <p:sp>
        <p:nvSpPr>
          <p:cNvPr id="395" name="Text Placeholder 33"/>
          <p:cNvSpPr>
            <a:spLocks noGrp="1"/>
          </p:cNvSpPr>
          <p:nvPr>
            <p:ph type="body" sz="quarter" idx="38" hasCustomPrompt="1"/>
          </p:nvPr>
        </p:nvSpPr>
        <p:spPr bwMode="auto">
          <a:xfrm>
            <a:off x="6819826" y="1041409"/>
            <a:ext cx="4786312" cy="415926"/>
          </a:xfrm>
          <a:prstGeom prst="rect">
            <a:avLst/>
          </a:prstGeom>
        </p:spPr>
        <p:txBody>
          <a:bodyPr/>
          <a:lstStyle>
            <a:lvl1pPr defTabSz="1426108">
              <a:spcBef>
                <a:spcPts val="1500"/>
              </a:spcBef>
              <a:defRPr sz="2200">
                <a:solidFill>
                  <a:srgbClr val="FFFFFF"/>
                </a:solidFill>
                <a:latin typeface="Montserrat Semi Bold"/>
                <a:ea typeface="Montserrat Semi Bold"/>
                <a:cs typeface="Montserrat Semi Bold"/>
              </a:defRPr>
            </a:lvl1pPr>
          </a:lstStyle>
          <a:p>
            <a:pPr>
              <a:defRPr/>
            </a:pPr>
            <a:r>
              <a:t>Text</a:t>
            </a:r>
          </a:p>
        </p:txBody>
      </p:sp>
      <p:sp>
        <p:nvSpPr>
          <p:cNvPr id="396" name="Text Placeholder 33"/>
          <p:cNvSpPr>
            <a:spLocks noGrp="1"/>
          </p:cNvSpPr>
          <p:nvPr>
            <p:ph type="body" sz="quarter" idx="39" hasCustomPrompt="1"/>
          </p:nvPr>
        </p:nvSpPr>
        <p:spPr bwMode="auto">
          <a:xfrm>
            <a:off x="6819826" y="1651007"/>
            <a:ext cx="4786312" cy="2079170"/>
          </a:xfrm>
          <a:prstGeom prst="rect">
            <a:avLst/>
          </a:prstGeom>
        </p:spPr>
        <p:txBody>
          <a:bodyPr/>
          <a:lstStyle>
            <a:lvl1pPr>
              <a:lnSpc>
                <a:spcPct val="150000"/>
              </a:lnSpc>
              <a:defRPr sz="2400">
                <a:solidFill>
                  <a:srgbClr val="FFFFFF"/>
                </a:solidFill>
              </a:defRPr>
            </a:lvl1pPr>
          </a:lstStyle>
          <a:p>
            <a:pPr>
              <a:defRPr/>
            </a:pPr>
            <a:r>
              <a:t>Text</a:t>
            </a:r>
          </a:p>
        </p:txBody>
      </p:sp>
      <p:sp>
        <p:nvSpPr>
          <p:cNvPr id="397" name="Text Placeholder 33"/>
          <p:cNvSpPr>
            <a:spLocks noGrp="1"/>
          </p:cNvSpPr>
          <p:nvPr>
            <p:ph type="body" sz="quarter" idx="40" hasCustomPrompt="1"/>
          </p:nvPr>
        </p:nvSpPr>
        <p:spPr bwMode="auto">
          <a:xfrm>
            <a:off x="6819826" y="5499109"/>
            <a:ext cx="4786312" cy="415926"/>
          </a:xfrm>
          <a:prstGeom prst="rect">
            <a:avLst/>
          </a:prstGeom>
        </p:spPr>
        <p:txBody>
          <a:bodyPr/>
          <a:lstStyle>
            <a:lvl1pPr defTabSz="1426108">
              <a:spcBef>
                <a:spcPts val="1500"/>
              </a:spcBef>
              <a:defRPr sz="2200">
                <a:solidFill>
                  <a:srgbClr val="FFFFFF"/>
                </a:solidFill>
                <a:latin typeface="Montserrat Semi Bold"/>
                <a:ea typeface="Montserrat Semi Bold"/>
                <a:cs typeface="Montserrat Semi Bold"/>
              </a:defRPr>
            </a:lvl1pPr>
          </a:lstStyle>
          <a:p>
            <a:pPr>
              <a:defRPr/>
            </a:pPr>
            <a:r>
              <a:t>Text</a:t>
            </a:r>
          </a:p>
        </p:txBody>
      </p:sp>
      <p:sp>
        <p:nvSpPr>
          <p:cNvPr id="398" name="Text Placeholder 33"/>
          <p:cNvSpPr>
            <a:spLocks noGrp="1"/>
          </p:cNvSpPr>
          <p:nvPr>
            <p:ph type="body" sz="quarter" idx="41" hasCustomPrompt="1"/>
          </p:nvPr>
        </p:nvSpPr>
        <p:spPr bwMode="auto">
          <a:xfrm>
            <a:off x="6819826" y="6108705"/>
            <a:ext cx="4786312" cy="2079170"/>
          </a:xfrm>
          <a:prstGeom prst="rect">
            <a:avLst/>
          </a:prstGeom>
        </p:spPr>
        <p:txBody>
          <a:bodyPr/>
          <a:lstStyle>
            <a:lvl1pPr>
              <a:lnSpc>
                <a:spcPct val="150000"/>
              </a:lnSpc>
              <a:defRPr sz="2400">
                <a:solidFill>
                  <a:srgbClr val="FFFFFF"/>
                </a:solidFill>
              </a:defRPr>
            </a:lvl1pPr>
          </a:lstStyle>
          <a:p>
            <a:pPr>
              <a:defRPr/>
            </a:pPr>
            <a:r>
              <a:t>Text</a:t>
            </a:r>
          </a:p>
        </p:txBody>
      </p:sp>
      <p:sp>
        <p:nvSpPr>
          <p:cNvPr id="399" name="Text Placeholder 33"/>
          <p:cNvSpPr>
            <a:spLocks noGrp="1"/>
          </p:cNvSpPr>
          <p:nvPr>
            <p:ph type="body" sz="quarter" idx="42" hasCustomPrompt="1"/>
          </p:nvPr>
        </p:nvSpPr>
        <p:spPr bwMode="auto">
          <a:xfrm>
            <a:off x="6819826" y="10127807"/>
            <a:ext cx="4786312" cy="415926"/>
          </a:xfrm>
          <a:prstGeom prst="rect">
            <a:avLst/>
          </a:prstGeom>
        </p:spPr>
        <p:txBody>
          <a:bodyPr/>
          <a:lstStyle>
            <a:lvl1pPr defTabSz="1426108">
              <a:spcBef>
                <a:spcPts val="1500"/>
              </a:spcBef>
              <a:defRPr sz="2200">
                <a:solidFill>
                  <a:srgbClr val="FFFFFF"/>
                </a:solidFill>
                <a:latin typeface="Montserrat Semi Bold"/>
                <a:ea typeface="Montserrat Semi Bold"/>
                <a:cs typeface="Montserrat Semi Bold"/>
              </a:defRPr>
            </a:lvl1pPr>
          </a:lstStyle>
          <a:p>
            <a:pPr>
              <a:defRPr/>
            </a:pPr>
            <a:r>
              <a:t>Text</a:t>
            </a:r>
          </a:p>
        </p:txBody>
      </p:sp>
      <p:sp>
        <p:nvSpPr>
          <p:cNvPr id="400" name="Text Placeholder 33"/>
          <p:cNvSpPr>
            <a:spLocks noGrp="1"/>
          </p:cNvSpPr>
          <p:nvPr>
            <p:ph type="body" sz="quarter" idx="43" hasCustomPrompt="1"/>
          </p:nvPr>
        </p:nvSpPr>
        <p:spPr bwMode="auto">
          <a:xfrm>
            <a:off x="6819826" y="10737409"/>
            <a:ext cx="4786312" cy="2079170"/>
          </a:xfrm>
          <a:prstGeom prst="rect">
            <a:avLst/>
          </a:prstGeom>
        </p:spPr>
        <p:txBody>
          <a:bodyPr/>
          <a:lstStyle>
            <a:lvl1pPr>
              <a:lnSpc>
                <a:spcPct val="150000"/>
              </a:lnSpc>
              <a:defRPr sz="2400">
                <a:solidFill>
                  <a:srgbClr val="FFFFFF"/>
                </a:solidFill>
              </a:defRPr>
            </a:lvl1pPr>
          </a:lstStyle>
          <a:p>
            <a:pPr>
              <a:defRPr/>
            </a:pPr>
            <a:r>
              <a:t>Text</a:t>
            </a:r>
          </a:p>
        </p:txBody>
      </p:sp>
    </p:spTree>
    <p:extLst>
      <p:ext uri="{BB962C8B-B14F-4D97-AF65-F5344CB8AC3E}">
        <p14:creationId xmlns:p14="http://schemas.microsoft.com/office/powerpoint/2010/main" val="981304381"/>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PhAnim="0" type="tx" userDrawn="1">
  <p:cSld name="14_Custom Layout">
    <p:spTree>
      <p:nvGrpSpPr>
        <p:cNvPr id="1" name=""/>
        <p:cNvGrpSpPr/>
        <p:nvPr/>
      </p:nvGrpSpPr>
      <p:grpSpPr bwMode="auto">
        <a:xfrm>
          <a:off x="0" y="0"/>
          <a:ext cx="0" cy="0"/>
          <a:chOff x="0" y="0"/>
          <a:chExt cx="0" cy="0"/>
        </a:xfrm>
      </p:grpSpPr>
      <p:sp>
        <p:nvSpPr>
          <p:cNvPr id="407"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408" name="Picture Placeholder 8"/>
          <p:cNvSpPr>
            <a:spLocks noGrp="1"/>
          </p:cNvSpPr>
          <p:nvPr>
            <p:ph type="pic" idx="21"/>
          </p:nvPr>
        </p:nvSpPr>
        <p:spPr bwMode="auto">
          <a:xfrm>
            <a:off x="7" y="11149"/>
            <a:ext cx="12195178" cy="13704854"/>
          </a:xfrm>
          <a:prstGeom prst="rect">
            <a:avLst/>
          </a:prstGeom>
        </p:spPr>
        <p:txBody>
          <a:bodyPr lIns="91439" rIns="91439">
            <a:noAutofit/>
          </a:bodyPr>
          <a:lstStyle/>
          <a:p>
            <a:pPr>
              <a:defRPr/>
            </a:pPr>
            <a:endParaRPr/>
          </a:p>
        </p:txBody>
      </p:sp>
      <p:sp>
        <p:nvSpPr>
          <p:cNvPr id="409" name="Picture Placeholder 8"/>
          <p:cNvSpPr>
            <a:spLocks noGrp="1"/>
          </p:cNvSpPr>
          <p:nvPr>
            <p:ph type="pic" sz="half" idx="22"/>
          </p:nvPr>
        </p:nvSpPr>
        <p:spPr bwMode="auto">
          <a:xfrm>
            <a:off x="-1" y="8040921"/>
            <a:ext cx="12195178" cy="5675086"/>
          </a:xfrm>
          <a:prstGeom prst="rect">
            <a:avLst/>
          </a:prstGeom>
        </p:spPr>
        <p:txBody>
          <a:bodyPr lIns="91439" rIns="91439">
            <a:noAutofit/>
          </a:bodyPr>
          <a:lstStyle/>
          <a:p>
            <a:pPr>
              <a:defRPr/>
            </a:pPr>
            <a:endParaRPr/>
          </a:p>
        </p:txBody>
      </p:sp>
      <p:sp>
        <p:nvSpPr>
          <p:cNvPr id="410" name="Picture Placeholder 8"/>
          <p:cNvSpPr>
            <a:spLocks noGrp="1"/>
          </p:cNvSpPr>
          <p:nvPr>
            <p:ph type="pic" idx="23"/>
          </p:nvPr>
        </p:nvSpPr>
        <p:spPr bwMode="auto">
          <a:xfrm>
            <a:off x="12195176" y="2"/>
            <a:ext cx="12195180" cy="13716000"/>
          </a:xfrm>
          <a:prstGeom prst="rect">
            <a:avLst/>
          </a:prstGeom>
        </p:spPr>
        <p:txBody>
          <a:bodyPr lIns="91439" rIns="91439">
            <a:noAutofit/>
          </a:bodyPr>
          <a:lstStyle/>
          <a:p>
            <a:pPr>
              <a:defRPr/>
            </a:pPr>
            <a:endParaRPr/>
          </a:p>
        </p:txBody>
      </p:sp>
      <p:sp>
        <p:nvSpPr>
          <p:cNvPr id="411" name="Picture Placeholder 8"/>
          <p:cNvSpPr>
            <a:spLocks noGrp="1"/>
          </p:cNvSpPr>
          <p:nvPr>
            <p:ph type="pic" sz="half" idx="24"/>
          </p:nvPr>
        </p:nvSpPr>
        <p:spPr bwMode="auto">
          <a:xfrm>
            <a:off x="12195176" y="8036300"/>
            <a:ext cx="12195180" cy="5679700"/>
          </a:xfrm>
          <a:prstGeom prst="rect">
            <a:avLst/>
          </a:prstGeom>
        </p:spPr>
        <p:txBody>
          <a:bodyPr lIns="91439" rIns="91439">
            <a:noAutofit/>
          </a:bodyPr>
          <a:lstStyle/>
          <a:p>
            <a:pPr>
              <a:defRPr/>
            </a:pPr>
            <a:endParaRPr/>
          </a:p>
        </p:txBody>
      </p:sp>
      <p:sp>
        <p:nvSpPr>
          <p:cNvPr id="412" name="Уровень текста 1…"/>
          <p:cNvSpPr txBox="1">
            <a:spLocks noGrp="1"/>
          </p:cNvSpPr>
          <p:nvPr>
            <p:ph type="body" sz="quarter" idx="1" hasCustomPrompt="1"/>
          </p:nvPr>
        </p:nvSpPr>
        <p:spPr bwMode="auto">
          <a:xfrm>
            <a:off x="1676845" y="9174297"/>
            <a:ext cx="8586934" cy="800142"/>
          </a:xfrm>
          <a:prstGeom prst="rect">
            <a:avLst/>
          </a:prstGeom>
        </p:spPr>
        <p:txBody>
          <a:bodyPr/>
          <a:lstStyle>
            <a:lvl1pPr algn="ctr">
              <a:defRPr sz="4000">
                <a:solidFill>
                  <a:srgbClr val="FFFFFF"/>
                </a:solidFill>
                <a:latin typeface="Montserrat Semi Bold"/>
                <a:ea typeface="Montserrat Semi Bold"/>
                <a:cs typeface="Montserrat Semi Bold"/>
              </a:defRPr>
            </a:lvl1pPr>
            <a:lvl2pPr algn="ctr">
              <a:defRPr sz="4000">
                <a:solidFill>
                  <a:srgbClr val="FFFFFF"/>
                </a:solidFill>
                <a:latin typeface="Montserrat Semi Bold"/>
                <a:ea typeface="Montserrat Semi Bold"/>
                <a:cs typeface="Montserrat Semi Bold"/>
              </a:defRPr>
            </a:lvl2pPr>
            <a:lvl3pPr algn="ctr">
              <a:defRPr sz="4000">
                <a:solidFill>
                  <a:srgbClr val="FFFFFF"/>
                </a:solidFill>
                <a:latin typeface="Montserrat Semi Bold"/>
                <a:ea typeface="Montserrat Semi Bold"/>
                <a:cs typeface="Montserrat Semi Bold"/>
              </a:defRPr>
            </a:lvl3pPr>
            <a:lvl4pPr algn="ctr">
              <a:defRPr sz="4000">
                <a:solidFill>
                  <a:srgbClr val="FFFFFF"/>
                </a:solidFill>
                <a:latin typeface="Montserrat Semi Bold"/>
                <a:ea typeface="Montserrat Semi Bold"/>
                <a:cs typeface="Montserrat Semi Bold"/>
              </a:defRPr>
            </a:lvl4pPr>
            <a:lvl5pPr algn="ctr">
              <a:defRPr sz="4000">
                <a:solidFill>
                  <a:srgbClr val="FFFFFF"/>
                </a:solidFill>
                <a:latin typeface="Montserrat Semi Bold"/>
                <a:ea typeface="Montserrat Semi Bold"/>
                <a:cs typeface="Montserrat Semi Bold"/>
              </a:defRPr>
            </a:lvl5pPr>
          </a:lstStyle>
          <a:p>
            <a:pPr>
              <a:defRPr/>
            </a:pPr>
            <a:r>
              <a:t>Text</a:t>
            </a:r>
          </a:p>
          <a:p>
            <a:pPr lvl="1">
              <a:defRPr/>
            </a:pPr>
            <a:endParaRPr/>
          </a:p>
          <a:p>
            <a:pPr lvl="2">
              <a:defRPr/>
            </a:pPr>
            <a:endParaRPr/>
          </a:p>
          <a:p>
            <a:pPr lvl="3">
              <a:defRPr/>
            </a:pPr>
            <a:endParaRPr/>
          </a:p>
          <a:p>
            <a:pPr lvl="4">
              <a:defRPr/>
            </a:pPr>
            <a:endParaRPr/>
          </a:p>
        </p:txBody>
      </p:sp>
      <p:sp>
        <p:nvSpPr>
          <p:cNvPr id="413" name="Text Placeholder 33"/>
          <p:cNvSpPr>
            <a:spLocks noGrp="1"/>
          </p:cNvSpPr>
          <p:nvPr>
            <p:ph type="body" sz="quarter" idx="25" hasCustomPrompt="1"/>
          </p:nvPr>
        </p:nvSpPr>
        <p:spPr bwMode="auto">
          <a:xfrm>
            <a:off x="1676845" y="10014865"/>
            <a:ext cx="8586934" cy="1883458"/>
          </a:xfrm>
          <a:prstGeom prst="rect">
            <a:avLst/>
          </a:prstGeom>
        </p:spPr>
        <p:txBody>
          <a:bodyPr/>
          <a:lstStyle>
            <a:lvl1pPr algn="ctr">
              <a:lnSpc>
                <a:spcPct val="150000"/>
              </a:lnSpc>
              <a:defRPr>
                <a:solidFill>
                  <a:srgbClr val="FFFFFF"/>
                </a:solidFill>
              </a:defRPr>
            </a:lvl1pPr>
          </a:lstStyle>
          <a:p>
            <a:pPr>
              <a:defRPr/>
            </a:pPr>
            <a:r>
              <a:t>Text</a:t>
            </a:r>
          </a:p>
        </p:txBody>
      </p:sp>
      <p:sp>
        <p:nvSpPr>
          <p:cNvPr id="414" name="Text Placeholder 33"/>
          <p:cNvSpPr>
            <a:spLocks noGrp="1"/>
          </p:cNvSpPr>
          <p:nvPr>
            <p:ph type="body" sz="quarter" idx="26" hasCustomPrompt="1"/>
          </p:nvPr>
        </p:nvSpPr>
        <p:spPr bwMode="auto">
          <a:xfrm>
            <a:off x="1676845" y="8510335"/>
            <a:ext cx="8586934" cy="513538"/>
          </a:xfrm>
          <a:prstGeom prst="rect">
            <a:avLst/>
          </a:prstGeom>
        </p:spPr>
        <p:txBody>
          <a:bodyPr/>
          <a:lstStyle>
            <a:lvl1pPr algn="ctr">
              <a:defRPr sz="2400">
                <a:solidFill>
                  <a:srgbClr val="404040"/>
                </a:solidFill>
                <a:latin typeface="Montserrat Semi Bold"/>
                <a:ea typeface="Montserrat Semi Bold"/>
                <a:cs typeface="Montserrat Semi Bold"/>
              </a:defRPr>
            </a:lvl1pPr>
          </a:lstStyle>
          <a:p>
            <a:pPr>
              <a:defRPr/>
            </a:pPr>
            <a:r>
              <a:t>Text</a:t>
            </a:r>
          </a:p>
        </p:txBody>
      </p:sp>
      <p:sp>
        <p:nvSpPr>
          <p:cNvPr id="415" name="Text Placeholder 33"/>
          <p:cNvSpPr>
            <a:spLocks noGrp="1"/>
          </p:cNvSpPr>
          <p:nvPr>
            <p:ph type="body" sz="quarter" idx="27" hasCustomPrompt="1"/>
          </p:nvPr>
        </p:nvSpPr>
        <p:spPr bwMode="auto">
          <a:xfrm>
            <a:off x="14126591" y="9144819"/>
            <a:ext cx="8586934" cy="800142"/>
          </a:xfrm>
          <a:prstGeom prst="rect">
            <a:avLst/>
          </a:prstGeom>
        </p:spPr>
        <p:txBody>
          <a:bodyPr/>
          <a:lstStyle>
            <a:lvl1pPr algn="ctr">
              <a:defRPr sz="4000">
                <a:solidFill>
                  <a:srgbClr val="FFFFFF"/>
                </a:solidFill>
                <a:latin typeface="Montserrat Semi Bold"/>
                <a:ea typeface="Montserrat Semi Bold"/>
                <a:cs typeface="Montserrat Semi Bold"/>
              </a:defRPr>
            </a:lvl1pPr>
          </a:lstStyle>
          <a:p>
            <a:pPr>
              <a:defRPr/>
            </a:pPr>
            <a:r>
              <a:t>Text</a:t>
            </a:r>
          </a:p>
        </p:txBody>
      </p:sp>
      <p:sp>
        <p:nvSpPr>
          <p:cNvPr id="416" name="Text Placeholder 33"/>
          <p:cNvSpPr>
            <a:spLocks noGrp="1"/>
          </p:cNvSpPr>
          <p:nvPr>
            <p:ph type="body" sz="quarter" idx="28" hasCustomPrompt="1"/>
          </p:nvPr>
        </p:nvSpPr>
        <p:spPr bwMode="auto">
          <a:xfrm>
            <a:off x="14126591" y="9985387"/>
            <a:ext cx="8586934" cy="1883458"/>
          </a:xfrm>
          <a:prstGeom prst="rect">
            <a:avLst/>
          </a:prstGeom>
        </p:spPr>
        <p:txBody>
          <a:bodyPr/>
          <a:lstStyle>
            <a:lvl1pPr algn="ctr">
              <a:lnSpc>
                <a:spcPct val="150000"/>
              </a:lnSpc>
              <a:defRPr>
                <a:solidFill>
                  <a:srgbClr val="FFFFFF"/>
                </a:solidFill>
              </a:defRPr>
            </a:lvl1pPr>
          </a:lstStyle>
          <a:p>
            <a:pPr>
              <a:defRPr/>
            </a:pPr>
            <a:r>
              <a:t>Text</a:t>
            </a:r>
          </a:p>
        </p:txBody>
      </p:sp>
      <p:sp>
        <p:nvSpPr>
          <p:cNvPr id="417" name="Text Placeholder 33"/>
          <p:cNvSpPr>
            <a:spLocks noGrp="1"/>
          </p:cNvSpPr>
          <p:nvPr>
            <p:ph type="body" sz="quarter" idx="29" hasCustomPrompt="1"/>
          </p:nvPr>
        </p:nvSpPr>
        <p:spPr bwMode="auto">
          <a:xfrm>
            <a:off x="14126591" y="8480857"/>
            <a:ext cx="8586934" cy="513538"/>
          </a:xfrm>
          <a:prstGeom prst="rect">
            <a:avLst/>
          </a:prstGeom>
        </p:spPr>
        <p:txBody>
          <a:bodyPr/>
          <a:lstStyle>
            <a:lvl1pPr algn="ctr">
              <a:defRPr sz="2400">
                <a:solidFill>
                  <a:srgbClr val="404040"/>
                </a:solidFill>
                <a:latin typeface="Montserrat Semi Bold"/>
                <a:ea typeface="Montserrat Semi Bold"/>
                <a:cs typeface="Montserrat Semi Bold"/>
              </a:defRPr>
            </a:lvl1pPr>
          </a:lstStyle>
          <a:p>
            <a:pPr>
              <a:defRPr/>
            </a:pPr>
            <a:r>
              <a:t>Text</a:t>
            </a:r>
          </a:p>
        </p:txBody>
      </p:sp>
    </p:spTree>
    <p:extLst>
      <p:ext uri="{BB962C8B-B14F-4D97-AF65-F5344CB8AC3E}">
        <p14:creationId xmlns:p14="http://schemas.microsoft.com/office/powerpoint/2010/main" val="2424473357"/>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PhAnim="0" type="tx" userDrawn="1">
  <p:cSld name="15_Custom Layout">
    <p:spTree>
      <p:nvGrpSpPr>
        <p:cNvPr id="1" name=""/>
        <p:cNvGrpSpPr/>
        <p:nvPr/>
      </p:nvGrpSpPr>
      <p:grpSpPr bwMode="auto">
        <a:xfrm>
          <a:off x="0" y="0"/>
          <a:ext cx="0" cy="0"/>
          <a:chOff x="0" y="0"/>
          <a:chExt cx="0" cy="0"/>
        </a:xfrm>
      </p:grpSpPr>
      <p:sp>
        <p:nvSpPr>
          <p:cNvPr id="424"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425" name="Picture Placeholder 8"/>
          <p:cNvSpPr>
            <a:spLocks noGrp="1"/>
          </p:cNvSpPr>
          <p:nvPr>
            <p:ph type="pic" sz="half" idx="21"/>
          </p:nvPr>
        </p:nvSpPr>
        <p:spPr bwMode="auto">
          <a:xfrm>
            <a:off x="7" y="3"/>
            <a:ext cx="12195178" cy="6858002"/>
          </a:xfrm>
          <a:prstGeom prst="rect">
            <a:avLst/>
          </a:prstGeom>
        </p:spPr>
        <p:txBody>
          <a:bodyPr lIns="91439" rIns="91439">
            <a:noAutofit/>
          </a:bodyPr>
          <a:lstStyle/>
          <a:p>
            <a:pPr>
              <a:defRPr/>
            </a:pPr>
            <a:endParaRPr/>
          </a:p>
        </p:txBody>
      </p:sp>
      <p:sp>
        <p:nvSpPr>
          <p:cNvPr id="426" name="Picture Placeholder 8"/>
          <p:cNvSpPr>
            <a:spLocks noGrp="1"/>
          </p:cNvSpPr>
          <p:nvPr>
            <p:ph type="pic" sz="half" idx="22"/>
          </p:nvPr>
        </p:nvSpPr>
        <p:spPr bwMode="auto">
          <a:xfrm>
            <a:off x="12195185" y="3"/>
            <a:ext cx="12195178" cy="6858002"/>
          </a:xfrm>
          <a:prstGeom prst="rect">
            <a:avLst/>
          </a:prstGeom>
        </p:spPr>
        <p:txBody>
          <a:bodyPr lIns="91439" rIns="91439">
            <a:noAutofit/>
          </a:bodyPr>
          <a:lstStyle/>
          <a:p>
            <a:pPr>
              <a:defRPr/>
            </a:pPr>
            <a:endParaRPr/>
          </a:p>
        </p:txBody>
      </p:sp>
      <p:sp>
        <p:nvSpPr>
          <p:cNvPr id="427" name="Picture Placeholder 8"/>
          <p:cNvSpPr>
            <a:spLocks noGrp="1"/>
          </p:cNvSpPr>
          <p:nvPr>
            <p:ph type="pic" sz="half" idx="23"/>
          </p:nvPr>
        </p:nvSpPr>
        <p:spPr bwMode="auto">
          <a:xfrm>
            <a:off x="7" y="6858009"/>
            <a:ext cx="12195178" cy="6858002"/>
          </a:xfrm>
          <a:prstGeom prst="rect">
            <a:avLst/>
          </a:prstGeom>
        </p:spPr>
        <p:txBody>
          <a:bodyPr lIns="91439" rIns="91439">
            <a:noAutofit/>
          </a:bodyPr>
          <a:lstStyle/>
          <a:p>
            <a:pPr>
              <a:defRPr/>
            </a:pPr>
            <a:endParaRPr/>
          </a:p>
        </p:txBody>
      </p:sp>
      <p:sp>
        <p:nvSpPr>
          <p:cNvPr id="428" name="Picture Placeholder 8"/>
          <p:cNvSpPr>
            <a:spLocks noGrp="1"/>
          </p:cNvSpPr>
          <p:nvPr>
            <p:ph type="pic" sz="half" idx="24"/>
          </p:nvPr>
        </p:nvSpPr>
        <p:spPr bwMode="auto">
          <a:xfrm>
            <a:off x="12195185" y="6858009"/>
            <a:ext cx="12195178" cy="6858002"/>
          </a:xfrm>
          <a:prstGeom prst="rect">
            <a:avLst/>
          </a:prstGeom>
        </p:spPr>
        <p:txBody>
          <a:bodyPr lIns="91439" rIns="91439">
            <a:noAutofit/>
          </a:bodyPr>
          <a:lstStyle/>
          <a:p>
            <a:pPr>
              <a:defRPr/>
            </a:pPr>
            <a:endParaRPr/>
          </a:p>
        </p:txBody>
      </p:sp>
      <p:sp>
        <p:nvSpPr>
          <p:cNvPr id="429" name="Picture Placeholder 8"/>
          <p:cNvSpPr>
            <a:spLocks noGrp="1"/>
          </p:cNvSpPr>
          <p:nvPr>
            <p:ph type="pic" sz="quarter" idx="25"/>
          </p:nvPr>
        </p:nvSpPr>
        <p:spPr bwMode="auto">
          <a:xfrm>
            <a:off x="2636186" y="4572007"/>
            <a:ext cx="9558992" cy="2257426"/>
          </a:xfrm>
          <a:prstGeom prst="rect">
            <a:avLst/>
          </a:prstGeom>
        </p:spPr>
        <p:txBody>
          <a:bodyPr lIns="91439" rIns="91439">
            <a:noAutofit/>
          </a:bodyPr>
          <a:lstStyle/>
          <a:p>
            <a:pPr>
              <a:defRPr/>
            </a:pPr>
            <a:endParaRPr/>
          </a:p>
        </p:txBody>
      </p:sp>
      <p:sp>
        <p:nvSpPr>
          <p:cNvPr id="430" name="Picture Placeholder 8"/>
          <p:cNvSpPr>
            <a:spLocks noGrp="1"/>
          </p:cNvSpPr>
          <p:nvPr>
            <p:ph type="pic" sz="quarter" idx="26"/>
          </p:nvPr>
        </p:nvSpPr>
        <p:spPr bwMode="auto">
          <a:xfrm>
            <a:off x="12195185" y="4572007"/>
            <a:ext cx="9558990" cy="2257426"/>
          </a:xfrm>
          <a:prstGeom prst="rect">
            <a:avLst/>
          </a:prstGeom>
        </p:spPr>
        <p:txBody>
          <a:bodyPr lIns="91439" rIns="91439">
            <a:noAutofit/>
          </a:bodyPr>
          <a:lstStyle/>
          <a:p>
            <a:pPr>
              <a:defRPr/>
            </a:pPr>
            <a:endParaRPr/>
          </a:p>
        </p:txBody>
      </p:sp>
      <p:sp>
        <p:nvSpPr>
          <p:cNvPr id="431" name="Picture Placeholder 8"/>
          <p:cNvSpPr>
            <a:spLocks noGrp="1"/>
          </p:cNvSpPr>
          <p:nvPr>
            <p:ph type="pic" sz="quarter" idx="27"/>
          </p:nvPr>
        </p:nvSpPr>
        <p:spPr bwMode="auto">
          <a:xfrm>
            <a:off x="2636186" y="6829426"/>
            <a:ext cx="9558992" cy="2257428"/>
          </a:xfrm>
          <a:prstGeom prst="rect">
            <a:avLst/>
          </a:prstGeom>
        </p:spPr>
        <p:txBody>
          <a:bodyPr lIns="91439" rIns="91439">
            <a:noAutofit/>
          </a:bodyPr>
          <a:lstStyle/>
          <a:p>
            <a:pPr>
              <a:defRPr/>
            </a:pPr>
            <a:endParaRPr/>
          </a:p>
        </p:txBody>
      </p:sp>
      <p:sp>
        <p:nvSpPr>
          <p:cNvPr id="432" name="Picture Placeholder 8"/>
          <p:cNvSpPr>
            <a:spLocks noGrp="1"/>
          </p:cNvSpPr>
          <p:nvPr>
            <p:ph type="pic" sz="quarter" idx="28"/>
          </p:nvPr>
        </p:nvSpPr>
        <p:spPr bwMode="auto">
          <a:xfrm>
            <a:off x="12195185" y="6829426"/>
            <a:ext cx="9558990" cy="2257428"/>
          </a:xfrm>
          <a:prstGeom prst="rect">
            <a:avLst/>
          </a:prstGeom>
        </p:spPr>
        <p:txBody>
          <a:bodyPr lIns="91439" rIns="91439">
            <a:noAutofit/>
          </a:bodyPr>
          <a:lstStyle/>
          <a:p>
            <a:pPr>
              <a:defRPr/>
            </a:pPr>
            <a:endParaRPr/>
          </a:p>
        </p:txBody>
      </p:sp>
    </p:spTree>
    <p:extLst>
      <p:ext uri="{BB962C8B-B14F-4D97-AF65-F5344CB8AC3E}">
        <p14:creationId xmlns:p14="http://schemas.microsoft.com/office/powerpoint/2010/main" val="2825085984"/>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PhAnim="0" type="tx" userDrawn="1">
  <p:cSld name="10_Custom Layout">
    <p:spTree>
      <p:nvGrpSpPr>
        <p:cNvPr id="1" name=""/>
        <p:cNvGrpSpPr/>
        <p:nvPr/>
      </p:nvGrpSpPr>
      <p:grpSpPr bwMode="auto">
        <a:xfrm>
          <a:off x="0" y="0"/>
          <a:ext cx="0" cy="0"/>
          <a:chOff x="0" y="0"/>
          <a:chExt cx="0" cy="0"/>
        </a:xfrm>
      </p:grpSpPr>
      <p:sp>
        <p:nvSpPr>
          <p:cNvPr id="439" name="Picture Placeholder 11"/>
          <p:cNvSpPr>
            <a:spLocks noGrp="1"/>
          </p:cNvSpPr>
          <p:nvPr>
            <p:ph type="pic" sz="half" idx="21"/>
          </p:nvPr>
        </p:nvSpPr>
        <p:spPr bwMode="auto">
          <a:xfrm>
            <a:off x="0" y="-2"/>
            <a:ext cx="13873096" cy="8008372"/>
          </a:xfrm>
          <a:prstGeom prst="rect">
            <a:avLst/>
          </a:prstGeom>
        </p:spPr>
        <p:txBody>
          <a:bodyPr lIns="91439" rIns="91439">
            <a:noAutofit/>
          </a:bodyPr>
          <a:lstStyle/>
          <a:p>
            <a:pPr>
              <a:defRPr/>
            </a:pPr>
            <a:endParaRPr/>
          </a:p>
        </p:txBody>
      </p:sp>
      <p:sp>
        <p:nvSpPr>
          <p:cNvPr id="440" name="Picture Placeholder 14"/>
          <p:cNvSpPr>
            <a:spLocks noGrp="1"/>
          </p:cNvSpPr>
          <p:nvPr>
            <p:ph type="pic" sz="half" idx="22"/>
          </p:nvPr>
        </p:nvSpPr>
        <p:spPr bwMode="auto">
          <a:xfrm>
            <a:off x="11655359" y="2"/>
            <a:ext cx="12735002" cy="8008368"/>
          </a:xfrm>
          <a:prstGeom prst="rect">
            <a:avLst/>
          </a:prstGeom>
        </p:spPr>
        <p:txBody>
          <a:bodyPr lIns="91439" rIns="91439">
            <a:noAutofit/>
          </a:bodyPr>
          <a:lstStyle/>
          <a:p>
            <a:pPr>
              <a:defRPr/>
            </a:pPr>
            <a:endParaRPr/>
          </a:p>
        </p:txBody>
      </p:sp>
      <p:sp>
        <p:nvSpPr>
          <p:cNvPr id="441" name="Picture Placeholder 17"/>
          <p:cNvSpPr>
            <a:spLocks noGrp="1"/>
          </p:cNvSpPr>
          <p:nvPr>
            <p:ph type="pic" sz="quarter" idx="23"/>
          </p:nvPr>
        </p:nvSpPr>
        <p:spPr bwMode="auto">
          <a:xfrm>
            <a:off x="0" y="8977932"/>
            <a:ext cx="11655352" cy="4737848"/>
          </a:xfrm>
          <a:prstGeom prst="rect">
            <a:avLst/>
          </a:prstGeom>
        </p:spPr>
        <p:txBody>
          <a:bodyPr lIns="91439" rIns="91439">
            <a:noAutofit/>
          </a:bodyPr>
          <a:lstStyle/>
          <a:p>
            <a:pPr>
              <a:defRPr/>
            </a:pPr>
            <a:endParaRPr/>
          </a:p>
        </p:txBody>
      </p:sp>
      <p:sp>
        <p:nvSpPr>
          <p:cNvPr id="442" name="Picture Placeholder 20"/>
          <p:cNvSpPr>
            <a:spLocks noGrp="1"/>
          </p:cNvSpPr>
          <p:nvPr>
            <p:ph type="pic" sz="quarter" idx="24"/>
          </p:nvPr>
        </p:nvSpPr>
        <p:spPr bwMode="auto">
          <a:xfrm>
            <a:off x="12598619" y="8978159"/>
            <a:ext cx="11791742" cy="4737850"/>
          </a:xfrm>
          <a:prstGeom prst="rect">
            <a:avLst/>
          </a:prstGeom>
        </p:spPr>
        <p:txBody>
          <a:bodyPr lIns="91439" rIns="91439">
            <a:noAutofit/>
          </a:bodyPr>
          <a:lstStyle/>
          <a:p>
            <a:pPr>
              <a:defRPr/>
            </a:pPr>
            <a:endParaRPr/>
          </a:p>
        </p:txBody>
      </p:sp>
      <p:sp>
        <p:nvSpPr>
          <p:cNvPr id="443" name="Текст заголовка"/>
          <p:cNvSpPr txBox="1">
            <a:spLocks noGrp="1"/>
          </p:cNvSpPr>
          <p:nvPr>
            <p:ph type="title"/>
          </p:nvPr>
        </p:nvSpPr>
        <p:spPr bwMode="auto">
          <a:xfrm>
            <a:off x="1649656" y="7922742"/>
            <a:ext cx="21091040" cy="1231528"/>
          </a:xfrm>
          <a:prstGeom prst="rect">
            <a:avLst/>
          </a:prstGeom>
        </p:spPr>
        <p:txBody>
          <a:bodyPr/>
          <a:lstStyle>
            <a:lvl1pPr algn="ctr">
              <a:defRPr sz="6000">
                <a:solidFill>
                  <a:srgbClr val="404040"/>
                </a:solidFill>
              </a:defRPr>
            </a:lvl1pPr>
          </a:lstStyle>
          <a:p>
            <a:pPr>
              <a:defRPr/>
            </a:pPr>
            <a:r>
              <a:t>Текст заголовка</a:t>
            </a:r>
          </a:p>
        </p:txBody>
      </p:sp>
      <p:sp>
        <p:nvSpPr>
          <p:cNvPr id="444" name="Уровень текста 1…"/>
          <p:cNvSpPr txBox="1">
            <a:spLocks noGrp="1"/>
          </p:cNvSpPr>
          <p:nvPr>
            <p:ph type="body" sz="quarter" idx="1"/>
          </p:nvPr>
        </p:nvSpPr>
        <p:spPr bwMode="auto">
          <a:xfrm>
            <a:off x="1676836" y="9154277"/>
            <a:ext cx="21036680" cy="457202"/>
          </a:xfrm>
          <a:prstGeom prst="rect">
            <a:avLst/>
          </a:prstGeom>
        </p:spPr>
        <p:txBody>
          <a:bodyPr/>
          <a:lstStyle>
            <a:lvl1pPr algn="ctr">
              <a:defRPr sz="3200">
                <a:solidFill>
                  <a:schemeClr val="accent4"/>
                </a:solidFill>
              </a:defRPr>
            </a:lvl1pPr>
            <a:lvl2pPr algn="ctr">
              <a:defRPr sz="3200">
                <a:solidFill>
                  <a:schemeClr val="accent4"/>
                </a:solidFill>
              </a:defRPr>
            </a:lvl2pPr>
            <a:lvl3pPr algn="ctr">
              <a:defRPr sz="3200">
                <a:solidFill>
                  <a:schemeClr val="accent4"/>
                </a:solidFill>
              </a:defRPr>
            </a:lvl3pPr>
            <a:lvl4pPr algn="ctr">
              <a:defRPr sz="3200">
                <a:solidFill>
                  <a:schemeClr val="accent4"/>
                </a:solidFill>
              </a:defRPr>
            </a:lvl4pPr>
            <a:lvl5pPr algn="ct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
        <p:nvSpPr>
          <p:cNvPr id="445" name="Номер слайда"/>
          <p:cNvSpPr txBox="1">
            <a:spLocks noGrp="1"/>
          </p:cNvSpPr>
          <p:nvPr>
            <p:ph type="sldNum" sz="quarter" idx="2"/>
          </p:nvPr>
        </p:nvSpPr>
        <p:spPr bwMode="auto">
          <a:xfrm>
            <a:off x="17023798" y="12489562"/>
            <a:ext cx="451404" cy="446276"/>
          </a:xfrm>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Tree>
    <p:extLst>
      <p:ext uri="{BB962C8B-B14F-4D97-AF65-F5344CB8AC3E}">
        <p14:creationId xmlns:p14="http://schemas.microsoft.com/office/powerpoint/2010/main" val="2400850303"/>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PhAnim="0" type="tx" userDrawn="1">
  <p:cSld name="13_Custom Layout">
    <p:spTree>
      <p:nvGrpSpPr>
        <p:cNvPr id="1" name=""/>
        <p:cNvGrpSpPr/>
        <p:nvPr/>
      </p:nvGrpSpPr>
      <p:grpSpPr bwMode="auto">
        <a:xfrm>
          <a:off x="0" y="0"/>
          <a:ext cx="0" cy="0"/>
          <a:chOff x="0" y="0"/>
          <a:chExt cx="0" cy="0"/>
        </a:xfrm>
      </p:grpSpPr>
      <p:sp>
        <p:nvSpPr>
          <p:cNvPr id="452"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453" name="Picture Placeholder 8"/>
          <p:cNvSpPr>
            <a:spLocks noGrp="1"/>
          </p:cNvSpPr>
          <p:nvPr>
            <p:ph type="pic" sz="quarter" idx="21"/>
          </p:nvPr>
        </p:nvSpPr>
        <p:spPr bwMode="auto">
          <a:xfrm>
            <a:off x="12195176" y="0"/>
            <a:ext cx="6359664" cy="4572000"/>
          </a:xfrm>
          <a:prstGeom prst="rect">
            <a:avLst/>
          </a:prstGeom>
        </p:spPr>
        <p:txBody>
          <a:bodyPr lIns="91439" rIns="91439">
            <a:noAutofit/>
          </a:bodyPr>
          <a:lstStyle/>
          <a:p>
            <a:pPr>
              <a:defRPr/>
            </a:pPr>
            <a:endParaRPr/>
          </a:p>
        </p:txBody>
      </p:sp>
      <p:sp>
        <p:nvSpPr>
          <p:cNvPr id="454" name="Picture Placeholder 8"/>
          <p:cNvSpPr>
            <a:spLocks noGrp="1"/>
          </p:cNvSpPr>
          <p:nvPr>
            <p:ph type="pic" sz="quarter" idx="22"/>
          </p:nvPr>
        </p:nvSpPr>
        <p:spPr bwMode="auto">
          <a:xfrm>
            <a:off x="12195176" y="4572000"/>
            <a:ext cx="6359664" cy="4572000"/>
          </a:xfrm>
          <a:prstGeom prst="rect">
            <a:avLst/>
          </a:prstGeom>
        </p:spPr>
        <p:txBody>
          <a:bodyPr lIns="91439" rIns="91439">
            <a:noAutofit/>
          </a:bodyPr>
          <a:lstStyle/>
          <a:p>
            <a:pPr>
              <a:defRPr/>
            </a:pPr>
            <a:endParaRPr/>
          </a:p>
        </p:txBody>
      </p:sp>
      <p:sp>
        <p:nvSpPr>
          <p:cNvPr id="455" name="Picture Placeholder 8"/>
          <p:cNvSpPr>
            <a:spLocks noGrp="1"/>
          </p:cNvSpPr>
          <p:nvPr>
            <p:ph type="pic" sz="quarter" idx="23"/>
          </p:nvPr>
        </p:nvSpPr>
        <p:spPr bwMode="auto">
          <a:xfrm>
            <a:off x="12195179" y="9144000"/>
            <a:ext cx="6359662" cy="4572000"/>
          </a:xfrm>
          <a:prstGeom prst="rect">
            <a:avLst/>
          </a:prstGeom>
        </p:spPr>
        <p:txBody>
          <a:bodyPr lIns="91439" rIns="91439">
            <a:noAutofit/>
          </a:bodyPr>
          <a:lstStyle/>
          <a:p>
            <a:pPr>
              <a:defRPr/>
            </a:pPr>
            <a:endParaRPr/>
          </a:p>
        </p:txBody>
      </p:sp>
      <p:sp>
        <p:nvSpPr>
          <p:cNvPr id="456" name="Picture Placeholder 8"/>
          <p:cNvSpPr>
            <a:spLocks noGrp="1"/>
          </p:cNvSpPr>
          <p:nvPr>
            <p:ph type="pic" sz="quarter" idx="24"/>
          </p:nvPr>
        </p:nvSpPr>
        <p:spPr bwMode="auto">
          <a:xfrm>
            <a:off x="18554847" y="0"/>
            <a:ext cx="5835514" cy="4572000"/>
          </a:xfrm>
          <a:prstGeom prst="rect">
            <a:avLst/>
          </a:prstGeom>
        </p:spPr>
        <p:txBody>
          <a:bodyPr lIns="91439" rIns="91439">
            <a:noAutofit/>
          </a:bodyPr>
          <a:lstStyle/>
          <a:p>
            <a:pPr>
              <a:defRPr/>
            </a:pPr>
            <a:endParaRPr/>
          </a:p>
        </p:txBody>
      </p:sp>
      <p:sp>
        <p:nvSpPr>
          <p:cNvPr id="457" name="Picture Placeholder 8"/>
          <p:cNvSpPr>
            <a:spLocks noGrp="1"/>
          </p:cNvSpPr>
          <p:nvPr>
            <p:ph type="pic" sz="quarter" idx="25"/>
          </p:nvPr>
        </p:nvSpPr>
        <p:spPr bwMode="auto">
          <a:xfrm>
            <a:off x="18554847" y="4572000"/>
            <a:ext cx="5835514" cy="4572000"/>
          </a:xfrm>
          <a:prstGeom prst="rect">
            <a:avLst/>
          </a:prstGeom>
        </p:spPr>
        <p:txBody>
          <a:bodyPr lIns="91439" rIns="91439">
            <a:noAutofit/>
          </a:bodyPr>
          <a:lstStyle/>
          <a:p>
            <a:pPr>
              <a:defRPr/>
            </a:pPr>
            <a:endParaRPr/>
          </a:p>
        </p:txBody>
      </p:sp>
      <p:sp>
        <p:nvSpPr>
          <p:cNvPr id="458" name="Picture Placeholder 8"/>
          <p:cNvSpPr>
            <a:spLocks noGrp="1"/>
          </p:cNvSpPr>
          <p:nvPr>
            <p:ph type="pic" sz="quarter" idx="26"/>
          </p:nvPr>
        </p:nvSpPr>
        <p:spPr bwMode="auto">
          <a:xfrm>
            <a:off x="18554847" y="9144000"/>
            <a:ext cx="5835514" cy="4572000"/>
          </a:xfrm>
          <a:prstGeom prst="rect">
            <a:avLst/>
          </a:prstGeom>
        </p:spPr>
        <p:txBody>
          <a:bodyPr lIns="91439" rIns="91439">
            <a:noAutofit/>
          </a:bodyPr>
          <a:lstStyle/>
          <a:p>
            <a:pPr>
              <a:defRPr/>
            </a:pPr>
            <a:endParaRPr/>
          </a:p>
        </p:txBody>
      </p:sp>
      <p:sp>
        <p:nvSpPr>
          <p:cNvPr id="459" name="Уровень текста 1…"/>
          <p:cNvSpPr txBox="1">
            <a:spLocks noGrp="1"/>
          </p:cNvSpPr>
          <p:nvPr>
            <p:ph type="body" sz="quarter" idx="1" hasCustomPrompt="1"/>
          </p:nvPr>
        </p:nvSpPr>
        <p:spPr bwMode="auto">
          <a:xfrm>
            <a:off x="19015002" y="1041409"/>
            <a:ext cx="4786312" cy="415926"/>
          </a:xfrm>
          <a:prstGeom prst="rect">
            <a:avLst/>
          </a:prstGeom>
        </p:spPr>
        <p:txBody>
          <a:bodyPr/>
          <a:lstStyle>
            <a:lvl1pPr>
              <a:defRPr>
                <a:solidFill>
                  <a:srgbClr val="FFFFFF"/>
                </a:solidFill>
                <a:latin typeface="Montserrat Semi Bold"/>
                <a:ea typeface="Montserrat Semi Bold"/>
                <a:cs typeface="Montserrat Semi Bold"/>
              </a:defRPr>
            </a:lvl1pPr>
            <a:lvl2pPr>
              <a:defRPr>
                <a:solidFill>
                  <a:srgbClr val="FFFFFF"/>
                </a:solidFill>
                <a:latin typeface="Montserrat Semi Bold"/>
                <a:ea typeface="Montserrat Semi Bold"/>
                <a:cs typeface="Montserrat Semi Bold"/>
              </a:defRPr>
            </a:lvl2pPr>
            <a:lvl3pPr>
              <a:defRPr>
                <a:solidFill>
                  <a:srgbClr val="FFFFFF"/>
                </a:solidFill>
                <a:latin typeface="Montserrat Semi Bold"/>
                <a:ea typeface="Montserrat Semi Bold"/>
                <a:cs typeface="Montserrat Semi Bold"/>
              </a:defRPr>
            </a:lvl3pPr>
            <a:lvl4pPr>
              <a:defRPr>
                <a:solidFill>
                  <a:srgbClr val="FFFFFF"/>
                </a:solidFill>
                <a:latin typeface="Montserrat Semi Bold"/>
                <a:ea typeface="Montserrat Semi Bold"/>
                <a:cs typeface="Montserrat Semi Bold"/>
              </a:defRPr>
            </a:lvl4pPr>
            <a:lvl5pPr>
              <a:defRPr>
                <a:solidFill>
                  <a:srgbClr val="FFFFFF"/>
                </a:solidFill>
                <a:latin typeface="Montserrat Semi Bold"/>
                <a:ea typeface="Montserrat Semi Bold"/>
                <a:cs typeface="Montserrat Semi Bold"/>
              </a:defRPr>
            </a:lvl5pPr>
          </a:lstStyle>
          <a:p>
            <a:pPr>
              <a:defRPr/>
            </a:pPr>
            <a:r>
              <a:t>Text</a:t>
            </a:r>
          </a:p>
          <a:p>
            <a:pPr lvl="1">
              <a:defRPr/>
            </a:pPr>
            <a:endParaRPr/>
          </a:p>
          <a:p>
            <a:pPr lvl="2">
              <a:defRPr/>
            </a:pPr>
            <a:endParaRPr/>
          </a:p>
          <a:p>
            <a:pPr lvl="3">
              <a:defRPr/>
            </a:pPr>
            <a:endParaRPr/>
          </a:p>
          <a:p>
            <a:pPr lvl="4">
              <a:defRPr/>
            </a:pPr>
            <a:endParaRPr/>
          </a:p>
        </p:txBody>
      </p:sp>
      <p:sp>
        <p:nvSpPr>
          <p:cNvPr id="460" name="Text Placeholder 33"/>
          <p:cNvSpPr>
            <a:spLocks noGrp="1"/>
          </p:cNvSpPr>
          <p:nvPr>
            <p:ph type="body" sz="quarter" idx="27" hasCustomPrompt="1"/>
          </p:nvPr>
        </p:nvSpPr>
        <p:spPr bwMode="auto">
          <a:xfrm>
            <a:off x="19015002" y="1651007"/>
            <a:ext cx="4786312" cy="2079170"/>
          </a:xfrm>
          <a:prstGeom prst="rect">
            <a:avLst/>
          </a:prstGeom>
        </p:spPr>
        <p:txBody>
          <a:bodyPr/>
          <a:lstStyle>
            <a:lvl1pPr>
              <a:lnSpc>
                <a:spcPct val="150000"/>
              </a:lnSpc>
              <a:defRPr sz="2000">
                <a:solidFill>
                  <a:srgbClr val="FFFFFF"/>
                </a:solidFill>
              </a:defRPr>
            </a:lvl1pPr>
          </a:lstStyle>
          <a:p>
            <a:pPr>
              <a:defRPr/>
            </a:pPr>
            <a:r>
              <a:t>Text</a:t>
            </a:r>
          </a:p>
        </p:txBody>
      </p:sp>
      <p:sp>
        <p:nvSpPr>
          <p:cNvPr id="461" name="Text Placeholder 33"/>
          <p:cNvSpPr>
            <a:spLocks noGrp="1"/>
          </p:cNvSpPr>
          <p:nvPr>
            <p:ph type="body" sz="quarter" idx="28" hasCustomPrompt="1"/>
          </p:nvPr>
        </p:nvSpPr>
        <p:spPr bwMode="auto">
          <a:xfrm>
            <a:off x="19015002" y="5499109"/>
            <a:ext cx="4786312" cy="415926"/>
          </a:xfrm>
          <a:prstGeom prst="rect">
            <a:avLst/>
          </a:prstGeom>
        </p:spPr>
        <p:txBody>
          <a:bodyPr/>
          <a:lstStyle>
            <a:lvl1pPr defTabSz="1426108">
              <a:spcBef>
                <a:spcPts val="1500"/>
              </a:spcBef>
              <a:defRPr sz="2200">
                <a:solidFill>
                  <a:srgbClr val="FFFFFF"/>
                </a:solidFill>
                <a:latin typeface="Montserrat Semi Bold"/>
                <a:ea typeface="Montserrat Semi Bold"/>
                <a:cs typeface="Montserrat Semi Bold"/>
              </a:defRPr>
            </a:lvl1pPr>
          </a:lstStyle>
          <a:p>
            <a:pPr>
              <a:defRPr/>
            </a:pPr>
            <a:r>
              <a:t>Text</a:t>
            </a:r>
          </a:p>
        </p:txBody>
      </p:sp>
      <p:sp>
        <p:nvSpPr>
          <p:cNvPr id="462" name="Text Placeholder 33"/>
          <p:cNvSpPr>
            <a:spLocks noGrp="1"/>
          </p:cNvSpPr>
          <p:nvPr>
            <p:ph type="body" sz="quarter" idx="29" hasCustomPrompt="1"/>
          </p:nvPr>
        </p:nvSpPr>
        <p:spPr bwMode="auto">
          <a:xfrm>
            <a:off x="19015002" y="6108705"/>
            <a:ext cx="4786312" cy="2079170"/>
          </a:xfrm>
          <a:prstGeom prst="rect">
            <a:avLst/>
          </a:prstGeom>
        </p:spPr>
        <p:txBody>
          <a:bodyPr/>
          <a:lstStyle>
            <a:lvl1pPr>
              <a:lnSpc>
                <a:spcPct val="150000"/>
              </a:lnSpc>
              <a:defRPr sz="2000">
                <a:solidFill>
                  <a:srgbClr val="FFFFFF"/>
                </a:solidFill>
              </a:defRPr>
            </a:lvl1pPr>
          </a:lstStyle>
          <a:p>
            <a:pPr>
              <a:defRPr/>
            </a:pPr>
            <a:r>
              <a:t>Text</a:t>
            </a:r>
          </a:p>
        </p:txBody>
      </p:sp>
      <p:sp>
        <p:nvSpPr>
          <p:cNvPr id="463" name="Text Placeholder 33"/>
          <p:cNvSpPr>
            <a:spLocks noGrp="1"/>
          </p:cNvSpPr>
          <p:nvPr>
            <p:ph type="body" sz="quarter" idx="30" hasCustomPrompt="1"/>
          </p:nvPr>
        </p:nvSpPr>
        <p:spPr bwMode="auto">
          <a:xfrm>
            <a:off x="19015002" y="10127807"/>
            <a:ext cx="4786312" cy="415926"/>
          </a:xfrm>
          <a:prstGeom prst="rect">
            <a:avLst/>
          </a:prstGeom>
        </p:spPr>
        <p:txBody>
          <a:bodyPr/>
          <a:lstStyle>
            <a:lvl1pPr defTabSz="1426108">
              <a:spcBef>
                <a:spcPts val="1500"/>
              </a:spcBef>
              <a:defRPr sz="2200">
                <a:solidFill>
                  <a:srgbClr val="FFFFFF"/>
                </a:solidFill>
                <a:latin typeface="Montserrat Semi Bold"/>
                <a:ea typeface="Montserrat Semi Bold"/>
                <a:cs typeface="Montserrat Semi Bold"/>
              </a:defRPr>
            </a:lvl1pPr>
          </a:lstStyle>
          <a:p>
            <a:pPr>
              <a:defRPr/>
            </a:pPr>
            <a:r>
              <a:t>Text</a:t>
            </a:r>
          </a:p>
        </p:txBody>
      </p:sp>
      <p:sp>
        <p:nvSpPr>
          <p:cNvPr id="464" name="Text Placeholder 33"/>
          <p:cNvSpPr>
            <a:spLocks noGrp="1"/>
          </p:cNvSpPr>
          <p:nvPr>
            <p:ph type="body" sz="quarter" idx="31" hasCustomPrompt="1"/>
          </p:nvPr>
        </p:nvSpPr>
        <p:spPr bwMode="auto">
          <a:xfrm>
            <a:off x="19015002" y="10737409"/>
            <a:ext cx="4786312" cy="2079170"/>
          </a:xfrm>
          <a:prstGeom prst="rect">
            <a:avLst/>
          </a:prstGeom>
        </p:spPr>
        <p:txBody>
          <a:bodyPr/>
          <a:lstStyle>
            <a:lvl1pPr>
              <a:lnSpc>
                <a:spcPct val="150000"/>
              </a:lnSpc>
              <a:defRPr sz="2000">
                <a:solidFill>
                  <a:srgbClr val="FFFFFF"/>
                </a:solidFill>
              </a:defRPr>
            </a:lvl1pPr>
          </a:lstStyle>
          <a:p>
            <a:pPr>
              <a:defRPr/>
            </a:pPr>
            <a:r>
              <a:t>Text</a:t>
            </a:r>
          </a:p>
        </p:txBody>
      </p:sp>
      <p:sp>
        <p:nvSpPr>
          <p:cNvPr id="465" name="Picture Placeholder 8"/>
          <p:cNvSpPr>
            <a:spLocks noGrp="1"/>
          </p:cNvSpPr>
          <p:nvPr>
            <p:ph type="pic" sz="quarter" idx="32"/>
          </p:nvPr>
        </p:nvSpPr>
        <p:spPr bwMode="auto">
          <a:xfrm>
            <a:off x="5835517" y="0"/>
            <a:ext cx="6359666" cy="4572000"/>
          </a:xfrm>
          <a:prstGeom prst="rect">
            <a:avLst/>
          </a:prstGeom>
        </p:spPr>
        <p:txBody>
          <a:bodyPr lIns="91439" rIns="91439">
            <a:noAutofit/>
          </a:bodyPr>
          <a:lstStyle/>
          <a:p>
            <a:pPr>
              <a:defRPr/>
            </a:pPr>
            <a:endParaRPr/>
          </a:p>
        </p:txBody>
      </p:sp>
      <p:sp>
        <p:nvSpPr>
          <p:cNvPr id="466" name="Picture Placeholder 8"/>
          <p:cNvSpPr>
            <a:spLocks noGrp="1"/>
          </p:cNvSpPr>
          <p:nvPr>
            <p:ph type="pic" sz="quarter" idx="33"/>
          </p:nvPr>
        </p:nvSpPr>
        <p:spPr bwMode="auto">
          <a:xfrm>
            <a:off x="5835517" y="4572000"/>
            <a:ext cx="6359666" cy="4572000"/>
          </a:xfrm>
          <a:prstGeom prst="rect">
            <a:avLst/>
          </a:prstGeom>
        </p:spPr>
        <p:txBody>
          <a:bodyPr lIns="91439" rIns="91439">
            <a:noAutofit/>
          </a:bodyPr>
          <a:lstStyle/>
          <a:p>
            <a:pPr>
              <a:defRPr/>
            </a:pPr>
            <a:endParaRPr/>
          </a:p>
        </p:txBody>
      </p:sp>
      <p:sp>
        <p:nvSpPr>
          <p:cNvPr id="467" name="Picture Placeholder 8"/>
          <p:cNvSpPr>
            <a:spLocks noGrp="1"/>
          </p:cNvSpPr>
          <p:nvPr>
            <p:ph type="pic" sz="quarter" idx="34"/>
          </p:nvPr>
        </p:nvSpPr>
        <p:spPr bwMode="auto">
          <a:xfrm>
            <a:off x="5835517" y="9144000"/>
            <a:ext cx="6359666" cy="4572000"/>
          </a:xfrm>
          <a:prstGeom prst="rect">
            <a:avLst/>
          </a:prstGeom>
        </p:spPr>
        <p:txBody>
          <a:bodyPr lIns="91439" rIns="91439">
            <a:noAutofit/>
          </a:bodyPr>
          <a:lstStyle/>
          <a:p>
            <a:pPr>
              <a:defRPr/>
            </a:pPr>
            <a:endParaRPr/>
          </a:p>
        </p:txBody>
      </p:sp>
      <p:sp>
        <p:nvSpPr>
          <p:cNvPr id="468" name="Picture Placeholder 8"/>
          <p:cNvSpPr>
            <a:spLocks noGrp="1"/>
          </p:cNvSpPr>
          <p:nvPr>
            <p:ph type="pic" sz="quarter" idx="35"/>
          </p:nvPr>
        </p:nvSpPr>
        <p:spPr bwMode="auto">
          <a:xfrm>
            <a:off x="-1" y="31309"/>
            <a:ext cx="5835514" cy="4572002"/>
          </a:xfrm>
          <a:prstGeom prst="rect">
            <a:avLst/>
          </a:prstGeom>
        </p:spPr>
        <p:txBody>
          <a:bodyPr lIns="91439" rIns="91439">
            <a:noAutofit/>
          </a:bodyPr>
          <a:lstStyle/>
          <a:p>
            <a:pPr>
              <a:defRPr/>
            </a:pPr>
            <a:endParaRPr/>
          </a:p>
        </p:txBody>
      </p:sp>
      <p:sp>
        <p:nvSpPr>
          <p:cNvPr id="469" name="Picture Placeholder 8"/>
          <p:cNvSpPr>
            <a:spLocks noGrp="1"/>
          </p:cNvSpPr>
          <p:nvPr>
            <p:ph type="pic" sz="quarter" idx="36"/>
          </p:nvPr>
        </p:nvSpPr>
        <p:spPr bwMode="auto">
          <a:xfrm>
            <a:off x="-1" y="4603309"/>
            <a:ext cx="5835514" cy="4572002"/>
          </a:xfrm>
          <a:prstGeom prst="rect">
            <a:avLst/>
          </a:prstGeom>
        </p:spPr>
        <p:txBody>
          <a:bodyPr lIns="91439" rIns="91439">
            <a:noAutofit/>
          </a:bodyPr>
          <a:lstStyle/>
          <a:p>
            <a:pPr>
              <a:defRPr/>
            </a:pPr>
            <a:endParaRPr/>
          </a:p>
        </p:txBody>
      </p:sp>
      <p:sp>
        <p:nvSpPr>
          <p:cNvPr id="470" name="Picture Placeholder 8"/>
          <p:cNvSpPr>
            <a:spLocks noGrp="1"/>
          </p:cNvSpPr>
          <p:nvPr>
            <p:ph type="pic" sz="quarter" idx="37"/>
          </p:nvPr>
        </p:nvSpPr>
        <p:spPr bwMode="auto">
          <a:xfrm>
            <a:off x="-1" y="9175309"/>
            <a:ext cx="5835514" cy="4572002"/>
          </a:xfrm>
          <a:prstGeom prst="rect">
            <a:avLst/>
          </a:prstGeom>
        </p:spPr>
        <p:txBody>
          <a:bodyPr lIns="91439" rIns="91439">
            <a:noAutofit/>
          </a:bodyPr>
          <a:lstStyle/>
          <a:p>
            <a:pPr>
              <a:defRPr/>
            </a:pPr>
            <a:endParaRPr/>
          </a:p>
        </p:txBody>
      </p:sp>
      <p:sp>
        <p:nvSpPr>
          <p:cNvPr id="471" name="Text Placeholder 33"/>
          <p:cNvSpPr>
            <a:spLocks noGrp="1"/>
          </p:cNvSpPr>
          <p:nvPr>
            <p:ph type="body" sz="quarter" idx="38" hasCustomPrompt="1"/>
          </p:nvPr>
        </p:nvSpPr>
        <p:spPr bwMode="auto">
          <a:xfrm>
            <a:off x="460169" y="1072707"/>
            <a:ext cx="4786310" cy="415926"/>
          </a:xfrm>
          <a:prstGeom prst="rect">
            <a:avLst/>
          </a:prstGeom>
        </p:spPr>
        <p:txBody>
          <a:bodyPr/>
          <a:lstStyle>
            <a:lvl1pPr algn="r" defTabSz="1426108">
              <a:spcBef>
                <a:spcPts val="1500"/>
              </a:spcBef>
              <a:defRPr sz="2200">
                <a:solidFill>
                  <a:srgbClr val="FFFFFF"/>
                </a:solidFill>
                <a:latin typeface="Montserrat Semi Bold"/>
                <a:ea typeface="Montserrat Semi Bold"/>
                <a:cs typeface="Montserrat Semi Bold"/>
              </a:defRPr>
            </a:lvl1pPr>
          </a:lstStyle>
          <a:p>
            <a:pPr>
              <a:defRPr/>
            </a:pPr>
            <a:r>
              <a:t>Text</a:t>
            </a:r>
          </a:p>
        </p:txBody>
      </p:sp>
      <p:sp>
        <p:nvSpPr>
          <p:cNvPr id="472" name="Text Placeholder 33"/>
          <p:cNvSpPr>
            <a:spLocks noGrp="1"/>
          </p:cNvSpPr>
          <p:nvPr>
            <p:ph type="body" sz="quarter" idx="39" hasCustomPrompt="1"/>
          </p:nvPr>
        </p:nvSpPr>
        <p:spPr bwMode="auto">
          <a:xfrm>
            <a:off x="460169" y="1682309"/>
            <a:ext cx="4786310" cy="2079170"/>
          </a:xfrm>
          <a:prstGeom prst="rect">
            <a:avLst/>
          </a:prstGeom>
        </p:spPr>
        <p:txBody>
          <a:bodyPr/>
          <a:lstStyle>
            <a:lvl1pPr algn="r">
              <a:lnSpc>
                <a:spcPct val="150000"/>
              </a:lnSpc>
              <a:defRPr sz="2000">
                <a:solidFill>
                  <a:srgbClr val="FFFFFF"/>
                </a:solidFill>
              </a:defRPr>
            </a:lvl1pPr>
          </a:lstStyle>
          <a:p>
            <a:pPr>
              <a:defRPr/>
            </a:pPr>
            <a:r>
              <a:t>Text</a:t>
            </a:r>
          </a:p>
        </p:txBody>
      </p:sp>
      <p:sp>
        <p:nvSpPr>
          <p:cNvPr id="473" name="Text Placeholder 33"/>
          <p:cNvSpPr>
            <a:spLocks noGrp="1"/>
          </p:cNvSpPr>
          <p:nvPr>
            <p:ph type="body" sz="quarter" idx="40" hasCustomPrompt="1"/>
          </p:nvPr>
        </p:nvSpPr>
        <p:spPr bwMode="auto">
          <a:xfrm>
            <a:off x="460169" y="5530409"/>
            <a:ext cx="4786310" cy="415926"/>
          </a:xfrm>
          <a:prstGeom prst="rect">
            <a:avLst/>
          </a:prstGeom>
        </p:spPr>
        <p:txBody>
          <a:bodyPr/>
          <a:lstStyle>
            <a:lvl1pPr algn="r" defTabSz="1426108">
              <a:spcBef>
                <a:spcPts val="1500"/>
              </a:spcBef>
              <a:defRPr sz="2200">
                <a:solidFill>
                  <a:srgbClr val="FFFFFF"/>
                </a:solidFill>
                <a:latin typeface="Montserrat Semi Bold"/>
                <a:ea typeface="Montserrat Semi Bold"/>
                <a:cs typeface="Montserrat Semi Bold"/>
              </a:defRPr>
            </a:lvl1pPr>
          </a:lstStyle>
          <a:p>
            <a:pPr>
              <a:defRPr/>
            </a:pPr>
            <a:r>
              <a:t>Text</a:t>
            </a:r>
          </a:p>
        </p:txBody>
      </p:sp>
      <p:sp>
        <p:nvSpPr>
          <p:cNvPr id="474" name="Text Placeholder 33"/>
          <p:cNvSpPr>
            <a:spLocks noGrp="1"/>
          </p:cNvSpPr>
          <p:nvPr>
            <p:ph type="body" sz="quarter" idx="41" hasCustomPrompt="1"/>
          </p:nvPr>
        </p:nvSpPr>
        <p:spPr bwMode="auto">
          <a:xfrm>
            <a:off x="460169" y="6140009"/>
            <a:ext cx="4786310" cy="2079170"/>
          </a:xfrm>
          <a:prstGeom prst="rect">
            <a:avLst/>
          </a:prstGeom>
        </p:spPr>
        <p:txBody>
          <a:bodyPr/>
          <a:lstStyle>
            <a:lvl1pPr algn="r">
              <a:lnSpc>
                <a:spcPct val="150000"/>
              </a:lnSpc>
              <a:defRPr sz="2000">
                <a:solidFill>
                  <a:srgbClr val="FFFFFF"/>
                </a:solidFill>
              </a:defRPr>
            </a:lvl1pPr>
          </a:lstStyle>
          <a:p>
            <a:pPr>
              <a:defRPr/>
            </a:pPr>
            <a:r>
              <a:t>Text</a:t>
            </a:r>
          </a:p>
        </p:txBody>
      </p:sp>
      <p:sp>
        <p:nvSpPr>
          <p:cNvPr id="475" name="Text Placeholder 33"/>
          <p:cNvSpPr>
            <a:spLocks noGrp="1"/>
          </p:cNvSpPr>
          <p:nvPr>
            <p:ph type="body" sz="quarter" idx="42" hasCustomPrompt="1"/>
          </p:nvPr>
        </p:nvSpPr>
        <p:spPr bwMode="auto">
          <a:xfrm>
            <a:off x="460169" y="10159107"/>
            <a:ext cx="4786310" cy="415926"/>
          </a:xfrm>
          <a:prstGeom prst="rect">
            <a:avLst/>
          </a:prstGeom>
        </p:spPr>
        <p:txBody>
          <a:bodyPr/>
          <a:lstStyle>
            <a:lvl1pPr algn="r" defTabSz="1426108">
              <a:spcBef>
                <a:spcPts val="1500"/>
              </a:spcBef>
              <a:defRPr sz="2200">
                <a:solidFill>
                  <a:srgbClr val="FFFFFF"/>
                </a:solidFill>
                <a:latin typeface="Montserrat Semi Bold"/>
                <a:ea typeface="Montserrat Semi Bold"/>
                <a:cs typeface="Montserrat Semi Bold"/>
              </a:defRPr>
            </a:lvl1pPr>
          </a:lstStyle>
          <a:p>
            <a:pPr>
              <a:defRPr/>
            </a:pPr>
            <a:r>
              <a:t>Text</a:t>
            </a:r>
          </a:p>
        </p:txBody>
      </p:sp>
      <p:sp>
        <p:nvSpPr>
          <p:cNvPr id="476" name="Text Placeholder 33"/>
          <p:cNvSpPr>
            <a:spLocks noGrp="1"/>
          </p:cNvSpPr>
          <p:nvPr>
            <p:ph type="body" sz="quarter" idx="43" hasCustomPrompt="1"/>
          </p:nvPr>
        </p:nvSpPr>
        <p:spPr bwMode="auto">
          <a:xfrm>
            <a:off x="460169" y="10768709"/>
            <a:ext cx="4786310" cy="2079170"/>
          </a:xfrm>
          <a:prstGeom prst="rect">
            <a:avLst/>
          </a:prstGeom>
        </p:spPr>
        <p:txBody>
          <a:bodyPr/>
          <a:lstStyle>
            <a:lvl1pPr algn="r">
              <a:lnSpc>
                <a:spcPct val="150000"/>
              </a:lnSpc>
              <a:defRPr sz="2000">
                <a:solidFill>
                  <a:srgbClr val="FFFFFF"/>
                </a:solidFill>
              </a:defRPr>
            </a:lvl1pPr>
          </a:lstStyle>
          <a:p>
            <a:pPr>
              <a:defRPr/>
            </a:pPr>
            <a:r>
              <a:t>Text</a:t>
            </a:r>
          </a:p>
        </p:txBody>
      </p:sp>
    </p:spTree>
    <p:extLst>
      <p:ext uri="{BB962C8B-B14F-4D97-AF65-F5344CB8AC3E}">
        <p14:creationId xmlns:p14="http://schemas.microsoft.com/office/powerpoint/2010/main" val="3986704011"/>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PhAnim="0" type="tx" userDrawn="1">
  <p:cSld name="16_Custom Layout">
    <p:spTree>
      <p:nvGrpSpPr>
        <p:cNvPr id="1" name=""/>
        <p:cNvGrpSpPr/>
        <p:nvPr/>
      </p:nvGrpSpPr>
      <p:grpSpPr bwMode="auto">
        <a:xfrm>
          <a:off x="0" y="0"/>
          <a:ext cx="0" cy="0"/>
          <a:chOff x="0" y="0"/>
          <a:chExt cx="0" cy="0"/>
        </a:xfrm>
      </p:grpSpPr>
      <p:sp>
        <p:nvSpPr>
          <p:cNvPr id="483" name="Picture Placeholder 8"/>
          <p:cNvSpPr>
            <a:spLocks noGrp="1"/>
          </p:cNvSpPr>
          <p:nvPr>
            <p:ph type="pic" sz="half" idx="21"/>
          </p:nvPr>
        </p:nvSpPr>
        <p:spPr bwMode="auto">
          <a:xfrm>
            <a:off x="7" y="3973606"/>
            <a:ext cx="12195178" cy="5520020"/>
          </a:xfrm>
          <a:prstGeom prst="rect">
            <a:avLst/>
          </a:prstGeom>
        </p:spPr>
        <p:txBody>
          <a:bodyPr lIns="91439" rIns="91439">
            <a:noAutofit/>
          </a:bodyPr>
          <a:lstStyle/>
          <a:p>
            <a:pPr>
              <a:defRPr/>
            </a:pPr>
            <a:endParaRPr/>
          </a:p>
        </p:txBody>
      </p:sp>
      <p:sp>
        <p:nvSpPr>
          <p:cNvPr id="484" name="Picture Placeholder 13"/>
          <p:cNvSpPr>
            <a:spLocks noGrp="1"/>
          </p:cNvSpPr>
          <p:nvPr>
            <p:ph type="pic" sz="quarter" idx="22"/>
          </p:nvPr>
        </p:nvSpPr>
        <p:spPr bwMode="auto">
          <a:xfrm>
            <a:off x="-792853" y="7220230"/>
            <a:ext cx="7957522" cy="1704884"/>
          </a:xfrm>
          <a:prstGeom prst="rect">
            <a:avLst/>
          </a:prstGeom>
        </p:spPr>
        <p:txBody>
          <a:bodyPr lIns="91439" rIns="91439">
            <a:noAutofit/>
          </a:bodyPr>
          <a:lstStyle/>
          <a:p>
            <a:pPr>
              <a:defRPr/>
            </a:pPr>
            <a:endParaRPr/>
          </a:p>
        </p:txBody>
      </p:sp>
      <p:sp>
        <p:nvSpPr>
          <p:cNvPr id="485"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486" name="Текст заголовка"/>
          <p:cNvSpPr txBox="1">
            <a:spLocks noGrp="1"/>
          </p:cNvSpPr>
          <p:nvPr>
            <p:ph type="title"/>
          </p:nvPr>
        </p:nvSpPr>
        <p:spPr bwMode="auto">
          <a:xfrm>
            <a:off x="1676836" y="753036"/>
            <a:ext cx="21036680" cy="1381688"/>
          </a:xfrm>
          <a:prstGeom prst="rect">
            <a:avLst/>
          </a:prstGeom>
        </p:spPr>
        <p:txBody>
          <a:bodyPr/>
          <a:lstStyle>
            <a:lvl1pPr algn="ctr">
              <a:defRPr>
                <a:solidFill>
                  <a:srgbClr val="404040"/>
                </a:solidFill>
              </a:defRPr>
            </a:lvl1pPr>
          </a:lstStyle>
          <a:p>
            <a:pPr>
              <a:defRPr/>
            </a:pPr>
            <a:r>
              <a:t>Текст заголовка</a:t>
            </a:r>
          </a:p>
        </p:txBody>
      </p:sp>
      <p:sp>
        <p:nvSpPr>
          <p:cNvPr id="487" name="Уровень текста 1…"/>
          <p:cNvSpPr txBox="1">
            <a:spLocks noGrp="1"/>
          </p:cNvSpPr>
          <p:nvPr>
            <p:ph type="body" sz="quarter" idx="1"/>
          </p:nvPr>
        </p:nvSpPr>
        <p:spPr bwMode="auto">
          <a:xfrm>
            <a:off x="1676836" y="2134729"/>
            <a:ext cx="21036680" cy="457202"/>
          </a:xfrm>
          <a:prstGeom prst="rect">
            <a:avLst/>
          </a:prstGeom>
        </p:spPr>
        <p:txBody>
          <a:bodyPr/>
          <a:lstStyle>
            <a:lvl1pPr algn="ctr">
              <a:defRPr sz="3200">
                <a:solidFill>
                  <a:schemeClr val="accent4"/>
                </a:solidFill>
              </a:defRPr>
            </a:lvl1pPr>
            <a:lvl2pPr algn="ctr">
              <a:defRPr sz="3200">
                <a:solidFill>
                  <a:schemeClr val="accent4"/>
                </a:solidFill>
              </a:defRPr>
            </a:lvl2pPr>
            <a:lvl3pPr algn="ctr">
              <a:defRPr sz="3200">
                <a:solidFill>
                  <a:schemeClr val="accent4"/>
                </a:solidFill>
              </a:defRPr>
            </a:lvl3pPr>
            <a:lvl4pPr algn="ctr">
              <a:defRPr sz="3200">
                <a:solidFill>
                  <a:schemeClr val="accent4"/>
                </a:solidFill>
              </a:defRPr>
            </a:lvl4pPr>
            <a:lvl5pPr algn="ct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
        <p:nvSpPr>
          <p:cNvPr id="488" name="Text Placeholder 28"/>
          <p:cNvSpPr>
            <a:spLocks noGrp="1"/>
          </p:cNvSpPr>
          <p:nvPr>
            <p:ph type="body" sz="quarter" idx="23"/>
          </p:nvPr>
        </p:nvSpPr>
        <p:spPr bwMode="auto">
          <a:xfrm>
            <a:off x="779590" y="7543249"/>
            <a:ext cx="5660800" cy="1087906"/>
          </a:xfrm>
          <a:prstGeom prst="rect">
            <a:avLst/>
          </a:prstGeom>
        </p:spPr>
        <p:txBody>
          <a:bodyPr/>
          <a:lstStyle/>
          <a:p>
            <a:pPr>
              <a:defRPr sz="2400">
                <a:solidFill>
                  <a:srgbClr val="FFFFFF"/>
                </a:solidFill>
              </a:defRPr>
            </a:pPr>
            <a:endParaRPr/>
          </a:p>
        </p:txBody>
      </p:sp>
      <p:sp>
        <p:nvSpPr>
          <p:cNvPr id="489" name="Text Placeholder 33"/>
          <p:cNvSpPr>
            <a:spLocks noGrp="1"/>
          </p:cNvSpPr>
          <p:nvPr>
            <p:ph type="body" sz="quarter" idx="24" hasCustomPrompt="1"/>
          </p:nvPr>
        </p:nvSpPr>
        <p:spPr bwMode="auto">
          <a:xfrm>
            <a:off x="13566742" y="3973613"/>
            <a:ext cx="7932856" cy="550866"/>
          </a:xfrm>
          <a:prstGeom prst="rect">
            <a:avLst/>
          </a:prstGeom>
        </p:spPr>
        <p:txBody>
          <a:bodyPr/>
          <a:lstStyle>
            <a:lvl1pPr defTabSz="1700360">
              <a:spcBef>
                <a:spcPts val="1800"/>
              </a:spcBef>
              <a:defRPr sz="3000">
                <a:solidFill>
                  <a:srgbClr val="404040"/>
                </a:solidFill>
                <a:latin typeface="Montserrat Semi Bold"/>
                <a:ea typeface="Montserrat Semi Bold"/>
                <a:cs typeface="Montserrat Semi Bold"/>
              </a:defRPr>
            </a:lvl1pPr>
          </a:lstStyle>
          <a:p>
            <a:pPr>
              <a:defRPr/>
            </a:pPr>
            <a:r>
              <a:t>Text</a:t>
            </a:r>
          </a:p>
        </p:txBody>
      </p:sp>
      <p:sp>
        <p:nvSpPr>
          <p:cNvPr id="490" name="Text Placeholder 33"/>
          <p:cNvSpPr>
            <a:spLocks noGrp="1"/>
          </p:cNvSpPr>
          <p:nvPr>
            <p:ph type="body" sz="quarter" idx="25" hasCustomPrompt="1"/>
          </p:nvPr>
        </p:nvSpPr>
        <p:spPr bwMode="auto">
          <a:xfrm>
            <a:off x="13566742" y="4653058"/>
            <a:ext cx="7932856" cy="4280740"/>
          </a:xfrm>
          <a:prstGeom prst="rect">
            <a:avLst/>
          </a:prstGeom>
        </p:spPr>
        <p:txBody>
          <a:bodyPr/>
          <a:lstStyle>
            <a:lvl1pPr>
              <a:lnSpc>
                <a:spcPct val="150000"/>
              </a:lnSpc>
              <a:defRPr>
                <a:solidFill>
                  <a:schemeClr val="accent4"/>
                </a:solidFill>
              </a:defRPr>
            </a:lvl1pPr>
          </a:lstStyle>
          <a:p>
            <a:pPr>
              <a:defRPr/>
            </a:pPr>
            <a:r>
              <a:t>Text</a:t>
            </a:r>
          </a:p>
        </p:txBody>
      </p:sp>
      <p:sp>
        <p:nvSpPr>
          <p:cNvPr id="491" name="Text Placeholder 33"/>
          <p:cNvSpPr>
            <a:spLocks noGrp="1"/>
          </p:cNvSpPr>
          <p:nvPr>
            <p:ph type="body" sz="quarter" idx="26" hasCustomPrompt="1"/>
          </p:nvPr>
        </p:nvSpPr>
        <p:spPr bwMode="auto">
          <a:xfrm>
            <a:off x="1676838" y="10220324"/>
            <a:ext cx="10518340" cy="1629900"/>
          </a:xfrm>
          <a:prstGeom prst="rect">
            <a:avLst/>
          </a:prstGeom>
        </p:spPr>
        <p:txBody>
          <a:bodyPr/>
          <a:lstStyle>
            <a:lvl1pPr>
              <a:lnSpc>
                <a:spcPct val="150000"/>
              </a:lnSpc>
              <a:defRPr sz="2400">
                <a:solidFill>
                  <a:schemeClr val="accent4"/>
                </a:solidFill>
              </a:defRPr>
            </a:lvl1pPr>
          </a:lstStyle>
          <a:p>
            <a:pPr>
              <a:defRPr/>
            </a:pPr>
            <a:r>
              <a:t>Text</a:t>
            </a:r>
          </a:p>
        </p:txBody>
      </p:sp>
    </p:spTree>
    <p:extLst>
      <p:ext uri="{BB962C8B-B14F-4D97-AF65-F5344CB8AC3E}">
        <p14:creationId xmlns:p14="http://schemas.microsoft.com/office/powerpoint/2010/main" val="4067779353"/>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PhAnim="0" type="tx" userDrawn="1">
  <p:cSld name="18_Custom Layout">
    <p:spTree>
      <p:nvGrpSpPr>
        <p:cNvPr id="1" name=""/>
        <p:cNvGrpSpPr/>
        <p:nvPr/>
      </p:nvGrpSpPr>
      <p:grpSpPr bwMode="auto">
        <a:xfrm>
          <a:off x="0" y="0"/>
          <a:ext cx="0" cy="0"/>
          <a:chOff x="0" y="0"/>
          <a:chExt cx="0" cy="0"/>
        </a:xfrm>
      </p:grpSpPr>
      <p:sp>
        <p:nvSpPr>
          <p:cNvPr id="498" name="Picture Placeholder 8"/>
          <p:cNvSpPr>
            <a:spLocks noGrp="1"/>
          </p:cNvSpPr>
          <p:nvPr>
            <p:ph type="pic" sz="quarter" idx="21"/>
          </p:nvPr>
        </p:nvSpPr>
        <p:spPr bwMode="auto">
          <a:xfrm>
            <a:off x="16804511" y="3993785"/>
            <a:ext cx="7595382" cy="3856038"/>
          </a:xfrm>
          <a:prstGeom prst="rect">
            <a:avLst/>
          </a:prstGeom>
        </p:spPr>
        <p:txBody>
          <a:bodyPr lIns="91439" rIns="91439">
            <a:noAutofit/>
          </a:bodyPr>
          <a:lstStyle/>
          <a:p>
            <a:pPr>
              <a:defRPr/>
            </a:pPr>
            <a:endParaRPr/>
          </a:p>
        </p:txBody>
      </p:sp>
      <p:sp>
        <p:nvSpPr>
          <p:cNvPr id="499" name="Picture Placeholder 8"/>
          <p:cNvSpPr>
            <a:spLocks noGrp="1"/>
          </p:cNvSpPr>
          <p:nvPr>
            <p:ph type="pic" sz="quarter" idx="22"/>
          </p:nvPr>
        </p:nvSpPr>
        <p:spPr bwMode="auto">
          <a:xfrm>
            <a:off x="9533" y="3993778"/>
            <a:ext cx="7576322" cy="3856040"/>
          </a:xfrm>
          <a:prstGeom prst="rect">
            <a:avLst/>
          </a:prstGeom>
        </p:spPr>
        <p:txBody>
          <a:bodyPr lIns="91439" rIns="91439">
            <a:noAutofit/>
          </a:bodyPr>
          <a:lstStyle/>
          <a:p>
            <a:pPr>
              <a:defRPr/>
            </a:pPr>
            <a:endParaRPr/>
          </a:p>
        </p:txBody>
      </p:sp>
      <p:sp>
        <p:nvSpPr>
          <p:cNvPr id="500"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501" name="Picture Placeholder 14"/>
          <p:cNvSpPr>
            <a:spLocks noGrp="1"/>
          </p:cNvSpPr>
          <p:nvPr>
            <p:ph type="pic" sz="quarter" idx="23"/>
          </p:nvPr>
        </p:nvSpPr>
        <p:spPr bwMode="auto">
          <a:xfrm>
            <a:off x="6150213" y="3993785"/>
            <a:ext cx="12089942" cy="3856038"/>
          </a:xfrm>
          <a:prstGeom prst="rect">
            <a:avLst/>
          </a:prstGeom>
        </p:spPr>
        <p:txBody>
          <a:bodyPr lIns="91439" rIns="91439">
            <a:noAutofit/>
          </a:bodyPr>
          <a:lstStyle/>
          <a:p>
            <a:pPr>
              <a:defRPr/>
            </a:pPr>
            <a:endParaRPr/>
          </a:p>
        </p:txBody>
      </p:sp>
      <p:sp>
        <p:nvSpPr>
          <p:cNvPr id="502" name="Текст заголовка"/>
          <p:cNvSpPr txBox="1">
            <a:spLocks noGrp="1"/>
          </p:cNvSpPr>
          <p:nvPr>
            <p:ph type="title"/>
          </p:nvPr>
        </p:nvSpPr>
        <p:spPr bwMode="auto">
          <a:xfrm>
            <a:off x="1676836" y="753036"/>
            <a:ext cx="21036680" cy="1381688"/>
          </a:xfrm>
          <a:prstGeom prst="rect">
            <a:avLst/>
          </a:prstGeom>
        </p:spPr>
        <p:txBody>
          <a:bodyPr/>
          <a:lstStyle>
            <a:lvl1pPr algn="ctr">
              <a:defRPr>
                <a:solidFill>
                  <a:srgbClr val="404040"/>
                </a:solidFill>
              </a:defRPr>
            </a:lvl1pPr>
          </a:lstStyle>
          <a:p>
            <a:pPr>
              <a:defRPr/>
            </a:pPr>
            <a:r>
              <a:t>Текст заголовка</a:t>
            </a:r>
          </a:p>
        </p:txBody>
      </p:sp>
      <p:sp>
        <p:nvSpPr>
          <p:cNvPr id="503" name="Уровень текста 1…"/>
          <p:cNvSpPr txBox="1">
            <a:spLocks noGrp="1"/>
          </p:cNvSpPr>
          <p:nvPr>
            <p:ph type="body" sz="quarter" idx="1"/>
          </p:nvPr>
        </p:nvSpPr>
        <p:spPr bwMode="auto">
          <a:xfrm>
            <a:off x="1676836" y="2134729"/>
            <a:ext cx="21036680" cy="457202"/>
          </a:xfrm>
          <a:prstGeom prst="rect">
            <a:avLst/>
          </a:prstGeom>
        </p:spPr>
        <p:txBody>
          <a:bodyPr/>
          <a:lstStyle>
            <a:lvl1pPr algn="ctr">
              <a:defRPr sz="3200">
                <a:solidFill>
                  <a:schemeClr val="accent4"/>
                </a:solidFill>
              </a:defRPr>
            </a:lvl1pPr>
            <a:lvl2pPr algn="ctr">
              <a:defRPr sz="3200">
                <a:solidFill>
                  <a:schemeClr val="accent4"/>
                </a:solidFill>
              </a:defRPr>
            </a:lvl2pPr>
            <a:lvl3pPr algn="ctr">
              <a:defRPr sz="3200">
                <a:solidFill>
                  <a:schemeClr val="accent4"/>
                </a:solidFill>
              </a:defRPr>
            </a:lvl3pPr>
            <a:lvl4pPr algn="ctr">
              <a:defRPr sz="3200">
                <a:solidFill>
                  <a:schemeClr val="accent4"/>
                </a:solidFill>
              </a:defRPr>
            </a:lvl4pPr>
            <a:lvl5pPr algn="ct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Tree>
    <p:extLst>
      <p:ext uri="{BB962C8B-B14F-4D97-AF65-F5344CB8AC3E}">
        <p14:creationId xmlns:p14="http://schemas.microsoft.com/office/powerpoint/2010/main" val="1899114897"/>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PhAnim="0" type="tx" userDrawn="1">
  <p:cSld name="11_Title and Content">
    <p:spTree>
      <p:nvGrpSpPr>
        <p:cNvPr id="1" name=""/>
        <p:cNvGrpSpPr/>
        <p:nvPr/>
      </p:nvGrpSpPr>
      <p:grpSpPr bwMode="auto">
        <a:xfrm>
          <a:off x="0" y="0"/>
          <a:ext cx="0" cy="0"/>
          <a:chOff x="0" y="0"/>
          <a:chExt cx="0" cy="0"/>
        </a:xfrm>
      </p:grpSpPr>
      <p:sp>
        <p:nvSpPr>
          <p:cNvPr id="510" name="Текст заголовка"/>
          <p:cNvSpPr txBox="1">
            <a:spLocks noGrp="1"/>
          </p:cNvSpPr>
          <p:nvPr>
            <p:ph type="title"/>
          </p:nvPr>
        </p:nvSpPr>
        <p:spPr bwMode="auto">
          <a:xfrm>
            <a:off x="1676845" y="400052"/>
            <a:ext cx="10064082" cy="1057276"/>
          </a:xfrm>
          <a:prstGeom prst="rect">
            <a:avLst/>
          </a:prstGeom>
        </p:spPr>
        <p:txBody>
          <a:bodyPr/>
          <a:lstStyle>
            <a:lvl1pPr>
              <a:defRPr sz="5400">
                <a:solidFill>
                  <a:srgbClr val="404040"/>
                </a:solidFill>
              </a:defRPr>
            </a:lvl1pPr>
          </a:lstStyle>
          <a:p>
            <a:pPr>
              <a:defRPr/>
            </a:pPr>
            <a:r>
              <a:t>Текст заголовка</a:t>
            </a:r>
          </a:p>
        </p:txBody>
      </p:sp>
      <p:sp>
        <p:nvSpPr>
          <p:cNvPr id="511" name="Уровень текста 1…"/>
          <p:cNvSpPr txBox="1">
            <a:spLocks noGrp="1"/>
          </p:cNvSpPr>
          <p:nvPr>
            <p:ph type="body" sz="quarter" idx="1"/>
          </p:nvPr>
        </p:nvSpPr>
        <p:spPr bwMode="auto">
          <a:xfrm>
            <a:off x="1676845" y="1457326"/>
            <a:ext cx="10064082" cy="457200"/>
          </a:xfrm>
          <a:prstGeom prst="rect">
            <a:avLst/>
          </a:prstGeom>
        </p:spPr>
        <p:txBody>
          <a:bodyPr/>
          <a:lstStyle>
            <a:lvl1pPr>
              <a:defRPr sz="3200">
                <a:solidFill>
                  <a:schemeClr val="accent4"/>
                </a:solidFill>
              </a:defRPr>
            </a:lvl1pPr>
            <a:lvl2pPr>
              <a:defRPr sz="3200">
                <a:solidFill>
                  <a:schemeClr val="accent4"/>
                </a:solidFill>
              </a:defRPr>
            </a:lvl2pPr>
            <a:lvl3pPr>
              <a:defRPr sz="3200">
                <a:solidFill>
                  <a:schemeClr val="accent4"/>
                </a:solidFill>
              </a:defRPr>
            </a:lvl3pPr>
            <a:lvl4pPr>
              <a:defRPr sz="3200">
                <a:solidFill>
                  <a:schemeClr val="accent4"/>
                </a:solidFill>
              </a:defRPr>
            </a:lvl4pPr>
            <a:lvl5pP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
        <p:nvSpPr>
          <p:cNvPr id="512" name="Straight Connector 7"/>
          <p:cNvSpPr/>
          <p:nvPr/>
        </p:nvSpPr>
        <p:spPr bwMode="auto">
          <a:xfrm>
            <a:off x="1676838" y="2143126"/>
            <a:ext cx="5487832" cy="0"/>
          </a:xfrm>
          <a:prstGeom prst="line">
            <a:avLst/>
          </a:prstGeom>
          <a:ln w="6350">
            <a:solidFill>
              <a:schemeClr val="accent4"/>
            </a:solidFill>
            <a:miter/>
          </a:ln>
        </p:spPr>
        <p:txBody>
          <a:bodyPr lIns="45720" rIns="45720"/>
          <a:lstStyle/>
          <a:p>
            <a:pPr marL="0" marR="0" lvl="0" indent="0" algn="l" defTabSz="1828434" rtl="0" eaLnBrk="1" fontAlgn="auto" latinLnBrk="0" hangingPunct="1">
              <a:lnSpc>
                <a:spcPct val="100000"/>
              </a:lnSpc>
              <a:spcBef>
                <a:spcPts val="0"/>
              </a:spcBef>
              <a:spcAft>
                <a:spcPts val="0"/>
              </a:spcAft>
              <a:buClrTx/>
              <a:buSzTx/>
              <a:buFontTx/>
              <a:buNone/>
              <a:tabLst/>
              <a:defRPr/>
            </a:pPr>
            <a:endParaRPr kumimoji="0" sz="3500" b="0" i="0" u="none" strike="noStrike" kern="0" cap="none" spc="0" normalizeH="0" baseline="0" noProof="0">
              <a:ln>
                <a:noFill/>
              </a:ln>
              <a:solidFill>
                <a:srgbClr val="000000"/>
              </a:solidFill>
              <a:effectLst/>
              <a:uLnTx/>
              <a:uFillTx/>
              <a:latin typeface="Open Sans Light"/>
              <a:ea typeface="Open Sans"/>
              <a:cs typeface="Calibri"/>
              <a:sym typeface="Open Sans"/>
            </a:endParaRPr>
          </a:p>
        </p:txBody>
      </p:sp>
      <p:sp>
        <p:nvSpPr>
          <p:cNvPr id="513" name="Picture Placeholder 8"/>
          <p:cNvSpPr>
            <a:spLocks noGrp="1"/>
          </p:cNvSpPr>
          <p:nvPr>
            <p:ph type="pic" sz="quarter" idx="21"/>
          </p:nvPr>
        </p:nvSpPr>
        <p:spPr bwMode="auto">
          <a:xfrm>
            <a:off x="12195179" y="3"/>
            <a:ext cx="3050790" cy="3441602"/>
          </a:xfrm>
          <a:prstGeom prst="rect">
            <a:avLst/>
          </a:prstGeom>
        </p:spPr>
        <p:txBody>
          <a:bodyPr lIns="91439" rIns="91439">
            <a:noAutofit/>
          </a:bodyPr>
          <a:lstStyle/>
          <a:p>
            <a:pPr>
              <a:defRPr/>
            </a:pPr>
            <a:endParaRPr/>
          </a:p>
        </p:txBody>
      </p:sp>
      <p:sp>
        <p:nvSpPr>
          <p:cNvPr id="514" name="Picture Placeholder 8"/>
          <p:cNvSpPr>
            <a:spLocks noGrp="1"/>
          </p:cNvSpPr>
          <p:nvPr>
            <p:ph type="pic" sz="quarter" idx="22"/>
          </p:nvPr>
        </p:nvSpPr>
        <p:spPr bwMode="auto">
          <a:xfrm>
            <a:off x="15246039" y="3"/>
            <a:ext cx="3050790" cy="3441602"/>
          </a:xfrm>
          <a:prstGeom prst="rect">
            <a:avLst/>
          </a:prstGeom>
        </p:spPr>
        <p:txBody>
          <a:bodyPr lIns="91439" rIns="91439">
            <a:noAutofit/>
          </a:bodyPr>
          <a:lstStyle/>
          <a:p>
            <a:pPr>
              <a:defRPr/>
            </a:pPr>
            <a:endParaRPr/>
          </a:p>
        </p:txBody>
      </p:sp>
      <p:sp>
        <p:nvSpPr>
          <p:cNvPr id="515" name="Picture Placeholder 8"/>
          <p:cNvSpPr>
            <a:spLocks noGrp="1"/>
          </p:cNvSpPr>
          <p:nvPr>
            <p:ph type="pic" sz="quarter" idx="23"/>
          </p:nvPr>
        </p:nvSpPr>
        <p:spPr bwMode="auto">
          <a:xfrm>
            <a:off x="18296829" y="3"/>
            <a:ext cx="3050790" cy="3441602"/>
          </a:xfrm>
          <a:prstGeom prst="rect">
            <a:avLst/>
          </a:prstGeom>
        </p:spPr>
        <p:txBody>
          <a:bodyPr lIns="91439" rIns="91439">
            <a:noAutofit/>
          </a:bodyPr>
          <a:lstStyle/>
          <a:p>
            <a:pPr>
              <a:defRPr/>
            </a:pPr>
            <a:endParaRPr/>
          </a:p>
        </p:txBody>
      </p:sp>
      <p:sp>
        <p:nvSpPr>
          <p:cNvPr id="516" name="Picture Placeholder 8"/>
          <p:cNvSpPr>
            <a:spLocks noGrp="1"/>
          </p:cNvSpPr>
          <p:nvPr>
            <p:ph type="pic" sz="quarter" idx="24"/>
          </p:nvPr>
        </p:nvSpPr>
        <p:spPr bwMode="auto">
          <a:xfrm>
            <a:off x="21347683" y="3"/>
            <a:ext cx="3050790" cy="3441602"/>
          </a:xfrm>
          <a:prstGeom prst="rect">
            <a:avLst/>
          </a:prstGeom>
        </p:spPr>
        <p:txBody>
          <a:bodyPr lIns="91439" rIns="91439">
            <a:noAutofit/>
          </a:bodyPr>
          <a:lstStyle/>
          <a:p>
            <a:pPr>
              <a:defRPr/>
            </a:pPr>
            <a:endParaRPr/>
          </a:p>
        </p:txBody>
      </p:sp>
      <p:sp>
        <p:nvSpPr>
          <p:cNvPr id="517" name="Picture Placeholder 8"/>
          <p:cNvSpPr>
            <a:spLocks noGrp="1"/>
          </p:cNvSpPr>
          <p:nvPr>
            <p:ph type="pic" sz="quarter" idx="25"/>
          </p:nvPr>
        </p:nvSpPr>
        <p:spPr bwMode="auto">
          <a:xfrm>
            <a:off x="12195179" y="3441607"/>
            <a:ext cx="3050790" cy="3441602"/>
          </a:xfrm>
          <a:prstGeom prst="rect">
            <a:avLst/>
          </a:prstGeom>
        </p:spPr>
        <p:txBody>
          <a:bodyPr lIns="91439" rIns="91439">
            <a:noAutofit/>
          </a:bodyPr>
          <a:lstStyle/>
          <a:p>
            <a:pPr>
              <a:defRPr/>
            </a:pPr>
            <a:endParaRPr/>
          </a:p>
        </p:txBody>
      </p:sp>
      <p:sp>
        <p:nvSpPr>
          <p:cNvPr id="518" name="Picture Placeholder 8"/>
          <p:cNvSpPr>
            <a:spLocks noGrp="1"/>
          </p:cNvSpPr>
          <p:nvPr>
            <p:ph type="pic" sz="quarter" idx="26"/>
          </p:nvPr>
        </p:nvSpPr>
        <p:spPr bwMode="auto">
          <a:xfrm>
            <a:off x="15246039" y="3441607"/>
            <a:ext cx="3050790" cy="3441602"/>
          </a:xfrm>
          <a:prstGeom prst="rect">
            <a:avLst/>
          </a:prstGeom>
        </p:spPr>
        <p:txBody>
          <a:bodyPr lIns="91439" rIns="91439">
            <a:noAutofit/>
          </a:bodyPr>
          <a:lstStyle/>
          <a:p>
            <a:pPr>
              <a:defRPr/>
            </a:pPr>
            <a:endParaRPr/>
          </a:p>
        </p:txBody>
      </p:sp>
      <p:sp>
        <p:nvSpPr>
          <p:cNvPr id="519" name="Picture Placeholder 8"/>
          <p:cNvSpPr>
            <a:spLocks noGrp="1"/>
          </p:cNvSpPr>
          <p:nvPr>
            <p:ph type="pic" sz="quarter" idx="27"/>
          </p:nvPr>
        </p:nvSpPr>
        <p:spPr bwMode="auto">
          <a:xfrm>
            <a:off x="18296829" y="3441607"/>
            <a:ext cx="3050790" cy="3441602"/>
          </a:xfrm>
          <a:prstGeom prst="rect">
            <a:avLst/>
          </a:prstGeom>
        </p:spPr>
        <p:txBody>
          <a:bodyPr lIns="91439" rIns="91439">
            <a:noAutofit/>
          </a:bodyPr>
          <a:lstStyle/>
          <a:p>
            <a:pPr>
              <a:defRPr/>
            </a:pPr>
            <a:endParaRPr/>
          </a:p>
        </p:txBody>
      </p:sp>
      <p:sp>
        <p:nvSpPr>
          <p:cNvPr id="520" name="Picture Placeholder 8"/>
          <p:cNvSpPr>
            <a:spLocks noGrp="1"/>
          </p:cNvSpPr>
          <p:nvPr>
            <p:ph type="pic" sz="quarter" idx="28"/>
          </p:nvPr>
        </p:nvSpPr>
        <p:spPr bwMode="auto">
          <a:xfrm>
            <a:off x="21347683" y="3441607"/>
            <a:ext cx="3050790" cy="3441602"/>
          </a:xfrm>
          <a:prstGeom prst="rect">
            <a:avLst/>
          </a:prstGeom>
        </p:spPr>
        <p:txBody>
          <a:bodyPr lIns="91439" rIns="91439">
            <a:noAutofit/>
          </a:bodyPr>
          <a:lstStyle/>
          <a:p>
            <a:pPr>
              <a:defRPr/>
            </a:pPr>
            <a:endParaRPr/>
          </a:p>
        </p:txBody>
      </p:sp>
      <p:sp>
        <p:nvSpPr>
          <p:cNvPr id="521" name="Picture Placeholder 8"/>
          <p:cNvSpPr>
            <a:spLocks noGrp="1"/>
          </p:cNvSpPr>
          <p:nvPr>
            <p:ph type="pic" sz="quarter" idx="29"/>
          </p:nvPr>
        </p:nvSpPr>
        <p:spPr bwMode="auto">
          <a:xfrm>
            <a:off x="12195179" y="6832807"/>
            <a:ext cx="3050790" cy="3441602"/>
          </a:xfrm>
          <a:prstGeom prst="rect">
            <a:avLst/>
          </a:prstGeom>
        </p:spPr>
        <p:txBody>
          <a:bodyPr lIns="91439" rIns="91439">
            <a:noAutofit/>
          </a:bodyPr>
          <a:lstStyle/>
          <a:p>
            <a:pPr>
              <a:defRPr/>
            </a:pPr>
            <a:endParaRPr/>
          </a:p>
        </p:txBody>
      </p:sp>
      <p:sp>
        <p:nvSpPr>
          <p:cNvPr id="522" name="Picture Placeholder 8"/>
          <p:cNvSpPr>
            <a:spLocks noGrp="1"/>
          </p:cNvSpPr>
          <p:nvPr>
            <p:ph type="pic" sz="quarter" idx="30"/>
          </p:nvPr>
        </p:nvSpPr>
        <p:spPr bwMode="auto">
          <a:xfrm>
            <a:off x="15246039" y="6832807"/>
            <a:ext cx="3050790" cy="3441602"/>
          </a:xfrm>
          <a:prstGeom prst="rect">
            <a:avLst/>
          </a:prstGeom>
        </p:spPr>
        <p:txBody>
          <a:bodyPr lIns="91439" rIns="91439">
            <a:noAutofit/>
          </a:bodyPr>
          <a:lstStyle/>
          <a:p>
            <a:pPr>
              <a:defRPr/>
            </a:pPr>
            <a:endParaRPr/>
          </a:p>
        </p:txBody>
      </p:sp>
      <p:sp>
        <p:nvSpPr>
          <p:cNvPr id="523" name="Picture Placeholder 8"/>
          <p:cNvSpPr>
            <a:spLocks noGrp="1"/>
          </p:cNvSpPr>
          <p:nvPr>
            <p:ph type="pic" sz="quarter" idx="31"/>
          </p:nvPr>
        </p:nvSpPr>
        <p:spPr bwMode="auto">
          <a:xfrm>
            <a:off x="18296829" y="6832807"/>
            <a:ext cx="3050790" cy="3441602"/>
          </a:xfrm>
          <a:prstGeom prst="rect">
            <a:avLst/>
          </a:prstGeom>
        </p:spPr>
        <p:txBody>
          <a:bodyPr lIns="91439" rIns="91439">
            <a:noAutofit/>
          </a:bodyPr>
          <a:lstStyle/>
          <a:p>
            <a:pPr>
              <a:defRPr/>
            </a:pPr>
            <a:endParaRPr/>
          </a:p>
        </p:txBody>
      </p:sp>
      <p:sp>
        <p:nvSpPr>
          <p:cNvPr id="524" name="Picture Placeholder 8"/>
          <p:cNvSpPr>
            <a:spLocks noGrp="1"/>
          </p:cNvSpPr>
          <p:nvPr>
            <p:ph type="pic" sz="quarter" idx="32"/>
          </p:nvPr>
        </p:nvSpPr>
        <p:spPr bwMode="auto">
          <a:xfrm>
            <a:off x="21347683" y="6832807"/>
            <a:ext cx="3050790" cy="3441602"/>
          </a:xfrm>
          <a:prstGeom prst="rect">
            <a:avLst/>
          </a:prstGeom>
        </p:spPr>
        <p:txBody>
          <a:bodyPr lIns="91439" rIns="91439">
            <a:noAutofit/>
          </a:bodyPr>
          <a:lstStyle/>
          <a:p>
            <a:pPr>
              <a:defRPr/>
            </a:pPr>
            <a:endParaRPr/>
          </a:p>
        </p:txBody>
      </p:sp>
      <p:sp>
        <p:nvSpPr>
          <p:cNvPr id="525" name="Picture Placeholder 8"/>
          <p:cNvSpPr>
            <a:spLocks noGrp="1"/>
          </p:cNvSpPr>
          <p:nvPr>
            <p:ph type="pic" sz="quarter" idx="33"/>
          </p:nvPr>
        </p:nvSpPr>
        <p:spPr bwMode="auto">
          <a:xfrm>
            <a:off x="12195179" y="10274407"/>
            <a:ext cx="3050790" cy="3441602"/>
          </a:xfrm>
          <a:prstGeom prst="rect">
            <a:avLst/>
          </a:prstGeom>
        </p:spPr>
        <p:txBody>
          <a:bodyPr lIns="91439" rIns="91439">
            <a:noAutofit/>
          </a:bodyPr>
          <a:lstStyle/>
          <a:p>
            <a:pPr>
              <a:defRPr/>
            </a:pPr>
            <a:endParaRPr/>
          </a:p>
        </p:txBody>
      </p:sp>
      <p:sp>
        <p:nvSpPr>
          <p:cNvPr id="526" name="Picture Placeholder 8"/>
          <p:cNvSpPr>
            <a:spLocks noGrp="1"/>
          </p:cNvSpPr>
          <p:nvPr>
            <p:ph type="pic" sz="quarter" idx="34"/>
          </p:nvPr>
        </p:nvSpPr>
        <p:spPr bwMode="auto">
          <a:xfrm>
            <a:off x="15246039" y="10274407"/>
            <a:ext cx="3050790" cy="3441602"/>
          </a:xfrm>
          <a:prstGeom prst="rect">
            <a:avLst/>
          </a:prstGeom>
        </p:spPr>
        <p:txBody>
          <a:bodyPr lIns="91439" rIns="91439">
            <a:noAutofit/>
          </a:bodyPr>
          <a:lstStyle/>
          <a:p>
            <a:pPr>
              <a:defRPr/>
            </a:pPr>
            <a:endParaRPr/>
          </a:p>
        </p:txBody>
      </p:sp>
      <p:sp>
        <p:nvSpPr>
          <p:cNvPr id="527" name="Picture Placeholder 8"/>
          <p:cNvSpPr>
            <a:spLocks noGrp="1"/>
          </p:cNvSpPr>
          <p:nvPr>
            <p:ph type="pic" sz="quarter" idx="35"/>
          </p:nvPr>
        </p:nvSpPr>
        <p:spPr bwMode="auto">
          <a:xfrm>
            <a:off x="18296829" y="10274407"/>
            <a:ext cx="3050790" cy="3441602"/>
          </a:xfrm>
          <a:prstGeom prst="rect">
            <a:avLst/>
          </a:prstGeom>
        </p:spPr>
        <p:txBody>
          <a:bodyPr lIns="91439" rIns="91439">
            <a:noAutofit/>
          </a:bodyPr>
          <a:lstStyle/>
          <a:p>
            <a:pPr>
              <a:defRPr/>
            </a:pPr>
            <a:endParaRPr/>
          </a:p>
        </p:txBody>
      </p:sp>
      <p:sp>
        <p:nvSpPr>
          <p:cNvPr id="528" name="Picture Placeholder 8"/>
          <p:cNvSpPr>
            <a:spLocks noGrp="1"/>
          </p:cNvSpPr>
          <p:nvPr>
            <p:ph type="pic" sz="quarter" idx="36"/>
          </p:nvPr>
        </p:nvSpPr>
        <p:spPr bwMode="auto">
          <a:xfrm>
            <a:off x="21347683" y="10274407"/>
            <a:ext cx="3050790" cy="3441602"/>
          </a:xfrm>
          <a:prstGeom prst="rect">
            <a:avLst/>
          </a:prstGeom>
        </p:spPr>
        <p:txBody>
          <a:bodyPr lIns="91439" rIns="91439">
            <a:noAutofit/>
          </a:bodyPr>
          <a:lstStyle/>
          <a:p>
            <a:pPr>
              <a:defRPr/>
            </a:pPr>
            <a:endParaRPr/>
          </a:p>
        </p:txBody>
      </p:sp>
      <p:sp>
        <p:nvSpPr>
          <p:cNvPr id="529" name="Номер слайда"/>
          <p:cNvSpPr txBox="1">
            <a:spLocks noGrp="1"/>
          </p:cNvSpPr>
          <p:nvPr>
            <p:ph type="sldNum" sz="quarter" idx="2"/>
          </p:nvPr>
        </p:nvSpPr>
        <p:spPr bwMode="auto">
          <a:xfrm>
            <a:off x="17023798" y="12489562"/>
            <a:ext cx="451404" cy="446276"/>
          </a:xfrm>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Tree>
    <p:extLst>
      <p:ext uri="{BB962C8B-B14F-4D97-AF65-F5344CB8AC3E}">
        <p14:creationId xmlns:p14="http://schemas.microsoft.com/office/powerpoint/2010/main" val="4207118733"/>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PhAnim="0" type="tx" userDrawn="1">
  <p:cSld name="19_Custom Layout">
    <p:spTree>
      <p:nvGrpSpPr>
        <p:cNvPr id="1" name=""/>
        <p:cNvGrpSpPr/>
        <p:nvPr/>
      </p:nvGrpSpPr>
      <p:grpSpPr bwMode="auto">
        <a:xfrm>
          <a:off x="0" y="0"/>
          <a:ext cx="0" cy="0"/>
          <a:chOff x="0" y="0"/>
          <a:chExt cx="0" cy="0"/>
        </a:xfrm>
      </p:grpSpPr>
      <p:sp>
        <p:nvSpPr>
          <p:cNvPr id="536" name="Picture Placeholder 8"/>
          <p:cNvSpPr>
            <a:spLocks noGrp="1"/>
          </p:cNvSpPr>
          <p:nvPr>
            <p:ph type="pic" sz="half" idx="21"/>
          </p:nvPr>
        </p:nvSpPr>
        <p:spPr bwMode="auto">
          <a:xfrm>
            <a:off x="2" y="4622612"/>
            <a:ext cx="24380824" cy="5032748"/>
          </a:xfrm>
          <a:prstGeom prst="rect">
            <a:avLst/>
          </a:prstGeom>
        </p:spPr>
        <p:txBody>
          <a:bodyPr lIns="91439" rIns="91439">
            <a:noAutofit/>
          </a:bodyPr>
          <a:lstStyle/>
          <a:p>
            <a:pPr>
              <a:defRPr/>
            </a:pPr>
            <a:endParaRPr/>
          </a:p>
        </p:txBody>
      </p:sp>
      <p:sp>
        <p:nvSpPr>
          <p:cNvPr id="537"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538" name="Текст заголовка"/>
          <p:cNvSpPr txBox="1">
            <a:spLocks noGrp="1"/>
          </p:cNvSpPr>
          <p:nvPr>
            <p:ph type="title"/>
          </p:nvPr>
        </p:nvSpPr>
        <p:spPr bwMode="auto">
          <a:xfrm>
            <a:off x="1676836" y="753036"/>
            <a:ext cx="21036680" cy="1381688"/>
          </a:xfrm>
          <a:prstGeom prst="rect">
            <a:avLst/>
          </a:prstGeom>
        </p:spPr>
        <p:txBody>
          <a:bodyPr/>
          <a:lstStyle>
            <a:lvl1pPr algn="ctr">
              <a:defRPr>
                <a:solidFill>
                  <a:srgbClr val="404040"/>
                </a:solidFill>
              </a:defRPr>
            </a:lvl1pPr>
          </a:lstStyle>
          <a:p>
            <a:pPr>
              <a:defRPr/>
            </a:pPr>
            <a:r>
              <a:t>Текст заголовка</a:t>
            </a:r>
          </a:p>
        </p:txBody>
      </p:sp>
      <p:sp>
        <p:nvSpPr>
          <p:cNvPr id="539" name="Уровень текста 1…"/>
          <p:cNvSpPr txBox="1">
            <a:spLocks noGrp="1"/>
          </p:cNvSpPr>
          <p:nvPr>
            <p:ph type="body" sz="quarter" idx="1"/>
          </p:nvPr>
        </p:nvSpPr>
        <p:spPr bwMode="auto">
          <a:xfrm>
            <a:off x="1676836" y="2134729"/>
            <a:ext cx="21036680" cy="457202"/>
          </a:xfrm>
          <a:prstGeom prst="rect">
            <a:avLst/>
          </a:prstGeom>
        </p:spPr>
        <p:txBody>
          <a:bodyPr/>
          <a:lstStyle>
            <a:lvl1pPr algn="ctr">
              <a:defRPr sz="3200">
                <a:solidFill>
                  <a:schemeClr val="accent4"/>
                </a:solidFill>
              </a:defRPr>
            </a:lvl1pPr>
            <a:lvl2pPr algn="ctr">
              <a:defRPr sz="3200">
                <a:solidFill>
                  <a:schemeClr val="accent4"/>
                </a:solidFill>
              </a:defRPr>
            </a:lvl2pPr>
            <a:lvl3pPr algn="ctr">
              <a:defRPr sz="3200">
                <a:solidFill>
                  <a:schemeClr val="accent4"/>
                </a:solidFill>
              </a:defRPr>
            </a:lvl3pPr>
            <a:lvl4pPr algn="ctr">
              <a:defRPr sz="3200">
                <a:solidFill>
                  <a:schemeClr val="accent4"/>
                </a:solidFill>
              </a:defRPr>
            </a:lvl4pPr>
            <a:lvl5pPr algn="ct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Tree>
    <p:extLst>
      <p:ext uri="{BB962C8B-B14F-4D97-AF65-F5344CB8AC3E}">
        <p14:creationId xmlns:p14="http://schemas.microsoft.com/office/powerpoint/2010/main" val="1854476625"/>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PhAnim="0" type="tx" userDrawn="1">
  <p:cSld name="20_Custom Layout">
    <p:spTree>
      <p:nvGrpSpPr>
        <p:cNvPr id="1" name=""/>
        <p:cNvGrpSpPr/>
        <p:nvPr/>
      </p:nvGrpSpPr>
      <p:grpSpPr bwMode="auto">
        <a:xfrm>
          <a:off x="0" y="0"/>
          <a:ext cx="0" cy="0"/>
          <a:chOff x="0" y="0"/>
          <a:chExt cx="0" cy="0"/>
        </a:xfrm>
      </p:grpSpPr>
      <p:sp>
        <p:nvSpPr>
          <p:cNvPr id="546" name="Picture Placeholder 8"/>
          <p:cNvSpPr>
            <a:spLocks noGrp="1"/>
          </p:cNvSpPr>
          <p:nvPr>
            <p:ph type="pic" idx="21"/>
          </p:nvPr>
        </p:nvSpPr>
        <p:spPr bwMode="auto">
          <a:xfrm>
            <a:off x="2" y="3665156"/>
            <a:ext cx="24380824" cy="6385688"/>
          </a:xfrm>
          <a:prstGeom prst="rect">
            <a:avLst/>
          </a:prstGeom>
        </p:spPr>
        <p:txBody>
          <a:bodyPr lIns="91439" rIns="91439">
            <a:noAutofit/>
          </a:bodyPr>
          <a:lstStyle/>
          <a:p>
            <a:pPr>
              <a:defRPr/>
            </a:pPr>
            <a:endParaRPr/>
          </a:p>
        </p:txBody>
      </p:sp>
      <p:sp>
        <p:nvSpPr>
          <p:cNvPr id="547" name="Picture Placeholder 8"/>
          <p:cNvSpPr>
            <a:spLocks noGrp="1"/>
          </p:cNvSpPr>
          <p:nvPr>
            <p:ph type="pic" idx="22"/>
          </p:nvPr>
        </p:nvSpPr>
        <p:spPr bwMode="auto">
          <a:xfrm>
            <a:off x="9" y="3665156"/>
            <a:ext cx="24390354" cy="6385688"/>
          </a:xfrm>
          <a:prstGeom prst="rect">
            <a:avLst/>
          </a:prstGeom>
        </p:spPr>
        <p:txBody>
          <a:bodyPr lIns="91439" rIns="91439">
            <a:noAutofit/>
          </a:bodyPr>
          <a:lstStyle/>
          <a:p>
            <a:pPr>
              <a:defRPr/>
            </a:pPr>
            <a:endParaRPr/>
          </a:p>
        </p:txBody>
      </p:sp>
      <p:sp>
        <p:nvSpPr>
          <p:cNvPr id="548"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549" name="CLICK TO EDIT MASTER TITLE STYLE"/>
          <p:cNvSpPr txBox="1">
            <a:spLocks noGrp="1"/>
          </p:cNvSpPr>
          <p:nvPr>
            <p:ph type="title" hasCustomPrompt="1"/>
          </p:nvPr>
        </p:nvSpPr>
        <p:spPr bwMode="auto">
          <a:xfrm>
            <a:off x="1604219" y="5850395"/>
            <a:ext cx="21145402" cy="1381686"/>
          </a:xfrm>
          <a:prstGeom prst="rect">
            <a:avLst/>
          </a:prstGeom>
        </p:spPr>
        <p:txBody>
          <a:bodyPr/>
          <a:lstStyle>
            <a:lvl1pPr algn="ctr">
              <a:defRPr>
                <a:solidFill>
                  <a:srgbClr val="FFFFFF"/>
                </a:solidFill>
              </a:defRPr>
            </a:lvl1pPr>
          </a:lstStyle>
          <a:p>
            <a:pPr>
              <a:defRPr/>
            </a:pPr>
            <a:r>
              <a:t>CLICK TO EDIT MASTER TITLE STYLE</a:t>
            </a:r>
          </a:p>
        </p:txBody>
      </p:sp>
      <p:sp>
        <p:nvSpPr>
          <p:cNvPr id="550" name="Уровень текста 1…"/>
          <p:cNvSpPr txBox="1">
            <a:spLocks noGrp="1"/>
          </p:cNvSpPr>
          <p:nvPr>
            <p:ph type="body" sz="quarter" idx="1"/>
          </p:nvPr>
        </p:nvSpPr>
        <p:spPr bwMode="auto">
          <a:xfrm>
            <a:off x="1604219" y="7232071"/>
            <a:ext cx="21145402" cy="457202"/>
          </a:xfrm>
          <a:prstGeom prst="rect">
            <a:avLst/>
          </a:prstGeom>
        </p:spPr>
        <p:txBody>
          <a:bodyPr/>
          <a:lstStyle>
            <a:lvl1pPr algn="ctr">
              <a:defRPr sz="3200">
                <a:solidFill>
                  <a:srgbClr val="FFFFFF"/>
                </a:solidFill>
              </a:defRPr>
            </a:lvl1pPr>
            <a:lvl2pPr algn="ctr">
              <a:defRPr sz="3200">
                <a:solidFill>
                  <a:srgbClr val="FFFFFF"/>
                </a:solidFill>
              </a:defRPr>
            </a:lvl2pPr>
            <a:lvl3pPr algn="ctr">
              <a:defRPr sz="3200">
                <a:solidFill>
                  <a:srgbClr val="FFFFFF"/>
                </a:solidFill>
              </a:defRPr>
            </a:lvl3pPr>
            <a:lvl4pPr algn="ctr">
              <a:defRPr sz="3200">
                <a:solidFill>
                  <a:srgbClr val="FFFFFF"/>
                </a:solidFill>
              </a:defRPr>
            </a:lvl4pPr>
            <a:lvl5pPr algn="ctr">
              <a:defRPr sz="3200">
                <a:solidFill>
                  <a:srgbClr val="FFFFFF"/>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Tree>
    <p:extLst>
      <p:ext uri="{BB962C8B-B14F-4D97-AF65-F5344CB8AC3E}">
        <p14:creationId xmlns:p14="http://schemas.microsoft.com/office/powerpoint/2010/main" val="575227818"/>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PhAnim="0" type="tx" userDrawn="1">
  <p:cSld name="21_Custom Layout">
    <p:spTree>
      <p:nvGrpSpPr>
        <p:cNvPr id="1" name=""/>
        <p:cNvGrpSpPr/>
        <p:nvPr/>
      </p:nvGrpSpPr>
      <p:grpSpPr bwMode="auto">
        <a:xfrm>
          <a:off x="0" y="0"/>
          <a:ext cx="0" cy="0"/>
          <a:chOff x="0" y="0"/>
          <a:chExt cx="0" cy="0"/>
        </a:xfrm>
      </p:grpSpPr>
      <p:sp>
        <p:nvSpPr>
          <p:cNvPr id="557" name="Picture Placeholder 8"/>
          <p:cNvSpPr>
            <a:spLocks noGrp="1"/>
          </p:cNvSpPr>
          <p:nvPr>
            <p:ph type="pic" idx="21"/>
          </p:nvPr>
        </p:nvSpPr>
        <p:spPr bwMode="auto">
          <a:xfrm>
            <a:off x="7" y="0"/>
            <a:ext cx="24390354" cy="7620000"/>
          </a:xfrm>
          <a:prstGeom prst="rect">
            <a:avLst/>
          </a:prstGeom>
        </p:spPr>
        <p:txBody>
          <a:bodyPr lIns="91439" rIns="91439">
            <a:noAutofit/>
          </a:bodyPr>
          <a:lstStyle/>
          <a:p>
            <a:pPr>
              <a:defRPr/>
            </a:pPr>
            <a:endParaRPr/>
          </a:p>
        </p:txBody>
      </p:sp>
      <p:sp>
        <p:nvSpPr>
          <p:cNvPr id="558"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559" name="Picture Placeholder 8"/>
          <p:cNvSpPr>
            <a:spLocks noGrp="1"/>
          </p:cNvSpPr>
          <p:nvPr>
            <p:ph type="pic" sz="quarter" idx="22"/>
          </p:nvPr>
        </p:nvSpPr>
        <p:spPr bwMode="auto">
          <a:xfrm>
            <a:off x="18957480" y="6130927"/>
            <a:ext cx="2534972" cy="4264026"/>
          </a:xfrm>
          <a:prstGeom prst="rect">
            <a:avLst/>
          </a:prstGeom>
        </p:spPr>
        <p:txBody>
          <a:bodyPr lIns="91439" rIns="91439">
            <a:noAutofit/>
          </a:bodyPr>
          <a:lstStyle/>
          <a:p>
            <a:pPr>
              <a:defRPr/>
            </a:pPr>
            <a:endParaRPr/>
          </a:p>
        </p:txBody>
      </p:sp>
      <p:sp>
        <p:nvSpPr>
          <p:cNvPr id="560" name="Текст заголовка"/>
          <p:cNvSpPr txBox="1">
            <a:spLocks noGrp="1"/>
          </p:cNvSpPr>
          <p:nvPr>
            <p:ph type="title"/>
          </p:nvPr>
        </p:nvSpPr>
        <p:spPr bwMode="auto">
          <a:xfrm>
            <a:off x="1982234" y="2514605"/>
            <a:ext cx="10212944" cy="3159126"/>
          </a:xfrm>
          <a:prstGeom prst="rect">
            <a:avLst/>
          </a:prstGeom>
        </p:spPr>
        <p:txBody>
          <a:bodyPr/>
          <a:lstStyle>
            <a:lvl1pPr algn="r">
              <a:defRPr>
                <a:solidFill>
                  <a:srgbClr val="404040"/>
                </a:solidFill>
              </a:defRPr>
            </a:lvl1pPr>
          </a:lstStyle>
          <a:p>
            <a:pPr>
              <a:defRPr/>
            </a:pPr>
            <a:r>
              <a:t>Текст заголовка</a:t>
            </a:r>
          </a:p>
        </p:txBody>
      </p:sp>
      <p:sp>
        <p:nvSpPr>
          <p:cNvPr id="561" name="Уровень текста 1…"/>
          <p:cNvSpPr txBox="1">
            <a:spLocks noGrp="1"/>
          </p:cNvSpPr>
          <p:nvPr>
            <p:ph type="body" sz="quarter" idx="1"/>
          </p:nvPr>
        </p:nvSpPr>
        <p:spPr bwMode="auto">
          <a:xfrm>
            <a:off x="1982234" y="5673726"/>
            <a:ext cx="10212944" cy="457200"/>
          </a:xfrm>
          <a:prstGeom prst="rect">
            <a:avLst/>
          </a:prstGeom>
        </p:spPr>
        <p:txBody>
          <a:bodyPr/>
          <a:lstStyle>
            <a:lvl1pPr algn="r">
              <a:defRPr sz="3200">
                <a:solidFill>
                  <a:schemeClr val="accent4"/>
                </a:solidFill>
              </a:defRPr>
            </a:lvl1pPr>
            <a:lvl2pPr algn="r">
              <a:defRPr sz="3200">
                <a:solidFill>
                  <a:schemeClr val="accent4"/>
                </a:solidFill>
              </a:defRPr>
            </a:lvl2pPr>
            <a:lvl3pPr algn="r">
              <a:defRPr sz="3200">
                <a:solidFill>
                  <a:schemeClr val="accent4"/>
                </a:solidFill>
              </a:defRPr>
            </a:lvl3pPr>
            <a:lvl4pPr algn="r">
              <a:defRPr sz="3200">
                <a:solidFill>
                  <a:schemeClr val="accent4"/>
                </a:solidFill>
              </a:defRPr>
            </a:lvl4pPr>
            <a:lvl5pPr algn="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Tree>
    <p:extLst>
      <p:ext uri="{BB962C8B-B14F-4D97-AF65-F5344CB8AC3E}">
        <p14:creationId xmlns:p14="http://schemas.microsoft.com/office/powerpoint/2010/main" val="1995234398"/>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PhAnim="0" type="tx" userDrawn="1">
  <p:cSld name="22_Custom Layout">
    <p:spTree>
      <p:nvGrpSpPr>
        <p:cNvPr id="1" name=""/>
        <p:cNvGrpSpPr/>
        <p:nvPr/>
      </p:nvGrpSpPr>
      <p:grpSpPr bwMode="auto">
        <a:xfrm>
          <a:off x="0" y="0"/>
          <a:ext cx="0" cy="0"/>
          <a:chOff x="0" y="0"/>
          <a:chExt cx="0" cy="0"/>
        </a:xfrm>
      </p:grpSpPr>
      <p:sp>
        <p:nvSpPr>
          <p:cNvPr id="568" name="Picture Placeholder 8"/>
          <p:cNvSpPr>
            <a:spLocks noGrp="1"/>
          </p:cNvSpPr>
          <p:nvPr>
            <p:ph type="pic" sz="quarter" idx="21"/>
          </p:nvPr>
        </p:nvSpPr>
        <p:spPr bwMode="auto">
          <a:xfrm>
            <a:off x="11029351" y="6261101"/>
            <a:ext cx="2528618" cy="4254502"/>
          </a:xfrm>
          <a:prstGeom prst="rect">
            <a:avLst/>
          </a:prstGeom>
        </p:spPr>
        <p:txBody>
          <a:bodyPr lIns="91439" rIns="91439">
            <a:noAutofit/>
          </a:bodyPr>
          <a:lstStyle/>
          <a:p>
            <a:pPr>
              <a:defRPr/>
            </a:pPr>
            <a:endParaRPr/>
          </a:p>
        </p:txBody>
      </p:sp>
      <p:sp>
        <p:nvSpPr>
          <p:cNvPr id="569"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570" name="Текст заголовка"/>
          <p:cNvSpPr txBox="1">
            <a:spLocks noGrp="1"/>
          </p:cNvSpPr>
          <p:nvPr>
            <p:ph type="title"/>
          </p:nvPr>
        </p:nvSpPr>
        <p:spPr bwMode="auto">
          <a:xfrm>
            <a:off x="1676836" y="753036"/>
            <a:ext cx="21036680" cy="1381688"/>
          </a:xfrm>
          <a:prstGeom prst="rect">
            <a:avLst/>
          </a:prstGeom>
        </p:spPr>
        <p:txBody>
          <a:bodyPr/>
          <a:lstStyle>
            <a:lvl1pPr algn="ctr">
              <a:defRPr>
                <a:solidFill>
                  <a:srgbClr val="404040"/>
                </a:solidFill>
              </a:defRPr>
            </a:lvl1pPr>
          </a:lstStyle>
          <a:p>
            <a:pPr>
              <a:defRPr/>
            </a:pPr>
            <a:r>
              <a:t>Текст заголовка</a:t>
            </a:r>
          </a:p>
        </p:txBody>
      </p:sp>
      <p:sp>
        <p:nvSpPr>
          <p:cNvPr id="571" name="Уровень текста 1…"/>
          <p:cNvSpPr txBox="1">
            <a:spLocks noGrp="1"/>
          </p:cNvSpPr>
          <p:nvPr>
            <p:ph type="body" sz="quarter" idx="1"/>
          </p:nvPr>
        </p:nvSpPr>
        <p:spPr bwMode="auto">
          <a:xfrm>
            <a:off x="1676836" y="2134729"/>
            <a:ext cx="21036680" cy="457202"/>
          </a:xfrm>
          <a:prstGeom prst="rect">
            <a:avLst/>
          </a:prstGeom>
        </p:spPr>
        <p:txBody>
          <a:bodyPr/>
          <a:lstStyle>
            <a:lvl1pPr algn="ctr">
              <a:defRPr sz="3200">
                <a:solidFill>
                  <a:schemeClr val="accent4"/>
                </a:solidFill>
              </a:defRPr>
            </a:lvl1pPr>
            <a:lvl2pPr algn="ctr">
              <a:defRPr sz="3200">
                <a:solidFill>
                  <a:schemeClr val="accent4"/>
                </a:solidFill>
              </a:defRPr>
            </a:lvl2pPr>
            <a:lvl3pPr algn="ctr">
              <a:defRPr sz="3200">
                <a:solidFill>
                  <a:schemeClr val="accent4"/>
                </a:solidFill>
              </a:defRPr>
            </a:lvl3pPr>
            <a:lvl4pPr algn="ctr">
              <a:defRPr sz="3200">
                <a:solidFill>
                  <a:schemeClr val="accent4"/>
                </a:solidFill>
              </a:defRPr>
            </a:lvl4pPr>
            <a:lvl5pPr algn="ct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Tree>
    <p:extLst>
      <p:ext uri="{BB962C8B-B14F-4D97-AF65-F5344CB8AC3E}">
        <p14:creationId xmlns:p14="http://schemas.microsoft.com/office/powerpoint/2010/main" val="278268964"/>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PhAnim="0" type="tx" userDrawn="1">
  <p:cSld name="24_Custom Layout">
    <p:spTree>
      <p:nvGrpSpPr>
        <p:cNvPr id="1" name=""/>
        <p:cNvGrpSpPr/>
        <p:nvPr/>
      </p:nvGrpSpPr>
      <p:grpSpPr bwMode="auto">
        <a:xfrm>
          <a:off x="0" y="0"/>
          <a:ext cx="0" cy="0"/>
          <a:chOff x="0" y="0"/>
          <a:chExt cx="0" cy="0"/>
        </a:xfrm>
      </p:grpSpPr>
      <p:sp>
        <p:nvSpPr>
          <p:cNvPr id="578"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579" name="Picture Placeholder 8"/>
          <p:cNvSpPr>
            <a:spLocks noGrp="1"/>
          </p:cNvSpPr>
          <p:nvPr>
            <p:ph type="pic" sz="quarter" idx="21"/>
          </p:nvPr>
        </p:nvSpPr>
        <p:spPr bwMode="auto">
          <a:xfrm>
            <a:off x="13516609" y="5902878"/>
            <a:ext cx="5563102" cy="2829668"/>
          </a:xfrm>
          <a:prstGeom prst="rect">
            <a:avLst/>
          </a:prstGeom>
        </p:spPr>
        <p:txBody>
          <a:bodyPr lIns="91439" rIns="91439">
            <a:noAutofit/>
          </a:bodyPr>
          <a:lstStyle/>
          <a:p>
            <a:pPr>
              <a:defRPr/>
            </a:pPr>
            <a:endParaRPr/>
          </a:p>
        </p:txBody>
      </p:sp>
      <p:sp>
        <p:nvSpPr>
          <p:cNvPr id="580" name="Текст заголовка"/>
          <p:cNvSpPr txBox="1">
            <a:spLocks noGrp="1"/>
          </p:cNvSpPr>
          <p:nvPr>
            <p:ph type="title"/>
          </p:nvPr>
        </p:nvSpPr>
        <p:spPr bwMode="auto">
          <a:xfrm>
            <a:off x="1676836" y="753036"/>
            <a:ext cx="21036680" cy="1381688"/>
          </a:xfrm>
          <a:prstGeom prst="rect">
            <a:avLst/>
          </a:prstGeom>
        </p:spPr>
        <p:txBody>
          <a:bodyPr/>
          <a:lstStyle>
            <a:lvl1pPr algn="ctr">
              <a:defRPr>
                <a:solidFill>
                  <a:srgbClr val="404040"/>
                </a:solidFill>
              </a:defRPr>
            </a:lvl1pPr>
          </a:lstStyle>
          <a:p>
            <a:pPr>
              <a:defRPr/>
            </a:pPr>
            <a:r>
              <a:t>Текст заголовка</a:t>
            </a:r>
          </a:p>
        </p:txBody>
      </p:sp>
      <p:sp>
        <p:nvSpPr>
          <p:cNvPr id="581" name="Уровень текста 1…"/>
          <p:cNvSpPr txBox="1">
            <a:spLocks noGrp="1"/>
          </p:cNvSpPr>
          <p:nvPr>
            <p:ph type="body" sz="quarter" idx="1"/>
          </p:nvPr>
        </p:nvSpPr>
        <p:spPr bwMode="auto">
          <a:xfrm>
            <a:off x="1676836" y="2134729"/>
            <a:ext cx="21036680" cy="457202"/>
          </a:xfrm>
          <a:prstGeom prst="rect">
            <a:avLst/>
          </a:prstGeom>
        </p:spPr>
        <p:txBody>
          <a:bodyPr/>
          <a:lstStyle>
            <a:lvl1pPr algn="ctr">
              <a:defRPr sz="3200">
                <a:solidFill>
                  <a:schemeClr val="accent4"/>
                </a:solidFill>
              </a:defRPr>
            </a:lvl1pPr>
            <a:lvl2pPr algn="ctr">
              <a:defRPr sz="3200">
                <a:solidFill>
                  <a:schemeClr val="accent4"/>
                </a:solidFill>
              </a:defRPr>
            </a:lvl2pPr>
            <a:lvl3pPr algn="ctr">
              <a:defRPr sz="3200">
                <a:solidFill>
                  <a:schemeClr val="accent4"/>
                </a:solidFill>
              </a:defRPr>
            </a:lvl3pPr>
            <a:lvl4pPr algn="ctr">
              <a:defRPr sz="3200">
                <a:solidFill>
                  <a:schemeClr val="accent4"/>
                </a:solidFill>
              </a:defRPr>
            </a:lvl4pPr>
            <a:lvl5pPr algn="ct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Tree>
    <p:extLst>
      <p:ext uri="{BB962C8B-B14F-4D97-AF65-F5344CB8AC3E}">
        <p14:creationId xmlns:p14="http://schemas.microsoft.com/office/powerpoint/2010/main" val="1344763765"/>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showMasterPhAnim="0" type="tx" userDrawn="1">
  <p:cSld name="23_Custom Layout">
    <p:spTree>
      <p:nvGrpSpPr>
        <p:cNvPr id="1" name=""/>
        <p:cNvGrpSpPr/>
        <p:nvPr/>
      </p:nvGrpSpPr>
      <p:grpSpPr bwMode="auto">
        <a:xfrm>
          <a:off x="0" y="0"/>
          <a:ext cx="0" cy="0"/>
          <a:chOff x="0" y="0"/>
          <a:chExt cx="0" cy="0"/>
        </a:xfrm>
      </p:grpSpPr>
      <p:sp>
        <p:nvSpPr>
          <p:cNvPr id="588"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589" name="Picture Placeholder 8"/>
          <p:cNvSpPr>
            <a:spLocks noGrp="1"/>
          </p:cNvSpPr>
          <p:nvPr>
            <p:ph type="pic" sz="quarter" idx="21"/>
          </p:nvPr>
        </p:nvSpPr>
        <p:spPr bwMode="auto">
          <a:xfrm>
            <a:off x="9758112" y="7389635"/>
            <a:ext cx="5548180" cy="4220310"/>
          </a:xfrm>
          <a:prstGeom prst="rect">
            <a:avLst/>
          </a:prstGeom>
        </p:spPr>
        <p:txBody>
          <a:bodyPr lIns="91439" rIns="91439">
            <a:noAutofit/>
          </a:bodyPr>
          <a:lstStyle/>
          <a:p>
            <a:pPr>
              <a:defRPr/>
            </a:pPr>
            <a:endParaRPr/>
          </a:p>
        </p:txBody>
      </p:sp>
      <p:sp>
        <p:nvSpPr>
          <p:cNvPr id="590" name="Текст заголовка"/>
          <p:cNvSpPr txBox="1">
            <a:spLocks noGrp="1"/>
          </p:cNvSpPr>
          <p:nvPr>
            <p:ph type="title"/>
          </p:nvPr>
        </p:nvSpPr>
        <p:spPr bwMode="auto">
          <a:xfrm>
            <a:off x="1676836" y="753036"/>
            <a:ext cx="21036680" cy="1381688"/>
          </a:xfrm>
          <a:prstGeom prst="rect">
            <a:avLst/>
          </a:prstGeom>
        </p:spPr>
        <p:txBody>
          <a:bodyPr/>
          <a:lstStyle>
            <a:lvl1pPr algn="ctr">
              <a:defRPr>
                <a:solidFill>
                  <a:srgbClr val="404040"/>
                </a:solidFill>
              </a:defRPr>
            </a:lvl1pPr>
          </a:lstStyle>
          <a:p>
            <a:pPr>
              <a:defRPr/>
            </a:pPr>
            <a:r>
              <a:t>Текст заголовка</a:t>
            </a:r>
          </a:p>
        </p:txBody>
      </p:sp>
      <p:sp>
        <p:nvSpPr>
          <p:cNvPr id="591" name="Уровень текста 1…"/>
          <p:cNvSpPr txBox="1">
            <a:spLocks noGrp="1"/>
          </p:cNvSpPr>
          <p:nvPr>
            <p:ph type="body" sz="quarter" idx="1"/>
          </p:nvPr>
        </p:nvSpPr>
        <p:spPr bwMode="auto">
          <a:xfrm>
            <a:off x="1676836" y="2134729"/>
            <a:ext cx="21036680" cy="457202"/>
          </a:xfrm>
          <a:prstGeom prst="rect">
            <a:avLst/>
          </a:prstGeom>
        </p:spPr>
        <p:txBody>
          <a:bodyPr/>
          <a:lstStyle>
            <a:lvl1pPr algn="ctr">
              <a:defRPr sz="3200">
                <a:solidFill>
                  <a:schemeClr val="accent4"/>
                </a:solidFill>
              </a:defRPr>
            </a:lvl1pPr>
            <a:lvl2pPr algn="ctr">
              <a:defRPr sz="3200">
                <a:solidFill>
                  <a:schemeClr val="accent4"/>
                </a:solidFill>
              </a:defRPr>
            </a:lvl2pPr>
            <a:lvl3pPr algn="ctr">
              <a:defRPr sz="3200">
                <a:solidFill>
                  <a:schemeClr val="accent4"/>
                </a:solidFill>
              </a:defRPr>
            </a:lvl3pPr>
            <a:lvl4pPr algn="ctr">
              <a:defRPr sz="3200">
                <a:solidFill>
                  <a:schemeClr val="accent4"/>
                </a:solidFill>
              </a:defRPr>
            </a:lvl4pPr>
            <a:lvl5pPr algn="ct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Tree>
    <p:extLst>
      <p:ext uri="{BB962C8B-B14F-4D97-AF65-F5344CB8AC3E}">
        <p14:creationId xmlns:p14="http://schemas.microsoft.com/office/powerpoint/2010/main" val="3433931028"/>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showMasterPhAnim="0" type="tx" userDrawn="1">
  <p:cSld name="25_Custom Layout">
    <p:spTree>
      <p:nvGrpSpPr>
        <p:cNvPr id="1" name=""/>
        <p:cNvGrpSpPr/>
        <p:nvPr/>
      </p:nvGrpSpPr>
      <p:grpSpPr bwMode="auto">
        <a:xfrm>
          <a:off x="0" y="0"/>
          <a:ext cx="0" cy="0"/>
          <a:chOff x="0" y="0"/>
          <a:chExt cx="0" cy="0"/>
        </a:xfrm>
      </p:grpSpPr>
      <p:sp>
        <p:nvSpPr>
          <p:cNvPr id="598"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599" name="Picture Placeholder 8"/>
          <p:cNvSpPr>
            <a:spLocks noGrp="1"/>
          </p:cNvSpPr>
          <p:nvPr>
            <p:ph type="pic" sz="quarter" idx="21"/>
          </p:nvPr>
        </p:nvSpPr>
        <p:spPr bwMode="auto">
          <a:xfrm>
            <a:off x="9043654" y="4658204"/>
            <a:ext cx="6235192" cy="4551508"/>
          </a:xfrm>
          <a:prstGeom prst="rect">
            <a:avLst/>
          </a:prstGeom>
        </p:spPr>
        <p:txBody>
          <a:bodyPr lIns="91439" rIns="91439">
            <a:noAutofit/>
          </a:bodyPr>
          <a:lstStyle/>
          <a:p>
            <a:pPr>
              <a:defRPr/>
            </a:pPr>
            <a:endParaRPr/>
          </a:p>
        </p:txBody>
      </p:sp>
      <p:sp>
        <p:nvSpPr>
          <p:cNvPr id="600" name="Текст заголовка"/>
          <p:cNvSpPr txBox="1">
            <a:spLocks noGrp="1"/>
          </p:cNvSpPr>
          <p:nvPr>
            <p:ph type="title"/>
          </p:nvPr>
        </p:nvSpPr>
        <p:spPr bwMode="auto">
          <a:xfrm>
            <a:off x="1676836" y="753036"/>
            <a:ext cx="21036680" cy="1381688"/>
          </a:xfrm>
          <a:prstGeom prst="rect">
            <a:avLst/>
          </a:prstGeom>
        </p:spPr>
        <p:txBody>
          <a:bodyPr/>
          <a:lstStyle>
            <a:lvl1pPr algn="ctr">
              <a:defRPr>
                <a:solidFill>
                  <a:srgbClr val="404040"/>
                </a:solidFill>
              </a:defRPr>
            </a:lvl1pPr>
          </a:lstStyle>
          <a:p>
            <a:pPr>
              <a:defRPr/>
            </a:pPr>
            <a:r>
              <a:t>Текст заголовка</a:t>
            </a:r>
          </a:p>
        </p:txBody>
      </p:sp>
      <p:sp>
        <p:nvSpPr>
          <p:cNvPr id="601" name="Уровень текста 1…"/>
          <p:cNvSpPr txBox="1">
            <a:spLocks noGrp="1"/>
          </p:cNvSpPr>
          <p:nvPr>
            <p:ph type="body" sz="quarter" idx="1"/>
          </p:nvPr>
        </p:nvSpPr>
        <p:spPr bwMode="auto">
          <a:xfrm>
            <a:off x="1676836" y="2134729"/>
            <a:ext cx="21036680" cy="457202"/>
          </a:xfrm>
          <a:prstGeom prst="rect">
            <a:avLst/>
          </a:prstGeom>
        </p:spPr>
        <p:txBody>
          <a:bodyPr/>
          <a:lstStyle>
            <a:lvl1pPr algn="ctr">
              <a:defRPr sz="3200">
                <a:solidFill>
                  <a:schemeClr val="accent4"/>
                </a:solidFill>
              </a:defRPr>
            </a:lvl1pPr>
            <a:lvl2pPr algn="ctr">
              <a:defRPr sz="3200">
                <a:solidFill>
                  <a:schemeClr val="accent4"/>
                </a:solidFill>
              </a:defRPr>
            </a:lvl2pPr>
            <a:lvl3pPr algn="ctr">
              <a:defRPr sz="3200">
                <a:solidFill>
                  <a:schemeClr val="accent4"/>
                </a:solidFill>
              </a:defRPr>
            </a:lvl3pPr>
            <a:lvl4pPr algn="ctr">
              <a:defRPr sz="3200">
                <a:solidFill>
                  <a:schemeClr val="accent4"/>
                </a:solidFill>
              </a:defRPr>
            </a:lvl4pPr>
            <a:lvl5pPr algn="ct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Tree>
    <p:extLst>
      <p:ext uri="{BB962C8B-B14F-4D97-AF65-F5344CB8AC3E}">
        <p14:creationId xmlns:p14="http://schemas.microsoft.com/office/powerpoint/2010/main" val="3869001829"/>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showMasterPhAnim="0" type="tx" userDrawn="1">
  <p:cSld name="26_Custom Layout">
    <p:spTree>
      <p:nvGrpSpPr>
        <p:cNvPr id="1" name=""/>
        <p:cNvGrpSpPr/>
        <p:nvPr/>
      </p:nvGrpSpPr>
      <p:grpSpPr bwMode="auto">
        <a:xfrm>
          <a:off x="0" y="0"/>
          <a:ext cx="0" cy="0"/>
          <a:chOff x="0" y="0"/>
          <a:chExt cx="0" cy="0"/>
        </a:xfrm>
      </p:grpSpPr>
      <p:sp>
        <p:nvSpPr>
          <p:cNvPr id="608"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609" name="Picture Placeholder 8"/>
          <p:cNvSpPr>
            <a:spLocks noGrp="1"/>
          </p:cNvSpPr>
          <p:nvPr>
            <p:ph type="pic" sz="quarter" idx="21"/>
          </p:nvPr>
        </p:nvSpPr>
        <p:spPr bwMode="auto">
          <a:xfrm>
            <a:off x="3728123" y="5610227"/>
            <a:ext cx="6373642" cy="3562350"/>
          </a:xfrm>
          <a:prstGeom prst="rect">
            <a:avLst/>
          </a:prstGeom>
        </p:spPr>
        <p:txBody>
          <a:bodyPr lIns="91439" rIns="91439">
            <a:noAutofit/>
          </a:bodyPr>
          <a:lstStyle/>
          <a:p>
            <a:pPr>
              <a:defRPr/>
            </a:pPr>
            <a:endParaRPr/>
          </a:p>
        </p:txBody>
      </p:sp>
      <p:sp>
        <p:nvSpPr>
          <p:cNvPr id="610" name="Текст заголовка"/>
          <p:cNvSpPr txBox="1">
            <a:spLocks noGrp="1"/>
          </p:cNvSpPr>
          <p:nvPr>
            <p:ph type="title"/>
          </p:nvPr>
        </p:nvSpPr>
        <p:spPr bwMode="auto">
          <a:xfrm>
            <a:off x="1676836" y="753036"/>
            <a:ext cx="21036680" cy="1381688"/>
          </a:xfrm>
          <a:prstGeom prst="rect">
            <a:avLst/>
          </a:prstGeom>
        </p:spPr>
        <p:txBody>
          <a:bodyPr/>
          <a:lstStyle>
            <a:lvl1pPr algn="ctr">
              <a:defRPr>
                <a:solidFill>
                  <a:srgbClr val="404040"/>
                </a:solidFill>
              </a:defRPr>
            </a:lvl1pPr>
          </a:lstStyle>
          <a:p>
            <a:pPr>
              <a:defRPr/>
            </a:pPr>
            <a:r>
              <a:t>Текст заголовка</a:t>
            </a:r>
          </a:p>
        </p:txBody>
      </p:sp>
      <p:sp>
        <p:nvSpPr>
          <p:cNvPr id="611" name="Уровень текста 1…"/>
          <p:cNvSpPr txBox="1">
            <a:spLocks noGrp="1"/>
          </p:cNvSpPr>
          <p:nvPr>
            <p:ph type="body" sz="quarter" idx="1"/>
          </p:nvPr>
        </p:nvSpPr>
        <p:spPr bwMode="auto">
          <a:xfrm>
            <a:off x="1676836" y="2134729"/>
            <a:ext cx="21036680" cy="457202"/>
          </a:xfrm>
          <a:prstGeom prst="rect">
            <a:avLst/>
          </a:prstGeom>
        </p:spPr>
        <p:txBody>
          <a:bodyPr/>
          <a:lstStyle>
            <a:lvl1pPr algn="ctr">
              <a:defRPr sz="3200">
                <a:solidFill>
                  <a:schemeClr val="accent4"/>
                </a:solidFill>
              </a:defRPr>
            </a:lvl1pPr>
            <a:lvl2pPr algn="ctr">
              <a:defRPr sz="3200">
                <a:solidFill>
                  <a:schemeClr val="accent4"/>
                </a:solidFill>
              </a:defRPr>
            </a:lvl2pPr>
            <a:lvl3pPr algn="ctr">
              <a:defRPr sz="3200">
                <a:solidFill>
                  <a:schemeClr val="accent4"/>
                </a:solidFill>
              </a:defRPr>
            </a:lvl3pPr>
            <a:lvl4pPr algn="ctr">
              <a:defRPr sz="3200">
                <a:solidFill>
                  <a:schemeClr val="accent4"/>
                </a:solidFill>
              </a:defRPr>
            </a:lvl4pPr>
            <a:lvl5pPr algn="ct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Tree>
    <p:extLst>
      <p:ext uri="{BB962C8B-B14F-4D97-AF65-F5344CB8AC3E}">
        <p14:creationId xmlns:p14="http://schemas.microsoft.com/office/powerpoint/2010/main" val="710747436"/>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showMasterPhAnim="0" type="tx" userDrawn="1">
  <p:cSld name="27_Custom Layout">
    <p:spTree>
      <p:nvGrpSpPr>
        <p:cNvPr id="1" name=""/>
        <p:cNvGrpSpPr/>
        <p:nvPr/>
      </p:nvGrpSpPr>
      <p:grpSpPr bwMode="auto">
        <a:xfrm>
          <a:off x="0" y="0"/>
          <a:ext cx="0" cy="0"/>
          <a:chOff x="0" y="0"/>
          <a:chExt cx="0" cy="0"/>
        </a:xfrm>
      </p:grpSpPr>
      <p:sp>
        <p:nvSpPr>
          <p:cNvPr id="618"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619" name="Picture Placeholder 8"/>
          <p:cNvSpPr>
            <a:spLocks noGrp="1"/>
          </p:cNvSpPr>
          <p:nvPr>
            <p:ph type="pic" idx="21"/>
          </p:nvPr>
        </p:nvSpPr>
        <p:spPr bwMode="auto">
          <a:xfrm>
            <a:off x="-1" y="7"/>
            <a:ext cx="24390354" cy="13716002"/>
          </a:xfrm>
          <a:prstGeom prst="rect">
            <a:avLst/>
          </a:prstGeom>
        </p:spPr>
        <p:txBody>
          <a:bodyPr lIns="91439" rIns="91439">
            <a:noAutofit/>
          </a:bodyPr>
          <a:lstStyle/>
          <a:p>
            <a:pPr>
              <a:defRPr/>
            </a:pPr>
            <a:endParaRPr/>
          </a:p>
        </p:txBody>
      </p:sp>
      <p:sp>
        <p:nvSpPr>
          <p:cNvPr id="620" name="Текст заголовка"/>
          <p:cNvSpPr txBox="1">
            <a:spLocks noGrp="1"/>
          </p:cNvSpPr>
          <p:nvPr>
            <p:ph type="title"/>
          </p:nvPr>
        </p:nvSpPr>
        <p:spPr bwMode="auto">
          <a:xfrm>
            <a:off x="1604219" y="5476321"/>
            <a:ext cx="21145402" cy="1381686"/>
          </a:xfrm>
          <a:prstGeom prst="rect">
            <a:avLst/>
          </a:prstGeom>
        </p:spPr>
        <p:txBody>
          <a:bodyPr/>
          <a:lstStyle>
            <a:lvl1pPr algn="ctr">
              <a:defRPr>
                <a:solidFill>
                  <a:srgbClr val="404040"/>
                </a:solidFill>
              </a:defRPr>
            </a:lvl1pPr>
          </a:lstStyle>
          <a:p>
            <a:pPr>
              <a:defRPr/>
            </a:pPr>
            <a:r>
              <a:t>Текст заголовка</a:t>
            </a:r>
          </a:p>
        </p:txBody>
      </p:sp>
      <p:sp>
        <p:nvSpPr>
          <p:cNvPr id="621" name="Уровень текста 1…"/>
          <p:cNvSpPr txBox="1">
            <a:spLocks noGrp="1"/>
          </p:cNvSpPr>
          <p:nvPr>
            <p:ph type="body" sz="quarter" idx="1"/>
          </p:nvPr>
        </p:nvSpPr>
        <p:spPr bwMode="auto">
          <a:xfrm>
            <a:off x="1604219" y="6858000"/>
            <a:ext cx="21145402" cy="457200"/>
          </a:xfrm>
          <a:prstGeom prst="rect">
            <a:avLst/>
          </a:prstGeom>
        </p:spPr>
        <p:txBody>
          <a:bodyPr/>
          <a:lstStyle>
            <a:lvl1pPr algn="ctr">
              <a:defRPr sz="3200">
                <a:solidFill>
                  <a:schemeClr val="accent4"/>
                </a:solidFill>
              </a:defRPr>
            </a:lvl1pPr>
            <a:lvl2pPr algn="ctr">
              <a:defRPr sz="3200">
                <a:solidFill>
                  <a:schemeClr val="accent4"/>
                </a:solidFill>
              </a:defRPr>
            </a:lvl2pPr>
            <a:lvl3pPr algn="ctr">
              <a:defRPr sz="3200">
                <a:solidFill>
                  <a:schemeClr val="accent4"/>
                </a:solidFill>
              </a:defRPr>
            </a:lvl3pPr>
            <a:lvl4pPr algn="ctr">
              <a:defRPr sz="3200">
                <a:solidFill>
                  <a:schemeClr val="accent4"/>
                </a:solidFill>
              </a:defRPr>
            </a:lvl4pPr>
            <a:lvl5pPr algn="ct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Tree>
    <p:extLst>
      <p:ext uri="{BB962C8B-B14F-4D97-AF65-F5344CB8AC3E}">
        <p14:creationId xmlns:p14="http://schemas.microsoft.com/office/powerpoint/2010/main" val="4234858324"/>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showMasterPhAnim="0" type="tx" userDrawn="1">
  <p:cSld name="30_Custom Layout">
    <p:spTree>
      <p:nvGrpSpPr>
        <p:cNvPr id="1" name=""/>
        <p:cNvGrpSpPr/>
        <p:nvPr/>
      </p:nvGrpSpPr>
      <p:grpSpPr bwMode="auto">
        <a:xfrm>
          <a:off x="0" y="0"/>
          <a:ext cx="0" cy="0"/>
          <a:chOff x="0" y="0"/>
          <a:chExt cx="0" cy="0"/>
        </a:xfrm>
      </p:grpSpPr>
      <p:sp>
        <p:nvSpPr>
          <p:cNvPr id="646" name="Picture Placeholder 8"/>
          <p:cNvSpPr>
            <a:spLocks noGrp="1"/>
          </p:cNvSpPr>
          <p:nvPr>
            <p:ph type="pic" idx="21"/>
          </p:nvPr>
        </p:nvSpPr>
        <p:spPr bwMode="auto">
          <a:xfrm>
            <a:off x="-1" y="7"/>
            <a:ext cx="24390354" cy="13716002"/>
          </a:xfrm>
          <a:prstGeom prst="rect">
            <a:avLst/>
          </a:prstGeom>
        </p:spPr>
        <p:txBody>
          <a:bodyPr lIns="91439" rIns="91439">
            <a:noAutofit/>
          </a:bodyPr>
          <a:lstStyle/>
          <a:p>
            <a:pPr>
              <a:defRPr/>
            </a:pPr>
            <a:endParaRPr/>
          </a:p>
        </p:txBody>
      </p:sp>
      <p:sp>
        <p:nvSpPr>
          <p:cNvPr id="647"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648" name="Текст заголовка"/>
          <p:cNvSpPr txBox="1">
            <a:spLocks noGrp="1"/>
          </p:cNvSpPr>
          <p:nvPr>
            <p:ph type="title"/>
          </p:nvPr>
        </p:nvSpPr>
        <p:spPr bwMode="auto">
          <a:xfrm>
            <a:off x="1604217" y="6429375"/>
            <a:ext cx="21109306" cy="2028826"/>
          </a:xfrm>
          <a:prstGeom prst="rect">
            <a:avLst/>
          </a:prstGeom>
        </p:spPr>
        <p:txBody>
          <a:bodyPr/>
          <a:lstStyle>
            <a:lvl1pPr algn="ctr">
              <a:defRPr sz="8800">
                <a:solidFill>
                  <a:srgbClr val="404040"/>
                </a:solidFill>
              </a:defRPr>
            </a:lvl1pPr>
          </a:lstStyle>
          <a:p>
            <a:pPr>
              <a:defRPr/>
            </a:pPr>
            <a:r>
              <a:t>Текст заголовка</a:t>
            </a:r>
          </a:p>
        </p:txBody>
      </p:sp>
      <p:sp>
        <p:nvSpPr>
          <p:cNvPr id="649" name="Уровень текста 1…"/>
          <p:cNvSpPr txBox="1">
            <a:spLocks noGrp="1"/>
          </p:cNvSpPr>
          <p:nvPr>
            <p:ph type="body" sz="quarter" idx="1"/>
          </p:nvPr>
        </p:nvSpPr>
        <p:spPr bwMode="auto">
          <a:xfrm>
            <a:off x="1604217" y="8458200"/>
            <a:ext cx="21109306" cy="457200"/>
          </a:xfrm>
          <a:prstGeom prst="rect">
            <a:avLst/>
          </a:prstGeom>
        </p:spPr>
        <p:txBody>
          <a:bodyPr/>
          <a:lstStyle>
            <a:lvl1pPr algn="ctr">
              <a:defRPr sz="3200">
                <a:solidFill>
                  <a:schemeClr val="accent4"/>
                </a:solidFill>
              </a:defRPr>
            </a:lvl1pPr>
            <a:lvl2pPr algn="ctr">
              <a:defRPr sz="3200">
                <a:solidFill>
                  <a:schemeClr val="accent4"/>
                </a:solidFill>
              </a:defRPr>
            </a:lvl2pPr>
            <a:lvl3pPr algn="ctr">
              <a:defRPr sz="3200">
                <a:solidFill>
                  <a:schemeClr val="accent4"/>
                </a:solidFill>
              </a:defRPr>
            </a:lvl3pPr>
            <a:lvl4pPr algn="ctr">
              <a:defRPr sz="3200">
                <a:solidFill>
                  <a:schemeClr val="accent4"/>
                </a:solidFill>
              </a:defRPr>
            </a:lvl4pPr>
            <a:lvl5pPr algn="ct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Tree>
    <p:extLst>
      <p:ext uri="{BB962C8B-B14F-4D97-AF65-F5344CB8AC3E}">
        <p14:creationId xmlns:p14="http://schemas.microsoft.com/office/powerpoint/2010/main" val="3239143312"/>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showMasterPhAnim="0" type="tx" userDrawn="1">
  <p:cSld name="31_Custom Layout">
    <p:spTree>
      <p:nvGrpSpPr>
        <p:cNvPr id="1" name=""/>
        <p:cNvGrpSpPr/>
        <p:nvPr/>
      </p:nvGrpSpPr>
      <p:grpSpPr bwMode="auto">
        <a:xfrm>
          <a:off x="0" y="0"/>
          <a:ext cx="0" cy="0"/>
          <a:chOff x="0" y="0"/>
          <a:chExt cx="0" cy="0"/>
        </a:xfrm>
      </p:grpSpPr>
      <p:sp>
        <p:nvSpPr>
          <p:cNvPr id="656"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657" name="Текст заголовка"/>
          <p:cNvSpPr txBox="1">
            <a:spLocks noGrp="1"/>
          </p:cNvSpPr>
          <p:nvPr>
            <p:ph type="title"/>
          </p:nvPr>
        </p:nvSpPr>
        <p:spPr bwMode="auto">
          <a:xfrm>
            <a:off x="1604219" y="4829183"/>
            <a:ext cx="21109306" cy="2028826"/>
          </a:xfrm>
          <a:prstGeom prst="rect">
            <a:avLst/>
          </a:prstGeom>
        </p:spPr>
        <p:txBody>
          <a:bodyPr/>
          <a:lstStyle>
            <a:lvl1pPr algn="ctr">
              <a:defRPr sz="8800">
                <a:solidFill>
                  <a:srgbClr val="404040"/>
                </a:solidFill>
              </a:defRPr>
            </a:lvl1pPr>
          </a:lstStyle>
          <a:p>
            <a:pPr>
              <a:defRPr/>
            </a:pPr>
            <a:r>
              <a:t>Текст заголовка</a:t>
            </a:r>
          </a:p>
        </p:txBody>
      </p:sp>
      <p:sp>
        <p:nvSpPr>
          <p:cNvPr id="658" name="Уровень текста 1…"/>
          <p:cNvSpPr txBox="1">
            <a:spLocks noGrp="1"/>
          </p:cNvSpPr>
          <p:nvPr>
            <p:ph type="body" sz="quarter" idx="1"/>
          </p:nvPr>
        </p:nvSpPr>
        <p:spPr bwMode="auto">
          <a:xfrm>
            <a:off x="1604219" y="6858000"/>
            <a:ext cx="21109306" cy="457200"/>
          </a:xfrm>
          <a:prstGeom prst="rect">
            <a:avLst/>
          </a:prstGeom>
        </p:spPr>
        <p:txBody>
          <a:bodyPr/>
          <a:lstStyle>
            <a:lvl1pPr algn="ctr">
              <a:defRPr sz="3200">
                <a:solidFill>
                  <a:schemeClr val="accent4"/>
                </a:solidFill>
              </a:defRPr>
            </a:lvl1pPr>
            <a:lvl2pPr algn="ctr">
              <a:defRPr sz="3200">
                <a:solidFill>
                  <a:schemeClr val="accent4"/>
                </a:solidFill>
              </a:defRPr>
            </a:lvl2pPr>
            <a:lvl3pPr algn="ctr">
              <a:defRPr sz="3200">
                <a:solidFill>
                  <a:schemeClr val="accent4"/>
                </a:solidFill>
              </a:defRPr>
            </a:lvl3pPr>
            <a:lvl4pPr algn="ctr">
              <a:defRPr sz="3200">
                <a:solidFill>
                  <a:schemeClr val="accent4"/>
                </a:solidFill>
              </a:defRPr>
            </a:lvl4pPr>
            <a:lvl5pPr algn="ctr">
              <a:defRPr sz="3200">
                <a:solidFill>
                  <a:schemeClr val="accent4"/>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Tree>
    <p:extLst>
      <p:ext uri="{BB962C8B-B14F-4D97-AF65-F5344CB8AC3E}">
        <p14:creationId xmlns:p14="http://schemas.microsoft.com/office/powerpoint/2010/main" val="4065037638"/>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PhAnim="0" type="tx" userDrawn="1">
  <p:cSld name="Section Header">
    <p:spTree>
      <p:nvGrpSpPr>
        <p:cNvPr id="1" name=""/>
        <p:cNvGrpSpPr/>
        <p:nvPr/>
      </p:nvGrpSpPr>
      <p:grpSpPr bwMode="auto">
        <a:xfrm>
          <a:off x="0" y="0"/>
          <a:ext cx="0" cy="0"/>
          <a:chOff x="0" y="0"/>
          <a:chExt cx="0" cy="0"/>
        </a:xfrm>
      </p:grpSpPr>
      <p:sp>
        <p:nvSpPr>
          <p:cNvPr id="665" name="Текст заголовка"/>
          <p:cNvSpPr txBox="1">
            <a:spLocks noGrp="1"/>
          </p:cNvSpPr>
          <p:nvPr>
            <p:ph type="title"/>
          </p:nvPr>
        </p:nvSpPr>
        <p:spPr bwMode="auto">
          <a:xfrm>
            <a:off x="1676836" y="7557246"/>
            <a:ext cx="5991984" cy="680200"/>
          </a:xfrm>
          <a:prstGeom prst="rect">
            <a:avLst/>
          </a:prstGeom>
        </p:spPr>
        <p:txBody>
          <a:bodyPr anchor="b"/>
          <a:lstStyle>
            <a:lvl1pPr>
              <a:defRPr sz="3200">
                <a:solidFill>
                  <a:srgbClr val="404040"/>
                </a:solidFill>
              </a:defRPr>
            </a:lvl1pPr>
          </a:lstStyle>
          <a:p>
            <a:pPr>
              <a:defRPr/>
            </a:pPr>
            <a:r>
              <a:t>Текст заголовка</a:t>
            </a:r>
          </a:p>
        </p:txBody>
      </p:sp>
      <p:sp>
        <p:nvSpPr>
          <p:cNvPr id="666" name="Уровень текста 1…"/>
          <p:cNvSpPr txBox="1">
            <a:spLocks noGrp="1"/>
          </p:cNvSpPr>
          <p:nvPr>
            <p:ph type="body" sz="quarter" idx="1"/>
          </p:nvPr>
        </p:nvSpPr>
        <p:spPr bwMode="auto">
          <a:xfrm>
            <a:off x="1676845" y="8237446"/>
            <a:ext cx="5991982" cy="1471332"/>
          </a:xfrm>
          <a:prstGeom prst="rect">
            <a:avLst/>
          </a:prstGeom>
        </p:spPr>
        <p:txBody>
          <a:bodyPr/>
          <a:lstStyle>
            <a:lvl1pPr>
              <a:defRPr>
                <a:solidFill>
                  <a:srgbClr val="888888"/>
                </a:solidFill>
              </a:defRPr>
            </a:lvl1pPr>
            <a:lvl2pPr>
              <a:defRPr>
                <a:solidFill>
                  <a:srgbClr val="888888"/>
                </a:solidFill>
              </a:defRPr>
            </a:lvl2pPr>
            <a:lvl3pPr>
              <a:defRPr>
                <a:solidFill>
                  <a:srgbClr val="888888"/>
                </a:solidFill>
              </a:defRPr>
            </a:lvl3pPr>
            <a:lvl4pPr>
              <a:defRPr>
                <a:solidFill>
                  <a:srgbClr val="888888"/>
                </a:solidFill>
              </a:defRPr>
            </a:lvl4pPr>
            <a:lvl5pPr indent="3656686">
              <a:defRPr>
                <a:solidFill>
                  <a:srgbClr val="888888"/>
                </a:solidFill>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
        <p:nvSpPr>
          <p:cNvPr id="667"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Tree>
    <p:extLst>
      <p:ext uri="{BB962C8B-B14F-4D97-AF65-F5344CB8AC3E}">
        <p14:creationId xmlns:p14="http://schemas.microsoft.com/office/powerpoint/2010/main" val="2983039291"/>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PhAnim="0" type="tx" userDrawn="1">
  <p:cSld name="Custom Layout">
    <p:spTree>
      <p:nvGrpSpPr>
        <p:cNvPr id="1" name=""/>
        <p:cNvGrpSpPr/>
        <p:nvPr/>
      </p:nvGrpSpPr>
      <p:grpSpPr bwMode="auto">
        <a:xfrm>
          <a:off x="0" y="0"/>
          <a:ext cx="0" cy="0"/>
          <a:chOff x="0" y="0"/>
          <a:chExt cx="0" cy="0"/>
        </a:xfrm>
      </p:grpSpPr>
      <p:sp>
        <p:nvSpPr>
          <p:cNvPr id="674"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675" name="Picture Placeholder 8"/>
          <p:cNvSpPr>
            <a:spLocks noGrp="1"/>
          </p:cNvSpPr>
          <p:nvPr>
            <p:ph type="pic" sz="quarter" idx="21"/>
          </p:nvPr>
        </p:nvSpPr>
        <p:spPr bwMode="auto">
          <a:xfrm>
            <a:off x="5" y="0"/>
            <a:ext cx="6105182" cy="4572000"/>
          </a:xfrm>
          <a:prstGeom prst="rect">
            <a:avLst/>
          </a:prstGeom>
        </p:spPr>
        <p:txBody>
          <a:bodyPr lIns="91439" rIns="91439">
            <a:noAutofit/>
          </a:bodyPr>
          <a:lstStyle/>
          <a:p>
            <a:pPr>
              <a:defRPr/>
            </a:pPr>
            <a:endParaRPr/>
          </a:p>
        </p:txBody>
      </p:sp>
      <p:sp>
        <p:nvSpPr>
          <p:cNvPr id="676" name="Picture Placeholder 8"/>
          <p:cNvSpPr>
            <a:spLocks noGrp="1"/>
          </p:cNvSpPr>
          <p:nvPr>
            <p:ph type="pic" sz="quarter" idx="22"/>
          </p:nvPr>
        </p:nvSpPr>
        <p:spPr bwMode="auto">
          <a:xfrm>
            <a:off x="6105187" y="0"/>
            <a:ext cx="6105182" cy="4572000"/>
          </a:xfrm>
          <a:prstGeom prst="rect">
            <a:avLst/>
          </a:prstGeom>
        </p:spPr>
        <p:txBody>
          <a:bodyPr lIns="91439" rIns="91439">
            <a:noAutofit/>
          </a:bodyPr>
          <a:lstStyle/>
          <a:p>
            <a:pPr>
              <a:defRPr/>
            </a:pPr>
            <a:endParaRPr/>
          </a:p>
        </p:txBody>
      </p:sp>
      <p:sp>
        <p:nvSpPr>
          <p:cNvPr id="677" name="Picture Placeholder 8"/>
          <p:cNvSpPr>
            <a:spLocks noGrp="1"/>
          </p:cNvSpPr>
          <p:nvPr>
            <p:ph type="pic" sz="quarter" idx="23"/>
          </p:nvPr>
        </p:nvSpPr>
        <p:spPr bwMode="auto">
          <a:xfrm>
            <a:off x="12210365" y="0"/>
            <a:ext cx="6105182" cy="4572000"/>
          </a:xfrm>
          <a:prstGeom prst="rect">
            <a:avLst/>
          </a:prstGeom>
        </p:spPr>
        <p:txBody>
          <a:bodyPr lIns="91439" rIns="91439">
            <a:noAutofit/>
          </a:bodyPr>
          <a:lstStyle/>
          <a:p>
            <a:pPr>
              <a:defRPr/>
            </a:pPr>
            <a:endParaRPr/>
          </a:p>
        </p:txBody>
      </p:sp>
      <p:sp>
        <p:nvSpPr>
          <p:cNvPr id="678" name="Picture Placeholder 8"/>
          <p:cNvSpPr>
            <a:spLocks noGrp="1"/>
          </p:cNvSpPr>
          <p:nvPr>
            <p:ph type="pic" sz="quarter" idx="24"/>
          </p:nvPr>
        </p:nvSpPr>
        <p:spPr bwMode="auto">
          <a:xfrm>
            <a:off x="18315547" y="0"/>
            <a:ext cx="6105182" cy="4572000"/>
          </a:xfrm>
          <a:prstGeom prst="rect">
            <a:avLst/>
          </a:prstGeom>
        </p:spPr>
        <p:txBody>
          <a:bodyPr lIns="91439" rIns="91439">
            <a:noAutofit/>
          </a:bodyPr>
          <a:lstStyle/>
          <a:p>
            <a:pPr>
              <a:defRPr/>
            </a:pPr>
            <a:endParaRPr/>
          </a:p>
        </p:txBody>
      </p:sp>
      <p:sp>
        <p:nvSpPr>
          <p:cNvPr id="679" name="Picture Placeholder 8"/>
          <p:cNvSpPr>
            <a:spLocks noGrp="1"/>
          </p:cNvSpPr>
          <p:nvPr>
            <p:ph type="pic" sz="quarter" idx="25"/>
          </p:nvPr>
        </p:nvSpPr>
        <p:spPr bwMode="auto">
          <a:xfrm>
            <a:off x="5" y="4572000"/>
            <a:ext cx="6105182" cy="4572000"/>
          </a:xfrm>
          <a:prstGeom prst="rect">
            <a:avLst/>
          </a:prstGeom>
        </p:spPr>
        <p:txBody>
          <a:bodyPr lIns="91439" rIns="91439">
            <a:noAutofit/>
          </a:bodyPr>
          <a:lstStyle/>
          <a:p>
            <a:pPr>
              <a:defRPr/>
            </a:pPr>
            <a:endParaRPr/>
          </a:p>
        </p:txBody>
      </p:sp>
      <p:sp>
        <p:nvSpPr>
          <p:cNvPr id="680" name="Picture Placeholder 8"/>
          <p:cNvSpPr>
            <a:spLocks noGrp="1"/>
          </p:cNvSpPr>
          <p:nvPr>
            <p:ph type="pic" sz="quarter" idx="26"/>
          </p:nvPr>
        </p:nvSpPr>
        <p:spPr bwMode="auto">
          <a:xfrm>
            <a:off x="6105187" y="4572000"/>
            <a:ext cx="6105182" cy="4572000"/>
          </a:xfrm>
          <a:prstGeom prst="rect">
            <a:avLst/>
          </a:prstGeom>
        </p:spPr>
        <p:txBody>
          <a:bodyPr lIns="91439" rIns="91439">
            <a:noAutofit/>
          </a:bodyPr>
          <a:lstStyle/>
          <a:p>
            <a:pPr>
              <a:defRPr/>
            </a:pPr>
            <a:endParaRPr/>
          </a:p>
        </p:txBody>
      </p:sp>
      <p:sp>
        <p:nvSpPr>
          <p:cNvPr id="681" name="Picture Placeholder 8"/>
          <p:cNvSpPr>
            <a:spLocks noGrp="1"/>
          </p:cNvSpPr>
          <p:nvPr>
            <p:ph type="pic" sz="quarter" idx="27"/>
          </p:nvPr>
        </p:nvSpPr>
        <p:spPr bwMode="auto">
          <a:xfrm>
            <a:off x="12210365" y="4572000"/>
            <a:ext cx="6105182" cy="4572000"/>
          </a:xfrm>
          <a:prstGeom prst="rect">
            <a:avLst/>
          </a:prstGeom>
        </p:spPr>
        <p:txBody>
          <a:bodyPr lIns="91439" rIns="91439">
            <a:noAutofit/>
          </a:bodyPr>
          <a:lstStyle/>
          <a:p>
            <a:pPr>
              <a:defRPr/>
            </a:pPr>
            <a:endParaRPr/>
          </a:p>
        </p:txBody>
      </p:sp>
      <p:sp>
        <p:nvSpPr>
          <p:cNvPr id="682" name="Picture Placeholder 8"/>
          <p:cNvSpPr>
            <a:spLocks noGrp="1"/>
          </p:cNvSpPr>
          <p:nvPr>
            <p:ph type="pic" sz="quarter" idx="28"/>
          </p:nvPr>
        </p:nvSpPr>
        <p:spPr bwMode="auto">
          <a:xfrm>
            <a:off x="18315547" y="4572000"/>
            <a:ext cx="6105182" cy="4572000"/>
          </a:xfrm>
          <a:prstGeom prst="rect">
            <a:avLst/>
          </a:prstGeom>
        </p:spPr>
        <p:txBody>
          <a:bodyPr lIns="91439" rIns="91439">
            <a:noAutofit/>
          </a:bodyPr>
          <a:lstStyle/>
          <a:p>
            <a:pPr>
              <a:defRPr/>
            </a:pPr>
            <a:endParaRPr/>
          </a:p>
        </p:txBody>
      </p:sp>
      <p:sp>
        <p:nvSpPr>
          <p:cNvPr id="683" name="Picture Placeholder 8"/>
          <p:cNvSpPr>
            <a:spLocks noGrp="1"/>
          </p:cNvSpPr>
          <p:nvPr>
            <p:ph type="pic" sz="quarter" idx="29"/>
          </p:nvPr>
        </p:nvSpPr>
        <p:spPr bwMode="auto">
          <a:xfrm>
            <a:off x="5" y="9144000"/>
            <a:ext cx="6105182" cy="4572000"/>
          </a:xfrm>
          <a:prstGeom prst="rect">
            <a:avLst/>
          </a:prstGeom>
        </p:spPr>
        <p:txBody>
          <a:bodyPr lIns="91439" rIns="91439">
            <a:noAutofit/>
          </a:bodyPr>
          <a:lstStyle/>
          <a:p>
            <a:pPr>
              <a:defRPr/>
            </a:pPr>
            <a:endParaRPr/>
          </a:p>
        </p:txBody>
      </p:sp>
      <p:sp>
        <p:nvSpPr>
          <p:cNvPr id="684" name="Picture Placeholder 8"/>
          <p:cNvSpPr>
            <a:spLocks noGrp="1"/>
          </p:cNvSpPr>
          <p:nvPr>
            <p:ph type="pic" sz="quarter" idx="30"/>
          </p:nvPr>
        </p:nvSpPr>
        <p:spPr bwMode="auto">
          <a:xfrm>
            <a:off x="6105187" y="9144000"/>
            <a:ext cx="6105182" cy="4572000"/>
          </a:xfrm>
          <a:prstGeom prst="rect">
            <a:avLst/>
          </a:prstGeom>
        </p:spPr>
        <p:txBody>
          <a:bodyPr lIns="91439" rIns="91439">
            <a:noAutofit/>
          </a:bodyPr>
          <a:lstStyle/>
          <a:p>
            <a:pPr>
              <a:defRPr/>
            </a:pPr>
            <a:endParaRPr/>
          </a:p>
        </p:txBody>
      </p:sp>
      <p:sp>
        <p:nvSpPr>
          <p:cNvPr id="685" name="Picture Placeholder 8"/>
          <p:cNvSpPr>
            <a:spLocks noGrp="1"/>
          </p:cNvSpPr>
          <p:nvPr>
            <p:ph type="pic" sz="quarter" idx="31"/>
          </p:nvPr>
        </p:nvSpPr>
        <p:spPr bwMode="auto">
          <a:xfrm>
            <a:off x="12210365" y="9144000"/>
            <a:ext cx="6105182" cy="4572000"/>
          </a:xfrm>
          <a:prstGeom prst="rect">
            <a:avLst/>
          </a:prstGeom>
        </p:spPr>
        <p:txBody>
          <a:bodyPr lIns="91439" rIns="91439">
            <a:noAutofit/>
          </a:bodyPr>
          <a:lstStyle/>
          <a:p>
            <a:pPr>
              <a:defRPr/>
            </a:pPr>
            <a:endParaRPr/>
          </a:p>
        </p:txBody>
      </p:sp>
      <p:sp>
        <p:nvSpPr>
          <p:cNvPr id="686" name="Picture Placeholder 8"/>
          <p:cNvSpPr>
            <a:spLocks noGrp="1"/>
          </p:cNvSpPr>
          <p:nvPr>
            <p:ph type="pic" sz="quarter" idx="32"/>
          </p:nvPr>
        </p:nvSpPr>
        <p:spPr bwMode="auto">
          <a:xfrm>
            <a:off x="18315547" y="9144000"/>
            <a:ext cx="6105182" cy="4572000"/>
          </a:xfrm>
          <a:prstGeom prst="rect">
            <a:avLst/>
          </a:prstGeom>
        </p:spPr>
        <p:txBody>
          <a:bodyPr lIns="91439" rIns="91439">
            <a:noAutofit/>
          </a:bodyPr>
          <a:lstStyle/>
          <a:p>
            <a:pPr>
              <a:defRPr/>
            </a:pPr>
            <a:endParaRPr/>
          </a:p>
        </p:txBody>
      </p:sp>
      <p:sp>
        <p:nvSpPr>
          <p:cNvPr id="687" name="Picture Placeholder 8"/>
          <p:cNvSpPr>
            <a:spLocks noGrp="1"/>
          </p:cNvSpPr>
          <p:nvPr>
            <p:ph type="pic" sz="quarter" idx="33"/>
          </p:nvPr>
        </p:nvSpPr>
        <p:spPr bwMode="auto">
          <a:xfrm>
            <a:off x="12339537" y="6994526"/>
            <a:ext cx="6105182" cy="4572000"/>
          </a:xfrm>
          <a:prstGeom prst="rect">
            <a:avLst/>
          </a:prstGeom>
        </p:spPr>
        <p:txBody>
          <a:bodyPr lIns="91439" rIns="91439">
            <a:noAutofit/>
          </a:bodyPr>
          <a:lstStyle/>
          <a:p>
            <a:pPr>
              <a:defRPr/>
            </a:pPr>
            <a:endParaRPr/>
          </a:p>
        </p:txBody>
      </p:sp>
    </p:spTree>
    <p:extLst>
      <p:ext uri="{BB962C8B-B14F-4D97-AF65-F5344CB8AC3E}">
        <p14:creationId xmlns:p14="http://schemas.microsoft.com/office/powerpoint/2010/main" val="2268793819"/>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PhAnim="0" type="tx" userDrawn="1">
  <p:cSld name="Two Content">
    <p:spTree>
      <p:nvGrpSpPr>
        <p:cNvPr id="1" name=""/>
        <p:cNvGrpSpPr/>
        <p:nvPr/>
      </p:nvGrpSpPr>
      <p:grpSpPr bwMode="auto">
        <a:xfrm>
          <a:off x="0" y="0"/>
          <a:ext cx="0" cy="0"/>
          <a:chOff x="0" y="0"/>
          <a:chExt cx="0" cy="0"/>
        </a:xfrm>
      </p:grpSpPr>
      <p:sp>
        <p:nvSpPr>
          <p:cNvPr id="694" name="Текст заголовка"/>
          <p:cNvSpPr txBox="1">
            <a:spLocks noGrp="1"/>
          </p:cNvSpPr>
          <p:nvPr>
            <p:ph type="title"/>
          </p:nvPr>
        </p:nvSpPr>
        <p:spPr bwMode="auto">
          <a:xfrm>
            <a:off x="1676843" y="730259"/>
            <a:ext cx="21036682" cy="2651126"/>
          </a:xfrm>
          <a:prstGeom prst="rect">
            <a:avLst/>
          </a:prstGeom>
        </p:spPr>
        <p:txBody>
          <a:bodyPr/>
          <a:lstStyle/>
          <a:p>
            <a:pPr>
              <a:defRPr/>
            </a:pPr>
            <a:r>
              <a:t>Текст заголовка</a:t>
            </a:r>
          </a:p>
        </p:txBody>
      </p:sp>
      <p:sp>
        <p:nvSpPr>
          <p:cNvPr id="695" name="Уровень текста 1…"/>
          <p:cNvSpPr txBox="1">
            <a:spLocks noGrp="1"/>
          </p:cNvSpPr>
          <p:nvPr>
            <p:ph type="body" sz="half" idx="1"/>
          </p:nvPr>
        </p:nvSpPr>
        <p:spPr bwMode="auto">
          <a:xfrm>
            <a:off x="1676841" y="3651250"/>
            <a:ext cx="10365902" cy="8702676"/>
          </a:xfrm>
          <a:prstGeom prst="rect">
            <a:avLst/>
          </a:prstGeom>
        </p:spPr>
        <p:txBody>
          <a:body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
        <p:nvSpPr>
          <p:cNvPr id="696"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Tree>
    <p:extLst>
      <p:ext uri="{BB962C8B-B14F-4D97-AF65-F5344CB8AC3E}">
        <p14:creationId xmlns:p14="http://schemas.microsoft.com/office/powerpoint/2010/main" val="1374408772"/>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PhAnim="0" type="tx" userDrawn="1">
  <p:cSld name="Comparison">
    <p:spTree>
      <p:nvGrpSpPr>
        <p:cNvPr id="1" name=""/>
        <p:cNvGrpSpPr/>
        <p:nvPr/>
      </p:nvGrpSpPr>
      <p:grpSpPr bwMode="auto">
        <a:xfrm>
          <a:off x="0" y="0"/>
          <a:ext cx="0" cy="0"/>
          <a:chOff x="0" y="0"/>
          <a:chExt cx="0" cy="0"/>
        </a:xfrm>
      </p:grpSpPr>
      <p:sp>
        <p:nvSpPr>
          <p:cNvPr id="703" name="Текст заголовка"/>
          <p:cNvSpPr txBox="1">
            <a:spLocks noGrp="1"/>
          </p:cNvSpPr>
          <p:nvPr>
            <p:ph type="title"/>
          </p:nvPr>
        </p:nvSpPr>
        <p:spPr bwMode="auto">
          <a:xfrm>
            <a:off x="1680015" y="730259"/>
            <a:ext cx="21036682" cy="2651126"/>
          </a:xfrm>
          <a:prstGeom prst="rect">
            <a:avLst/>
          </a:prstGeom>
        </p:spPr>
        <p:txBody>
          <a:bodyPr/>
          <a:lstStyle/>
          <a:p>
            <a:pPr>
              <a:defRPr/>
            </a:pPr>
            <a:r>
              <a:t>Текст заголовка</a:t>
            </a:r>
          </a:p>
        </p:txBody>
      </p:sp>
      <p:sp>
        <p:nvSpPr>
          <p:cNvPr id="704" name="Уровень текста 1…"/>
          <p:cNvSpPr txBox="1">
            <a:spLocks noGrp="1"/>
          </p:cNvSpPr>
          <p:nvPr>
            <p:ph type="body" sz="quarter" idx="1"/>
          </p:nvPr>
        </p:nvSpPr>
        <p:spPr bwMode="auto">
          <a:xfrm>
            <a:off x="1680012" y="3362333"/>
            <a:ext cx="10318264" cy="1647826"/>
          </a:xfrm>
          <a:prstGeom prst="rect">
            <a:avLst/>
          </a:prstGeom>
        </p:spPr>
        <p:txBody>
          <a:bodyPr anchor="b"/>
          <a:lstStyle>
            <a:lvl1pPr>
              <a:defRPr sz="4700"/>
            </a:lvl1pPr>
            <a:lvl2pPr>
              <a:defRPr sz="4700"/>
            </a:lvl2pPr>
            <a:lvl3pPr>
              <a:defRPr sz="4700"/>
            </a:lvl3pPr>
            <a:lvl4pPr>
              <a:defRPr sz="4700"/>
            </a:lvl4pPr>
            <a:lvl5pPr indent="3656686">
              <a:defRPr sz="4700"/>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
        <p:nvSpPr>
          <p:cNvPr id="705" name="Text Placeholder 4"/>
          <p:cNvSpPr>
            <a:spLocks noGrp="1"/>
          </p:cNvSpPr>
          <p:nvPr>
            <p:ph type="body" sz="quarter" idx="21"/>
          </p:nvPr>
        </p:nvSpPr>
        <p:spPr bwMode="auto">
          <a:xfrm>
            <a:off x="12347625" y="3362333"/>
            <a:ext cx="10369078" cy="1647826"/>
          </a:xfrm>
          <a:prstGeom prst="rect">
            <a:avLst/>
          </a:prstGeom>
        </p:spPr>
        <p:txBody>
          <a:bodyPr anchor="b"/>
          <a:lstStyle/>
          <a:p>
            <a:pPr>
              <a:defRPr sz="4700"/>
            </a:pPr>
            <a:endParaRPr/>
          </a:p>
        </p:txBody>
      </p:sp>
      <p:sp>
        <p:nvSpPr>
          <p:cNvPr id="706"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Tree>
    <p:extLst>
      <p:ext uri="{BB962C8B-B14F-4D97-AF65-F5344CB8AC3E}">
        <p14:creationId xmlns:p14="http://schemas.microsoft.com/office/powerpoint/2010/main" val="3154795587"/>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showMasterPhAnim="0" type="tx" userDrawn="1">
  <p:cSld name="Title Only">
    <p:spTree>
      <p:nvGrpSpPr>
        <p:cNvPr id="1" name=""/>
        <p:cNvGrpSpPr/>
        <p:nvPr/>
      </p:nvGrpSpPr>
      <p:grpSpPr bwMode="auto">
        <a:xfrm>
          <a:off x="0" y="0"/>
          <a:ext cx="0" cy="0"/>
          <a:chOff x="0" y="0"/>
          <a:chExt cx="0" cy="0"/>
        </a:xfrm>
      </p:grpSpPr>
      <p:sp>
        <p:nvSpPr>
          <p:cNvPr id="713" name="Текст заголовка"/>
          <p:cNvSpPr txBox="1">
            <a:spLocks noGrp="1"/>
          </p:cNvSpPr>
          <p:nvPr>
            <p:ph type="title"/>
          </p:nvPr>
        </p:nvSpPr>
        <p:spPr bwMode="auto">
          <a:xfrm>
            <a:off x="1676843" y="730259"/>
            <a:ext cx="21036682" cy="2651126"/>
          </a:xfrm>
          <a:prstGeom prst="rect">
            <a:avLst/>
          </a:prstGeom>
        </p:spPr>
        <p:txBody>
          <a:bodyPr/>
          <a:lstStyle/>
          <a:p>
            <a:pPr>
              <a:defRPr/>
            </a:pPr>
            <a:r>
              <a:t>Текст заголовка</a:t>
            </a:r>
          </a:p>
        </p:txBody>
      </p:sp>
      <p:sp>
        <p:nvSpPr>
          <p:cNvPr id="714"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715" name="Уровень текста 1…"/>
          <p:cNvSpPr txBox="1">
            <a:spLocks noGrp="1"/>
          </p:cNvSpPr>
          <p:nvPr>
            <p:ph type="body" sz="quarter" idx="1"/>
          </p:nvPr>
        </p:nvSpPr>
        <p:spPr bwMode="auto">
          <a:xfrm>
            <a:off x="2555627" y="5297495"/>
            <a:ext cx="5301838" cy="1828802"/>
          </a:xfrm>
          <a:prstGeom prst="rect">
            <a:avLst/>
          </a:prstGeom>
        </p:spPr>
        <p:txBody>
          <a:bodyPr/>
          <a:lstStyle>
            <a:lvl1pPr>
              <a:defRPr sz="8800">
                <a:latin typeface="Montserrat Semi Bold"/>
                <a:ea typeface="Montserrat Semi Bold"/>
                <a:cs typeface="Montserrat Semi Bold"/>
              </a:defRPr>
            </a:lvl1pPr>
            <a:lvl2pPr>
              <a:defRPr sz="8800">
                <a:latin typeface="Montserrat Semi Bold"/>
                <a:ea typeface="Montserrat Semi Bold"/>
                <a:cs typeface="Montserrat Semi Bold"/>
              </a:defRPr>
            </a:lvl2pPr>
            <a:lvl3pPr>
              <a:defRPr sz="8800">
                <a:latin typeface="Montserrat Semi Bold"/>
                <a:ea typeface="Montserrat Semi Bold"/>
                <a:cs typeface="Montserrat Semi Bold"/>
              </a:defRPr>
            </a:lvl3pPr>
            <a:lvl4pPr>
              <a:defRPr sz="8800">
                <a:latin typeface="Montserrat Semi Bold"/>
                <a:ea typeface="Montserrat Semi Bold"/>
                <a:cs typeface="Montserrat Semi Bold"/>
              </a:defRPr>
            </a:lvl4pPr>
            <a:lvl5pPr>
              <a:defRPr sz="8800">
                <a:latin typeface="Montserrat Semi Bold"/>
                <a:ea typeface="Montserrat Semi Bold"/>
                <a:cs typeface="Montserrat Semi Bold"/>
              </a:defRPr>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
        <p:nvSpPr>
          <p:cNvPr id="716" name="Text Placeholder 7"/>
          <p:cNvSpPr>
            <a:spLocks noGrp="1"/>
          </p:cNvSpPr>
          <p:nvPr>
            <p:ph type="body" sz="quarter" idx="21"/>
          </p:nvPr>
        </p:nvSpPr>
        <p:spPr bwMode="auto">
          <a:xfrm>
            <a:off x="2582620" y="7423155"/>
            <a:ext cx="5274836" cy="1531938"/>
          </a:xfrm>
          <a:prstGeom prst="rect">
            <a:avLst/>
          </a:prstGeom>
        </p:spPr>
        <p:txBody>
          <a:bodyPr/>
          <a:lstStyle/>
          <a:p>
            <a:pPr>
              <a:defRPr/>
            </a:pPr>
            <a:endParaRPr/>
          </a:p>
        </p:txBody>
      </p:sp>
      <p:sp>
        <p:nvSpPr>
          <p:cNvPr id="717" name="Text Placeholder 9"/>
          <p:cNvSpPr>
            <a:spLocks noGrp="1"/>
          </p:cNvSpPr>
          <p:nvPr>
            <p:ph type="body" sz="quarter" idx="22"/>
          </p:nvPr>
        </p:nvSpPr>
        <p:spPr bwMode="auto">
          <a:xfrm>
            <a:off x="8798313" y="5303847"/>
            <a:ext cx="5301838" cy="1828802"/>
          </a:xfrm>
          <a:prstGeom prst="rect">
            <a:avLst/>
          </a:prstGeom>
        </p:spPr>
        <p:txBody>
          <a:bodyPr/>
          <a:lstStyle/>
          <a:p>
            <a:pPr>
              <a:defRPr sz="3200">
                <a:latin typeface="Montserrat Semi Bold"/>
                <a:ea typeface="Montserrat Semi Bold"/>
                <a:cs typeface="Montserrat Semi Bold"/>
              </a:defRPr>
            </a:pPr>
            <a:endParaRPr/>
          </a:p>
        </p:txBody>
      </p:sp>
    </p:spTree>
    <p:extLst>
      <p:ext uri="{BB962C8B-B14F-4D97-AF65-F5344CB8AC3E}">
        <p14:creationId xmlns:p14="http://schemas.microsoft.com/office/powerpoint/2010/main" val="1331013081"/>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showMasterPhAnim="0" type="tx" userDrawn="1">
  <p:cSld name="Blank">
    <p:spTree>
      <p:nvGrpSpPr>
        <p:cNvPr id="1" name=""/>
        <p:cNvGrpSpPr/>
        <p:nvPr/>
      </p:nvGrpSpPr>
      <p:grpSpPr bwMode="auto">
        <a:xfrm>
          <a:off x="0" y="0"/>
          <a:ext cx="0" cy="0"/>
          <a:chOff x="0" y="0"/>
          <a:chExt cx="0" cy="0"/>
        </a:xfrm>
      </p:grpSpPr>
      <p:sp>
        <p:nvSpPr>
          <p:cNvPr id="724"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Tree>
    <p:extLst>
      <p:ext uri="{BB962C8B-B14F-4D97-AF65-F5344CB8AC3E}">
        <p14:creationId xmlns:p14="http://schemas.microsoft.com/office/powerpoint/2010/main" val="4076279836"/>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showMasterPhAnim="0" type="tx" userDrawn="1">
  <p:cSld name="Content with Caption">
    <p:spTree>
      <p:nvGrpSpPr>
        <p:cNvPr id="1" name=""/>
        <p:cNvGrpSpPr/>
        <p:nvPr/>
      </p:nvGrpSpPr>
      <p:grpSpPr bwMode="auto">
        <a:xfrm>
          <a:off x="0" y="0"/>
          <a:ext cx="0" cy="0"/>
          <a:chOff x="0" y="0"/>
          <a:chExt cx="0" cy="0"/>
        </a:xfrm>
      </p:grpSpPr>
      <p:sp>
        <p:nvSpPr>
          <p:cNvPr id="731" name="Текст заголовка"/>
          <p:cNvSpPr txBox="1">
            <a:spLocks noGrp="1"/>
          </p:cNvSpPr>
          <p:nvPr>
            <p:ph type="title"/>
          </p:nvPr>
        </p:nvSpPr>
        <p:spPr bwMode="auto">
          <a:xfrm>
            <a:off x="1680021" y="914400"/>
            <a:ext cx="7866526" cy="3200400"/>
          </a:xfrm>
          <a:prstGeom prst="rect">
            <a:avLst/>
          </a:prstGeom>
        </p:spPr>
        <p:txBody>
          <a:bodyPr anchor="b"/>
          <a:lstStyle>
            <a:lvl1pPr>
              <a:defRPr sz="6300"/>
            </a:lvl1pPr>
          </a:lstStyle>
          <a:p>
            <a:pPr>
              <a:defRPr/>
            </a:pPr>
            <a:r>
              <a:t>Текст заголовка</a:t>
            </a:r>
          </a:p>
        </p:txBody>
      </p:sp>
      <p:sp>
        <p:nvSpPr>
          <p:cNvPr id="732" name="Уровень текста 1…"/>
          <p:cNvSpPr txBox="1">
            <a:spLocks noGrp="1"/>
          </p:cNvSpPr>
          <p:nvPr>
            <p:ph type="body" sz="half" idx="1"/>
          </p:nvPr>
        </p:nvSpPr>
        <p:spPr bwMode="auto">
          <a:xfrm>
            <a:off x="10369085" y="1974852"/>
            <a:ext cx="12347618" cy="9747252"/>
          </a:xfrm>
          <a:prstGeom prst="rect">
            <a:avLst/>
          </a:prstGeom>
        </p:spPr>
        <p:txBody>
          <a:bodyPr/>
          <a:lstStyle>
            <a:lvl1pPr>
              <a:defRPr sz="6300"/>
            </a:lvl1pPr>
            <a:lvl2pPr>
              <a:defRPr sz="6300"/>
            </a:lvl2pPr>
            <a:lvl3pPr>
              <a:defRPr sz="6300"/>
            </a:lvl3pPr>
            <a:lvl4pPr>
              <a:defRPr sz="6300"/>
            </a:lvl4pPr>
            <a:lvl5pPr>
              <a:defRPr sz="6300"/>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
        <p:nvSpPr>
          <p:cNvPr id="733" name="Text Placeholder 3"/>
          <p:cNvSpPr>
            <a:spLocks noGrp="1"/>
          </p:cNvSpPr>
          <p:nvPr>
            <p:ph type="body" sz="quarter" idx="21"/>
          </p:nvPr>
        </p:nvSpPr>
        <p:spPr bwMode="auto">
          <a:xfrm>
            <a:off x="1680021" y="4114800"/>
            <a:ext cx="7866526" cy="7623176"/>
          </a:xfrm>
          <a:prstGeom prst="rect">
            <a:avLst/>
          </a:prstGeom>
        </p:spPr>
        <p:txBody>
          <a:bodyPr/>
          <a:lstStyle/>
          <a:p>
            <a:pPr>
              <a:defRPr sz="3100"/>
            </a:pPr>
            <a:endParaRPr/>
          </a:p>
        </p:txBody>
      </p:sp>
      <p:sp>
        <p:nvSpPr>
          <p:cNvPr id="734"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Tree>
    <p:extLst>
      <p:ext uri="{BB962C8B-B14F-4D97-AF65-F5344CB8AC3E}">
        <p14:creationId xmlns:p14="http://schemas.microsoft.com/office/powerpoint/2010/main" val="1788360444"/>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showMasterPhAnim="0" type="tx" userDrawn="1">
  <p:cSld name="Picture with Caption">
    <p:spTree>
      <p:nvGrpSpPr>
        <p:cNvPr id="1" name=""/>
        <p:cNvGrpSpPr/>
        <p:nvPr/>
      </p:nvGrpSpPr>
      <p:grpSpPr bwMode="auto">
        <a:xfrm>
          <a:off x="0" y="0"/>
          <a:ext cx="0" cy="0"/>
          <a:chOff x="0" y="0"/>
          <a:chExt cx="0" cy="0"/>
        </a:xfrm>
      </p:grpSpPr>
      <p:sp>
        <p:nvSpPr>
          <p:cNvPr id="741" name="Текст заголовка"/>
          <p:cNvSpPr txBox="1">
            <a:spLocks noGrp="1"/>
          </p:cNvSpPr>
          <p:nvPr>
            <p:ph type="title"/>
          </p:nvPr>
        </p:nvSpPr>
        <p:spPr bwMode="auto">
          <a:xfrm>
            <a:off x="1680021" y="914400"/>
            <a:ext cx="7866526" cy="3200400"/>
          </a:xfrm>
          <a:prstGeom prst="rect">
            <a:avLst/>
          </a:prstGeom>
        </p:spPr>
        <p:txBody>
          <a:bodyPr anchor="b"/>
          <a:lstStyle>
            <a:lvl1pPr>
              <a:defRPr sz="6300"/>
            </a:lvl1pPr>
          </a:lstStyle>
          <a:p>
            <a:pPr>
              <a:defRPr/>
            </a:pPr>
            <a:r>
              <a:t>Текст заголовка</a:t>
            </a:r>
          </a:p>
        </p:txBody>
      </p:sp>
      <p:sp>
        <p:nvSpPr>
          <p:cNvPr id="742" name="Picture Placeholder 2"/>
          <p:cNvSpPr>
            <a:spLocks noGrp="1"/>
          </p:cNvSpPr>
          <p:nvPr>
            <p:ph type="pic" sz="half" idx="21"/>
          </p:nvPr>
        </p:nvSpPr>
        <p:spPr bwMode="auto">
          <a:xfrm>
            <a:off x="10369085" y="1974852"/>
            <a:ext cx="12347618" cy="9747252"/>
          </a:xfrm>
          <a:prstGeom prst="rect">
            <a:avLst/>
          </a:prstGeom>
        </p:spPr>
        <p:txBody>
          <a:bodyPr lIns="91439" rIns="91439">
            <a:noAutofit/>
          </a:bodyPr>
          <a:lstStyle/>
          <a:p>
            <a:pPr>
              <a:defRPr/>
            </a:pPr>
            <a:endParaRPr/>
          </a:p>
        </p:txBody>
      </p:sp>
      <p:sp>
        <p:nvSpPr>
          <p:cNvPr id="743" name="Уровень текста 1…"/>
          <p:cNvSpPr txBox="1">
            <a:spLocks noGrp="1"/>
          </p:cNvSpPr>
          <p:nvPr>
            <p:ph type="body" sz="quarter" idx="1"/>
          </p:nvPr>
        </p:nvSpPr>
        <p:spPr bwMode="auto">
          <a:xfrm>
            <a:off x="1680021" y="4114800"/>
            <a:ext cx="7866526" cy="7623176"/>
          </a:xfrm>
          <a:prstGeom prst="rect">
            <a:avLst/>
          </a:prstGeom>
        </p:spPr>
        <p:txBody>
          <a:bodyPr/>
          <a:lstStyle>
            <a:lvl1pPr>
              <a:defRPr sz="3100"/>
            </a:lvl1pPr>
            <a:lvl2pPr>
              <a:defRPr sz="3100"/>
            </a:lvl2pPr>
            <a:lvl3pPr>
              <a:defRPr sz="3100"/>
            </a:lvl3pPr>
            <a:lvl4pPr>
              <a:defRPr sz="3100"/>
            </a:lvl4pPr>
            <a:lvl5pPr indent="3656686">
              <a:defRPr sz="3100"/>
            </a:lvl5p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
        <p:nvSpPr>
          <p:cNvPr id="744" name="Номер слайда"/>
          <p:cNvSpPr txBox="1">
            <a:spLocks noGrp="1"/>
          </p:cNvSpPr>
          <p:nvPr>
            <p:ph type="sldNum" sz="quarter" idx="2"/>
          </p:nvPr>
        </p:nvSpPr>
        <p:spPr bwMode="auto">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Tree>
    <p:extLst>
      <p:ext uri="{BB962C8B-B14F-4D97-AF65-F5344CB8AC3E}">
        <p14:creationId xmlns:p14="http://schemas.microsoft.com/office/powerpoint/2010/main" val="847870317"/>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showMasterPhAnim="0" type="tx" userDrawn="1">
  <p:cSld name="35_Custom Layout">
    <p:spTree>
      <p:nvGrpSpPr>
        <p:cNvPr id="1" name=""/>
        <p:cNvGrpSpPr/>
        <p:nvPr/>
      </p:nvGrpSpPr>
      <p:grpSpPr bwMode="auto">
        <a:xfrm>
          <a:off x="0" y="0"/>
          <a:ext cx="0" cy="0"/>
          <a:chOff x="0" y="0"/>
          <a:chExt cx="0" cy="0"/>
        </a:xfrm>
      </p:grpSpPr>
      <p:sp>
        <p:nvSpPr>
          <p:cNvPr id="751" name="Picture Placeholder 3"/>
          <p:cNvSpPr>
            <a:spLocks noGrp="1"/>
          </p:cNvSpPr>
          <p:nvPr>
            <p:ph type="pic" sz="quarter" idx="21"/>
          </p:nvPr>
        </p:nvSpPr>
        <p:spPr bwMode="auto">
          <a:xfrm>
            <a:off x="14939815" y="4114800"/>
            <a:ext cx="8233890" cy="5486400"/>
          </a:xfrm>
          <a:prstGeom prst="rect">
            <a:avLst/>
          </a:prstGeom>
        </p:spPr>
        <p:txBody>
          <a:bodyPr lIns="91439" rIns="91439">
            <a:noAutofit/>
          </a:bodyPr>
          <a:lstStyle/>
          <a:p>
            <a:pPr>
              <a:defRPr/>
            </a:pPr>
            <a:endParaRPr/>
          </a:p>
        </p:txBody>
      </p:sp>
      <p:sp>
        <p:nvSpPr>
          <p:cNvPr id="752" name="Номер слайда"/>
          <p:cNvSpPr txBox="1">
            <a:spLocks noGrp="1"/>
          </p:cNvSpPr>
          <p:nvPr>
            <p:ph type="sldNum" sz="quarter" idx="2"/>
          </p:nvPr>
        </p:nvSpPr>
        <p:spPr bwMode="auto">
          <a:xfrm>
            <a:off x="17023798" y="12489562"/>
            <a:ext cx="451404" cy="446276"/>
          </a:xfrm>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Tree>
    <p:extLst>
      <p:ext uri="{BB962C8B-B14F-4D97-AF65-F5344CB8AC3E}">
        <p14:creationId xmlns:p14="http://schemas.microsoft.com/office/powerpoint/2010/main" val="1432549133"/>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showMasterPhAnim="0" type="tx" userDrawn="1">
  <p:cSld name="36_Custom Layout">
    <p:spTree>
      <p:nvGrpSpPr>
        <p:cNvPr id="1" name=""/>
        <p:cNvGrpSpPr/>
        <p:nvPr/>
      </p:nvGrpSpPr>
      <p:grpSpPr bwMode="auto">
        <a:xfrm>
          <a:off x="0" y="0"/>
          <a:ext cx="0" cy="0"/>
          <a:chOff x="0" y="0"/>
          <a:chExt cx="0" cy="0"/>
        </a:xfrm>
      </p:grpSpPr>
      <p:sp>
        <p:nvSpPr>
          <p:cNvPr id="759" name="Picture Placeholder 3"/>
          <p:cNvSpPr>
            <a:spLocks noGrp="1"/>
          </p:cNvSpPr>
          <p:nvPr>
            <p:ph type="pic" sz="quarter" idx="21"/>
          </p:nvPr>
        </p:nvSpPr>
        <p:spPr bwMode="auto">
          <a:xfrm>
            <a:off x="15243970" y="4297681"/>
            <a:ext cx="9146384" cy="5486402"/>
          </a:xfrm>
          <a:prstGeom prst="rect">
            <a:avLst/>
          </a:prstGeom>
        </p:spPr>
        <p:txBody>
          <a:bodyPr lIns="91439" rIns="91439">
            <a:noAutofit/>
          </a:bodyPr>
          <a:lstStyle/>
          <a:p>
            <a:pPr>
              <a:defRPr/>
            </a:pPr>
            <a:endParaRPr/>
          </a:p>
        </p:txBody>
      </p:sp>
      <p:sp>
        <p:nvSpPr>
          <p:cNvPr id="760" name="Номер слайда"/>
          <p:cNvSpPr txBox="1">
            <a:spLocks noGrp="1"/>
          </p:cNvSpPr>
          <p:nvPr>
            <p:ph type="sldNum" sz="quarter" idx="2"/>
          </p:nvPr>
        </p:nvSpPr>
        <p:spPr bwMode="auto">
          <a:xfrm>
            <a:off x="17023798" y="12489562"/>
            <a:ext cx="451404" cy="446276"/>
          </a:xfrm>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Tree>
    <p:extLst>
      <p:ext uri="{BB962C8B-B14F-4D97-AF65-F5344CB8AC3E}">
        <p14:creationId xmlns:p14="http://schemas.microsoft.com/office/powerpoint/2010/main" val="3138254736"/>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showMasterPhAnim="0" type="tx" userDrawn="1">
  <p:cSld name="5_Title Slide">
    <p:spTree>
      <p:nvGrpSpPr>
        <p:cNvPr id="1" name=""/>
        <p:cNvGrpSpPr/>
        <p:nvPr/>
      </p:nvGrpSpPr>
      <p:grpSpPr bwMode="auto">
        <a:xfrm>
          <a:off x="0" y="0"/>
          <a:ext cx="0" cy="0"/>
          <a:chOff x="0" y="0"/>
          <a:chExt cx="0" cy="0"/>
        </a:xfrm>
      </p:grpSpPr>
      <p:sp>
        <p:nvSpPr>
          <p:cNvPr id="794" name="Picture Placeholder 7"/>
          <p:cNvSpPr>
            <a:spLocks noGrp="1"/>
          </p:cNvSpPr>
          <p:nvPr>
            <p:ph type="pic" idx="21"/>
          </p:nvPr>
        </p:nvSpPr>
        <p:spPr bwMode="auto">
          <a:xfrm>
            <a:off x="7" y="0"/>
            <a:ext cx="24390354" cy="13716000"/>
          </a:xfrm>
          <a:prstGeom prst="rect">
            <a:avLst/>
          </a:prstGeom>
        </p:spPr>
        <p:txBody>
          <a:bodyPr lIns="91439" rIns="91439">
            <a:noAutofit/>
          </a:bodyPr>
          <a:lstStyle/>
          <a:p>
            <a:pPr>
              <a:defRPr/>
            </a:pPr>
            <a:endParaRPr/>
          </a:p>
        </p:txBody>
      </p:sp>
      <p:sp>
        <p:nvSpPr>
          <p:cNvPr id="795" name="Номер слайда"/>
          <p:cNvSpPr txBox="1">
            <a:spLocks noGrp="1"/>
          </p:cNvSpPr>
          <p:nvPr>
            <p:ph type="sldNum" sz="quarter" idx="2"/>
          </p:nvPr>
        </p:nvSpPr>
        <p:spPr bwMode="auto">
          <a:xfrm>
            <a:off x="17023798" y="12489562"/>
            <a:ext cx="451404" cy="446276"/>
          </a:xfrm>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Tree>
    <p:extLst>
      <p:ext uri="{BB962C8B-B14F-4D97-AF65-F5344CB8AC3E}">
        <p14:creationId xmlns:p14="http://schemas.microsoft.com/office/powerpoint/2010/main" val="2725532574"/>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showMasterPhAnim="0" type="tx" userDrawn="1">
  <p:cSld name="39_Custom Layout">
    <p:spTree>
      <p:nvGrpSpPr>
        <p:cNvPr id="1" name=""/>
        <p:cNvGrpSpPr/>
        <p:nvPr/>
      </p:nvGrpSpPr>
      <p:grpSpPr bwMode="auto">
        <a:xfrm>
          <a:off x="0" y="0"/>
          <a:ext cx="0" cy="0"/>
          <a:chOff x="0" y="0"/>
          <a:chExt cx="0" cy="0"/>
        </a:xfrm>
      </p:grpSpPr>
      <p:sp>
        <p:nvSpPr>
          <p:cNvPr id="834" name="Picture Placeholder 6"/>
          <p:cNvSpPr>
            <a:spLocks noGrp="1"/>
          </p:cNvSpPr>
          <p:nvPr>
            <p:ph type="pic" idx="21"/>
          </p:nvPr>
        </p:nvSpPr>
        <p:spPr bwMode="auto">
          <a:xfrm>
            <a:off x="7" y="0"/>
            <a:ext cx="24390354" cy="8686800"/>
          </a:xfrm>
          <a:prstGeom prst="rect">
            <a:avLst/>
          </a:prstGeom>
        </p:spPr>
        <p:txBody>
          <a:bodyPr lIns="91439" rIns="91439">
            <a:noAutofit/>
          </a:bodyPr>
          <a:lstStyle/>
          <a:p>
            <a:pPr>
              <a:defRPr/>
            </a:pPr>
            <a:endParaRPr/>
          </a:p>
        </p:txBody>
      </p:sp>
      <p:sp>
        <p:nvSpPr>
          <p:cNvPr id="835" name="Номер слайда"/>
          <p:cNvSpPr txBox="1">
            <a:spLocks noGrp="1"/>
          </p:cNvSpPr>
          <p:nvPr>
            <p:ph type="sldNum" sz="quarter" idx="2"/>
          </p:nvPr>
        </p:nvSpPr>
        <p:spPr bwMode="auto">
          <a:xfrm>
            <a:off x="17023798" y="12489562"/>
            <a:ext cx="451404" cy="446276"/>
          </a:xfrm>
          <a:prstGeom prst="rect">
            <a:avLst/>
          </a:prstGeom>
        </p:spPr>
        <p:txBody>
          <a:body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Tree>
    <p:extLst>
      <p:ext uri="{BB962C8B-B14F-4D97-AF65-F5344CB8AC3E}">
        <p14:creationId xmlns:p14="http://schemas.microsoft.com/office/powerpoint/2010/main" val="323540345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slideLayout" Target="../slideLayouts/slideLayout54.xml"/><Relationship Id="rId3" Type="http://schemas.openxmlformats.org/officeDocument/2006/relationships/slideLayout" Target="../slideLayouts/slideLayout55.xml"/><Relationship Id="rId4" Type="http://schemas.openxmlformats.org/officeDocument/2006/relationships/slideLayout" Target="../slideLayouts/slideLayout56.xml"/><Relationship Id="rId5" Type="http://schemas.openxmlformats.org/officeDocument/2006/relationships/slideLayout" Target="../slideLayouts/slideLayout57.xml"/><Relationship Id="rId6" Type="http://schemas.openxmlformats.org/officeDocument/2006/relationships/slideLayout" Target="../slideLayouts/slideLayout58.xml"/><Relationship Id="rId7" Type="http://schemas.openxmlformats.org/officeDocument/2006/relationships/slideLayout" Target="../slideLayouts/slideLayout59.xml"/><Relationship Id="rId8" Type="http://schemas.openxmlformats.org/officeDocument/2006/relationships/slideLayout" Target="../slideLayouts/slideLayout60.xml"/><Relationship Id="rId9" Type="http://schemas.openxmlformats.org/officeDocument/2006/relationships/slideLayout" Target="../slideLayouts/slideLayout61.xml"/><Relationship Id="rId10" Type="http://schemas.openxmlformats.org/officeDocument/2006/relationships/slideLayout" Target="../slideLayouts/slideLayout62.xml"/><Relationship Id="rId11" Type="http://schemas.openxmlformats.org/officeDocument/2006/relationships/slideLayout" Target="../slideLayouts/slideLayout63.xml"/><Relationship Id="rId12" Type="http://schemas.openxmlformats.org/officeDocument/2006/relationships/slideLayout" Target="../slideLayouts/slideLayout64.xml"/><Relationship Id="rId13" Type="http://schemas.openxmlformats.org/officeDocument/2006/relationships/slideLayout" Target="../slideLayouts/slideLayout65.xml"/><Relationship Id="rId14" Type="http://schemas.openxmlformats.org/officeDocument/2006/relationships/slideLayout" Target="../slideLayouts/slideLayout66.xml"/><Relationship Id="rId15" Type="http://schemas.openxmlformats.org/officeDocument/2006/relationships/slideLayout" Target="../slideLayouts/slideLayout67.xml"/><Relationship Id="rId16" Type="http://schemas.openxmlformats.org/officeDocument/2006/relationships/slideLayout" Target="../slideLayouts/slideLayout68.xml"/><Relationship Id="rId17" Type="http://schemas.openxmlformats.org/officeDocument/2006/relationships/slideLayout" Target="../slideLayouts/slideLayout69.xml"/><Relationship Id="rId18" Type="http://schemas.openxmlformats.org/officeDocument/2006/relationships/slideLayout" Target="../slideLayouts/slideLayout70.xml"/><Relationship Id="rId19" Type="http://schemas.openxmlformats.org/officeDocument/2006/relationships/slideLayout" Target="../slideLayouts/slideLayout71.xml"/><Relationship Id="rId20" Type="http://schemas.openxmlformats.org/officeDocument/2006/relationships/slideLayout" Target="../slideLayouts/slideLayout72.xml"/><Relationship Id="rId21" Type="http://schemas.openxmlformats.org/officeDocument/2006/relationships/slideLayout" Target="../slideLayouts/slideLayout73.xml"/><Relationship Id="rId22" Type="http://schemas.openxmlformats.org/officeDocument/2006/relationships/slideLayout" Target="../slideLayouts/slideLayout74.xml"/><Relationship Id="rId23" Type="http://schemas.openxmlformats.org/officeDocument/2006/relationships/slideLayout" Target="../slideLayouts/slideLayout75.xml"/><Relationship Id="rId24" Type="http://schemas.openxmlformats.org/officeDocument/2006/relationships/slideLayout" Target="../slideLayouts/slideLayout76.xml"/><Relationship Id="rId25" Type="http://schemas.openxmlformats.org/officeDocument/2006/relationships/slideLayout" Target="../slideLayouts/slideLayout77.xml"/><Relationship Id="rId26" Type="http://schemas.openxmlformats.org/officeDocument/2006/relationships/slideLayout" Target="../slideLayouts/slideLayout78.xml"/><Relationship Id="rId27" Type="http://schemas.openxmlformats.org/officeDocument/2006/relationships/slideLayout" Target="../slideLayouts/slideLayout79.xml"/><Relationship Id="rId28" Type="http://schemas.openxmlformats.org/officeDocument/2006/relationships/slideLayout" Target="../slideLayouts/slideLayout80.xml"/><Relationship Id="rId29" Type="http://schemas.openxmlformats.org/officeDocument/2006/relationships/slideLayout" Target="../slideLayouts/slideLayout81.xml"/><Relationship Id="rId30" Type="http://schemas.openxmlformats.org/officeDocument/2006/relationships/slideLayout" Target="../slideLayouts/slideLayout82.xml"/><Relationship Id="rId31" Type="http://schemas.openxmlformats.org/officeDocument/2006/relationships/slideLayout" Target="../slideLayouts/slideLayout83.xml"/><Relationship Id="rId32" Type="http://schemas.openxmlformats.org/officeDocument/2006/relationships/slideLayout" Target="../slideLayouts/slideLayout84.xml"/><Relationship Id="rId33" Type="http://schemas.openxmlformats.org/officeDocument/2006/relationships/slideLayout" Target="../slideLayouts/slideLayout85.xml"/><Relationship Id="rId34" Type="http://schemas.openxmlformats.org/officeDocument/2006/relationships/slideLayout" Target="../slideLayouts/slideLayout86.xml"/><Relationship Id="rId35" Type="http://schemas.openxmlformats.org/officeDocument/2006/relationships/slideLayout" Target="../slideLayouts/slideLayout87.xml"/><Relationship Id="rId36" Type="http://schemas.openxmlformats.org/officeDocument/2006/relationships/slideLayout" Target="../slideLayouts/slideLayout88.xml"/><Relationship Id="rId37" Type="http://schemas.openxmlformats.org/officeDocument/2006/relationships/slideLayout" Target="../slideLayouts/slideLayout89.xml"/><Relationship Id="rId38" Type="http://schemas.openxmlformats.org/officeDocument/2006/relationships/slideLayout" Target="../slideLayouts/slideLayout90.xml"/><Relationship Id="rId39" Type="http://schemas.openxmlformats.org/officeDocument/2006/relationships/slideLayout" Target="../slideLayouts/slideLayout91.xml"/><Relationship Id="rId40" Type="http://schemas.openxmlformats.org/officeDocument/2006/relationships/slideLayout" Target="../slideLayouts/slideLayout92.xml"/><Relationship Id="rId41" Type="http://schemas.openxmlformats.org/officeDocument/2006/relationships/slideLayout" Target="../slideLayouts/slideLayout93.xml"/><Relationship Id="rId42" Type="http://schemas.openxmlformats.org/officeDocument/2006/relationships/slideLayout" Target="../slideLayouts/slideLayout94.xml"/><Relationship Id="rId43" Type="http://schemas.openxmlformats.org/officeDocument/2006/relationships/slideLayout" Target="../slideLayouts/slideLayout95.xml"/><Relationship Id="rId44" Type="http://schemas.openxmlformats.org/officeDocument/2006/relationships/slideLayout" Target="../slideLayouts/slideLayout96.xml"/><Relationship Id="rId45" Type="http://schemas.openxmlformats.org/officeDocument/2006/relationships/slideLayout" Target="../slideLayouts/slideLayout97.xml"/><Relationship Id="rId46" Type="http://schemas.openxmlformats.org/officeDocument/2006/relationships/slideLayout" Target="../slideLayouts/slideLayout98.xml"/><Relationship Id="rId47" Type="http://schemas.openxmlformats.org/officeDocument/2006/relationships/slideLayout" Target="../slideLayouts/slideLayout99.xml"/><Relationship Id="rId48" Type="http://schemas.openxmlformats.org/officeDocument/2006/relationships/slideLayout" Target="../slideLayouts/slideLayout100.xml"/><Relationship Id="rId49" Type="http://schemas.openxmlformats.org/officeDocument/2006/relationships/slideLayout" Target="../slideLayouts/slideLayout101.xml"/><Relationship Id="rId50" Type="http://schemas.openxmlformats.org/officeDocument/2006/relationships/slideLayout" Target="../slideLayouts/slideLayout102.xml"/><Relationship Id="rId51" Type="http://schemas.openxmlformats.org/officeDocument/2006/relationships/slideLayout" Target="../slideLayouts/slideLayout103.xml"/><Relationship Id="rId52" Type="http://schemas.openxmlformats.org/officeDocument/2006/relationships/slideLayout" Target="../slideLayouts/slideLayout104.xml"/><Relationship Id="rId53"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05.xml"/><Relationship Id="rId2" Type="http://schemas.openxmlformats.org/officeDocument/2006/relationships/slideLayout" Target="../slideLayouts/slideLayout106.xml"/><Relationship Id="rId3" Type="http://schemas.openxmlformats.org/officeDocument/2006/relationships/slideLayout" Target="../slideLayouts/slideLayout107.xml"/><Relationship Id="rId4" Type="http://schemas.openxmlformats.org/officeDocument/2006/relationships/slideLayout" Target="../slideLayouts/slideLayout108.xml"/><Relationship Id="rId5" Type="http://schemas.openxmlformats.org/officeDocument/2006/relationships/slideLayout" Target="../slideLayouts/slideLayout109.xml"/><Relationship Id="rId6" Type="http://schemas.openxmlformats.org/officeDocument/2006/relationships/slideLayout" Target="../slideLayouts/slideLayout110.xml"/><Relationship Id="rId7" Type="http://schemas.openxmlformats.org/officeDocument/2006/relationships/slideLayout" Target="../slideLayouts/slideLayout111.xml"/><Relationship Id="rId8" Type="http://schemas.openxmlformats.org/officeDocument/2006/relationships/slideLayout" Target="../slideLayouts/slideLayout112.xml"/><Relationship Id="rId9" Type="http://schemas.openxmlformats.org/officeDocument/2006/relationships/slideLayout" Target="../slideLayouts/slideLayout113.xml"/><Relationship Id="rId10" Type="http://schemas.openxmlformats.org/officeDocument/2006/relationships/slideLayout" Target="../slideLayouts/slideLayout114.xml"/><Relationship Id="rId11" Type="http://schemas.openxmlformats.org/officeDocument/2006/relationships/slideLayout" Target="../slideLayouts/slideLayout115.xml"/><Relationship Id="rId12" Type="http://schemas.openxmlformats.org/officeDocument/2006/relationships/slideLayout" Target="../slideLayouts/slideLayout116.xml"/><Relationship Id="rId13" Type="http://schemas.openxmlformats.org/officeDocument/2006/relationships/slideLayout" Target="../slideLayouts/slideLayout117.xml"/><Relationship Id="rId14" Type="http://schemas.openxmlformats.org/officeDocument/2006/relationships/slideLayout" Target="../slideLayouts/slideLayout118.xml"/><Relationship Id="rId15" Type="http://schemas.openxmlformats.org/officeDocument/2006/relationships/slideLayout" Target="../slideLayouts/slideLayout119.xml"/><Relationship Id="rId16" Type="http://schemas.openxmlformats.org/officeDocument/2006/relationships/slideLayout" Target="../slideLayouts/slideLayout120.xml"/><Relationship Id="rId17" Type="http://schemas.openxmlformats.org/officeDocument/2006/relationships/slideLayout" Target="../slideLayouts/slideLayout121.xml"/><Relationship Id="rId18" Type="http://schemas.openxmlformats.org/officeDocument/2006/relationships/slideLayout" Target="../slideLayouts/slideLayout122.xml"/><Relationship Id="rId19" Type="http://schemas.openxmlformats.org/officeDocument/2006/relationships/slideLayout" Target="../slideLayouts/slideLayout123.xml"/><Relationship Id="rId20" Type="http://schemas.openxmlformats.org/officeDocument/2006/relationships/slideLayout" Target="../slideLayouts/slideLayout124.xml"/><Relationship Id="rId21" Type="http://schemas.openxmlformats.org/officeDocument/2006/relationships/slideLayout" Target="../slideLayouts/slideLayout125.xml"/><Relationship Id="rId22" Type="http://schemas.openxmlformats.org/officeDocument/2006/relationships/slideLayout" Target="../slideLayouts/slideLayout126.xml"/><Relationship Id="rId23" Type="http://schemas.openxmlformats.org/officeDocument/2006/relationships/slideLayout" Target="../slideLayouts/slideLayout127.xml"/><Relationship Id="rId24" Type="http://schemas.openxmlformats.org/officeDocument/2006/relationships/slideLayout" Target="../slideLayouts/slideLayout128.xml"/><Relationship Id="rId25" Type="http://schemas.openxmlformats.org/officeDocument/2006/relationships/slideLayout" Target="../slideLayouts/slideLayout129.xml"/><Relationship Id="rId26" Type="http://schemas.openxmlformats.org/officeDocument/2006/relationships/slideLayout" Target="../slideLayouts/slideLayout130.xml"/><Relationship Id="rId27" Type="http://schemas.openxmlformats.org/officeDocument/2006/relationships/slideLayout" Target="../slideLayouts/slideLayout131.xml"/><Relationship Id="rId28" Type="http://schemas.openxmlformats.org/officeDocument/2006/relationships/slideLayout" Target="../slideLayouts/slideLayout132.xml"/><Relationship Id="rId29" Type="http://schemas.openxmlformats.org/officeDocument/2006/relationships/slideLayout" Target="../slideLayouts/slideLayout133.xml"/><Relationship Id="rId30" Type="http://schemas.openxmlformats.org/officeDocument/2006/relationships/slideLayout" Target="../slideLayouts/slideLayout134.xml"/><Relationship Id="rId31" Type="http://schemas.openxmlformats.org/officeDocument/2006/relationships/slideLayout" Target="../slideLayouts/slideLayout135.xml"/><Relationship Id="rId32" Type="http://schemas.openxmlformats.org/officeDocument/2006/relationships/slideLayout" Target="../slideLayouts/slideLayout136.xml"/><Relationship Id="rId33" Type="http://schemas.openxmlformats.org/officeDocument/2006/relationships/slideLayout" Target="../slideLayouts/slideLayout137.xml"/><Relationship Id="rId34" Type="http://schemas.openxmlformats.org/officeDocument/2006/relationships/slideLayout" Target="../slideLayouts/slideLayout138.xml"/><Relationship Id="rId35" Type="http://schemas.openxmlformats.org/officeDocument/2006/relationships/slideLayout" Target="../slideLayouts/slideLayout139.xml"/><Relationship Id="rId36" Type="http://schemas.openxmlformats.org/officeDocument/2006/relationships/slideLayout" Target="../slideLayouts/slideLayout140.xml"/><Relationship Id="rId37" Type="http://schemas.openxmlformats.org/officeDocument/2006/relationships/slideLayout" Target="../slideLayouts/slideLayout141.xml"/><Relationship Id="rId38" Type="http://schemas.openxmlformats.org/officeDocument/2006/relationships/slideLayout" Target="../slideLayouts/slideLayout142.xml"/><Relationship Id="rId39" Type="http://schemas.openxmlformats.org/officeDocument/2006/relationships/slideLayout" Target="../slideLayouts/slideLayout143.xml"/><Relationship Id="rId40" Type="http://schemas.openxmlformats.org/officeDocument/2006/relationships/slideLayout" Target="../slideLayouts/slideLayout144.xml"/><Relationship Id="rId41" Type="http://schemas.openxmlformats.org/officeDocument/2006/relationships/slideLayout" Target="../slideLayouts/slideLayout145.xml"/><Relationship Id="rId42" Type="http://schemas.openxmlformats.org/officeDocument/2006/relationships/slideLayout" Target="../slideLayouts/slideLayout146.xml"/><Relationship Id="rId43" Type="http://schemas.openxmlformats.org/officeDocument/2006/relationships/slideLayout" Target="../slideLayouts/slideLayout147.xml"/><Relationship Id="rId44" Type="http://schemas.openxmlformats.org/officeDocument/2006/relationships/slideLayout" Target="../slideLayouts/slideLayout148.xml"/><Relationship Id="rId45" Type="http://schemas.openxmlformats.org/officeDocument/2006/relationships/slideLayout" Target="../slideLayouts/slideLayout149.xml"/><Relationship Id="rId46" Type="http://schemas.openxmlformats.org/officeDocument/2006/relationships/slideLayout" Target="../slideLayouts/slideLayout150.xml"/><Relationship Id="rId47" Type="http://schemas.openxmlformats.org/officeDocument/2006/relationships/slideLayout" Target="../slideLayouts/slideLayout151.xml"/><Relationship Id="rId48" Type="http://schemas.openxmlformats.org/officeDocument/2006/relationships/slideLayout" Target="../slideLayouts/slideLayout152.xml"/><Relationship Id="rId49" Type="http://schemas.openxmlformats.org/officeDocument/2006/relationships/slideLayout" Target="../slideLayouts/slideLayout153.xml"/><Relationship Id="rId50" Type="http://schemas.openxmlformats.org/officeDocument/2006/relationships/slideLayout" Target="../slideLayouts/slideLayout154.xml"/><Relationship Id="rId51" Type="http://schemas.openxmlformats.org/officeDocument/2006/relationships/slideLayout" Target="../slideLayouts/slideLayout155.xml"/><Relationship Id="rId52" Type="http://schemas.openxmlformats.org/officeDocument/2006/relationships/slideLayout" Target="../slideLayouts/slideLayout156.xml"/><Relationship Id="rId5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bwMode="auto">
        <a:xfrm>
          <a:off x="0" y="0"/>
          <a:ext cx="0" cy="0"/>
          <a:chOff x="0" y="0"/>
          <a:chExt cx="0" cy="0"/>
        </a:xfrm>
      </p:grpSpPr>
      <p:sp>
        <p:nvSpPr>
          <p:cNvPr id="2" name="Номер слайда"/>
          <p:cNvSpPr txBox="1">
            <a:spLocks noGrp="1"/>
          </p:cNvSpPr>
          <p:nvPr>
            <p:ph type="sldNum" sz="quarter" idx="2"/>
          </p:nvPr>
        </p:nvSpPr>
        <p:spPr bwMode="auto">
          <a:xfrm>
            <a:off x="22262114" y="12854688"/>
            <a:ext cx="451404" cy="446276"/>
          </a:xfrm>
          <a:prstGeom prst="rect">
            <a:avLst/>
          </a:prstGeom>
          <a:ln w="12700">
            <a:miter lim="400000"/>
          </a:ln>
        </p:spPr>
        <p:txBody>
          <a:bodyPr wrap="none" lIns="45719" rIns="45719" anchor="ctr">
            <a:spAutoFit/>
          </a:bodyPr>
          <a:lstStyle>
            <a:lvl1pPr algn="r">
              <a:defRPr sz="2300">
                <a:solidFill>
                  <a:srgbClr val="888888"/>
                </a:solidFill>
              </a:defRPr>
            </a:lvl1p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3" name="Текст заголовка"/>
          <p:cNvSpPr txBox="1">
            <a:spLocks noGrp="1"/>
          </p:cNvSpPr>
          <p:nvPr>
            <p:ph type="title"/>
          </p:nvPr>
        </p:nvSpPr>
        <p:spPr bwMode="auto">
          <a:xfrm>
            <a:off x="1219200" y="184150"/>
            <a:ext cx="21945600" cy="3016252"/>
          </a:xfrm>
          <a:prstGeom prst="rect">
            <a:avLst/>
          </a:prstGeom>
          <a:ln w="12700">
            <a:miter lim="400000"/>
          </a:ln>
        </p:spPr>
        <p:txBody>
          <a:bodyPr lIns="45719" rIns="45719" anchor="ctr">
            <a:normAutofit/>
          </a:bodyPr>
          <a:lstStyle/>
          <a:p>
            <a:pPr>
              <a:defRPr/>
            </a:pPr>
            <a:r>
              <a:t>Текст заголовка</a:t>
            </a:r>
          </a:p>
        </p:txBody>
      </p:sp>
      <p:sp>
        <p:nvSpPr>
          <p:cNvPr id="4" name="Уровень текста 1…"/>
          <p:cNvSpPr txBox="1">
            <a:spLocks noGrp="1"/>
          </p:cNvSpPr>
          <p:nvPr>
            <p:ph type="body" idx="1"/>
          </p:nvPr>
        </p:nvSpPr>
        <p:spPr bwMode="auto">
          <a:xfrm>
            <a:off x="1219200" y="3200400"/>
            <a:ext cx="21945600" cy="10515600"/>
          </a:xfrm>
          <a:prstGeom prst="rect">
            <a:avLst/>
          </a:prstGeom>
          <a:ln w="12700">
            <a:miter lim="400000"/>
          </a:ln>
        </p:spPr>
        <p:txBody>
          <a:bodyPr lIns="45719" rIns="45719">
            <a:normAutofit/>
          </a:body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Tree>
    <p:extLst>
      <p:ext uri="{BB962C8B-B14F-4D97-AF65-F5344CB8AC3E}">
        <p14:creationId xmlns:p14="http://schemas.microsoft.com/office/powerpoint/2010/main" val="1692129193"/>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 id="2147483672" r:id="rId21"/>
    <p:sldLayoutId id="2147483673" r:id="rId22"/>
    <p:sldLayoutId id="2147483674" r:id="rId23"/>
    <p:sldLayoutId id="2147483675" r:id="rId24"/>
    <p:sldLayoutId id="2147483676" r:id="rId25"/>
    <p:sldLayoutId id="2147483677" r:id="rId26"/>
    <p:sldLayoutId id="2147483678" r:id="rId27"/>
    <p:sldLayoutId id="2147483679" r:id="rId28"/>
    <p:sldLayoutId id="2147483680" r:id="rId29"/>
    <p:sldLayoutId id="2147483681" r:id="rId30"/>
    <p:sldLayoutId id="2147483682" r:id="rId31"/>
    <p:sldLayoutId id="2147483683" r:id="rId32"/>
    <p:sldLayoutId id="2147483684" r:id="rId33"/>
    <p:sldLayoutId id="2147483685" r:id="rId34"/>
    <p:sldLayoutId id="2147483686" r:id="rId35"/>
    <p:sldLayoutId id="2147483687" r:id="rId36"/>
    <p:sldLayoutId id="2147483688" r:id="rId37"/>
    <p:sldLayoutId id="2147483689" r:id="rId38"/>
    <p:sldLayoutId id="2147483690" r:id="rId39"/>
    <p:sldLayoutId id="2147483691" r:id="rId40"/>
    <p:sldLayoutId id="2147483692" r:id="rId41"/>
    <p:sldLayoutId id="2147483693" r:id="rId42"/>
    <p:sldLayoutId id="2147483694" r:id="rId43"/>
    <p:sldLayoutId id="2147483695" r:id="rId44"/>
    <p:sldLayoutId id="2147483696" r:id="rId45"/>
    <p:sldLayoutId id="2147483697" r:id="rId46"/>
    <p:sldLayoutId id="2147483698" r:id="rId47"/>
    <p:sldLayoutId id="2147483699" r:id="rId48"/>
    <p:sldLayoutId id="2147483700" r:id="rId49"/>
    <p:sldLayoutId id="2147483701" r:id="rId50"/>
    <p:sldLayoutId id="2147483702" r:id="rId51"/>
    <p:sldLayoutId id="2147483703" r:id="rId52"/>
  </p:sldLayoutIdLst>
  <p:txStyles>
    <p:titleStyle>
      <a:lvl1pPr marL="0" marR="0" indent="0" algn="l" defTabSz="1828344">
        <a:lnSpc>
          <a:spcPct val="90000"/>
        </a:lnSpc>
        <a:spcBef>
          <a:spcPts val="0"/>
        </a:spcBef>
        <a:spcAft>
          <a:spcPts val="0"/>
        </a:spcAft>
        <a:buClrTx/>
        <a:buSzTx/>
        <a:buFontTx/>
        <a:buNone/>
        <a:defRPr sz="8700" b="0" i="0" u="none" strike="noStrike" cap="none" spc="0">
          <a:solidFill>
            <a:srgbClr val="000000"/>
          </a:solidFill>
          <a:latin typeface="Montserrat Semi Bold"/>
          <a:ea typeface="Montserrat Semi Bold"/>
          <a:cs typeface="Montserrat Semi Bold"/>
        </a:defRPr>
      </a:lvl1pPr>
      <a:lvl2pPr marL="0" marR="0" indent="0" algn="l" defTabSz="1828344">
        <a:lnSpc>
          <a:spcPct val="90000"/>
        </a:lnSpc>
        <a:spcBef>
          <a:spcPts val="0"/>
        </a:spcBef>
        <a:spcAft>
          <a:spcPts val="0"/>
        </a:spcAft>
        <a:buClrTx/>
        <a:buSzTx/>
        <a:buFontTx/>
        <a:buNone/>
        <a:defRPr sz="8700" b="0" i="0" u="none" strike="noStrike" cap="none" spc="0">
          <a:solidFill>
            <a:srgbClr val="000000"/>
          </a:solidFill>
          <a:latin typeface="Montserrat Semi Bold"/>
          <a:ea typeface="Montserrat Semi Bold"/>
          <a:cs typeface="Montserrat Semi Bold"/>
        </a:defRPr>
      </a:lvl2pPr>
      <a:lvl3pPr marL="0" marR="0" indent="0" algn="l" defTabSz="1828344">
        <a:lnSpc>
          <a:spcPct val="90000"/>
        </a:lnSpc>
        <a:spcBef>
          <a:spcPts val="0"/>
        </a:spcBef>
        <a:spcAft>
          <a:spcPts val="0"/>
        </a:spcAft>
        <a:buClrTx/>
        <a:buSzTx/>
        <a:buFontTx/>
        <a:buNone/>
        <a:defRPr sz="8700" b="0" i="0" u="none" strike="noStrike" cap="none" spc="0">
          <a:solidFill>
            <a:srgbClr val="000000"/>
          </a:solidFill>
          <a:latin typeface="Montserrat Semi Bold"/>
          <a:ea typeface="Montserrat Semi Bold"/>
          <a:cs typeface="Montserrat Semi Bold"/>
        </a:defRPr>
      </a:lvl3pPr>
      <a:lvl4pPr marL="0" marR="0" indent="0" algn="l" defTabSz="1828344">
        <a:lnSpc>
          <a:spcPct val="90000"/>
        </a:lnSpc>
        <a:spcBef>
          <a:spcPts val="0"/>
        </a:spcBef>
        <a:spcAft>
          <a:spcPts val="0"/>
        </a:spcAft>
        <a:buClrTx/>
        <a:buSzTx/>
        <a:buFontTx/>
        <a:buNone/>
        <a:defRPr sz="8700" b="0" i="0" u="none" strike="noStrike" cap="none" spc="0">
          <a:solidFill>
            <a:srgbClr val="000000"/>
          </a:solidFill>
          <a:latin typeface="Montserrat Semi Bold"/>
          <a:ea typeface="Montserrat Semi Bold"/>
          <a:cs typeface="Montserrat Semi Bold"/>
        </a:defRPr>
      </a:lvl4pPr>
      <a:lvl5pPr marL="0" marR="0" indent="0" algn="l" defTabSz="1828344">
        <a:lnSpc>
          <a:spcPct val="90000"/>
        </a:lnSpc>
        <a:spcBef>
          <a:spcPts val="0"/>
        </a:spcBef>
        <a:spcAft>
          <a:spcPts val="0"/>
        </a:spcAft>
        <a:buClrTx/>
        <a:buSzTx/>
        <a:buFontTx/>
        <a:buNone/>
        <a:defRPr sz="8700" b="0" i="0" u="none" strike="noStrike" cap="none" spc="0">
          <a:solidFill>
            <a:srgbClr val="000000"/>
          </a:solidFill>
          <a:latin typeface="Montserrat Semi Bold"/>
          <a:ea typeface="Montserrat Semi Bold"/>
          <a:cs typeface="Montserrat Semi Bold"/>
        </a:defRPr>
      </a:lvl5pPr>
      <a:lvl6pPr marL="0" marR="0" indent="0" algn="l" defTabSz="1828344">
        <a:lnSpc>
          <a:spcPct val="90000"/>
        </a:lnSpc>
        <a:spcBef>
          <a:spcPts val="0"/>
        </a:spcBef>
        <a:spcAft>
          <a:spcPts val="0"/>
        </a:spcAft>
        <a:buClrTx/>
        <a:buSzTx/>
        <a:buFontTx/>
        <a:buNone/>
        <a:defRPr sz="8700" b="0" i="0" u="none" strike="noStrike" cap="none" spc="0">
          <a:solidFill>
            <a:srgbClr val="000000"/>
          </a:solidFill>
          <a:latin typeface="Montserrat Semi Bold"/>
          <a:ea typeface="Montserrat Semi Bold"/>
          <a:cs typeface="Montserrat Semi Bold"/>
        </a:defRPr>
      </a:lvl6pPr>
      <a:lvl7pPr marL="0" marR="0" indent="0" algn="l" defTabSz="1828344">
        <a:lnSpc>
          <a:spcPct val="90000"/>
        </a:lnSpc>
        <a:spcBef>
          <a:spcPts val="0"/>
        </a:spcBef>
        <a:spcAft>
          <a:spcPts val="0"/>
        </a:spcAft>
        <a:buClrTx/>
        <a:buSzTx/>
        <a:buFontTx/>
        <a:buNone/>
        <a:defRPr sz="8700" b="0" i="0" u="none" strike="noStrike" cap="none" spc="0">
          <a:solidFill>
            <a:srgbClr val="000000"/>
          </a:solidFill>
          <a:latin typeface="Montserrat Semi Bold"/>
          <a:ea typeface="Montserrat Semi Bold"/>
          <a:cs typeface="Montserrat Semi Bold"/>
        </a:defRPr>
      </a:lvl7pPr>
      <a:lvl8pPr marL="0" marR="0" indent="0" algn="l" defTabSz="1828344">
        <a:lnSpc>
          <a:spcPct val="90000"/>
        </a:lnSpc>
        <a:spcBef>
          <a:spcPts val="0"/>
        </a:spcBef>
        <a:spcAft>
          <a:spcPts val="0"/>
        </a:spcAft>
        <a:buClrTx/>
        <a:buSzTx/>
        <a:buFontTx/>
        <a:buNone/>
        <a:defRPr sz="8700" b="0" i="0" u="none" strike="noStrike" cap="none" spc="0">
          <a:solidFill>
            <a:srgbClr val="000000"/>
          </a:solidFill>
          <a:latin typeface="Montserrat Semi Bold"/>
          <a:ea typeface="Montserrat Semi Bold"/>
          <a:cs typeface="Montserrat Semi Bold"/>
        </a:defRPr>
      </a:lvl8pPr>
      <a:lvl9pPr marL="0" marR="0" indent="0" algn="l" defTabSz="1828344">
        <a:lnSpc>
          <a:spcPct val="90000"/>
        </a:lnSpc>
        <a:spcBef>
          <a:spcPts val="0"/>
        </a:spcBef>
        <a:spcAft>
          <a:spcPts val="0"/>
        </a:spcAft>
        <a:buClrTx/>
        <a:buSzTx/>
        <a:buFontTx/>
        <a:buNone/>
        <a:defRPr sz="8700" b="0" i="0" u="none" strike="noStrike" cap="none" spc="0">
          <a:solidFill>
            <a:srgbClr val="000000"/>
          </a:solidFill>
          <a:latin typeface="Montserrat Semi Bold"/>
          <a:ea typeface="Montserrat Semi Bold"/>
          <a:cs typeface="Montserrat Semi Bold"/>
        </a:defRPr>
      </a:lvl9pPr>
    </p:titleStyle>
    <p:bodyStyle>
      <a:lvl1pPr marL="0" marR="0" indent="0" algn="l" defTabSz="1828344">
        <a:lnSpc>
          <a:spcPct val="90000"/>
        </a:lnSpc>
        <a:spcBef>
          <a:spcPts val="2000"/>
        </a:spcBef>
        <a:spcAft>
          <a:spcPts val="0"/>
        </a:spcAft>
        <a:buClrTx/>
        <a:buSzTx/>
        <a:buFontTx/>
        <a:buNone/>
        <a:defRPr sz="2800" b="0" i="0" u="none" strike="noStrike" cap="none" spc="0">
          <a:solidFill>
            <a:srgbClr val="000000"/>
          </a:solidFill>
          <a:latin typeface="Open Sans Light"/>
          <a:ea typeface="Open Sans Light"/>
          <a:cs typeface="Open Sans Light"/>
        </a:defRPr>
      </a:lvl1pPr>
      <a:lvl2pPr marL="0" marR="0" indent="914172" algn="l" defTabSz="1828344">
        <a:lnSpc>
          <a:spcPct val="90000"/>
        </a:lnSpc>
        <a:spcBef>
          <a:spcPts val="2000"/>
        </a:spcBef>
        <a:spcAft>
          <a:spcPts val="0"/>
        </a:spcAft>
        <a:buClrTx/>
        <a:buSzTx/>
        <a:buFontTx/>
        <a:buNone/>
        <a:defRPr sz="2800" b="0" i="0" u="none" strike="noStrike" cap="none" spc="0">
          <a:solidFill>
            <a:srgbClr val="000000"/>
          </a:solidFill>
          <a:latin typeface="Open Sans Light"/>
          <a:ea typeface="Open Sans Light"/>
          <a:cs typeface="Open Sans Light"/>
        </a:defRPr>
      </a:lvl2pPr>
      <a:lvl3pPr marL="0" marR="0" indent="1828344" algn="l" defTabSz="1828344">
        <a:lnSpc>
          <a:spcPct val="90000"/>
        </a:lnSpc>
        <a:spcBef>
          <a:spcPts val="2000"/>
        </a:spcBef>
        <a:spcAft>
          <a:spcPts val="0"/>
        </a:spcAft>
        <a:buClrTx/>
        <a:buSzTx/>
        <a:buFontTx/>
        <a:buNone/>
        <a:defRPr sz="2800" b="0" i="0" u="none" strike="noStrike" cap="none" spc="0">
          <a:solidFill>
            <a:srgbClr val="000000"/>
          </a:solidFill>
          <a:latin typeface="Open Sans Light"/>
          <a:ea typeface="Open Sans Light"/>
          <a:cs typeface="Open Sans Light"/>
        </a:defRPr>
      </a:lvl3pPr>
      <a:lvl4pPr marL="0" marR="0" indent="2742514" algn="l" defTabSz="1828344">
        <a:lnSpc>
          <a:spcPct val="90000"/>
        </a:lnSpc>
        <a:spcBef>
          <a:spcPts val="2000"/>
        </a:spcBef>
        <a:spcAft>
          <a:spcPts val="0"/>
        </a:spcAft>
        <a:buClrTx/>
        <a:buSzTx/>
        <a:buFontTx/>
        <a:buNone/>
        <a:defRPr sz="2800" b="0" i="0" u="none" strike="noStrike" cap="none" spc="0">
          <a:solidFill>
            <a:srgbClr val="000000"/>
          </a:solidFill>
          <a:latin typeface="Open Sans Light"/>
          <a:ea typeface="Open Sans Light"/>
          <a:cs typeface="Open Sans Light"/>
        </a:defRPr>
      </a:lvl4pPr>
      <a:lvl5pPr marL="0" marR="0" indent="3656684" algn="l" defTabSz="1828344">
        <a:lnSpc>
          <a:spcPct val="90000"/>
        </a:lnSpc>
        <a:spcBef>
          <a:spcPts val="2000"/>
        </a:spcBef>
        <a:spcAft>
          <a:spcPts val="0"/>
        </a:spcAft>
        <a:buClrTx/>
        <a:buSzTx/>
        <a:buFontTx/>
        <a:buNone/>
        <a:defRPr sz="2800" b="0" i="0" u="none" strike="noStrike" cap="none" spc="0">
          <a:solidFill>
            <a:srgbClr val="000000"/>
          </a:solidFill>
          <a:latin typeface="Open Sans Light"/>
          <a:ea typeface="Open Sans Light"/>
          <a:cs typeface="Open Sans Light"/>
        </a:defRPr>
      </a:lvl5pPr>
      <a:lvl6pPr marL="4936526" marR="0" indent="-365668" algn="l" defTabSz="1828344">
        <a:lnSpc>
          <a:spcPct val="90000"/>
        </a:lnSpc>
        <a:spcBef>
          <a:spcPts val="2000"/>
        </a:spcBef>
        <a:spcAft>
          <a:spcPts val="0"/>
        </a:spcAft>
        <a:buClrTx/>
        <a:buSzPct val="100000"/>
        <a:buFontTx/>
        <a:buChar char="•"/>
        <a:defRPr sz="2800" b="0" i="0" u="none" strike="noStrike" cap="none" spc="0">
          <a:solidFill>
            <a:srgbClr val="000000"/>
          </a:solidFill>
          <a:latin typeface="Open Sans Light"/>
          <a:ea typeface="Open Sans Light"/>
          <a:cs typeface="Open Sans Light"/>
        </a:defRPr>
      </a:lvl6pPr>
      <a:lvl7pPr marL="5850696" marR="0" indent="-365668" algn="l" defTabSz="1828344">
        <a:lnSpc>
          <a:spcPct val="90000"/>
        </a:lnSpc>
        <a:spcBef>
          <a:spcPts val="2000"/>
        </a:spcBef>
        <a:spcAft>
          <a:spcPts val="0"/>
        </a:spcAft>
        <a:buClrTx/>
        <a:buSzPct val="100000"/>
        <a:buFontTx/>
        <a:buChar char="•"/>
        <a:defRPr sz="2800" b="0" i="0" u="none" strike="noStrike" cap="none" spc="0">
          <a:solidFill>
            <a:srgbClr val="000000"/>
          </a:solidFill>
          <a:latin typeface="Open Sans Light"/>
          <a:ea typeface="Open Sans Light"/>
          <a:cs typeface="Open Sans Light"/>
        </a:defRPr>
      </a:lvl7pPr>
      <a:lvl8pPr marL="6764870" marR="0" indent="-365668" algn="l" defTabSz="1828344">
        <a:lnSpc>
          <a:spcPct val="90000"/>
        </a:lnSpc>
        <a:spcBef>
          <a:spcPts val="2000"/>
        </a:spcBef>
        <a:spcAft>
          <a:spcPts val="0"/>
        </a:spcAft>
        <a:buClrTx/>
        <a:buSzPct val="100000"/>
        <a:buFontTx/>
        <a:buChar char="•"/>
        <a:defRPr sz="2800" b="0" i="0" u="none" strike="noStrike" cap="none" spc="0">
          <a:solidFill>
            <a:srgbClr val="000000"/>
          </a:solidFill>
          <a:latin typeface="Open Sans Light"/>
          <a:ea typeface="Open Sans Light"/>
          <a:cs typeface="Open Sans Light"/>
        </a:defRPr>
      </a:lvl8pPr>
      <a:lvl9pPr marL="7679040" marR="0" indent="-365668" algn="l" defTabSz="1828344">
        <a:lnSpc>
          <a:spcPct val="90000"/>
        </a:lnSpc>
        <a:spcBef>
          <a:spcPts val="2000"/>
        </a:spcBef>
        <a:spcAft>
          <a:spcPts val="0"/>
        </a:spcAft>
        <a:buClrTx/>
        <a:buSzPct val="100000"/>
        <a:buFontTx/>
        <a:buChar char="•"/>
        <a:defRPr sz="2800" b="0" i="0" u="none" strike="noStrike" cap="none" spc="0">
          <a:solidFill>
            <a:srgbClr val="000000"/>
          </a:solidFill>
          <a:latin typeface="Open Sans Light"/>
          <a:ea typeface="Open Sans Light"/>
          <a:cs typeface="Open Sans Light"/>
        </a:defRPr>
      </a:lvl9pPr>
    </p:bodyStyle>
    <p:otherStyle>
      <a:lvl1pPr marL="0" marR="0" indent="0" algn="r" defTabSz="1828434">
        <a:lnSpc>
          <a:spcPct val="100000"/>
        </a:lnSpc>
        <a:spcBef>
          <a:spcPts val="0"/>
        </a:spcBef>
        <a:spcAft>
          <a:spcPts val="0"/>
        </a:spcAft>
        <a:buClrTx/>
        <a:buSzTx/>
        <a:buFontTx/>
        <a:buNone/>
        <a:defRPr sz="2300" b="0" i="0" u="none" strike="noStrike" cap="none" spc="0">
          <a:solidFill>
            <a:schemeClr val="tx1"/>
          </a:solidFill>
          <a:latin typeface="+mn-lt"/>
          <a:ea typeface="+mn-ea"/>
          <a:cs typeface="+mn-cs"/>
        </a:defRPr>
      </a:lvl1pPr>
      <a:lvl2pPr marL="0" marR="0" indent="914216" algn="r" defTabSz="1828434">
        <a:lnSpc>
          <a:spcPct val="100000"/>
        </a:lnSpc>
        <a:spcBef>
          <a:spcPts val="0"/>
        </a:spcBef>
        <a:spcAft>
          <a:spcPts val="0"/>
        </a:spcAft>
        <a:buClrTx/>
        <a:buSzTx/>
        <a:buFontTx/>
        <a:buNone/>
        <a:defRPr sz="2300" b="0" i="0" u="none" strike="noStrike" cap="none" spc="0">
          <a:solidFill>
            <a:schemeClr val="tx1"/>
          </a:solidFill>
          <a:latin typeface="+mn-lt"/>
          <a:ea typeface="+mn-ea"/>
          <a:cs typeface="+mn-cs"/>
        </a:defRPr>
      </a:lvl2pPr>
      <a:lvl3pPr marL="0" marR="0" indent="1828434" algn="r" defTabSz="1828434">
        <a:lnSpc>
          <a:spcPct val="100000"/>
        </a:lnSpc>
        <a:spcBef>
          <a:spcPts val="0"/>
        </a:spcBef>
        <a:spcAft>
          <a:spcPts val="0"/>
        </a:spcAft>
        <a:buClrTx/>
        <a:buSzTx/>
        <a:buFontTx/>
        <a:buNone/>
        <a:defRPr sz="2300" b="0" i="0" u="none" strike="noStrike" cap="none" spc="0">
          <a:solidFill>
            <a:schemeClr val="tx1"/>
          </a:solidFill>
          <a:latin typeface="+mn-lt"/>
          <a:ea typeface="+mn-ea"/>
          <a:cs typeface="+mn-cs"/>
        </a:defRPr>
      </a:lvl3pPr>
      <a:lvl4pPr marL="0" marR="0" indent="2742652" algn="r" defTabSz="1828434">
        <a:lnSpc>
          <a:spcPct val="100000"/>
        </a:lnSpc>
        <a:spcBef>
          <a:spcPts val="0"/>
        </a:spcBef>
        <a:spcAft>
          <a:spcPts val="0"/>
        </a:spcAft>
        <a:buClrTx/>
        <a:buSzTx/>
        <a:buFontTx/>
        <a:buNone/>
        <a:defRPr sz="2300" b="0" i="0" u="none" strike="noStrike" cap="none" spc="0">
          <a:solidFill>
            <a:schemeClr val="tx1"/>
          </a:solidFill>
          <a:latin typeface="+mn-lt"/>
          <a:ea typeface="+mn-ea"/>
          <a:cs typeface="+mn-cs"/>
        </a:defRPr>
      </a:lvl4pPr>
      <a:lvl5pPr marL="0" marR="0" indent="3656868" algn="r" defTabSz="1828434">
        <a:lnSpc>
          <a:spcPct val="100000"/>
        </a:lnSpc>
        <a:spcBef>
          <a:spcPts val="0"/>
        </a:spcBef>
        <a:spcAft>
          <a:spcPts val="0"/>
        </a:spcAft>
        <a:buClrTx/>
        <a:buSzTx/>
        <a:buFontTx/>
        <a:buNone/>
        <a:defRPr sz="2300" b="0" i="0" u="none" strike="noStrike" cap="none" spc="0">
          <a:solidFill>
            <a:schemeClr val="tx1"/>
          </a:solidFill>
          <a:latin typeface="+mn-lt"/>
          <a:ea typeface="+mn-ea"/>
          <a:cs typeface="+mn-cs"/>
        </a:defRPr>
      </a:lvl5pPr>
      <a:lvl6pPr marL="0" marR="0" indent="4571086" algn="r" defTabSz="1828434">
        <a:lnSpc>
          <a:spcPct val="100000"/>
        </a:lnSpc>
        <a:spcBef>
          <a:spcPts val="0"/>
        </a:spcBef>
        <a:spcAft>
          <a:spcPts val="0"/>
        </a:spcAft>
        <a:buClrTx/>
        <a:buSzTx/>
        <a:buFontTx/>
        <a:buNone/>
        <a:defRPr sz="2300" b="0" i="0" u="none" strike="noStrike" cap="none" spc="0">
          <a:solidFill>
            <a:schemeClr val="tx1"/>
          </a:solidFill>
          <a:latin typeface="+mn-lt"/>
          <a:ea typeface="+mn-ea"/>
          <a:cs typeface="+mn-cs"/>
        </a:defRPr>
      </a:lvl6pPr>
      <a:lvl7pPr marL="0" marR="0" indent="5485304" algn="r" defTabSz="1828434">
        <a:lnSpc>
          <a:spcPct val="100000"/>
        </a:lnSpc>
        <a:spcBef>
          <a:spcPts val="0"/>
        </a:spcBef>
        <a:spcAft>
          <a:spcPts val="0"/>
        </a:spcAft>
        <a:buClrTx/>
        <a:buSzTx/>
        <a:buFontTx/>
        <a:buNone/>
        <a:defRPr sz="2300" b="0" i="0" u="none" strike="noStrike" cap="none" spc="0">
          <a:solidFill>
            <a:schemeClr val="tx1"/>
          </a:solidFill>
          <a:latin typeface="+mn-lt"/>
          <a:ea typeface="+mn-ea"/>
          <a:cs typeface="+mn-cs"/>
        </a:defRPr>
      </a:lvl7pPr>
      <a:lvl8pPr marL="0" marR="0" indent="6399520" algn="r" defTabSz="1828434">
        <a:lnSpc>
          <a:spcPct val="100000"/>
        </a:lnSpc>
        <a:spcBef>
          <a:spcPts val="0"/>
        </a:spcBef>
        <a:spcAft>
          <a:spcPts val="0"/>
        </a:spcAft>
        <a:buClrTx/>
        <a:buSzTx/>
        <a:buFontTx/>
        <a:buNone/>
        <a:defRPr sz="2300" b="0" i="0" u="none" strike="noStrike" cap="none" spc="0">
          <a:solidFill>
            <a:schemeClr val="tx1"/>
          </a:solidFill>
          <a:latin typeface="+mn-lt"/>
          <a:ea typeface="+mn-ea"/>
          <a:cs typeface="+mn-cs"/>
        </a:defRPr>
      </a:lvl8pPr>
      <a:lvl9pPr marL="0" marR="0" indent="7313738" algn="r" defTabSz="1828434">
        <a:lnSpc>
          <a:spcPct val="100000"/>
        </a:lnSpc>
        <a:spcBef>
          <a:spcPts val="0"/>
        </a:spcBef>
        <a:spcAft>
          <a:spcPts val="0"/>
        </a:spcAft>
        <a:buClrTx/>
        <a:buSzTx/>
        <a:buFontTx/>
        <a:buNone/>
        <a:defRPr sz="2300" b="0" i="0" u="none" strike="noStrike" cap="none" spc="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bwMode="auto">
        <a:xfrm>
          <a:off x="0" y="0"/>
          <a:ext cx="0" cy="0"/>
          <a:chOff x="0" y="0"/>
          <a:chExt cx="0" cy="0"/>
        </a:xfrm>
      </p:grpSpPr>
      <p:sp>
        <p:nvSpPr>
          <p:cNvPr id="2" name="Номер слайда"/>
          <p:cNvSpPr txBox="1">
            <a:spLocks noGrp="1"/>
          </p:cNvSpPr>
          <p:nvPr>
            <p:ph type="sldNum" sz="quarter" idx="2"/>
          </p:nvPr>
        </p:nvSpPr>
        <p:spPr bwMode="auto">
          <a:xfrm>
            <a:off x="22262114" y="12854688"/>
            <a:ext cx="451404" cy="446276"/>
          </a:xfrm>
          <a:prstGeom prst="rect">
            <a:avLst/>
          </a:prstGeom>
          <a:ln w="12700">
            <a:miter lim="400000"/>
          </a:ln>
        </p:spPr>
        <p:txBody>
          <a:bodyPr wrap="none" lIns="45719" rIns="45719" anchor="ctr">
            <a:spAutoFit/>
          </a:bodyPr>
          <a:lstStyle>
            <a:lvl1pPr algn="r">
              <a:defRPr sz="2300">
                <a:solidFill>
                  <a:srgbClr val="888888"/>
                </a:solidFill>
              </a:defRPr>
            </a:lvl1p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3" name="Текст заголовка"/>
          <p:cNvSpPr txBox="1">
            <a:spLocks noGrp="1"/>
          </p:cNvSpPr>
          <p:nvPr>
            <p:ph type="title"/>
          </p:nvPr>
        </p:nvSpPr>
        <p:spPr bwMode="auto">
          <a:xfrm>
            <a:off x="1219200" y="184150"/>
            <a:ext cx="21945600" cy="3016252"/>
          </a:xfrm>
          <a:prstGeom prst="rect">
            <a:avLst/>
          </a:prstGeom>
          <a:ln w="12700">
            <a:miter lim="400000"/>
          </a:ln>
        </p:spPr>
        <p:txBody>
          <a:bodyPr lIns="45719" rIns="45719" anchor="ctr">
            <a:normAutofit/>
          </a:bodyPr>
          <a:lstStyle/>
          <a:p>
            <a:pPr>
              <a:defRPr/>
            </a:pPr>
            <a:r>
              <a:t>Текст заголовка</a:t>
            </a:r>
          </a:p>
        </p:txBody>
      </p:sp>
      <p:sp>
        <p:nvSpPr>
          <p:cNvPr id="4" name="Уровень текста 1…"/>
          <p:cNvSpPr txBox="1">
            <a:spLocks noGrp="1"/>
          </p:cNvSpPr>
          <p:nvPr>
            <p:ph type="body" idx="1"/>
          </p:nvPr>
        </p:nvSpPr>
        <p:spPr bwMode="auto">
          <a:xfrm>
            <a:off x="1219200" y="3200400"/>
            <a:ext cx="21945600" cy="10515600"/>
          </a:xfrm>
          <a:prstGeom prst="rect">
            <a:avLst/>
          </a:prstGeom>
          <a:ln w="12700">
            <a:miter lim="400000"/>
          </a:ln>
        </p:spPr>
        <p:txBody>
          <a:bodyPr lIns="45719" rIns="45719">
            <a:normAutofit/>
          </a:body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Tree>
    <p:extLst>
      <p:ext uri="{BB962C8B-B14F-4D97-AF65-F5344CB8AC3E}">
        <p14:creationId xmlns:p14="http://schemas.microsoft.com/office/powerpoint/2010/main" val="2357450354"/>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 id="2147483717" r:id="rId13"/>
    <p:sldLayoutId id="2147483718" r:id="rId14"/>
    <p:sldLayoutId id="2147483719" r:id="rId15"/>
    <p:sldLayoutId id="2147483720" r:id="rId16"/>
    <p:sldLayoutId id="2147483721" r:id="rId17"/>
    <p:sldLayoutId id="2147483722" r:id="rId18"/>
    <p:sldLayoutId id="2147483723" r:id="rId19"/>
    <p:sldLayoutId id="2147483724" r:id="rId20"/>
    <p:sldLayoutId id="2147483725" r:id="rId21"/>
    <p:sldLayoutId id="2147483726" r:id="rId22"/>
    <p:sldLayoutId id="2147483727" r:id="rId23"/>
    <p:sldLayoutId id="2147483728" r:id="rId24"/>
    <p:sldLayoutId id="2147483729" r:id="rId25"/>
    <p:sldLayoutId id="2147483730" r:id="rId26"/>
    <p:sldLayoutId id="2147483731" r:id="rId27"/>
    <p:sldLayoutId id="2147483732" r:id="rId28"/>
    <p:sldLayoutId id="2147483733" r:id="rId29"/>
    <p:sldLayoutId id="2147483734" r:id="rId30"/>
    <p:sldLayoutId id="2147483735" r:id="rId31"/>
    <p:sldLayoutId id="2147483736" r:id="rId32"/>
    <p:sldLayoutId id="2147483737" r:id="rId33"/>
    <p:sldLayoutId id="2147483738" r:id="rId34"/>
    <p:sldLayoutId id="2147483739" r:id="rId35"/>
    <p:sldLayoutId id="2147483740" r:id="rId36"/>
    <p:sldLayoutId id="2147483741" r:id="rId37"/>
    <p:sldLayoutId id="2147483742" r:id="rId38"/>
    <p:sldLayoutId id="2147483743" r:id="rId39"/>
    <p:sldLayoutId id="2147483744" r:id="rId40"/>
    <p:sldLayoutId id="2147483745" r:id="rId41"/>
    <p:sldLayoutId id="2147483746" r:id="rId42"/>
    <p:sldLayoutId id="2147483747" r:id="rId43"/>
    <p:sldLayoutId id="2147483748" r:id="rId44"/>
    <p:sldLayoutId id="2147483749" r:id="rId45"/>
    <p:sldLayoutId id="2147483750" r:id="rId46"/>
    <p:sldLayoutId id="2147483751" r:id="rId47"/>
    <p:sldLayoutId id="2147483752" r:id="rId48"/>
    <p:sldLayoutId id="2147483753" r:id="rId49"/>
    <p:sldLayoutId id="2147483754" r:id="rId50"/>
    <p:sldLayoutId id="2147483755" r:id="rId51"/>
    <p:sldLayoutId id="2147483756" r:id="rId52"/>
  </p:sldLayoutIdLst>
  <p:txStyles>
    <p:titleStyle>
      <a:lvl1pPr marL="0" marR="0" indent="0" algn="l" defTabSz="1828344">
        <a:lnSpc>
          <a:spcPct val="90000"/>
        </a:lnSpc>
        <a:spcBef>
          <a:spcPts val="0"/>
        </a:spcBef>
        <a:spcAft>
          <a:spcPts val="0"/>
        </a:spcAft>
        <a:buClrTx/>
        <a:buSzTx/>
        <a:buFontTx/>
        <a:buNone/>
        <a:defRPr sz="8700" b="0" i="0" u="none" strike="noStrike" cap="none" spc="0">
          <a:solidFill>
            <a:srgbClr val="000000"/>
          </a:solidFill>
          <a:latin typeface="Montserrat Semi Bold"/>
          <a:ea typeface="Montserrat Semi Bold"/>
          <a:cs typeface="Montserrat Semi Bold"/>
        </a:defRPr>
      </a:lvl1pPr>
      <a:lvl2pPr marL="0" marR="0" indent="0" algn="l" defTabSz="1828344">
        <a:lnSpc>
          <a:spcPct val="90000"/>
        </a:lnSpc>
        <a:spcBef>
          <a:spcPts val="0"/>
        </a:spcBef>
        <a:spcAft>
          <a:spcPts val="0"/>
        </a:spcAft>
        <a:buClrTx/>
        <a:buSzTx/>
        <a:buFontTx/>
        <a:buNone/>
        <a:defRPr sz="8700" b="0" i="0" u="none" strike="noStrike" cap="none" spc="0">
          <a:solidFill>
            <a:srgbClr val="000000"/>
          </a:solidFill>
          <a:latin typeface="Montserrat Semi Bold"/>
          <a:ea typeface="Montserrat Semi Bold"/>
          <a:cs typeface="Montserrat Semi Bold"/>
        </a:defRPr>
      </a:lvl2pPr>
      <a:lvl3pPr marL="0" marR="0" indent="0" algn="l" defTabSz="1828344">
        <a:lnSpc>
          <a:spcPct val="90000"/>
        </a:lnSpc>
        <a:spcBef>
          <a:spcPts val="0"/>
        </a:spcBef>
        <a:spcAft>
          <a:spcPts val="0"/>
        </a:spcAft>
        <a:buClrTx/>
        <a:buSzTx/>
        <a:buFontTx/>
        <a:buNone/>
        <a:defRPr sz="8700" b="0" i="0" u="none" strike="noStrike" cap="none" spc="0">
          <a:solidFill>
            <a:srgbClr val="000000"/>
          </a:solidFill>
          <a:latin typeface="Montserrat Semi Bold"/>
          <a:ea typeface="Montserrat Semi Bold"/>
          <a:cs typeface="Montserrat Semi Bold"/>
        </a:defRPr>
      </a:lvl3pPr>
      <a:lvl4pPr marL="0" marR="0" indent="0" algn="l" defTabSz="1828344">
        <a:lnSpc>
          <a:spcPct val="90000"/>
        </a:lnSpc>
        <a:spcBef>
          <a:spcPts val="0"/>
        </a:spcBef>
        <a:spcAft>
          <a:spcPts val="0"/>
        </a:spcAft>
        <a:buClrTx/>
        <a:buSzTx/>
        <a:buFontTx/>
        <a:buNone/>
        <a:defRPr sz="8700" b="0" i="0" u="none" strike="noStrike" cap="none" spc="0">
          <a:solidFill>
            <a:srgbClr val="000000"/>
          </a:solidFill>
          <a:latin typeface="Montserrat Semi Bold"/>
          <a:ea typeface="Montserrat Semi Bold"/>
          <a:cs typeface="Montserrat Semi Bold"/>
        </a:defRPr>
      </a:lvl4pPr>
      <a:lvl5pPr marL="0" marR="0" indent="0" algn="l" defTabSz="1828344">
        <a:lnSpc>
          <a:spcPct val="90000"/>
        </a:lnSpc>
        <a:spcBef>
          <a:spcPts val="0"/>
        </a:spcBef>
        <a:spcAft>
          <a:spcPts val="0"/>
        </a:spcAft>
        <a:buClrTx/>
        <a:buSzTx/>
        <a:buFontTx/>
        <a:buNone/>
        <a:defRPr sz="8700" b="0" i="0" u="none" strike="noStrike" cap="none" spc="0">
          <a:solidFill>
            <a:srgbClr val="000000"/>
          </a:solidFill>
          <a:latin typeface="Montserrat Semi Bold"/>
          <a:ea typeface="Montserrat Semi Bold"/>
          <a:cs typeface="Montserrat Semi Bold"/>
        </a:defRPr>
      </a:lvl5pPr>
      <a:lvl6pPr marL="0" marR="0" indent="0" algn="l" defTabSz="1828344">
        <a:lnSpc>
          <a:spcPct val="90000"/>
        </a:lnSpc>
        <a:spcBef>
          <a:spcPts val="0"/>
        </a:spcBef>
        <a:spcAft>
          <a:spcPts val="0"/>
        </a:spcAft>
        <a:buClrTx/>
        <a:buSzTx/>
        <a:buFontTx/>
        <a:buNone/>
        <a:defRPr sz="8700" b="0" i="0" u="none" strike="noStrike" cap="none" spc="0">
          <a:solidFill>
            <a:srgbClr val="000000"/>
          </a:solidFill>
          <a:latin typeface="Montserrat Semi Bold"/>
          <a:ea typeface="Montserrat Semi Bold"/>
          <a:cs typeface="Montserrat Semi Bold"/>
        </a:defRPr>
      </a:lvl6pPr>
      <a:lvl7pPr marL="0" marR="0" indent="0" algn="l" defTabSz="1828344">
        <a:lnSpc>
          <a:spcPct val="90000"/>
        </a:lnSpc>
        <a:spcBef>
          <a:spcPts val="0"/>
        </a:spcBef>
        <a:spcAft>
          <a:spcPts val="0"/>
        </a:spcAft>
        <a:buClrTx/>
        <a:buSzTx/>
        <a:buFontTx/>
        <a:buNone/>
        <a:defRPr sz="8700" b="0" i="0" u="none" strike="noStrike" cap="none" spc="0">
          <a:solidFill>
            <a:srgbClr val="000000"/>
          </a:solidFill>
          <a:latin typeface="Montserrat Semi Bold"/>
          <a:ea typeface="Montserrat Semi Bold"/>
          <a:cs typeface="Montserrat Semi Bold"/>
        </a:defRPr>
      </a:lvl7pPr>
      <a:lvl8pPr marL="0" marR="0" indent="0" algn="l" defTabSz="1828344">
        <a:lnSpc>
          <a:spcPct val="90000"/>
        </a:lnSpc>
        <a:spcBef>
          <a:spcPts val="0"/>
        </a:spcBef>
        <a:spcAft>
          <a:spcPts val="0"/>
        </a:spcAft>
        <a:buClrTx/>
        <a:buSzTx/>
        <a:buFontTx/>
        <a:buNone/>
        <a:defRPr sz="8700" b="0" i="0" u="none" strike="noStrike" cap="none" spc="0">
          <a:solidFill>
            <a:srgbClr val="000000"/>
          </a:solidFill>
          <a:latin typeface="Montserrat Semi Bold"/>
          <a:ea typeface="Montserrat Semi Bold"/>
          <a:cs typeface="Montserrat Semi Bold"/>
        </a:defRPr>
      </a:lvl8pPr>
      <a:lvl9pPr marL="0" marR="0" indent="0" algn="l" defTabSz="1828344">
        <a:lnSpc>
          <a:spcPct val="90000"/>
        </a:lnSpc>
        <a:spcBef>
          <a:spcPts val="0"/>
        </a:spcBef>
        <a:spcAft>
          <a:spcPts val="0"/>
        </a:spcAft>
        <a:buClrTx/>
        <a:buSzTx/>
        <a:buFontTx/>
        <a:buNone/>
        <a:defRPr sz="8700" b="0" i="0" u="none" strike="noStrike" cap="none" spc="0">
          <a:solidFill>
            <a:srgbClr val="000000"/>
          </a:solidFill>
          <a:latin typeface="Montserrat Semi Bold"/>
          <a:ea typeface="Montserrat Semi Bold"/>
          <a:cs typeface="Montserrat Semi Bold"/>
        </a:defRPr>
      </a:lvl9pPr>
    </p:titleStyle>
    <p:bodyStyle>
      <a:lvl1pPr marL="0" marR="0" indent="0" algn="l" defTabSz="1828344">
        <a:lnSpc>
          <a:spcPct val="90000"/>
        </a:lnSpc>
        <a:spcBef>
          <a:spcPts val="2000"/>
        </a:spcBef>
        <a:spcAft>
          <a:spcPts val="0"/>
        </a:spcAft>
        <a:buClrTx/>
        <a:buSzTx/>
        <a:buFontTx/>
        <a:buNone/>
        <a:defRPr sz="2800" b="0" i="0" u="none" strike="noStrike" cap="none" spc="0">
          <a:solidFill>
            <a:srgbClr val="000000"/>
          </a:solidFill>
          <a:latin typeface="Open Sans Light"/>
          <a:ea typeface="Open Sans Light"/>
          <a:cs typeface="Open Sans Light"/>
        </a:defRPr>
      </a:lvl1pPr>
      <a:lvl2pPr marL="0" marR="0" indent="914172" algn="l" defTabSz="1828344">
        <a:lnSpc>
          <a:spcPct val="90000"/>
        </a:lnSpc>
        <a:spcBef>
          <a:spcPts val="2000"/>
        </a:spcBef>
        <a:spcAft>
          <a:spcPts val="0"/>
        </a:spcAft>
        <a:buClrTx/>
        <a:buSzTx/>
        <a:buFontTx/>
        <a:buNone/>
        <a:defRPr sz="2800" b="0" i="0" u="none" strike="noStrike" cap="none" spc="0">
          <a:solidFill>
            <a:srgbClr val="000000"/>
          </a:solidFill>
          <a:latin typeface="Open Sans Light"/>
          <a:ea typeface="Open Sans Light"/>
          <a:cs typeface="Open Sans Light"/>
        </a:defRPr>
      </a:lvl2pPr>
      <a:lvl3pPr marL="0" marR="0" indent="1828344" algn="l" defTabSz="1828344">
        <a:lnSpc>
          <a:spcPct val="90000"/>
        </a:lnSpc>
        <a:spcBef>
          <a:spcPts val="2000"/>
        </a:spcBef>
        <a:spcAft>
          <a:spcPts val="0"/>
        </a:spcAft>
        <a:buClrTx/>
        <a:buSzTx/>
        <a:buFontTx/>
        <a:buNone/>
        <a:defRPr sz="2800" b="0" i="0" u="none" strike="noStrike" cap="none" spc="0">
          <a:solidFill>
            <a:srgbClr val="000000"/>
          </a:solidFill>
          <a:latin typeface="Open Sans Light"/>
          <a:ea typeface="Open Sans Light"/>
          <a:cs typeface="Open Sans Light"/>
        </a:defRPr>
      </a:lvl3pPr>
      <a:lvl4pPr marL="0" marR="0" indent="2742514" algn="l" defTabSz="1828344">
        <a:lnSpc>
          <a:spcPct val="90000"/>
        </a:lnSpc>
        <a:spcBef>
          <a:spcPts val="2000"/>
        </a:spcBef>
        <a:spcAft>
          <a:spcPts val="0"/>
        </a:spcAft>
        <a:buClrTx/>
        <a:buSzTx/>
        <a:buFontTx/>
        <a:buNone/>
        <a:defRPr sz="2800" b="0" i="0" u="none" strike="noStrike" cap="none" spc="0">
          <a:solidFill>
            <a:srgbClr val="000000"/>
          </a:solidFill>
          <a:latin typeface="Open Sans Light"/>
          <a:ea typeface="Open Sans Light"/>
          <a:cs typeface="Open Sans Light"/>
        </a:defRPr>
      </a:lvl4pPr>
      <a:lvl5pPr marL="0" marR="0" indent="3656684" algn="l" defTabSz="1828344">
        <a:lnSpc>
          <a:spcPct val="90000"/>
        </a:lnSpc>
        <a:spcBef>
          <a:spcPts val="2000"/>
        </a:spcBef>
        <a:spcAft>
          <a:spcPts val="0"/>
        </a:spcAft>
        <a:buClrTx/>
        <a:buSzTx/>
        <a:buFontTx/>
        <a:buNone/>
        <a:defRPr sz="2800" b="0" i="0" u="none" strike="noStrike" cap="none" spc="0">
          <a:solidFill>
            <a:srgbClr val="000000"/>
          </a:solidFill>
          <a:latin typeface="Open Sans Light"/>
          <a:ea typeface="Open Sans Light"/>
          <a:cs typeface="Open Sans Light"/>
        </a:defRPr>
      </a:lvl5pPr>
      <a:lvl6pPr marL="4936526" marR="0" indent="-365668" algn="l" defTabSz="1828344">
        <a:lnSpc>
          <a:spcPct val="90000"/>
        </a:lnSpc>
        <a:spcBef>
          <a:spcPts val="2000"/>
        </a:spcBef>
        <a:spcAft>
          <a:spcPts val="0"/>
        </a:spcAft>
        <a:buClrTx/>
        <a:buSzPct val="100000"/>
        <a:buFontTx/>
        <a:buChar char="•"/>
        <a:defRPr sz="2800" b="0" i="0" u="none" strike="noStrike" cap="none" spc="0">
          <a:solidFill>
            <a:srgbClr val="000000"/>
          </a:solidFill>
          <a:latin typeface="Open Sans Light"/>
          <a:ea typeface="Open Sans Light"/>
          <a:cs typeface="Open Sans Light"/>
        </a:defRPr>
      </a:lvl6pPr>
      <a:lvl7pPr marL="5850696" marR="0" indent="-365668" algn="l" defTabSz="1828344">
        <a:lnSpc>
          <a:spcPct val="90000"/>
        </a:lnSpc>
        <a:spcBef>
          <a:spcPts val="2000"/>
        </a:spcBef>
        <a:spcAft>
          <a:spcPts val="0"/>
        </a:spcAft>
        <a:buClrTx/>
        <a:buSzPct val="100000"/>
        <a:buFontTx/>
        <a:buChar char="•"/>
        <a:defRPr sz="2800" b="0" i="0" u="none" strike="noStrike" cap="none" spc="0">
          <a:solidFill>
            <a:srgbClr val="000000"/>
          </a:solidFill>
          <a:latin typeface="Open Sans Light"/>
          <a:ea typeface="Open Sans Light"/>
          <a:cs typeface="Open Sans Light"/>
        </a:defRPr>
      </a:lvl7pPr>
      <a:lvl8pPr marL="6764870" marR="0" indent="-365668" algn="l" defTabSz="1828344">
        <a:lnSpc>
          <a:spcPct val="90000"/>
        </a:lnSpc>
        <a:spcBef>
          <a:spcPts val="2000"/>
        </a:spcBef>
        <a:spcAft>
          <a:spcPts val="0"/>
        </a:spcAft>
        <a:buClrTx/>
        <a:buSzPct val="100000"/>
        <a:buFontTx/>
        <a:buChar char="•"/>
        <a:defRPr sz="2800" b="0" i="0" u="none" strike="noStrike" cap="none" spc="0">
          <a:solidFill>
            <a:srgbClr val="000000"/>
          </a:solidFill>
          <a:latin typeface="Open Sans Light"/>
          <a:ea typeface="Open Sans Light"/>
          <a:cs typeface="Open Sans Light"/>
        </a:defRPr>
      </a:lvl8pPr>
      <a:lvl9pPr marL="7679040" marR="0" indent="-365668" algn="l" defTabSz="1828344">
        <a:lnSpc>
          <a:spcPct val="90000"/>
        </a:lnSpc>
        <a:spcBef>
          <a:spcPts val="2000"/>
        </a:spcBef>
        <a:spcAft>
          <a:spcPts val="0"/>
        </a:spcAft>
        <a:buClrTx/>
        <a:buSzPct val="100000"/>
        <a:buFontTx/>
        <a:buChar char="•"/>
        <a:defRPr sz="2800" b="0" i="0" u="none" strike="noStrike" cap="none" spc="0">
          <a:solidFill>
            <a:srgbClr val="000000"/>
          </a:solidFill>
          <a:latin typeface="Open Sans Light"/>
          <a:ea typeface="Open Sans Light"/>
          <a:cs typeface="Open Sans Light"/>
        </a:defRPr>
      </a:lvl9pPr>
    </p:bodyStyle>
    <p:otherStyle>
      <a:lvl1pPr marL="0" marR="0" indent="0" algn="r" defTabSz="1828434">
        <a:lnSpc>
          <a:spcPct val="100000"/>
        </a:lnSpc>
        <a:spcBef>
          <a:spcPts val="0"/>
        </a:spcBef>
        <a:spcAft>
          <a:spcPts val="0"/>
        </a:spcAft>
        <a:buClrTx/>
        <a:buSzTx/>
        <a:buFontTx/>
        <a:buNone/>
        <a:defRPr sz="2300" b="0" i="0" u="none" strike="noStrike" cap="none" spc="0">
          <a:solidFill>
            <a:schemeClr val="tx1"/>
          </a:solidFill>
          <a:latin typeface="+mn-lt"/>
          <a:ea typeface="+mn-ea"/>
          <a:cs typeface="+mn-cs"/>
        </a:defRPr>
      </a:lvl1pPr>
      <a:lvl2pPr marL="0" marR="0" indent="914216" algn="r" defTabSz="1828434">
        <a:lnSpc>
          <a:spcPct val="100000"/>
        </a:lnSpc>
        <a:spcBef>
          <a:spcPts val="0"/>
        </a:spcBef>
        <a:spcAft>
          <a:spcPts val="0"/>
        </a:spcAft>
        <a:buClrTx/>
        <a:buSzTx/>
        <a:buFontTx/>
        <a:buNone/>
        <a:defRPr sz="2300" b="0" i="0" u="none" strike="noStrike" cap="none" spc="0">
          <a:solidFill>
            <a:schemeClr val="tx1"/>
          </a:solidFill>
          <a:latin typeface="+mn-lt"/>
          <a:ea typeface="+mn-ea"/>
          <a:cs typeface="+mn-cs"/>
        </a:defRPr>
      </a:lvl2pPr>
      <a:lvl3pPr marL="0" marR="0" indent="1828434" algn="r" defTabSz="1828434">
        <a:lnSpc>
          <a:spcPct val="100000"/>
        </a:lnSpc>
        <a:spcBef>
          <a:spcPts val="0"/>
        </a:spcBef>
        <a:spcAft>
          <a:spcPts val="0"/>
        </a:spcAft>
        <a:buClrTx/>
        <a:buSzTx/>
        <a:buFontTx/>
        <a:buNone/>
        <a:defRPr sz="2300" b="0" i="0" u="none" strike="noStrike" cap="none" spc="0">
          <a:solidFill>
            <a:schemeClr val="tx1"/>
          </a:solidFill>
          <a:latin typeface="+mn-lt"/>
          <a:ea typeface="+mn-ea"/>
          <a:cs typeface="+mn-cs"/>
        </a:defRPr>
      </a:lvl3pPr>
      <a:lvl4pPr marL="0" marR="0" indent="2742652" algn="r" defTabSz="1828434">
        <a:lnSpc>
          <a:spcPct val="100000"/>
        </a:lnSpc>
        <a:spcBef>
          <a:spcPts val="0"/>
        </a:spcBef>
        <a:spcAft>
          <a:spcPts val="0"/>
        </a:spcAft>
        <a:buClrTx/>
        <a:buSzTx/>
        <a:buFontTx/>
        <a:buNone/>
        <a:defRPr sz="2300" b="0" i="0" u="none" strike="noStrike" cap="none" spc="0">
          <a:solidFill>
            <a:schemeClr val="tx1"/>
          </a:solidFill>
          <a:latin typeface="+mn-lt"/>
          <a:ea typeface="+mn-ea"/>
          <a:cs typeface="+mn-cs"/>
        </a:defRPr>
      </a:lvl4pPr>
      <a:lvl5pPr marL="0" marR="0" indent="3656868" algn="r" defTabSz="1828434">
        <a:lnSpc>
          <a:spcPct val="100000"/>
        </a:lnSpc>
        <a:spcBef>
          <a:spcPts val="0"/>
        </a:spcBef>
        <a:spcAft>
          <a:spcPts val="0"/>
        </a:spcAft>
        <a:buClrTx/>
        <a:buSzTx/>
        <a:buFontTx/>
        <a:buNone/>
        <a:defRPr sz="2300" b="0" i="0" u="none" strike="noStrike" cap="none" spc="0">
          <a:solidFill>
            <a:schemeClr val="tx1"/>
          </a:solidFill>
          <a:latin typeface="+mn-lt"/>
          <a:ea typeface="+mn-ea"/>
          <a:cs typeface="+mn-cs"/>
        </a:defRPr>
      </a:lvl5pPr>
      <a:lvl6pPr marL="0" marR="0" indent="4571086" algn="r" defTabSz="1828434">
        <a:lnSpc>
          <a:spcPct val="100000"/>
        </a:lnSpc>
        <a:spcBef>
          <a:spcPts val="0"/>
        </a:spcBef>
        <a:spcAft>
          <a:spcPts val="0"/>
        </a:spcAft>
        <a:buClrTx/>
        <a:buSzTx/>
        <a:buFontTx/>
        <a:buNone/>
        <a:defRPr sz="2300" b="0" i="0" u="none" strike="noStrike" cap="none" spc="0">
          <a:solidFill>
            <a:schemeClr val="tx1"/>
          </a:solidFill>
          <a:latin typeface="+mn-lt"/>
          <a:ea typeface="+mn-ea"/>
          <a:cs typeface="+mn-cs"/>
        </a:defRPr>
      </a:lvl6pPr>
      <a:lvl7pPr marL="0" marR="0" indent="5485304" algn="r" defTabSz="1828434">
        <a:lnSpc>
          <a:spcPct val="100000"/>
        </a:lnSpc>
        <a:spcBef>
          <a:spcPts val="0"/>
        </a:spcBef>
        <a:spcAft>
          <a:spcPts val="0"/>
        </a:spcAft>
        <a:buClrTx/>
        <a:buSzTx/>
        <a:buFontTx/>
        <a:buNone/>
        <a:defRPr sz="2300" b="0" i="0" u="none" strike="noStrike" cap="none" spc="0">
          <a:solidFill>
            <a:schemeClr val="tx1"/>
          </a:solidFill>
          <a:latin typeface="+mn-lt"/>
          <a:ea typeface="+mn-ea"/>
          <a:cs typeface="+mn-cs"/>
        </a:defRPr>
      </a:lvl7pPr>
      <a:lvl8pPr marL="0" marR="0" indent="6399520" algn="r" defTabSz="1828434">
        <a:lnSpc>
          <a:spcPct val="100000"/>
        </a:lnSpc>
        <a:spcBef>
          <a:spcPts val="0"/>
        </a:spcBef>
        <a:spcAft>
          <a:spcPts val="0"/>
        </a:spcAft>
        <a:buClrTx/>
        <a:buSzTx/>
        <a:buFontTx/>
        <a:buNone/>
        <a:defRPr sz="2300" b="0" i="0" u="none" strike="noStrike" cap="none" spc="0">
          <a:solidFill>
            <a:schemeClr val="tx1"/>
          </a:solidFill>
          <a:latin typeface="+mn-lt"/>
          <a:ea typeface="+mn-ea"/>
          <a:cs typeface="+mn-cs"/>
        </a:defRPr>
      </a:lvl8pPr>
      <a:lvl9pPr marL="0" marR="0" indent="7313738" algn="r" defTabSz="1828434">
        <a:lnSpc>
          <a:spcPct val="100000"/>
        </a:lnSpc>
        <a:spcBef>
          <a:spcPts val="0"/>
        </a:spcBef>
        <a:spcAft>
          <a:spcPts val="0"/>
        </a:spcAft>
        <a:buClrTx/>
        <a:buSzTx/>
        <a:buFontTx/>
        <a:buNone/>
        <a:defRPr sz="2300" b="0" i="0" u="none" strike="noStrike" cap="none" spc="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bwMode="auto">
        <a:xfrm>
          <a:off x="0" y="0"/>
          <a:ext cx="0" cy="0"/>
          <a:chOff x="0" y="0"/>
          <a:chExt cx="0" cy="0"/>
        </a:xfrm>
      </p:grpSpPr>
      <p:sp>
        <p:nvSpPr>
          <p:cNvPr id="2" name="Номер слайда"/>
          <p:cNvSpPr txBox="1">
            <a:spLocks noGrp="1"/>
          </p:cNvSpPr>
          <p:nvPr>
            <p:ph type="sldNum" sz="quarter" idx="2"/>
          </p:nvPr>
        </p:nvSpPr>
        <p:spPr bwMode="auto">
          <a:xfrm>
            <a:off x="22262114" y="12854688"/>
            <a:ext cx="451404" cy="446276"/>
          </a:xfrm>
          <a:prstGeom prst="rect">
            <a:avLst/>
          </a:prstGeom>
          <a:ln w="12700">
            <a:miter lim="400000"/>
          </a:ln>
        </p:spPr>
        <p:txBody>
          <a:bodyPr wrap="none" lIns="45719" rIns="45719" anchor="ctr">
            <a:spAutoFit/>
          </a:bodyPr>
          <a:lstStyle>
            <a:lvl1pPr algn="r">
              <a:defRPr sz="2300">
                <a:solidFill>
                  <a:srgbClr val="888888"/>
                </a:solidFill>
              </a:defRPr>
            </a:lvl1pPr>
          </a:lstStyle>
          <a:p>
            <a:pPr defTabSz="1828434" rtl="0">
              <a:lnSpc>
                <a:spcPct val="100000"/>
              </a:lnSpc>
              <a:defRPr/>
            </a:pPr>
            <a:fld id="{86CB4B4D-7CA3-9044-876B-883B54F8677D}" type="slidenum">
              <a:rPr lang="ru-RU" smtClean="0">
                <a:latin typeface="Open Sans Light"/>
                <a:cs typeface="Calibri"/>
                <a:sym typeface="Open Sans"/>
              </a:rPr>
              <a:pPr defTabSz="1828434" rtl="0">
                <a:lnSpc>
                  <a:spcPct val="100000"/>
                </a:lnSpc>
                <a:defRPr/>
              </a:pPr>
              <a:t>‹#›</a:t>
            </a:fld>
            <a:endParaRPr lang="ru-RU">
              <a:latin typeface="Open Sans Light"/>
              <a:cs typeface="Calibri"/>
              <a:sym typeface="Open Sans"/>
            </a:endParaRPr>
          </a:p>
        </p:txBody>
      </p:sp>
      <p:sp>
        <p:nvSpPr>
          <p:cNvPr id="3" name="Текст заголовка"/>
          <p:cNvSpPr txBox="1">
            <a:spLocks noGrp="1"/>
          </p:cNvSpPr>
          <p:nvPr>
            <p:ph type="title"/>
          </p:nvPr>
        </p:nvSpPr>
        <p:spPr bwMode="auto">
          <a:xfrm>
            <a:off x="1219200" y="184150"/>
            <a:ext cx="21945600" cy="3016252"/>
          </a:xfrm>
          <a:prstGeom prst="rect">
            <a:avLst/>
          </a:prstGeom>
          <a:ln w="12700">
            <a:miter lim="400000"/>
          </a:ln>
        </p:spPr>
        <p:txBody>
          <a:bodyPr lIns="45719" rIns="45719" anchor="ctr">
            <a:normAutofit/>
          </a:bodyPr>
          <a:lstStyle/>
          <a:p>
            <a:pPr>
              <a:defRPr/>
            </a:pPr>
            <a:r>
              <a:t>Текст заголовка</a:t>
            </a:r>
          </a:p>
        </p:txBody>
      </p:sp>
      <p:sp>
        <p:nvSpPr>
          <p:cNvPr id="4" name="Уровень текста 1…"/>
          <p:cNvSpPr txBox="1">
            <a:spLocks noGrp="1"/>
          </p:cNvSpPr>
          <p:nvPr>
            <p:ph type="body" idx="1"/>
          </p:nvPr>
        </p:nvSpPr>
        <p:spPr bwMode="auto">
          <a:xfrm>
            <a:off x="1219200" y="3200400"/>
            <a:ext cx="21945600" cy="10515600"/>
          </a:xfrm>
          <a:prstGeom prst="rect">
            <a:avLst/>
          </a:prstGeom>
          <a:ln w="12700">
            <a:miter lim="400000"/>
          </a:ln>
        </p:spPr>
        <p:txBody>
          <a:bodyPr lIns="45719" rIns="45719">
            <a:normAutofit/>
          </a:bodyPr>
          <a:lstStyle/>
          <a:p>
            <a:pPr>
              <a:defRPr/>
            </a:pPr>
            <a:r>
              <a:t>Уровень текста 1</a:t>
            </a:r>
          </a:p>
          <a:p>
            <a:pPr lvl="1">
              <a:defRPr/>
            </a:pPr>
            <a:r>
              <a:t>Уровень текста 2</a:t>
            </a:r>
          </a:p>
          <a:p>
            <a:pPr lvl="2">
              <a:defRPr/>
            </a:pPr>
            <a:r>
              <a:t>Уровень текста 3</a:t>
            </a:r>
          </a:p>
          <a:p>
            <a:pPr lvl="3">
              <a:defRPr/>
            </a:pPr>
            <a:r>
              <a:t>Уровень текста 4</a:t>
            </a:r>
          </a:p>
          <a:p>
            <a:pPr lvl="4">
              <a:defRPr/>
            </a:pPr>
            <a:r>
              <a:t>Уровень текста 5</a:t>
            </a:r>
          </a:p>
        </p:txBody>
      </p:sp>
    </p:spTree>
    <p:extLst>
      <p:ext uri="{BB962C8B-B14F-4D97-AF65-F5344CB8AC3E}">
        <p14:creationId xmlns:p14="http://schemas.microsoft.com/office/powerpoint/2010/main" val="15452877"/>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 id="2147483769" r:id="rId12"/>
    <p:sldLayoutId id="2147483770" r:id="rId13"/>
    <p:sldLayoutId id="2147483771" r:id="rId14"/>
    <p:sldLayoutId id="2147483772" r:id="rId15"/>
    <p:sldLayoutId id="2147483773" r:id="rId16"/>
    <p:sldLayoutId id="2147483774" r:id="rId17"/>
    <p:sldLayoutId id="2147483775" r:id="rId18"/>
    <p:sldLayoutId id="2147483776" r:id="rId19"/>
    <p:sldLayoutId id="2147483777" r:id="rId20"/>
    <p:sldLayoutId id="2147483778" r:id="rId21"/>
    <p:sldLayoutId id="2147483779" r:id="rId22"/>
    <p:sldLayoutId id="2147483780" r:id="rId23"/>
    <p:sldLayoutId id="2147483781" r:id="rId24"/>
    <p:sldLayoutId id="2147483782" r:id="rId25"/>
    <p:sldLayoutId id="2147483783" r:id="rId26"/>
    <p:sldLayoutId id="2147483784" r:id="rId27"/>
    <p:sldLayoutId id="2147483785" r:id="rId28"/>
    <p:sldLayoutId id="2147483786" r:id="rId29"/>
    <p:sldLayoutId id="2147483787" r:id="rId30"/>
    <p:sldLayoutId id="2147483788" r:id="rId31"/>
    <p:sldLayoutId id="2147483789" r:id="rId32"/>
    <p:sldLayoutId id="2147483790" r:id="rId33"/>
    <p:sldLayoutId id="2147483791" r:id="rId34"/>
    <p:sldLayoutId id="2147483792" r:id="rId35"/>
    <p:sldLayoutId id="2147483793" r:id="rId36"/>
    <p:sldLayoutId id="2147483794" r:id="rId37"/>
    <p:sldLayoutId id="2147483795" r:id="rId38"/>
    <p:sldLayoutId id="2147483796" r:id="rId39"/>
    <p:sldLayoutId id="2147483797" r:id="rId40"/>
    <p:sldLayoutId id="2147483798" r:id="rId41"/>
    <p:sldLayoutId id="2147483799" r:id="rId42"/>
    <p:sldLayoutId id="2147483800" r:id="rId43"/>
    <p:sldLayoutId id="2147483801" r:id="rId44"/>
    <p:sldLayoutId id="2147483802" r:id="rId45"/>
    <p:sldLayoutId id="2147483803" r:id="rId46"/>
    <p:sldLayoutId id="2147483804" r:id="rId47"/>
    <p:sldLayoutId id="2147483805" r:id="rId48"/>
    <p:sldLayoutId id="2147483806" r:id="rId49"/>
    <p:sldLayoutId id="2147483807" r:id="rId50"/>
    <p:sldLayoutId id="2147483808" r:id="rId51"/>
    <p:sldLayoutId id="2147483809" r:id="rId52"/>
  </p:sldLayoutIdLst>
  <p:txStyles>
    <p:titleStyle>
      <a:lvl1pPr marL="0" marR="0" indent="0" algn="l" defTabSz="1828344">
        <a:lnSpc>
          <a:spcPct val="90000"/>
        </a:lnSpc>
        <a:spcBef>
          <a:spcPts val="0"/>
        </a:spcBef>
        <a:spcAft>
          <a:spcPts val="0"/>
        </a:spcAft>
        <a:buClrTx/>
        <a:buSzTx/>
        <a:buFontTx/>
        <a:buNone/>
        <a:defRPr sz="8700" b="0" i="0" u="none" strike="noStrike" cap="none" spc="0">
          <a:solidFill>
            <a:srgbClr val="000000"/>
          </a:solidFill>
          <a:latin typeface="Montserrat Semi Bold"/>
          <a:ea typeface="Montserrat Semi Bold"/>
          <a:cs typeface="Montserrat Semi Bold"/>
        </a:defRPr>
      </a:lvl1pPr>
      <a:lvl2pPr marL="0" marR="0" indent="0" algn="l" defTabSz="1828344">
        <a:lnSpc>
          <a:spcPct val="90000"/>
        </a:lnSpc>
        <a:spcBef>
          <a:spcPts val="0"/>
        </a:spcBef>
        <a:spcAft>
          <a:spcPts val="0"/>
        </a:spcAft>
        <a:buClrTx/>
        <a:buSzTx/>
        <a:buFontTx/>
        <a:buNone/>
        <a:defRPr sz="8700" b="0" i="0" u="none" strike="noStrike" cap="none" spc="0">
          <a:solidFill>
            <a:srgbClr val="000000"/>
          </a:solidFill>
          <a:latin typeface="Montserrat Semi Bold"/>
          <a:ea typeface="Montserrat Semi Bold"/>
          <a:cs typeface="Montserrat Semi Bold"/>
        </a:defRPr>
      </a:lvl2pPr>
      <a:lvl3pPr marL="0" marR="0" indent="0" algn="l" defTabSz="1828344">
        <a:lnSpc>
          <a:spcPct val="90000"/>
        </a:lnSpc>
        <a:spcBef>
          <a:spcPts val="0"/>
        </a:spcBef>
        <a:spcAft>
          <a:spcPts val="0"/>
        </a:spcAft>
        <a:buClrTx/>
        <a:buSzTx/>
        <a:buFontTx/>
        <a:buNone/>
        <a:defRPr sz="8700" b="0" i="0" u="none" strike="noStrike" cap="none" spc="0">
          <a:solidFill>
            <a:srgbClr val="000000"/>
          </a:solidFill>
          <a:latin typeface="Montserrat Semi Bold"/>
          <a:ea typeface="Montserrat Semi Bold"/>
          <a:cs typeface="Montserrat Semi Bold"/>
        </a:defRPr>
      </a:lvl3pPr>
      <a:lvl4pPr marL="0" marR="0" indent="0" algn="l" defTabSz="1828344">
        <a:lnSpc>
          <a:spcPct val="90000"/>
        </a:lnSpc>
        <a:spcBef>
          <a:spcPts val="0"/>
        </a:spcBef>
        <a:spcAft>
          <a:spcPts val="0"/>
        </a:spcAft>
        <a:buClrTx/>
        <a:buSzTx/>
        <a:buFontTx/>
        <a:buNone/>
        <a:defRPr sz="8700" b="0" i="0" u="none" strike="noStrike" cap="none" spc="0">
          <a:solidFill>
            <a:srgbClr val="000000"/>
          </a:solidFill>
          <a:latin typeface="Montserrat Semi Bold"/>
          <a:ea typeface="Montserrat Semi Bold"/>
          <a:cs typeface="Montserrat Semi Bold"/>
        </a:defRPr>
      </a:lvl4pPr>
      <a:lvl5pPr marL="0" marR="0" indent="0" algn="l" defTabSz="1828344">
        <a:lnSpc>
          <a:spcPct val="90000"/>
        </a:lnSpc>
        <a:spcBef>
          <a:spcPts val="0"/>
        </a:spcBef>
        <a:spcAft>
          <a:spcPts val="0"/>
        </a:spcAft>
        <a:buClrTx/>
        <a:buSzTx/>
        <a:buFontTx/>
        <a:buNone/>
        <a:defRPr sz="8700" b="0" i="0" u="none" strike="noStrike" cap="none" spc="0">
          <a:solidFill>
            <a:srgbClr val="000000"/>
          </a:solidFill>
          <a:latin typeface="Montserrat Semi Bold"/>
          <a:ea typeface="Montserrat Semi Bold"/>
          <a:cs typeface="Montserrat Semi Bold"/>
        </a:defRPr>
      </a:lvl5pPr>
      <a:lvl6pPr marL="0" marR="0" indent="0" algn="l" defTabSz="1828344">
        <a:lnSpc>
          <a:spcPct val="90000"/>
        </a:lnSpc>
        <a:spcBef>
          <a:spcPts val="0"/>
        </a:spcBef>
        <a:spcAft>
          <a:spcPts val="0"/>
        </a:spcAft>
        <a:buClrTx/>
        <a:buSzTx/>
        <a:buFontTx/>
        <a:buNone/>
        <a:defRPr sz="8700" b="0" i="0" u="none" strike="noStrike" cap="none" spc="0">
          <a:solidFill>
            <a:srgbClr val="000000"/>
          </a:solidFill>
          <a:latin typeface="Montserrat Semi Bold"/>
          <a:ea typeface="Montserrat Semi Bold"/>
          <a:cs typeface="Montserrat Semi Bold"/>
        </a:defRPr>
      </a:lvl6pPr>
      <a:lvl7pPr marL="0" marR="0" indent="0" algn="l" defTabSz="1828344">
        <a:lnSpc>
          <a:spcPct val="90000"/>
        </a:lnSpc>
        <a:spcBef>
          <a:spcPts val="0"/>
        </a:spcBef>
        <a:spcAft>
          <a:spcPts val="0"/>
        </a:spcAft>
        <a:buClrTx/>
        <a:buSzTx/>
        <a:buFontTx/>
        <a:buNone/>
        <a:defRPr sz="8700" b="0" i="0" u="none" strike="noStrike" cap="none" spc="0">
          <a:solidFill>
            <a:srgbClr val="000000"/>
          </a:solidFill>
          <a:latin typeface="Montserrat Semi Bold"/>
          <a:ea typeface="Montserrat Semi Bold"/>
          <a:cs typeface="Montserrat Semi Bold"/>
        </a:defRPr>
      </a:lvl7pPr>
      <a:lvl8pPr marL="0" marR="0" indent="0" algn="l" defTabSz="1828344">
        <a:lnSpc>
          <a:spcPct val="90000"/>
        </a:lnSpc>
        <a:spcBef>
          <a:spcPts val="0"/>
        </a:spcBef>
        <a:spcAft>
          <a:spcPts val="0"/>
        </a:spcAft>
        <a:buClrTx/>
        <a:buSzTx/>
        <a:buFontTx/>
        <a:buNone/>
        <a:defRPr sz="8700" b="0" i="0" u="none" strike="noStrike" cap="none" spc="0">
          <a:solidFill>
            <a:srgbClr val="000000"/>
          </a:solidFill>
          <a:latin typeface="Montserrat Semi Bold"/>
          <a:ea typeface="Montserrat Semi Bold"/>
          <a:cs typeface="Montserrat Semi Bold"/>
        </a:defRPr>
      </a:lvl8pPr>
      <a:lvl9pPr marL="0" marR="0" indent="0" algn="l" defTabSz="1828344">
        <a:lnSpc>
          <a:spcPct val="90000"/>
        </a:lnSpc>
        <a:spcBef>
          <a:spcPts val="0"/>
        </a:spcBef>
        <a:spcAft>
          <a:spcPts val="0"/>
        </a:spcAft>
        <a:buClrTx/>
        <a:buSzTx/>
        <a:buFontTx/>
        <a:buNone/>
        <a:defRPr sz="8700" b="0" i="0" u="none" strike="noStrike" cap="none" spc="0">
          <a:solidFill>
            <a:srgbClr val="000000"/>
          </a:solidFill>
          <a:latin typeface="Montserrat Semi Bold"/>
          <a:ea typeface="Montserrat Semi Bold"/>
          <a:cs typeface="Montserrat Semi Bold"/>
        </a:defRPr>
      </a:lvl9pPr>
    </p:titleStyle>
    <p:bodyStyle>
      <a:lvl1pPr marL="0" marR="0" indent="0" algn="l" defTabSz="1828344">
        <a:lnSpc>
          <a:spcPct val="90000"/>
        </a:lnSpc>
        <a:spcBef>
          <a:spcPts val="2000"/>
        </a:spcBef>
        <a:spcAft>
          <a:spcPts val="0"/>
        </a:spcAft>
        <a:buClrTx/>
        <a:buSzTx/>
        <a:buFontTx/>
        <a:buNone/>
        <a:defRPr sz="2800" b="0" i="0" u="none" strike="noStrike" cap="none" spc="0">
          <a:solidFill>
            <a:srgbClr val="000000"/>
          </a:solidFill>
          <a:latin typeface="Open Sans Light"/>
          <a:ea typeface="Open Sans Light"/>
          <a:cs typeface="Open Sans Light"/>
        </a:defRPr>
      </a:lvl1pPr>
      <a:lvl2pPr marL="0" marR="0" indent="914172" algn="l" defTabSz="1828344">
        <a:lnSpc>
          <a:spcPct val="90000"/>
        </a:lnSpc>
        <a:spcBef>
          <a:spcPts val="2000"/>
        </a:spcBef>
        <a:spcAft>
          <a:spcPts val="0"/>
        </a:spcAft>
        <a:buClrTx/>
        <a:buSzTx/>
        <a:buFontTx/>
        <a:buNone/>
        <a:defRPr sz="2800" b="0" i="0" u="none" strike="noStrike" cap="none" spc="0">
          <a:solidFill>
            <a:srgbClr val="000000"/>
          </a:solidFill>
          <a:latin typeface="Open Sans Light"/>
          <a:ea typeface="Open Sans Light"/>
          <a:cs typeface="Open Sans Light"/>
        </a:defRPr>
      </a:lvl2pPr>
      <a:lvl3pPr marL="0" marR="0" indent="1828344" algn="l" defTabSz="1828344">
        <a:lnSpc>
          <a:spcPct val="90000"/>
        </a:lnSpc>
        <a:spcBef>
          <a:spcPts val="2000"/>
        </a:spcBef>
        <a:spcAft>
          <a:spcPts val="0"/>
        </a:spcAft>
        <a:buClrTx/>
        <a:buSzTx/>
        <a:buFontTx/>
        <a:buNone/>
        <a:defRPr sz="2800" b="0" i="0" u="none" strike="noStrike" cap="none" spc="0">
          <a:solidFill>
            <a:srgbClr val="000000"/>
          </a:solidFill>
          <a:latin typeface="Open Sans Light"/>
          <a:ea typeface="Open Sans Light"/>
          <a:cs typeface="Open Sans Light"/>
        </a:defRPr>
      </a:lvl3pPr>
      <a:lvl4pPr marL="0" marR="0" indent="2742514" algn="l" defTabSz="1828344">
        <a:lnSpc>
          <a:spcPct val="90000"/>
        </a:lnSpc>
        <a:spcBef>
          <a:spcPts val="2000"/>
        </a:spcBef>
        <a:spcAft>
          <a:spcPts val="0"/>
        </a:spcAft>
        <a:buClrTx/>
        <a:buSzTx/>
        <a:buFontTx/>
        <a:buNone/>
        <a:defRPr sz="2800" b="0" i="0" u="none" strike="noStrike" cap="none" spc="0">
          <a:solidFill>
            <a:srgbClr val="000000"/>
          </a:solidFill>
          <a:latin typeface="Open Sans Light"/>
          <a:ea typeface="Open Sans Light"/>
          <a:cs typeface="Open Sans Light"/>
        </a:defRPr>
      </a:lvl4pPr>
      <a:lvl5pPr marL="0" marR="0" indent="3656684" algn="l" defTabSz="1828344">
        <a:lnSpc>
          <a:spcPct val="90000"/>
        </a:lnSpc>
        <a:spcBef>
          <a:spcPts val="2000"/>
        </a:spcBef>
        <a:spcAft>
          <a:spcPts val="0"/>
        </a:spcAft>
        <a:buClrTx/>
        <a:buSzTx/>
        <a:buFontTx/>
        <a:buNone/>
        <a:defRPr sz="2800" b="0" i="0" u="none" strike="noStrike" cap="none" spc="0">
          <a:solidFill>
            <a:srgbClr val="000000"/>
          </a:solidFill>
          <a:latin typeface="Open Sans Light"/>
          <a:ea typeface="Open Sans Light"/>
          <a:cs typeface="Open Sans Light"/>
        </a:defRPr>
      </a:lvl5pPr>
      <a:lvl6pPr marL="4936526" marR="0" indent="-365668" algn="l" defTabSz="1828344">
        <a:lnSpc>
          <a:spcPct val="90000"/>
        </a:lnSpc>
        <a:spcBef>
          <a:spcPts val="2000"/>
        </a:spcBef>
        <a:spcAft>
          <a:spcPts val="0"/>
        </a:spcAft>
        <a:buClrTx/>
        <a:buSzPct val="100000"/>
        <a:buFontTx/>
        <a:buChar char="•"/>
        <a:defRPr sz="2800" b="0" i="0" u="none" strike="noStrike" cap="none" spc="0">
          <a:solidFill>
            <a:srgbClr val="000000"/>
          </a:solidFill>
          <a:latin typeface="Open Sans Light"/>
          <a:ea typeface="Open Sans Light"/>
          <a:cs typeface="Open Sans Light"/>
        </a:defRPr>
      </a:lvl6pPr>
      <a:lvl7pPr marL="5850696" marR="0" indent="-365668" algn="l" defTabSz="1828344">
        <a:lnSpc>
          <a:spcPct val="90000"/>
        </a:lnSpc>
        <a:spcBef>
          <a:spcPts val="2000"/>
        </a:spcBef>
        <a:spcAft>
          <a:spcPts val="0"/>
        </a:spcAft>
        <a:buClrTx/>
        <a:buSzPct val="100000"/>
        <a:buFontTx/>
        <a:buChar char="•"/>
        <a:defRPr sz="2800" b="0" i="0" u="none" strike="noStrike" cap="none" spc="0">
          <a:solidFill>
            <a:srgbClr val="000000"/>
          </a:solidFill>
          <a:latin typeface="Open Sans Light"/>
          <a:ea typeface="Open Sans Light"/>
          <a:cs typeface="Open Sans Light"/>
        </a:defRPr>
      </a:lvl7pPr>
      <a:lvl8pPr marL="6764870" marR="0" indent="-365668" algn="l" defTabSz="1828344">
        <a:lnSpc>
          <a:spcPct val="90000"/>
        </a:lnSpc>
        <a:spcBef>
          <a:spcPts val="2000"/>
        </a:spcBef>
        <a:spcAft>
          <a:spcPts val="0"/>
        </a:spcAft>
        <a:buClrTx/>
        <a:buSzPct val="100000"/>
        <a:buFontTx/>
        <a:buChar char="•"/>
        <a:defRPr sz="2800" b="0" i="0" u="none" strike="noStrike" cap="none" spc="0">
          <a:solidFill>
            <a:srgbClr val="000000"/>
          </a:solidFill>
          <a:latin typeface="Open Sans Light"/>
          <a:ea typeface="Open Sans Light"/>
          <a:cs typeface="Open Sans Light"/>
        </a:defRPr>
      </a:lvl8pPr>
      <a:lvl9pPr marL="7679040" marR="0" indent="-365668" algn="l" defTabSz="1828344">
        <a:lnSpc>
          <a:spcPct val="90000"/>
        </a:lnSpc>
        <a:spcBef>
          <a:spcPts val="2000"/>
        </a:spcBef>
        <a:spcAft>
          <a:spcPts val="0"/>
        </a:spcAft>
        <a:buClrTx/>
        <a:buSzPct val="100000"/>
        <a:buFontTx/>
        <a:buChar char="•"/>
        <a:defRPr sz="2800" b="0" i="0" u="none" strike="noStrike" cap="none" spc="0">
          <a:solidFill>
            <a:srgbClr val="000000"/>
          </a:solidFill>
          <a:latin typeface="Open Sans Light"/>
          <a:ea typeface="Open Sans Light"/>
          <a:cs typeface="Open Sans Light"/>
        </a:defRPr>
      </a:lvl9pPr>
    </p:bodyStyle>
    <p:otherStyle>
      <a:lvl1pPr marL="0" marR="0" indent="0" algn="r" defTabSz="1828434">
        <a:lnSpc>
          <a:spcPct val="100000"/>
        </a:lnSpc>
        <a:spcBef>
          <a:spcPts val="0"/>
        </a:spcBef>
        <a:spcAft>
          <a:spcPts val="0"/>
        </a:spcAft>
        <a:buClrTx/>
        <a:buSzTx/>
        <a:buFontTx/>
        <a:buNone/>
        <a:defRPr sz="2300" b="0" i="0" u="none" strike="noStrike" cap="none" spc="0">
          <a:solidFill>
            <a:schemeClr val="tx1"/>
          </a:solidFill>
          <a:latin typeface="+mn-lt"/>
          <a:ea typeface="+mn-ea"/>
          <a:cs typeface="+mn-cs"/>
        </a:defRPr>
      </a:lvl1pPr>
      <a:lvl2pPr marL="0" marR="0" indent="914216" algn="r" defTabSz="1828434">
        <a:lnSpc>
          <a:spcPct val="100000"/>
        </a:lnSpc>
        <a:spcBef>
          <a:spcPts val="0"/>
        </a:spcBef>
        <a:spcAft>
          <a:spcPts val="0"/>
        </a:spcAft>
        <a:buClrTx/>
        <a:buSzTx/>
        <a:buFontTx/>
        <a:buNone/>
        <a:defRPr sz="2300" b="0" i="0" u="none" strike="noStrike" cap="none" spc="0">
          <a:solidFill>
            <a:schemeClr val="tx1"/>
          </a:solidFill>
          <a:latin typeface="+mn-lt"/>
          <a:ea typeface="+mn-ea"/>
          <a:cs typeface="+mn-cs"/>
        </a:defRPr>
      </a:lvl2pPr>
      <a:lvl3pPr marL="0" marR="0" indent="1828434" algn="r" defTabSz="1828434">
        <a:lnSpc>
          <a:spcPct val="100000"/>
        </a:lnSpc>
        <a:spcBef>
          <a:spcPts val="0"/>
        </a:spcBef>
        <a:spcAft>
          <a:spcPts val="0"/>
        </a:spcAft>
        <a:buClrTx/>
        <a:buSzTx/>
        <a:buFontTx/>
        <a:buNone/>
        <a:defRPr sz="2300" b="0" i="0" u="none" strike="noStrike" cap="none" spc="0">
          <a:solidFill>
            <a:schemeClr val="tx1"/>
          </a:solidFill>
          <a:latin typeface="+mn-lt"/>
          <a:ea typeface="+mn-ea"/>
          <a:cs typeface="+mn-cs"/>
        </a:defRPr>
      </a:lvl3pPr>
      <a:lvl4pPr marL="0" marR="0" indent="2742652" algn="r" defTabSz="1828434">
        <a:lnSpc>
          <a:spcPct val="100000"/>
        </a:lnSpc>
        <a:spcBef>
          <a:spcPts val="0"/>
        </a:spcBef>
        <a:spcAft>
          <a:spcPts val="0"/>
        </a:spcAft>
        <a:buClrTx/>
        <a:buSzTx/>
        <a:buFontTx/>
        <a:buNone/>
        <a:defRPr sz="2300" b="0" i="0" u="none" strike="noStrike" cap="none" spc="0">
          <a:solidFill>
            <a:schemeClr val="tx1"/>
          </a:solidFill>
          <a:latin typeface="+mn-lt"/>
          <a:ea typeface="+mn-ea"/>
          <a:cs typeface="+mn-cs"/>
        </a:defRPr>
      </a:lvl4pPr>
      <a:lvl5pPr marL="0" marR="0" indent="3656868" algn="r" defTabSz="1828434">
        <a:lnSpc>
          <a:spcPct val="100000"/>
        </a:lnSpc>
        <a:spcBef>
          <a:spcPts val="0"/>
        </a:spcBef>
        <a:spcAft>
          <a:spcPts val="0"/>
        </a:spcAft>
        <a:buClrTx/>
        <a:buSzTx/>
        <a:buFontTx/>
        <a:buNone/>
        <a:defRPr sz="2300" b="0" i="0" u="none" strike="noStrike" cap="none" spc="0">
          <a:solidFill>
            <a:schemeClr val="tx1"/>
          </a:solidFill>
          <a:latin typeface="+mn-lt"/>
          <a:ea typeface="+mn-ea"/>
          <a:cs typeface="+mn-cs"/>
        </a:defRPr>
      </a:lvl5pPr>
      <a:lvl6pPr marL="0" marR="0" indent="4571086" algn="r" defTabSz="1828434">
        <a:lnSpc>
          <a:spcPct val="100000"/>
        </a:lnSpc>
        <a:spcBef>
          <a:spcPts val="0"/>
        </a:spcBef>
        <a:spcAft>
          <a:spcPts val="0"/>
        </a:spcAft>
        <a:buClrTx/>
        <a:buSzTx/>
        <a:buFontTx/>
        <a:buNone/>
        <a:defRPr sz="2300" b="0" i="0" u="none" strike="noStrike" cap="none" spc="0">
          <a:solidFill>
            <a:schemeClr val="tx1"/>
          </a:solidFill>
          <a:latin typeface="+mn-lt"/>
          <a:ea typeface="+mn-ea"/>
          <a:cs typeface="+mn-cs"/>
        </a:defRPr>
      </a:lvl6pPr>
      <a:lvl7pPr marL="0" marR="0" indent="5485304" algn="r" defTabSz="1828434">
        <a:lnSpc>
          <a:spcPct val="100000"/>
        </a:lnSpc>
        <a:spcBef>
          <a:spcPts val="0"/>
        </a:spcBef>
        <a:spcAft>
          <a:spcPts val="0"/>
        </a:spcAft>
        <a:buClrTx/>
        <a:buSzTx/>
        <a:buFontTx/>
        <a:buNone/>
        <a:defRPr sz="2300" b="0" i="0" u="none" strike="noStrike" cap="none" spc="0">
          <a:solidFill>
            <a:schemeClr val="tx1"/>
          </a:solidFill>
          <a:latin typeface="+mn-lt"/>
          <a:ea typeface="+mn-ea"/>
          <a:cs typeface="+mn-cs"/>
        </a:defRPr>
      </a:lvl7pPr>
      <a:lvl8pPr marL="0" marR="0" indent="6399520" algn="r" defTabSz="1828434">
        <a:lnSpc>
          <a:spcPct val="100000"/>
        </a:lnSpc>
        <a:spcBef>
          <a:spcPts val="0"/>
        </a:spcBef>
        <a:spcAft>
          <a:spcPts val="0"/>
        </a:spcAft>
        <a:buClrTx/>
        <a:buSzTx/>
        <a:buFontTx/>
        <a:buNone/>
        <a:defRPr sz="2300" b="0" i="0" u="none" strike="noStrike" cap="none" spc="0">
          <a:solidFill>
            <a:schemeClr val="tx1"/>
          </a:solidFill>
          <a:latin typeface="+mn-lt"/>
          <a:ea typeface="+mn-ea"/>
          <a:cs typeface="+mn-cs"/>
        </a:defRPr>
      </a:lvl8pPr>
      <a:lvl9pPr marL="0" marR="0" indent="7313738" algn="r" defTabSz="1828434">
        <a:lnSpc>
          <a:spcPct val="100000"/>
        </a:lnSpc>
        <a:spcBef>
          <a:spcPts val="0"/>
        </a:spcBef>
        <a:spcAft>
          <a:spcPts val="0"/>
        </a:spcAft>
        <a:buClrTx/>
        <a:buSzTx/>
        <a:buFontTx/>
        <a:buNone/>
        <a:defRPr sz="2300" b="0" i="0" u="none" strike="noStrike" cap="none" spc="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2.xml"/><Relationship Id="rId2" Type="http://schemas.openxmlformats.org/officeDocument/2006/relationships/image" Target="../media/image1.jpeg"/><Relationship Id="rId3" Type="http://schemas.openxmlformats.org/officeDocument/2006/relationships/notesSlide" Target="../notesSlides/notesSlid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2.xml"/><Relationship Id="rId2" Type="http://schemas.openxmlformats.org/officeDocument/2006/relationships/image" Target="../media/image2.jpeg"/><Relationship Id="rId3"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2.xml"/><Relationship Id="rId2" Type="http://schemas.openxmlformats.org/officeDocument/2006/relationships/image" Target="../media/image3.jpeg"/><Relationship Id="rId3"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2.xml"/><Relationship Id="rId2" Type="http://schemas.openxmlformats.org/officeDocument/2006/relationships/image" Target="../media/image4.jpeg"/><Relationship Id="rId3"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2.xml"/><Relationship Id="rId2" Type="http://schemas.openxmlformats.org/officeDocument/2006/relationships/image" Target="../media/image2.jpeg"/><Relationship Id="rId3"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2.xml"/><Relationship Id="rId2" Type="http://schemas.openxmlformats.org/officeDocument/2006/relationships/image" Target="../media/image3.jpeg"/><Relationship Id="rId3" Type="http://schemas.openxmlformats.org/officeDocument/2006/relationships/image" Target="../media/image5.png"/><Relationship Id="rId4" Type="http://schemas.openxmlformats.org/officeDocument/2006/relationships/notesSlide" Target="../notesSlides/notes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2.xml"/><Relationship Id="rId2" Type="http://schemas.openxmlformats.org/officeDocument/2006/relationships/diagramData" Target="../diagrams/data1.xml"/><Relationship Id="rId3" Type="http://schemas.openxmlformats.org/officeDocument/2006/relationships/diagramLayout" Target="../diagrams/layout1.xml"/><Relationship Id="rId4" Type="http://schemas.openxmlformats.org/officeDocument/2006/relationships/diagramQuickStyle" Target="../diagrams/quickStyle1.xml"/><Relationship Id="rId5" Type="http://schemas.openxmlformats.org/officeDocument/2006/relationships/diagramColors" Target="../diagrams/colors1.xml"/><Relationship Id="rId6" Type="http://schemas.microsoft.com/office/2007/relationships/diagramDrawing" Target="../diagrams/drawing1.xml"/><Relationship Id="rId7" Type="http://schemas.openxmlformats.org/officeDocument/2006/relationships/notesSlide" Target="../notesSlides/notes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2.xml"/><Relationship Id="rId2" Type="http://schemas.openxmlformats.org/officeDocument/2006/relationships/image" Target="../media/image6.jpeg"/><Relationship Id="rId3"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2.xml"/><Relationship Id="rId2" Type="http://schemas.openxmlformats.org/officeDocument/2006/relationships/image" Target="../media/image2.jpeg"/><Relationship Id="rId3"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2.xml"/><Relationship Id="rId2" Type="http://schemas.openxmlformats.org/officeDocument/2006/relationships/image" Target="../media/image3.jpeg"/><Relationship Id="rId3" Type="http://schemas.openxmlformats.org/officeDocument/2006/relationships/image" Target="../media/image5.png"/><Relationship Id="rId4"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2.xml"/><Relationship Id="rId2" Type="http://schemas.openxmlformats.org/officeDocument/2006/relationships/diagramData" Target="../diagrams/data2.xml"/><Relationship Id="rId3" Type="http://schemas.openxmlformats.org/officeDocument/2006/relationships/diagramLayout" Target="../diagrams/layout2.xml"/><Relationship Id="rId4" Type="http://schemas.openxmlformats.org/officeDocument/2006/relationships/diagramQuickStyle" Target="../diagrams/quickStyle2.xml"/><Relationship Id="rId5" Type="http://schemas.openxmlformats.org/officeDocument/2006/relationships/diagramColors" Target="../diagrams/colors2.xml"/><Relationship Id="rId6" Type="http://schemas.microsoft.com/office/2007/relationships/diagramDrawing" Target="../diagrams/drawing2.xml"/><Relationship Id="rId7" Type="http://schemas.openxmlformats.org/officeDocument/2006/relationships/image" Target="../media/image5.png"/><Relationship Id="rId8"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2.xml"/><Relationship Id="rId2" Type="http://schemas.openxmlformats.org/officeDocument/2006/relationships/image" Target="../media/image7.jpeg"/><Relationship Id="rId3"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2.xml"/><Relationship Id="rId2" Type="http://schemas.openxmlformats.org/officeDocument/2006/relationships/image" Target="../media/image2.jpeg"/><Relationship Id="rId3"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2.xml"/><Relationship Id="rId2" Type="http://schemas.openxmlformats.org/officeDocument/2006/relationships/image" Target="../media/image3.jpeg"/><Relationship Id="rId3" Type="http://schemas.openxmlformats.org/officeDocument/2006/relationships/image" Target="../media/image5.png"/><Relationship Id="rId4" Type="http://schemas.openxmlformats.org/officeDocument/2006/relationships/notesSlide" Target="../notesSlides/notesSlide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2.xml"/><Relationship Id="rId2" Type="http://schemas.openxmlformats.org/officeDocument/2006/relationships/diagramData" Target="../diagrams/data3.xml"/><Relationship Id="rId3" Type="http://schemas.openxmlformats.org/officeDocument/2006/relationships/diagramLayout" Target="../diagrams/layout3.xml"/><Relationship Id="rId4" Type="http://schemas.openxmlformats.org/officeDocument/2006/relationships/diagramQuickStyle" Target="../diagrams/quickStyle3.xml"/><Relationship Id="rId5" Type="http://schemas.openxmlformats.org/officeDocument/2006/relationships/diagramColors" Target="../diagrams/colors3.xml"/><Relationship Id="rId6" Type="http://schemas.microsoft.com/office/2007/relationships/diagramDrawing" Target="../diagrams/drawing3.xml"/><Relationship Id="rId7" Type="http://schemas.openxmlformats.org/officeDocument/2006/relationships/notesSlide" Target="../notesSlides/notes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2.xml"/><Relationship Id="rId2" Type="http://schemas.openxmlformats.org/officeDocument/2006/relationships/image" Target="../media/image8.jpeg"/><Relationship Id="rId3"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2.xml"/><Relationship Id="rId2" Type="http://schemas.openxmlformats.org/officeDocument/2006/relationships/image" Target="../media/image3.jpeg"/><Relationship Id="rId3" Type="http://schemas.openxmlformats.org/officeDocument/2006/relationships/image" Target="../media/image5.png"/><Relationship Id="rId4" Type="http://schemas.openxmlformats.org/officeDocument/2006/relationships/notesSlide" Target="../notesSlides/notesSlide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5.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844" name="Rectangle 32"/>
          <p:cNvSpPr/>
          <p:nvPr/>
        </p:nvSpPr>
        <p:spPr bwMode="auto">
          <a:xfrm>
            <a:off x="955385" y="5685905"/>
            <a:ext cx="4621490" cy="2252215"/>
          </a:xfrm>
          <a:prstGeom prst="rect">
            <a:avLst/>
          </a:prstGeom>
          <a:solidFill>
            <a:srgbClr val="E6E6E6"/>
          </a:solidFill>
          <a:ln w="12700">
            <a:miter lim="400000"/>
          </a:ln>
        </p:spPr>
        <p:txBody>
          <a:bodyPr lIns="45720" rIns="45720" anchor="ctr"/>
          <a:lstStyle/>
          <a:p>
            <a:pPr algn="ctr" defTabSz="1828434" rtl="0">
              <a:lnSpc>
                <a:spcPct val="100000"/>
              </a:lnSpc>
              <a:defRPr>
                <a:solidFill>
                  <a:srgbClr val="FFFFFF"/>
                </a:solidFill>
              </a:defRPr>
            </a:pPr>
            <a:endParaRPr sz="3500">
              <a:solidFill>
                <a:srgbClr val="FFFFFF"/>
              </a:solidFill>
              <a:latin typeface="Open Sans Light"/>
              <a:cs typeface="Calibri"/>
              <a:sym typeface="Open Sans"/>
            </a:endParaRPr>
          </a:p>
        </p:txBody>
      </p:sp>
      <p:sp>
        <p:nvSpPr>
          <p:cNvPr id="855" name="Text Placeholder 1"/>
          <p:cNvSpPr txBox="1"/>
          <p:nvPr/>
        </p:nvSpPr>
        <p:spPr bwMode="auto">
          <a:xfrm>
            <a:off x="1780894" y="6112348"/>
            <a:ext cx="19616066" cy="1574432"/>
          </a:xfrm>
          <a:prstGeom prst="rect">
            <a:avLst/>
          </a:prstGeom>
          <a:ln w="12700">
            <a:miter lim="400000"/>
          </a:ln>
        </p:spPr>
        <p:txBody>
          <a:bodyPr lIns="0" tIns="0" rIns="0" bIns="0" anchor="ctr">
            <a:noAutofit/>
          </a:bodyPr>
          <a:lstStyle/>
          <a:p>
            <a:pPr defTabSz="914400" rtl="0">
              <a:lnSpc>
                <a:spcPct val="100000"/>
              </a:lnSpc>
              <a:defRPr sz="7200" spc="300">
                <a:solidFill>
                  <a:srgbClr val="4D4D4D"/>
                </a:solidFill>
                <a:latin typeface="Montserrat Semi Bold"/>
                <a:ea typeface="Montserrat Semi Bold"/>
                <a:cs typeface="Montserrat Semi Bold"/>
              </a:defRPr>
            </a:pPr>
            <a:r>
              <a:rPr lang="ru-RU" sz="4400" b="1" spc="300" dirty="0">
                <a:solidFill>
                  <a:srgbClr val="4D4D4D"/>
                </a:solidFill>
                <a:latin typeface="Montserrat Semi Bold"/>
                <a:ea typeface="Montserrat Semi Bold"/>
                <a:cs typeface="Montserrat Semi Bold"/>
                <a:sym typeface="Stem"/>
              </a:rPr>
              <a:t>МЕТОДИКА РАЗРАБОТКИ УЧЕБНОГО ЗАНЯТИЯ</a:t>
            </a:r>
          </a:p>
        </p:txBody>
      </p:sp>
      <p:sp>
        <p:nvSpPr>
          <p:cNvPr id="845" name="Rectangle 13"/>
          <p:cNvSpPr/>
          <p:nvPr/>
        </p:nvSpPr>
        <p:spPr bwMode="auto">
          <a:xfrm>
            <a:off x="18168664" y="0"/>
            <a:ext cx="6345469" cy="13716000"/>
          </a:xfrm>
          <a:prstGeom prst="rect">
            <a:avLst/>
          </a:prstGeom>
          <a:solidFill>
            <a:srgbClr val="DDDDDD"/>
          </a:solidFill>
          <a:ln w="12700">
            <a:miter lim="400000"/>
          </a:ln>
        </p:spPr>
        <p:txBody>
          <a:bodyPr lIns="45720" rIns="45720" anchor="ctr"/>
          <a:lstStyle/>
          <a:p>
            <a:pPr algn="ctr" defTabSz="1828434" rtl="0">
              <a:lnSpc>
                <a:spcPct val="100000"/>
              </a:lnSpc>
              <a:defRPr>
                <a:solidFill>
                  <a:srgbClr val="FFFFFF"/>
                </a:solidFill>
              </a:defRPr>
            </a:pPr>
            <a:endParaRPr sz="3500">
              <a:solidFill>
                <a:srgbClr val="FFFFFF"/>
              </a:solidFill>
              <a:latin typeface="Open Sans Light"/>
              <a:cs typeface="Calibri"/>
              <a:sym typeface="Open Sans"/>
            </a:endParaRPr>
          </a:p>
        </p:txBody>
      </p:sp>
      <p:sp>
        <p:nvSpPr>
          <p:cNvPr id="846" name="Rectangle 5"/>
          <p:cNvSpPr/>
          <p:nvPr/>
        </p:nvSpPr>
        <p:spPr bwMode="auto">
          <a:xfrm>
            <a:off x="1780898" y="7272000"/>
            <a:ext cx="14632992" cy="72000"/>
          </a:xfrm>
          <a:prstGeom prst="rect">
            <a:avLst/>
          </a:prstGeom>
          <a:gradFill>
            <a:gsLst>
              <a:gs pos="0">
                <a:srgbClr val="656565"/>
              </a:gs>
              <a:gs pos="50000">
                <a:schemeClr val="accent6"/>
              </a:gs>
              <a:gs pos="100000">
                <a:srgbClr val="444444"/>
              </a:gs>
            </a:gsLst>
            <a:lin ang="5400000" scaled="1"/>
          </a:gradFill>
          <a:ln w="6350">
            <a:solidFill>
              <a:srgbClr val="DDDDDD"/>
            </a:solidFill>
            <a:miter/>
          </a:ln>
          <a:effectLst>
            <a:outerShdw blurRad="63500" dist="19050" dir="5400000" rotWithShape="0">
              <a:srgbClr val="000000">
                <a:alpha val="63000"/>
              </a:srgbClr>
            </a:outerShdw>
          </a:effectLst>
        </p:spPr>
        <p:txBody>
          <a:bodyPr lIns="45720" rIns="45720" anchor="ctr"/>
          <a:lstStyle/>
          <a:p>
            <a:pPr defTabSz="1828434" rtl="0">
              <a:lnSpc>
                <a:spcPct val="100000"/>
              </a:lnSpc>
              <a:defRPr>
                <a:solidFill>
                  <a:srgbClr val="FFFFFF"/>
                </a:solidFill>
              </a:defRPr>
            </a:pPr>
            <a:endParaRPr sz="3500">
              <a:solidFill>
                <a:srgbClr val="FFFFFF"/>
              </a:solidFill>
              <a:latin typeface="Open Sans Light"/>
              <a:cs typeface="Calibri"/>
              <a:sym typeface="Open Sans"/>
            </a:endParaRPr>
          </a:p>
        </p:txBody>
      </p:sp>
    </p:spTree>
    <p:extLst>
      <p:ext uri="{BB962C8B-B14F-4D97-AF65-F5344CB8AC3E}">
        <p14:creationId xmlns:p14="http://schemas.microsoft.com/office/powerpoint/2010/main" val="1262330941"/>
      </p:ext>
    </p:extLst>
  </p:cSld>
  <p:clrMapOvr>
    <a:masterClrMapping/>
  </p:clrMapOvr>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10" presetClass="entr" fill="hold" nodeType="afterEffect">
                                  <p:stCondLst>
                                    <p:cond delay="0"/>
                                  </p:stCondLst>
                                  <p:iterate>
                                    <p:tmAbs val="0"/>
                                  </p:iterate>
                                  <p:childTnLst>
                                    <p:set>
                                      <p:cBhvr>
                                        <p:cTn id="6" fill="hold"/>
                                        <p:tgtEl>
                                          <p:spTgt spid="855">
                                            <p:bg/>
                                          </p:spTgt>
                                        </p:tgtEl>
                                        <p:attrNameLst>
                                          <p:attrName>style.visibility</p:attrName>
                                        </p:attrNameLst>
                                      </p:cBhvr>
                                      <p:to>
                                        <p:strVal val="visible"/>
                                      </p:to>
                                    </p:set>
                                    <p:animEffect transition="in" filter="fade">
                                      <p:cBhvr>
                                        <p:cTn id="7" dur="500"/>
                                        <p:tgtEl>
                                          <p:spTgt spid="855">
                                            <p:bg/>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fill="hold" nodeType="clickEffect">
                                  <p:stCondLst>
                                    <p:cond delay="0"/>
                                  </p:stCondLst>
                                  <p:iterate>
                                    <p:tmAbs val="0"/>
                                  </p:iterate>
                                  <p:childTnLst>
                                    <p:set>
                                      <p:cBhvr>
                                        <p:cTn id="11" fill="hold"/>
                                        <p:tgtEl>
                                          <p:spTgt spid="855">
                                            <p:txEl>
                                              <p:pRg st="0" end="0"/>
                                            </p:txEl>
                                          </p:spTgt>
                                        </p:tgtEl>
                                        <p:attrNameLst>
                                          <p:attrName>style.visibility</p:attrName>
                                        </p:attrNameLst>
                                      </p:cBhvr>
                                      <p:to>
                                        <p:strVal val="visible"/>
                                      </p:to>
                                    </p:set>
                                    <p:animEffect transition="in" filter="fade">
                                      <p:cBhvr>
                                        <p:cTn id="12" dur="500"/>
                                        <p:tgtEl>
                                          <p:spTgt spid="85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bg>
      <p:bgPr>
        <a:solidFill>
          <a:srgbClr val="FFFFFF"/>
        </a:solidFill>
        <a:effectLst/>
      </p:bgPr>
    </p:bg>
    <p:spTree>
      <p:nvGrpSpPr>
        <p:cNvPr id="1" name=""/>
        <p:cNvGrpSpPr/>
        <p:nvPr/>
      </p:nvGrpSpPr>
      <p:grpSpPr bwMode="auto">
        <a:xfrm>
          <a:off x="0" y="0"/>
          <a:ext cx="0" cy="0"/>
          <a:chOff x="0" y="0"/>
          <a:chExt cx="0" cy="0"/>
        </a:xfrm>
      </p:grpSpPr>
      <p:pic>
        <p:nvPicPr>
          <p:cNvPr id="3074" name="Picture 2" descr="Picture background">
            <a:extLst>
              <a:ext uri="{FF2B5EF4-FFF2-40B4-BE49-F238E27FC236}">
                <a16:creationId xmlns:a16="http://schemas.microsoft.com/office/drawing/2014/main" id="{AE8C12B2-5487-45B9-B513-4E3F9803DAB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804"/>
          <a:stretch/>
        </p:blipFill>
        <p:spPr bwMode="auto">
          <a:xfrm>
            <a:off x="377000" y="4133685"/>
            <a:ext cx="11421861" cy="8349753"/>
          </a:xfrm>
          <a:prstGeom prst="rect">
            <a:avLst/>
          </a:prstGeom>
          <a:noFill/>
          <a:extLst>
            <a:ext uri="{909E8E84-426E-40DD-AFC4-6F175D3DCCD1}">
              <a14:hiddenFill xmlns:a14="http://schemas.microsoft.com/office/drawing/2010/main">
                <a:solidFill>
                  <a:srgbClr val="FFFFFF"/>
                </a:solidFill>
              </a14:hiddenFill>
            </a:ext>
          </a:extLst>
        </p:spPr>
      </p:pic>
      <p:sp>
        <p:nvSpPr>
          <p:cNvPr id="866" name="Номер слайда"/>
          <p:cNvSpPr txBox="1">
            <a:spLocks noGrp="1"/>
          </p:cNvSpPr>
          <p:nvPr>
            <p:ph type="sldNum" sz="quarter" idx="4294967295"/>
          </p:nvPr>
        </p:nvSpPr>
        <p:spPr bwMode="auto">
          <a:xfrm>
            <a:off x="6350" y="6542537"/>
            <a:ext cx="684000" cy="630942"/>
          </a:xfrm>
          <a:prstGeom prst="rect">
            <a:avLst/>
          </a:prstGeom>
          <a:gradFill>
            <a:gsLst>
              <a:gs pos="0">
                <a:srgbClr val="656565"/>
              </a:gs>
              <a:gs pos="50000">
                <a:schemeClr val="accent6"/>
              </a:gs>
              <a:gs pos="100000">
                <a:srgbClr val="444444"/>
              </a:gs>
            </a:gsLst>
            <a:lin ang="5400000" scaled="1"/>
          </a:gradFill>
          <a:ln w="6350">
            <a:solidFill>
              <a:srgbClr val="DDDDDD"/>
            </a:solidFill>
            <a:miter lim="800000"/>
          </a:ln>
          <a:effectLst>
            <a:outerShdw blurRad="63500" dist="19050" dir="5400000" rotWithShape="0">
              <a:srgbClr val="000000">
                <a:alpha val="63000"/>
              </a:srgbClr>
            </a:outerShdw>
          </a:effectLst>
        </p:spPr>
        <p:txBody>
          <a:bodyPr wrap="square"/>
          <a:lstStyle>
            <a:lvl1pPr>
              <a:defRPr sz="3500">
                <a:solidFill>
                  <a:srgbClr val="FFFFFF"/>
                </a:solidFill>
              </a:defRPr>
            </a:lvl1pPr>
          </a:lstStyle>
          <a:p>
            <a:pPr algn="ctr" defTabSz="1828434" rtl="0">
              <a:lnSpc>
                <a:spcPct val="100000"/>
              </a:lnSpc>
              <a:defRPr/>
            </a:pPr>
            <a:fld id="{86CB4B4D-7CA3-9044-876B-883B54F8677D}" type="slidenum">
              <a:rPr>
                <a:latin typeface="Open Sans Light"/>
                <a:cs typeface="Calibri"/>
                <a:sym typeface="Open Sans"/>
              </a:rPr>
              <a:pPr algn="ctr" defTabSz="1828434" rtl="0">
                <a:lnSpc>
                  <a:spcPct val="100000"/>
                </a:lnSpc>
                <a:defRPr/>
              </a:pPr>
              <a:t>2</a:t>
            </a:fld>
            <a:endParaRPr>
              <a:latin typeface="Open Sans Light"/>
              <a:cs typeface="Calibri"/>
              <a:sym typeface="Open Sans"/>
            </a:endParaRPr>
          </a:p>
        </p:txBody>
      </p:sp>
      <p:sp>
        <p:nvSpPr>
          <p:cNvPr id="29" name="TextBox 6"/>
          <p:cNvSpPr txBox="1"/>
          <p:nvPr/>
        </p:nvSpPr>
        <p:spPr bwMode="auto">
          <a:xfrm>
            <a:off x="2034610" y="1106179"/>
            <a:ext cx="24280504" cy="1508105"/>
          </a:xfrm>
          <a:prstGeom prst="rect">
            <a:avLst/>
          </a:prstGeom>
          <a:ln w="12700">
            <a:miter lim="400000"/>
          </a:ln>
        </p:spPr>
        <p:txBody>
          <a:bodyPr wrap="square" lIns="45720" rIns="45720">
            <a:spAutoFit/>
          </a:bodyPr>
          <a:lstStyle>
            <a:lvl1pPr>
              <a:defRPr sz="6600">
                <a:solidFill>
                  <a:srgbClr val="010101"/>
                </a:solidFill>
                <a:latin typeface="Montserrat Semi Bold"/>
                <a:ea typeface="Montserrat Semi Bold"/>
                <a:cs typeface="Montserrat Semi Bold"/>
              </a:defRPr>
            </a:lvl1pPr>
          </a:lstStyle>
          <a:p>
            <a:pPr defTabSz="914400" rtl="0">
              <a:lnSpc>
                <a:spcPct val="100000"/>
              </a:lnSpc>
              <a:defRPr/>
            </a:pPr>
            <a:r>
              <a:rPr lang="ru-RU" sz="4600" dirty="0">
                <a:solidFill>
                  <a:srgbClr val="404040"/>
                </a:solidFill>
                <a:latin typeface="PFDinDisplayPro-Regular"/>
                <a:ea typeface="PFDinDisplayPro-Regular"/>
                <a:cs typeface="PFDinDisplayPro-Regular"/>
                <a:sym typeface="Stem"/>
              </a:rPr>
              <a:t>ТЕМА 1. ОРГАНИЗАЦИОННО-ПРАВОВЫЕ АСПЕКТЫ </a:t>
            </a:r>
            <a:br>
              <a:rPr lang="ru-RU" sz="4600" dirty="0">
                <a:solidFill>
                  <a:srgbClr val="404040"/>
                </a:solidFill>
                <a:latin typeface="PFDinDisplayPro-Regular"/>
                <a:ea typeface="PFDinDisplayPro-Regular"/>
                <a:cs typeface="PFDinDisplayPro-Regular"/>
                <a:sym typeface="Stem"/>
              </a:rPr>
            </a:br>
            <a:r>
              <a:rPr lang="ru-RU" sz="4600" dirty="0">
                <a:solidFill>
                  <a:srgbClr val="404040"/>
                </a:solidFill>
                <a:latin typeface="PFDinDisplayPro-Regular"/>
                <a:ea typeface="PFDinDisplayPro-Regular"/>
                <a:cs typeface="PFDinDisplayPro-Regular"/>
                <a:sym typeface="Stem"/>
              </a:rPr>
              <a:t>ОКАЗАНИЯ ПЕРВОЙ ПОМОЩИ</a:t>
            </a:r>
          </a:p>
        </p:txBody>
      </p:sp>
      <p:sp>
        <p:nvSpPr>
          <p:cNvPr id="22" name="Rectangle 29"/>
          <p:cNvSpPr/>
          <p:nvPr/>
        </p:nvSpPr>
        <p:spPr bwMode="auto">
          <a:xfrm>
            <a:off x="2061250" y="2604670"/>
            <a:ext cx="14815904" cy="72000"/>
          </a:xfrm>
          <a:prstGeom prst="rect">
            <a:avLst/>
          </a:prstGeom>
          <a:gradFill>
            <a:gsLst>
              <a:gs pos="0">
                <a:srgbClr val="656565"/>
              </a:gs>
              <a:gs pos="50000">
                <a:schemeClr val="accent6"/>
              </a:gs>
              <a:gs pos="100000">
                <a:srgbClr val="444444"/>
              </a:gs>
            </a:gsLst>
            <a:lin ang="5400000" scaled="1"/>
          </a:gradFill>
          <a:ln w="6350">
            <a:solidFill>
              <a:srgbClr val="DDDDDD"/>
            </a:solidFill>
            <a:miter/>
          </a:ln>
          <a:effectLst>
            <a:outerShdw blurRad="63500" dist="19050" dir="5400000" rotWithShape="0">
              <a:srgbClr val="000000">
                <a:alpha val="63000"/>
              </a:srgbClr>
            </a:outerShdw>
          </a:effectLst>
        </p:spPr>
        <p:txBody>
          <a:bodyPr lIns="45720" rIns="45720" anchor="ctr"/>
          <a:lstStyle/>
          <a:p>
            <a:pPr defTabSz="1828434" rtl="0">
              <a:lnSpc>
                <a:spcPct val="100000"/>
              </a:lnSpc>
              <a:defRPr>
                <a:solidFill>
                  <a:srgbClr val="FFFFFF"/>
                </a:solidFill>
              </a:defRPr>
            </a:pPr>
            <a:endParaRPr sz="3500">
              <a:solidFill>
                <a:srgbClr val="FFFFFF"/>
              </a:solidFill>
              <a:latin typeface="Open Sans Light"/>
              <a:cs typeface="Calibri"/>
              <a:sym typeface="Open Sans"/>
            </a:endParaRPr>
          </a:p>
        </p:txBody>
      </p:sp>
      <p:sp>
        <p:nvSpPr>
          <p:cNvPr id="5" name="Прямоугольник 4"/>
          <p:cNvSpPr/>
          <p:nvPr/>
        </p:nvSpPr>
        <p:spPr bwMode="auto">
          <a:xfrm>
            <a:off x="10679832" y="4008043"/>
            <a:ext cx="11953328" cy="8601778"/>
          </a:xfrm>
          <a:prstGeom prst="rect">
            <a:avLst/>
          </a:prstGeom>
        </p:spPr>
        <p:txBody>
          <a:bodyPr wrap="square">
            <a:spAutoFit/>
          </a:bodyPr>
          <a:lstStyle/>
          <a:p>
            <a:pPr>
              <a:defRPr/>
            </a:pPr>
            <a:r>
              <a:rPr lang="ru-RU" b="1" dirty="0"/>
              <a:t>Цель занятия</a:t>
            </a:r>
            <a:r>
              <a:rPr lang="ru-RU" dirty="0"/>
              <a:t>: ознакомить обучающихся с основными понятиями и нормативно-правовыми актами, определяющими оказание первой помощи пострадавшим, продемонстрировать им важность оказания первой помощи. Изучить последовательность выполнения основных мероприятий первой помощи и использующееся при этом оснащение.</a:t>
            </a:r>
            <a:endParaRPr dirty="0"/>
          </a:p>
          <a:p>
            <a:pPr>
              <a:defRPr/>
            </a:pPr>
            <a:r>
              <a:rPr lang="ru-RU" dirty="0"/>
              <a:t> </a:t>
            </a:r>
            <a:endParaRPr dirty="0"/>
          </a:p>
          <a:p>
            <a:pPr>
              <a:defRPr/>
            </a:pPr>
            <a:r>
              <a:rPr lang="ru-RU" b="1" dirty="0"/>
              <a:t>Вид занятия</a:t>
            </a:r>
            <a:r>
              <a:rPr lang="ru-RU" dirty="0"/>
              <a:t>: групповое.</a:t>
            </a:r>
            <a:endParaRPr dirty="0"/>
          </a:p>
          <a:p>
            <a:pPr>
              <a:defRPr/>
            </a:pPr>
            <a:r>
              <a:rPr lang="ru-RU" dirty="0"/>
              <a:t> </a:t>
            </a:r>
            <a:endParaRPr dirty="0"/>
          </a:p>
          <a:p>
            <a:pPr>
              <a:defRPr/>
            </a:pPr>
            <a:r>
              <a:rPr lang="ru-RU" b="1" dirty="0"/>
              <a:t>Метод</a:t>
            </a:r>
            <a:r>
              <a:rPr lang="ru-RU" dirty="0"/>
              <a:t>: устное изложение материала с обсуждением возникающих вопросов по ходу занятия (интерактивная лекция). </a:t>
            </a:r>
            <a:endParaRPr dirty="0"/>
          </a:p>
          <a:p>
            <a:pPr>
              <a:defRPr/>
            </a:pPr>
            <a:r>
              <a:rPr lang="ru-RU" dirty="0"/>
              <a:t> </a:t>
            </a:r>
            <a:endParaRPr dirty="0"/>
          </a:p>
          <a:p>
            <a:pPr>
              <a:defRPr/>
            </a:pPr>
            <a:r>
              <a:rPr lang="ru-RU" b="1" dirty="0"/>
              <a:t>Продолжительность</a:t>
            </a:r>
            <a:r>
              <a:rPr lang="ru-RU" dirty="0"/>
              <a:t>: 2 часа. </a:t>
            </a:r>
            <a:endParaRPr dirty="0"/>
          </a:p>
          <a:p>
            <a:pPr>
              <a:defRPr/>
            </a:pPr>
            <a:r>
              <a:rPr lang="ru-RU" dirty="0"/>
              <a:t> </a:t>
            </a:r>
            <a:endParaRPr dirty="0"/>
          </a:p>
          <a:p>
            <a:pPr>
              <a:defRPr/>
            </a:pPr>
            <a:r>
              <a:rPr lang="ru-RU" b="1" dirty="0"/>
              <a:t>Учебно-материальное обеспечение</a:t>
            </a:r>
            <a:r>
              <a:rPr lang="ru-RU" dirty="0"/>
              <a:t>: Аптечки первой помощи (автомобильная, для оказания первой помощи работникам), табельные средства для оказания первой помощи: устройства для проведения искусственного дыхания различных моделей, кровоостанавливающие жгуты, перевязочные средства, учебные пособия по первой помощи пострадавшим, учебный фильм по первой помощи, наглядные пособия (слайды, плакаты), мультимедийный проектор, экран для демонстрации учебных фильмов, персональный компьютер (ноутбук).</a:t>
            </a:r>
            <a:endParaRPr dirty="0"/>
          </a:p>
        </p:txBody>
      </p:sp>
      <p:sp>
        <p:nvSpPr>
          <p:cNvPr id="8" name="Подзаголовок 2"/>
          <p:cNvSpPr txBox="1">
            <a:spLocks/>
          </p:cNvSpPr>
          <p:nvPr/>
        </p:nvSpPr>
        <p:spPr bwMode="auto">
          <a:xfrm>
            <a:off x="1894856" y="2743743"/>
            <a:ext cx="6898072" cy="681807"/>
          </a:xfrm>
          <a:prstGeom prst="rect">
            <a:avLst/>
          </a:prstGeom>
          <a:ln w="25400">
            <a:miter lim="400000"/>
          </a:ln>
        </p:spPr>
        <p:txBody>
          <a:bodyPr tIns="91439" bIns="91439" anchor="ctr">
            <a:normAutofit fontScale="92500"/>
          </a:bodyPr>
          <a:lstStyle>
            <a:lvl1pPr marL="0" marR="0" indent="0" algn="r" defTabSz="1828800">
              <a:lnSpc>
                <a:spcPct val="110000"/>
              </a:lnSpc>
              <a:spcBef>
                <a:spcPts val="0"/>
              </a:spcBef>
              <a:spcAft>
                <a:spcPts val="0"/>
              </a:spcAft>
              <a:buClrTx/>
              <a:buSzTx/>
              <a:buFontTx/>
              <a:buNone/>
              <a:defRPr sz="2800" b="0" i="0" u="none" strike="noStrike" cap="none" spc="0">
                <a:solidFill>
                  <a:srgbClr val="535353"/>
                </a:solidFill>
                <a:latin typeface="Open Sans"/>
                <a:ea typeface="Open Sans"/>
                <a:cs typeface="Open Sans"/>
              </a:defRPr>
            </a:lvl1pPr>
            <a:lvl2pPr marL="0" marR="0" indent="457200" algn="l" defTabSz="1828800">
              <a:lnSpc>
                <a:spcPct val="110000"/>
              </a:lnSpc>
              <a:spcBef>
                <a:spcPts val="0"/>
              </a:spcBef>
              <a:spcAft>
                <a:spcPts val="0"/>
              </a:spcAft>
              <a:buClrTx/>
              <a:buSzTx/>
              <a:buFontTx/>
              <a:buNone/>
              <a:defRPr sz="2400" b="0" i="0" u="none" strike="noStrike" cap="none" spc="0">
                <a:solidFill>
                  <a:srgbClr val="535353"/>
                </a:solidFill>
                <a:latin typeface="Open Sans"/>
                <a:ea typeface="Open Sans"/>
                <a:cs typeface="Open Sans"/>
              </a:defRPr>
            </a:lvl2pPr>
            <a:lvl3pPr marL="0" marR="0" indent="914400" algn="l" defTabSz="1828800">
              <a:lnSpc>
                <a:spcPct val="110000"/>
              </a:lnSpc>
              <a:spcBef>
                <a:spcPts val="0"/>
              </a:spcBef>
              <a:spcAft>
                <a:spcPts val="0"/>
              </a:spcAft>
              <a:buClrTx/>
              <a:buSzTx/>
              <a:buFontTx/>
              <a:buNone/>
              <a:defRPr sz="2400" b="0" i="0" u="none" strike="noStrike" cap="none" spc="0">
                <a:solidFill>
                  <a:srgbClr val="535353"/>
                </a:solidFill>
                <a:latin typeface="Open Sans"/>
                <a:ea typeface="Open Sans"/>
                <a:cs typeface="Open Sans"/>
              </a:defRPr>
            </a:lvl3pPr>
            <a:lvl4pPr marL="0" marR="0" indent="1371600" algn="l" defTabSz="1828800">
              <a:lnSpc>
                <a:spcPct val="110000"/>
              </a:lnSpc>
              <a:spcBef>
                <a:spcPts val="0"/>
              </a:spcBef>
              <a:spcAft>
                <a:spcPts val="0"/>
              </a:spcAft>
              <a:buClrTx/>
              <a:buSzTx/>
              <a:buFontTx/>
              <a:buNone/>
              <a:defRPr sz="2400" b="0" i="0" u="none" strike="noStrike" cap="none" spc="0">
                <a:solidFill>
                  <a:srgbClr val="535353"/>
                </a:solidFill>
                <a:latin typeface="Open Sans"/>
                <a:ea typeface="Open Sans"/>
                <a:cs typeface="Open Sans"/>
              </a:defRPr>
            </a:lvl4pPr>
            <a:lvl5pPr marL="0" marR="0" indent="1828800" algn="l" defTabSz="1828800">
              <a:lnSpc>
                <a:spcPct val="110000"/>
              </a:lnSpc>
              <a:spcBef>
                <a:spcPts val="0"/>
              </a:spcBef>
              <a:spcAft>
                <a:spcPts val="0"/>
              </a:spcAft>
              <a:buClrTx/>
              <a:buSzTx/>
              <a:buFontTx/>
              <a:buNone/>
              <a:defRPr sz="2400" b="0" i="0" u="none" strike="noStrike" cap="none" spc="0">
                <a:solidFill>
                  <a:srgbClr val="535353"/>
                </a:solidFill>
                <a:latin typeface="Open Sans"/>
                <a:ea typeface="Open Sans"/>
                <a:cs typeface="Open Sans"/>
              </a:defRPr>
            </a:lvl5pPr>
            <a:lvl6pPr marL="0" marR="0" indent="2286000" algn="l" defTabSz="1828800">
              <a:lnSpc>
                <a:spcPct val="110000"/>
              </a:lnSpc>
              <a:spcBef>
                <a:spcPts val="0"/>
              </a:spcBef>
              <a:spcAft>
                <a:spcPts val="0"/>
              </a:spcAft>
              <a:buClrTx/>
              <a:buSzTx/>
              <a:buFontTx/>
              <a:buNone/>
              <a:defRPr sz="2400" b="0" i="0" u="none" strike="noStrike" cap="none" spc="0">
                <a:solidFill>
                  <a:srgbClr val="0082B9"/>
                </a:solidFill>
                <a:latin typeface="Open Sans"/>
                <a:ea typeface="Open Sans"/>
                <a:cs typeface="Open Sans"/>
              </a:defRPr>
            </a:lvl6pPr>
            <a:lvl7pPr marL="0" marR="0" indent="2743200" algn="l" defTabSz="1828800">
              <a:lnSpc>
                <a:spcPct val="110000"/>
              </a:lnSpc>
              <a:spcBef>
                <a:spcPts val="0"/>
              </a:spcBef>
              <a:spcAft>
                <a:spcPts val="0"/>
              </a:spcAft>
              <a:buClrTx/>
              <a:buSzTx/>
              <a:buFontTx/>
              <a:buNone/>
              <a:defRPr sz="2400" b="0" i="0" u="none" strike="noStrike" cap="none" spc="0">
                <a:solidFill>
                  <a:srgbClr val="0082B9"/>
                </a:solidFill>
                <a:latin typeface="Open Sans"/>
                <a:ea typeface="Open Sans"/>
                <a:cs typeface="Open Sans"/>
              </a:defRPr>
            </a:lvl7pPr>
            <a:lvl8pPr marL="0" marR="0" indent="3200400" algn="l" defTabSz="1828800">
              <a:lnSpc>
                <a:spcPct val="110000"/>
              </a:lnSpc>
              <a:spcBef>
                <a:spcPts val="0"/>
              </a:spcBef>
              <a:spcAft>
                <a:spcPts val="0"/>
              </a:spcAft>
              <a:buClrTx/>
              <a:buSzTx/>
              <a:buFontTx/>
              <a:buNone/>
              <a:defRPr sz="2400" b="0" i="0" u="none" strike="noStrike" cap="none" spc="0">
                <a:solidFill>
                  <a:srgbClr val="0082B9"/>
                </a:solidFill>
                <a:latin typeface="Open Sans"/>
                <a:ea typeface="Open Sans"/>
                <a:cs typeface="Open Sans"/>
              </a:defRPr>
            </a:lvl8pPr>
            <a:lvl9pPr marL="0" marR="0" indent="3657600" algn="l" defTabSz="1828800">
              <a:lnSpc>
                <a:spcPct val="110000"/>
              </a:lnSpc>
              <a:spcBef>
                <a:spcPts val="0"/>
              </a:spcBef>
              <a:spcAft>
                <a:spcPts val="0"/>
              </a:spcAft>
              <a:buClrTx/>
              <a:buSzTx/>
              <a:buFontTx/>
              <a:buNone/>
              <a:defRPr sz="2400" b="0" i="0" u="none" strike="noStrike" cap="none" spc="0">
                <a:solidFill>
                  <a:srgbClr val="0082B9"/>
                </a:solidFill>
                <a:latin typeface="Open Sans"/>
                <a:ea typeface="Open Sans"/>
                <a:cs typeface="Open Sans"/>
              </a:defRPr>
            </a:lvl9pPr>
          </a:lstStyle>
          <a:p>
            <a:pPr marL="0" marR="0" lvl="0" indent="0" algn="r" defTabSz="1828800" eaLnBrk="1" fontAlgn="auto" latinLnBrk="0" hangingPunct="1">
              <a:lnSpc>
                <a:spcPct val="110000"/>
              </a:lnSpc>
              <a:spcBef>
                <a:spcPts val="0"/>
              </a:spcBef>
              <a:spcAft>
                <a:spcPts val="0"/>
              </a:spcAft>
              <a:buClrTx/>
              <a:buSzTx/>
              <a:buFontTx/>
              <a:buNone/>
              <a:tabLst/>
              <a:defRPr/>
            </a:pPr>
            <a:r>
              <a:rPr kumimoji="0" lang="ru-RU" sz="2800" b="0" i="0" u="none" strike="noStrike" kern="0" cap="none" spc="0" normalizeH="0" baseline="0" noProof="0">
                <a:ln>
                  <a:noFill/>
                </a:ln>
                <a:solidFill>
                  <a:srgbClr val="535353"/>
                </a:solidFill>
                <a:effectLst/>
                <a:uLnTx/>
                <a:uFillTx/>
                <a:latin typeface="Open Sans"/>
              </a:rPr>
              <a:t>Методика разработки учебного занятия</a:t>
            </a:r>
          </a:p>
        </p:txBody>
      </p:sp>
    </p:spTree>
    <p:extLst>
      <p:ext uri="{BB962C8B-B14F-4D97-AF65-F5344CB8AC3E}">
        <p14:creationId xmlns:p14="http://schemas.microsoft.com/office/powerpoint/2010/main" val="36032874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bg>
      <p:bgPr>
        <a:solidFill>
          <a:srgbClr val="FFFFFF"/>
        </a:solidFill>
        <a:effectLst/>
      </p:bgPr>
    </p:bg>
    <p:spTree>
      <p:nvGrpSpPr>
        <p:cNvPr id="1" name=""/>
        <p:cNvGrpSpPr/>
        <p:nvPr/>
      </p:nvGrpSpPr>
      <p:grpSpPr bwMode="auto">
        <a:xfrm>
          <a:off x="0" y="0"/>
          <a:ext cx="0" cy="0"/>
          <a:chOff x="0" y="0"/>
          <a:chExt cx="0" cy="0"/>
        </a:xfrm>
      </p:grpSpPr>
      <p:pic>
        <p:nvPicPr>
          <p:cNvPr id="1026" name="Picture 2" descr="Picture background">
            <a:extLst>
              <a:ext uri="{FF2B5EF4-FFF2-40B4-BE49-F238E27FC236}">
                <a16:creationId xmlns:a16="http://schemas.microsoft.com/office/drawing/2014/main" id="{C96E11D7-4785-48CF-92E5-B4D9EE5187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761656"/>
            <a:ext cx="13175577" cy="9260789"/>
          </a:xfrm>
          <a:prstGeom prst="rect">
            <a:avLst/>
          </a:prstGeom>
          <a:noFill/>
          <a:extLst>
            <a:ext uri="{909E8E84-426E-40DD-AFC4-6F175D3DCCD1}">
              <a14:hiddenFill xmlns:a14="http://schemas.microsoft.com/office/drawing/2010/main">
                <a:solidFill>
                  <a:srgbClr val="FFFFFF"/>
                </a:solidFill>
              </a14:hiddenFill>
            </a:ext>
          </a:extLst>
        </p:spPr>
      </p:pic>
      <p:sp>
        <p:nvSpPr>
          <p:cNvPr id="866" name="Номер слайда"/>
          <p:cNvSpPr txBox="1">
            <a:spLocks noGrp="1"/>
          </p:cNvSpPr>
          <p:nvPr>
            <p:ph type="sldNum" sz="quarter" idx="4294967295"/>
          </p:nvPr>
        </p:nvSpPr>
        <p:spPr bwMode="auto">
          <a:xfrm>
            <a:off x="6350" y="6542537"/>
            <a:ext cx="684000" cy="630942"/>
          </a:xfrm>
          <a:prstGeom prst="rect">
            <a:avLst/>
          </a:prstGeom>
          <a:gradFill>
            <a:gsLst>
              <a:gs pos="0">
                <a:srgbClr val="656565"/>
              </a:gs>
              <a:gs pos="50000">
                <a:schemeClr val="accent6"/>
              </a:gs>
              <a:gs pos="100000">
                <a:srgbClr val="444444"/>
              </a:gs>
            </a:gsLst>
            <a:lin ang="5400000" scaled="1"/>
          </a:gradFill>
          <a:ln w="6350">
            <a:solidFill>
              <a:srgbClr val="DDDDDD"/>
            </a:solidFill>
            <a:miter lim="800000"/>
          </a:ln>
          <a:effectLst>
            <a:outerShdw blurRad="63500" dist="19050" dir="5400000" rotWithShape="0">
              <a:srgbClr val="000000">
                <a:alpha val="63000"/>
              </a:srgbClr>
            </a:outerShdw>
          </a:effectLst>
        </p:spPr>
        <p:txBody>
          <a:bodyPr wrap="square"/>
          <a:lstStyle>
            <a:lvl1pPr>
              <a:defRPr sz="3500">
                <a:solidFill>
                  <a:srgbClr val="FFFFFF"/>
                </a:solidFill>
              </a:defRPr>
            </a:lvl1pPr>
          </a:lstStyle>
          <a:p>
            <a:pPr marL="0" marR="0" lvl="0" indent="0" algn="ctr" defTabSz="1828434" rtl="0" eaLnBrk="1" fontAlgn="auto" latinLnBrk="0" hangingPunct="1">
              <a:lnSpc>
                <a:spcPct val="100000"/>
              </a:lnSpc>
              <a:spcBef>
                <a:spcPts val="0"/>
              </a:spcBef>
              <a:spcAft>
                <a:spcPts val="0"/>
              </a:spcAft>
              <a:buClrTx/>
              <a:buSzTx/>
              <a:buFontTx/>
              <a:buNone/>
              <a:tabLst/>
              <a:defRPr/>
            </a:pPr>
            <a:fld id="{86CB4B4D-7CA3-9044-876B-883B54F8677D}" type="slidenum">
              <a:rPr kumimoji="0" sz="3500" b="0" i="0" u="none" strike="noStrike" kern="0" cap="none" spc="0" normalizeH="0" baseline="0" noProof="0">
                <a:ln>
                  <a:noFill/>
                </a:ln>
                <a:solidFill>
                  <a:srgbClr val="FFFFFF"/>
                </a:solidFill>
                <a:effectLst/>
                <a:uLnTx/>
                <a:uFillTx/>
                <a:latin typeface="Open Sans Light"/>
                <a:cs typeface="Calibri"/>
                <a:sym typeface="Open Sans"/>
              </a:rPr>
              <a:pPr marL="0" marR="0" lvl="0" indent="0" algn="ctr" defTabSz="1828434" rtl="0" eaLnBrk="1" fontAlgn="auto" latinLnBrk="0" hangingPunct="1">
                <a:lnSpc>
                  <a:spcPct val="100000"/>
                </a:lnSpc>
                <a:spcBef>
                  <a:spcPts val="0"/>
                </a:spcBef>
                <a:spcAft>
                  <a:spcPts val="0"/>
                </a:spcAft>
                <a:buClrTx/>
                <a:buSzTx/>
                <a:buFontTx/>
                <a:buNone/>
                <a:tabLst/>
                <a:defRPr/>
              </a:pPr>
              <a:t>3</a:t>
            </a:fld>
            <a:endParaRPr kumimoji="0" sz="3500" b="0" i="0" u="none" strike="noStrike" kern="0" cap="none" spc="0" normalizeH="0" baseline="0" noProof="0">
              <a:ln>
                <a:noFill/>
              </a:ln>
              <a:solidFill>
                <a:srgbClr val="FFFFFF"/>
              </a:solidFill>
              <a:effectLst/>
              <a:uLnTx/>
              <a:uFillTx/>
              <a:latin typeface="Open Sans Light"/>
              <a:cs typeface="Calibri"/>
              <a:sym typeface="Open Sans"/>
            </a:endParaRPr>
          </a:p>
        </p:txBody>
      </p:sp>
      <p:sp>
        <p:nvSpPr>
          <p:cNvPr id="29" name="TextBox 6"/>
          <p:cNvSpPr txBox="1"/>
          <p:nvPr/>
        </p:nvSpPr>
        <p:spPr bwMode="auto">
          <a:xfrm>
            <a:off x="2034610" y="1106179"/>
            <a:ext cx="24280504" cy="1508105"/>
          </a:xfrm>
          <a:prstGeom prst="rect">
            <a:avLst/>
          </a:prstGeom>
          <a:ln w="12700">
            <a:miter lim="400000"/>
          </a:ln>
        </p:spPr>
        <p:txBody>
          <a:bodyPr wrap="square" lIns="45720" rIns="45720">
            <a:spAutoFit/>
          </a:bodyPr>
          <a:lstStyle>
            <a:lvl1pPr>
              <a:defRPr sz="6600">
                <a:solidFill>
                  <a:srgbClr val="010101"/>
                </a:solidFill>
                <a:latin typeface="Montserrat Semi Bold"/>
                <a:ea typeface="Montserrat Semi Bold"/>
                <a:cs typeface="Montserrat Semi Bold"/>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4600" b="0" i="0" u="none" strike="noStrike" kern="0" cap="none" spc="0" normalizeH="0" baseline="0" noProof="0" dirty="0">
                <a:ln>
                  <a:noFill/>
                </a:ln>
                <a:solidFill>
                  <a:srgbClr val="404040"/>
                </a:solidFill>
                <a:effectLst/>
                <a:uLnTx/>
                <a:uFillTx/>
                <a:latin typeface="PFDinDisplayPro-Regular"/>
                <a:ea typeface="PFDinDisplayPro-Regular"/>
                <a:cs typeface="PFDinDisplayPro-Regular"/>
                <a:sym typeface="Stem"/>
              </a:rPr>
              <a:t>ТЕМА 1. ОРГАНИЗАЦИОННО-ПРАВОВЫЕ АСПЕКТЫ </a:t>
            </a:r>
            <a:br>
              <a:rPr kumimoji="0" lang="ru-RU" sz="4600" b="0" i="0" u="none" strike="noStrike" kern="0" cap="none" spc="0" normalizeH="0" baseline="0" noProof="0" dirty="0">
                <a:ln>
                  <a:noFill/>
                </a:ln>
                <a:solidFill>
                  <a:srgbClr val="404040"/>
                </a:solidFill>
                <a:effectLst/>
                <a:uLnTx/>
                <a:uFillTx/>
                <a:latin typeface="PFDinDisplayPro-Regular"/>
                <a:ea typeface="PFDinDisplayPro-Regular"/>
                <a:cs typeface="PFDinDisplayPro-Regular"/>
                <a:sym typeface="Stem"/>
              </a:rPr>
            </a:br>
            <a:r>
              <a:rPr kumimoji="0" lang="ru-RU" sz="4600" b="0" i="0" u="none" strike="noStrike" kern="0" cap="none" spc="0" normalizeH="0" baseline="0" noProof="0" dirty="0">
                <a:ln>
                  <a:noFill/>
                </a:ln>
                <a:solidFill>
                  <a:srgbClr val="404040"/>
                </a:solidFill>
                <a:effectLst/>
                <a:uLnTx/>
                <a:uFillTx/>
                <a:latin typeface="PFDinDisplayPro-Regular"/>
                <a:ea typeface="PFDinDisplayPro-Regular"/>
                <a:cs typeface="PFDinDisplayPro-Regular"/>
                <a:sym typeface="Stem"/>
              </a:rPr>
              <a:t>ОКАЗАНИЯ ПЕРВОЙ ПОМОЩИ</a:t>
            </a:r>
          </a:p>
        </p:txBody>
      </p:sp>
      <p:sp>
        <p:nvSpPr>
          <p:cNvPr id="22" name="Rectangle 29"/>
          <p:cNvSpPr/>
          <p:nvPr/>
        </p:nvSpPr>
        <p:spPr bwMode="auto">
          <a:xfrm>
            <a:off x="2061250" y="2604670"/>
            <a:ext cx="14815904" cy="72000"/>
          </a:xfrm>
          <a:prstGeom prst="rect">
            <a:avLst/>
          </a:prstGeom>
          <a:gradFill>
            <a:gsLst>
              <a:gs pos="0">
                <a:srgbClr val="656565"/>
              </a:gs>
              <a:gs pos="50000">
                <a:schemeClr val="accent6"/>
              </a:gs>
              <a:gs pos="100000">
                <a:srgbClr val="444444"/>
              </a:gs>
            </a:gsLst>
            <a:lin ang="5400000" scaled="1"/>
          </a:gradFill>
          <a:ln w="6350">
            <a:solidFill>
              <a:srgbClr val="DDDDDD"/>
            </a:solidFill>
            <a:miter/>
          </a:ln>
          <a:effectLst>
            <a:outerShdw blurRad="63500" dist="19050" dir="5400000" rotWithShape="0">
              <a:srgbClr val="000000">
                <a:alpha val="63000"/>
              </a:srgbClr>
            </a:outerShdw>
          </a:effectLst>
        </p:spPr>
        <p:txBody>
          <a:bodyPr lIns="45720" rIns="45720" anchor="ctr"/>
          <a:lstStyle/>
          <a:p>
            <a:pPr marL="0" marR="0" lvl="0" indent="0" algn="l" defTabSz="1828434" rtl="0" eaLnBrk="1" fontAlgn="auto" latinLnBrk="0" hangingPunct="1">
              <a:lnSpc>
                <a:spcPct val="100000"/>
              </a:lnSpc>
              <a:spcBef>
                <a:spcPts val="0"/>
              </a:spcBef>
              <a:spcAft>
                <a:spcPts val="0"/>
              </a:spcAft>
              <a:buClrTx/>
              <a:buSzTx/>
              <a:buFontTx/>
              <a:buNone/>
              <a:tabLst/>
              <a:defRPr>
                <a:solidFill>
                  <a:srgbClr val="FFFFFF"/>
                </a:solidFill>
              </a:defRPr>
            </a:pPr>
            <a:endParaRPr kumimoji="0" sz="3500" b="0" i="0" u="none" strike="noStrike" kern="0" cap="none" spc="0" normalizeH="0" baseline="0" noProof="0">
              <a:ln>
                <a:noFill/>
              </a:ln>
              <a:solidFill>
                <a:srgbClr val="FFFFFF"/>
              </a:solidFill>
              <a:effectLst/>
              <a:uLnTx/>
              <a:uFillTx/>
              <a:latin typeface="Open Sans Light"/>
              <a:cs typeface="Calibri"/>
              <a:sym typeface="Open Sans"/>
            </a:endParaRPr>
          </a:p>
        </p:txBody>
      </p:sp>
      <p:sp>
        <p:nvSpPr>
          <p:cNvPr id="8" name="Подзаголовок 2"/>
          <p:cNvSpPr txBox="1">
            <a:spLocks/>
          </p:cNvSpPr>
          <p:nvPr/>
        </p:nvSpPr>
        <p:spPr bwMode="auto">
          <a:xfrm>
            <a:off x="1894856" y="2743743"/>
            <a:ext cx="8208912" cy="681807"/>
          </a:xfrm>
          <a:prstGeom prst="rect">
            <a:avLst/>
          </a:prstGeom>
          <a:ln w="25400">
            <a:miter lim="400000"/>
          </a:ln>
        </p:spPr>
        <p:txBody>
          <a:bodyPr tIns="91439" bIns="91439" anchor="ctr">
            <a:normAutofit/>
          </a:bodyPr>
          <a:lstStyle>
            <a:lvl1pPr marL="0" marR="0" indent="0" algn="r" defTabSz="1828800">
              <a:lnSpc>
                <a:spcPct val="110000"/>
              </a:lnSpc>
              <a:spcBef>
                <a:spcPts val="0"/>
              </a:spcBef>
              <a:spcAft>
                <a:spcPts val="0"/>
              </a:spcAft>
              <a:buClrTx/>
              <a:buSzTx/>
              <a:buFontTx/>
              <a:buNone/>
              <a:defRPr sz="2800" b="0" i="0" u="none" strike="noStrike" cap="none" spc="0">
                <a:solidFill>
                  <a:srgbClr val="535353"/>
                </a:solidFill>
                <a:latin typeface="Open Sans"/>
                <a:ea typeface="Open Sans"/>
                <a:cs typeface="Open Sans"/>
              </a:defRPr>
            </a:lvl1pPr>
            <a:lvl2pPr marL="0" marR="0" indent="457200" algn="l" defTabSz="1828800">
              <a:lnSpc>
                <a:spcPct val="110000"/>
              </a:lnSpc>
              <a:spcBef>
                <a:spcPts val="0"/>
              </a:spcBef>
              <a:spcAft>
                <a:spcPts val="0"/>
              </a:spcAft>
              <a:buClrTx/>
              <a:buSzTx/>
              <a:buFontTx/>
              <a:buNone/>
              <a:defRPr sz="2400" b="0" i="0" u="none" strike="noStrike" cap="none" spc="0">
                <a:solidFill>
                  <a:srgbClr val="535353"/>
                </a:solidFill>
                <a:latin typeface="Open Sans"/>
                <a:ea typeface="Open Sans"/>
                <a:cs typeface="Open Sans"/>
              </a:defRPr>
            </a:lvl2pPr>
            <a:lvl3pPr marL="0" marR="0" indent="914400" algn="l" defTabSz="1828800">
              <a:lnSpc>
                <a:spcPct val="110000"/>
              </a:lnSpc>
              <a:spcBef>
                <a:spcPts val="0"/>
              </a:spcBef>
              <a:spcAft>
                <a:spcPts val="0"/>
              </a:spcAft>
              <a:buClrTx/>
              <a:buSzTx/>
              <a:buFontTx/>
              <a:buNone/>
              <a:defRPr sz="2400" b="0" i="0" u="none" strike="noStrike" cap="none" spc="0">
                <a:solidFill>
                  <a:srgbClr val="535353"/>
                </a:solidFill>
                <a:latin typeface="Open Sans"/>
                <a:ea typeface="Open Sans"/>
                <a:cs typeface="Open Sans"/>
              </a:defRPr>
            </a:lvl3pPr>
            <a:lvl4pPr marL="0" marR="0" indent="1371600" algn="l" defTabSz="1828800">
              <a:lnSpc>
                <a:spcPct val="110000"/>
              </a:lnSpc>
              <a:spcBef>
                <a:spcPts val="0"/>
              </a:spcBef>
              <a:spcAft>
                <a:spcPts val="0"/>
              </a:spcAft>
              <a:buClrTx/>
              <a:buSzTx/>
              <a:buFontTx/>
              <a:buNone/>
              <a:defRPr sz="2400" b="0" i="0" u="none" strike="noStrike" cap="none" spc="0">
                <a:solidFill>
                  <a:srgbClr val="535353"/>
                </a:solidFill>
                <a:latin typeface="Open Sans"/>
                <a:ea typeface="Open Sans"/>
                <a:cs typeface="Open Sans"/>
              </a:defRPr>
            </a:lvl4pPr>
            <a:lvl5pPr marL="0" marR="0" indent="1828800" algn="l" defTabSz="1828800">
              <a:lnSpc>
                <a:spcPct val="110000"/>
              </a:lnSpc>
              <a:spcBef>
                <a:spcPts val="0"/>
              </a:spcBef>
              <a:spcAft>
                <a:spcPts val="0"/>
              </a:spcAft>
              <a:buClrTx/>
              <a:buSzTx/>
              <a:buFontTx/>
              <a:buNone/>
              <a:defRPr sz="2400" b="0" i="0" u="none" strike="noStrike" cap="none" spc="0">
                <a:solidFill>
                  <a:srgbClr val="535353"/>
                </a:solidFill>
                <a:latin typeface="Open Sans"/>
                <a:ea typeface="Open Sans"/>
                <a:cs typeface="Open Sans"/>
              </a:defRPr>
            </a:lvl5pPr>
            <a:lvl6pPr marL="0" marR="0" indent="2286000" algn="l" defTabSz="1828800">
              <a:lnSpc>
                <a:spcPct val="110000"/>
              </a:lnSpc>
              <a:spcBef>
                <a:spcPts val="0"/>
              </a:spcBef>
              <a:spcAft>
                <a:spcPts val="0"/>
              </a:spcAft>
              <a:buClrTx/>
              <a:buSzTx/>
              <a:buFontTx/>
              <a:buNone/>
              <a:defRPr sz="2400" b="0" i="0" u="none" strike="noStrike" cap="none" spc="0">
                <a:solidFill>
                  <a:srgbClr val="0082B9"/>
                </a:solidFill>
                <a:latin typeface="Open Sans"/>
                <a:ea typeface="Open Sans"/>
                <a:cs typeface="Open Sans"/>
              </a:defRPr>
            </a:lvl6pPr>
            <a:lvl7pPr marL="0" marR="0" indent="2743200" algn="l" defTabSz="1828800">
              <a:lnSpc>
                <a:spcPct val="110000"/>
              </a:lnSpc>
              <a:spcBef>
                <a:spcPts val="0"/>
              </a:spcBef>
              <a:spcAft>
                <a:spcPts val="0"/>
              </a:spcAft>
              <a:buClrTx/>
              <a:buSzTx/>
              <a:buFontTx/>
              <a:buNone/>
              <a:defRPr sz="2400" b="0" i="0" u="none" strike="noStrike" cap="none" spc="0">
                <a:solidFill>
                  <a:srgbClr val="0082B9"/>
                </a:solidFill>
                <a:latin typeface="Open Sans"/>
                <a:ea typeface="Open Sans"/>
                <a:cs typeface="Open Sans"/>
              </a:defRPr>
            </a:lvl7pPr>
            <a:lvl8pPr marL="0" marR="0" indent="3200400" algn="l" defTabSz="1828800">
              <a:lnSpc>
                <a:spcPct val="110000"/>
              </a:lnSpc>
              <a:spcBef>
                <a:spcPts val="0"/>
              </a:spcBef>
              <a:spcAft>
                <a:spcPts val="0"/>
              </a:spcAft>
              <a:buClrTx/>
              <a:buSzTx/>
              <a:buFontTx/>
              <a:buNone/>
              <a:defRPr sz="2400" b="0" i="0" u="none" strike="noStrike" cap="none" spc="0">
                <a:solidFill>
                  <a:srgbClr val="0082B9"/>
                </a:solidFill>
                <a:latin typeface="Open Sans"/>
                <a:ea typeface="Open Sans"/>
                <a:cs typeface="Open Sans"/>
              </a:defRPr>
            </a:lvl8pPr>
            <a:lvl9pPr marL="0" marR="0" indent="3657600" algn="l" defTabSz="1828800">
              <a:lnSpc>
                <a:spcPct val="110000"/>
              </a:lnSpc>
              <a:spcBef>
                <a:spcPts val="0"/>
              </a:spcBef>
              <a:spcAft>
                <a:spcPts val="0"/>
              </a:spcAft>
              <a:buClrTx/>
              <a:buSzTx/>
              <a:buFontTx/>
              <a:buNone/>
              <a:defRPr sz="2400" b="0" i="0" u="none" strike="noStrike" cap="none" spc="0">
                <a:solidFill>
                  <a:srgbClr val="0082B9"/>
                </a:solidFill>
                <a:latin typeface="Open Sans"/>
                <a:ea typeface="Open Sans"/>
                <a:cs typeface="Open Sans"/>
              </a:defRPr>
            </a:lvl9pPr>
          </a:lstStyle>
          <a:p>
            <a:pPr marL="0" marR="0" lvl="0" indent="0" algn="r" defTabSz="1828800" eaLnBrk="1" fontAlgn="auto" latinLnBrk="0" hangingPunct="1">
              <a:lnSpc>
                <a:spcPct val="110000"/>
              </a:lnSpc>
              <a:spcBef>
                <a:spcPts val="0"/>
              </a:spcBef>
              <a:spcAft>
                <a:spcPts val="0"/>
              </a:spcAft>
              <a:buClrTx/>
              <a:buSzTx/>
              <a:buFontTx/>
              <a:buNone/>
              <a:tabLst/>
              <a:defRPr/>
            </a:pPr>
            <a:r>
              <a:rPr kumimoji="0" lang="ru-RU" sz="2800" b="0" i="0" u="none" strike="noStrike" kern="0" cap="none" spc="0" normalizeH="0" baseline="0" noProof="0" dirty="0">
                <a:ln>
                  <a:noFill/>
                </a:ln>
                <a:solidFill>
                  <a:srgbClr val="535353"/>
                </a:solidFill>
                <a:effectLst/>
                <a:uLnTx/>
                <a:uFillTx/>
                <a:latin typeface="Open Sans"/>
              </a:rPr>
              <a:t>Методика разработки учебного занятия</a:t>
            </a:r>
          </a:p>
        </p:txBody>
      </p:sp>
      <p:sp>
        <p:nvSpPr>
          <p:cNvPr id="9" name="Прямоугольник 8"/>
          <p:cNvSpPr/>
          <p:nvPr/>
        </p:nvSpPr>
        <p:spPr bwMode="auto">
          <a:xfrm>
            <a:off x="12192000" y="3084646"/>
            <a:ext cx="11953328" cy="9414308"/>
          </a:xfrm>
          <a:prstGeom prst="rect">
            <a:avLst/>
          </a:prstGeom>
        </p:spPr>
        <p:txBody>
          <a:bodyPr wrap="square">
            <a:spAutoFit/>
          </a:bodyPr>
          <a:lstStyle/>
          <a:p>
            <a:pPr>
              <a:defRPr/>
            </a:pPr>
            <a:r>
              <a:rPr lang="ru-RU" b="1" dirty="0"/>
              <a:t>Изучаемые вопросы:</a:t>
            </a:r>
          </a:p>
          <a:p>
            <a:pPr>
              <a:defRPr/>
            </a:pPr>
            <a:endParaRPr lang="ru-RU" dirty="0"/>
          </a:p>
          <a:p>
            <a:pPr marL="457200" indent="-457200">
              <a:buFont typeface="+mj-lt"/>
              <a:buAutoNum type="arabicPeriod"/>
              <a:defRPr/>
            </a:pPr>
            <a:r>
              <a:rPr lang="ru-RU" dirty="0"/>
              <a:t>Нормативно-правовая база и организация оказания первой помощи в Российской Федерации.</a:t>
            </a:r>
          </a:p>
          <a:p>
            <a:pPr marL="457200" indent="-457200">
              <a:buFont typeface="+mj-lt"/>
              <a:buAutoNum type="arabicPeriod"/>
              <a:defRPr/>
            </a:pPr>
            <a:endParaRPr lang="ru-RU" dirty="0"/>
          </a:p>
          <a:p>
            <a:pPr marL="457200" indent="-457200">
              <a:buFont typeface="+mj-lt"/>
              <a:buAutoNum type="arabicPeriod"/>
              <a:defRPr/>
            </a:pPr>
            <a:r>
              <a:rPr lang="ru-RU" dirty="0"/>
              <a:t>Укладки, наборы, комплекты и аптечки для оказания первой помощи. Основные компоненты и их назначение.</a:t>
            </a:r>
          </a:p>
          <a:p>
            <a:pPr marL="457200" indent="-457200">
              <a:buFont typeface="+mj-lt"/>
              <a:buAutoNum type="arabicPeriod"/>
              <a:defRPr/>
            </a:pPr>
            <a:endParaRPr lang="ru-RU" dirty="0"/>
          </a:p>
          <a:p>
            <a:pPr marL="457200" indent="-457200">
              <a:buFont typeface="+mj-lt"/>
              <a:buAutoNum type="arabicPeriod"/>
              <a:defRPr/>
            </a:pPr>
            <a:r>
              <a:rPr lang="ru-RU" dirty="0"/>
              <a:t>Порядок оказания первой помощи. Приоритетность оказания первой помощи.</a:t>
            </a:r>
          </a:p>
          <a:p>
            <a:pPr marL="457200" indent="-457200">
              <a:buFont typeface="+mj-lt"/>
              <a:buAutoNum type="arabicPeriod"/>
              <a:defRPr/>
            </a:pPr>
            <a:endParaRPr lang="ru-RU" dirty="0"/>
          </a:p>
          <a:p>
            <a:pPr marL="457200" indent="-457200">
              <a:buFont typeface="+mj-lt"/>
              <a:buAutoNum type="arabicPeriod"/>
              <a:defRPr/>
            </a:pPr>
            <a:r>
              <a:rPr lang="ru-RU" dirty="0"/>
              <a:t>Перечень состояний, при которых оказывается первая помощь. Перечень мероприятий по оказанию первой помощи и последовательность их выполнения.</a:t>
            </a:r>
          </a:p>
          <a:p>
            <a:pPr marL="457200" indent="-457200">
              <a:buFont typeface="+mj-lt"/>
              <a:buAutoNum type="arabicPeriod"/>
              <a:defRPr/>
            </a:pPr>
            <a:endParaRPr lang="ru-RU" dirty="0"/>
          </a:p>
          <a:p>
            <a:pPr marL="457200" indent="-457200">
              <a:buFont typeface="+mj-lt"/>
              <a:buAutoNum type="arabicPeriod"/>
              <a:defRPr/>
            </a:pPr>
            <a:r>
              <a:rPr lang="ru-RU" dirty="0"/>
              <a:t>Обеспечение безопасных условий для оказания первой помощи. Профилактика инфекционных заболеваний при оказании первой помощи.</a:t>
            </a:r>
          </a:p>
          <a:p>
            <a:pPr marL="457200" indent="-457200">
              <a:buFont typeface="+mj-lt"/>
              <a:buAutoNum type="arabicPeriod"/>
              <a:defRPr/>
            </a:pPr>
            <a:endParaRPr lang="ru-RU" dirty="0"/>
          </a:p>
          <a:p>
            <a:pPr marL="457200" indent="-457200">
              <a:buFont typeface="+mj-lt"/>
              <a:buAutoNum type="arabicPeriod"/>
              <a:defRPr/>
            </a:pPr>
            <a:r>
              <a:rPr lang="ru-RU" dirty="0"/>
              <a:t>Извлечение пострадавших из труднодоступных мест и их перемещение в безопасное место.</a:t>
            </a:r>
          </a:p>
          <a:p>
            <a:pPr marL="457200" indent="-457200">
              <a:buFont typeface="+mj-lt"/>
              <a:buAutoNum type="arabicPeriod"/>
              <a:defRPr/>
            </a:pPr>
            <a:endParaRPr lang="ru-RU" dirty="0"/>
          </a:p>
          <a:p>
            <a:pPr marL="457200" indent="-457200">
              <a:buFont typeface="+mj-lt"/>
              <a:buAutoNum type="arabicPeriod"/>
              <a:defRPr/>
            </a:pPr>
            <a:r>
              <a:rPr lang="ru-RU" dirty="0"/>
              <a:t>Правила вызова скорой медицинской помощи, других специальных служб, сотрудники которых обязаны оказывать первую помощь.</a:t>
            </a:r>
            <a:endParaRPr dirty="0"/>
          </a:p>
        </p:txBody>
      </p:sp>
    </p:spTree>
    <p:extLst>
      <p:ext uri="{BB962C8B-B14F-4D97-AF65-F5344CB8AC3E}">
        <p14:creationId xmlns:p14="http://schemas.microsoft.com/office/powerpoint/2010/main" val="18598372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bg>
      <p:bgPr>
        <a:solidFill>
          <a:srgbClr val="FFFFFF"/>
        </a:solidFill>
        <a:effectLst/>
      </p:bgPr>
    </p:bg>
    <p:spTree>
      <p:nvGrpSpPr>
        <p:cNvPr id="1" name=""/>
        <p:cNvGrpSpPr/>
        <p:nvPr/>
      </p:nvGrpSpPr>
      <p:grpSpPr bwMode="auto">
        <a:xfrm>
          <a:off x="0" y="0"/>
          <a:ext cx="0" cy="0"/>
          <a:chOff x="0" y="0"/>
          <a:chExt cx="0" cy="0"/>
        </a:xfrm>
      </p:grpSpPr>
      <p:sp>
        <p:nvSpPr>
          <p:cNvPr id="866" name="Номер слайда"/>
          <p:cNvSpPr txBox="1">
            <a:spLocks noGrp="1"/>
          </p:cNvSpPr>
          <p:nvPr>
            <p:ph type="sldNum" sz="quarter" idx="4294967295"/>
          </p:nvPr>
        </p:nvSpPr>
        <p:spPr bwMode="auto">
          <a:xfrm>
            <a:off x="6350" y="6542537"/>
            <a:ext cx="684000" cy="630942"/>
          </a:xfrm>
          <a:prstGeom prst="rect">
            <a:avLst/>
          </a:prstGeom>
          <a:gradFill>
            <a:gsLst>
              <a:gs pos="0">
                <a:srgbClr val="656565"/>
              </a:gs>
              <a:gs pos="50000">
                <a:schemeClr val="accent6"/>
              </a:gs>
              <a:gs pos="100000">
                <a:srgbClr val="444444"/>
              </a:gs>
            </a:gsLst>
            <a:lin ang="5400000" scaled="1"/>
          </a:gradFill>
          <a:ln w="6350">
            <a:solidFill>
              <a:srgbClr val="DDDDDD"/>
            </a:solidFill>
            <a:miter lim="800000"/>
          </a:ln>
          <a:effectLst>
            <a:outerShdw blurRad="63500" dist="19050" dir="5400000" rotWithShape="0">
              <a:srgbClr val="000000">
                <a:alpha val="63000"/>
              </a:srgbClr>
            </a:outerShdw>
          </a:effectLst>
        </p:spPr>
        <p:txBody>
          <a:bodyPr wrap="square"/>
          <a:lstStyle>
            <a:lvl1pPr>
              <a:defRPr sz="3500">
                <a:solidFill>
                  <a:srgbClr val="FFFFFF"/>
                </a:solidFill>
              </a:defRPr>
            </a:lvl1pPr>
          </a:lstStyle>
          <a:p>
            <a:pPr marL="0" marR="0" lvl="0" indent="0" algn="ctr" defTabSz="1828434" rtl="0" eaLnBrk="1" fontAlgn="auto" latinLnBrk="0" hangingPunct="1">
              <a:lnSpc>
                <a:spcPct val="100000"/>
              </a:lnSpc>
              <a:spcBef>
                <a:spcPts val="0"/>
              </a:spcBef>
              <a:spcAft>
                <a:spcPts val="0"/>
              </a:spcAft>
              <a:buClrTx/>
              <a:buSzTx/>
              <a:buFontTx/>
              <a:buNone/>
              <a:tabLst/>
              <a:defRPr/>
            </a:pPr>
            <a:fld id="{86CB4B4D-7CA3-9044-876B-883B54F8677D}" type="slidenum">
              <a:rPr kumimoji="0" sz="3500" b="0" i="0" u="none" strike="noStrike" kern="0" cap="none" spc="0" normalizeH="0" baseline="0" noProof="0">
                <a:ln>
                  <a:noFill/>
                </a:ln>
                <a:solidFill>
                  <a:srgbClr val="FFFFFF"/>
                </a:solidFill>
                <a:effectLst/>
                <a:uLnTx/>
                <a:uFillTx/>
                <a:latin typeface="Open Sans Light"/>
                <a:cs typeface="Calibri"/>
                <a:sym typeface="Open Sans"/>
              </a:rPr>
              <a:pPr marL="0" marR="0" lvl="0" indent="0" algn="ctr" defTabSz="1828434" rtl="0" eaLnBrk="1" fontAlgn="auto" latinLnBrk="0" hangingPunct="1">
                <a:lnSpc>
                  <a:spcPct val="100000"/>
                </a:lnSpc>
                <a:spcBef>
                  <a:spcPts val="0"/>
                </a:spcBef>
                <a:spcAft>
                  <a:spcPts val="0"/>
                </a:spcAft>
                <a:buClrTx/>
                <a:buSzTx/>
                <a:buFontTx/>
                <a:buNone/>
                <a:tabLst/>
                <a:defRPr/>
              </a:pPr>
              <a:t>4</a:t>
            </a:fld>
            <a:endParaRPr kumimoji="0" sz="3500" b="0" i="0" u="none" strike="noStrike" kern="0" cap="none" spc="0" normalizeH="0" baseline="0" noProof="0">
              <a:ln>
                <a:noFill/>
              </a:ln>
              <a:solidFill>
                <a:srgbClr val="FFFFFF"/>
              </a:solidFill>
              <a:effectLst/>
              <a:uLnTx/>
              <a:uFillTx/>
              <a:latin typeface="Open Sans Light"/>
              <a:cs typeface="Calibri"/>
              <a:sym typeface="Open Sans"/>
            </a:endParaRPr>
          </a:p>
        </p:txBody>
      </p:sp>
      <p:sp>
        <p:nvSpPr>
          <p:cNvPr id="29" name="TextBox 6"/>
          <p:cNvSpPr txBox="1"/>
          <p:nvPr/>
        </p:nvSpPr>
        <p:spPr bwMode="auto">
          <a:xfrm>
            <a:off x="2034610" y="1106179"/>
            <a:ext cx="24280504" cy="1508105"/>
          </a:xfrm>
          <a:prstGeom prst="rect">
            <a:avLst/>
          </a:prstGeom>
          <a:ln w="12700">
            <a:miter lim="400000"/>
          </a:ln>
        </p:spPr>
        <p:txBody>
          <a:bodyPr wrap="square" lIns="45720" rIns="45720">
            <a:spAutoFit/>
          </a:bodyPr>
          <a:lstStyle>
            <a:lvl1pPr>
              <a:defRPr sz="6600">
                <a:solidFill>
                  <a:srgbClr val="010101"/>
                </a:solidFill>
                <a:latin typeface="Montserrat Semi Bold"/>
                <a:ea typeface="Montserrat Semi Bold"/>
                <a:cs typeface="Montserrat Semi Bold"/>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4600" b="0" i="0" u="none" strike="noStrike" kern="0" cap="none" spc="0" normalizeH="0" baseline="0" noProof="0" dirty="0">
                <a:ln>
                  <a:noFill/>
                </a:ln>
                <a:solidFill>
                  <a:srgbClr val="404040"/>
                </a:solidFill>
                <a:effectLst/>
                <a:uLnTx/>
                <a:uFillTx/>
                <a:latin typeface="PFDinDisplayPro-Regular"/>
                <a:ea typeface="PFDinDisplayPro-Regular"/>
                <a:cs typeface="PFDinDisplayPro-Regular"/>
                <a:sym typeface="Stem"/>
              </a:rPr>
              <a:t>ТЕМА 1. ОРГАНИЗАЦИОННО-ПРАВОВЫЕ АСПЕКТЫ </a:t>
            </a:r>
            <a:br>
              <a:rPr kumimoji="0" lang="ru-RU" sz="4600" b="0" i="0" u="none" strike="noStrike" kern="0" cap="none" spc="0" normalizeH="0" baseline="0" noProof="0" dirty="0">
                <a:ln>
                  <a:noFill/>
                </a:ln>
                <a:solidFill>
                  <a:srgbClr val="404040"/>
                </a:solidFill>
                <a:effectLst/>
                <a:uLnTx/>
                <a:uFillTx/>
                <a:latin typeface="PFDinDisplayPro-Regular"/>
                <a:ea typeface="PFDinDisplayPro-Regular"/>
                <a:cs typeface="PFDinDisplayPro-Regular"/>
                <a:sym typeface="Stem"/>
              </a:rPr>
            </a:br>
            <a:r>
              <a:rPr kumimoji="0" lang="ru-RU" sz="4600" b="0" i="0" u="none" strike="noStrike" kern="0" cap="none" spc="0" normalizeH="0" baseline="0" noProof="0" dirty="0">
                <a:ln>
                  <a:noFill/>
                </a:ln>
                <a:solidFill>
                  <a:srgbClr val="404040"/>
                </a:solidFill>
                <a:effectLst/>
                <a:uLnTx/>
                <a:uFillTx/>
                <a:latin typeface="PFDinDisplayPro-Regular"/>
                <a:ea typeface="PFDinDisplayPro-Regular"/>
                <a:cs typeface="PFDinDisplayPro-Regular"/>
                <a:sym typeface="Stem"/>
              </a:rPr>
              <a:t>ОКАЗАНИЯ ПЕРВОЙ ПОМОЩИ</a:t>
            </a:r>
          </a:p>
        </p:txBody>
      </p:sp>
      <p:sp>
        <p:nvSpPr>
          <p:cNvPr id="22" name="Rectangle 29"/>
          <p:cNvSpPr/>
          <p:nvPr/>
        </p:nvSpPr>
        <p:spPr bwMode="auto">
          <a:xfrm>
            <a:off x="2061250" y="2604670"/>
            <a:ext cx="14815904" cy="72000"/>
          </a:xfrm>
          <a:prstGeom prst="rect">
            <a:avLst/>
          </a:prstGeom>
          <a:gradFill>
            <a:gsLst>
              <a:gs pos="0">
                <a:srgbClr val="656565"/>
              </a:gs>
              <a:gs pos="50000">
                <a:schemeClr val="accent6"/>
              </a:gs>
              <a:gs pos="100000">
                <a:srgbClr val="444444"/>
              </a:gs>
            </a:gsLst>
            <a:lin ang="5400000" scaled="1"/>
          </a:gradFill>
          <a:ln w="6350">
            <a:solidFill>
              <a:srgbClr val="DDDDDD"/>
            </a:solidFill>
            <a:miter/>
          </a:ln>
          <a:effectLst>
            <a:outerShdw blurRad="63500" dist="19050" dir="5400000" rotWithShape="0">
              <a:srgbClr val="000000">
                <a:alpha val="63000"/>
              </a:srgbClr>
            </a:outerShdw>
          </a:effectLst>
        </p:spPr>
        <p:txBody>
          <a:bodyPr lIns="45720" rIns="45720" anchor="ctr"/>
          <a:lstStyle/>
          <a:p>
            <a:pPr marL="0" marR="0" lvl="0" indent="0" algn="l" defTabSz="1828434" rtl="0" eaLnBrk="1" fontAlgn="auto" latinLnBrk="0" hangingPunct="1">
              <a:lnSpc>
                <a:spcPct val="100000"/>
              </a:lnSpc>
              <a:spcBef>
                <a:spcPts val="0"/>
              </a:spcBef>
              <a:spcAft>
                <a:spcPts val="0"/>
              </a:spcAft>
              <a:buClrTx/>
              <a:buSzTx/>
              <a:buFontTx/>
              <a:buNone/>
              <a:tabLst/>
              <a:defRPr>
                <a:solidFill>
                  <a:srgbClr val="FFFFFF"/>
                </a:solidFill>
              </a:defRPr>
            </a:pPr>
            <a:endParaRPr kumimoji="0" sz="3500" b="0" i="0" u="none" strike="noStrike" kern="0" cap="none" spc="0" normalizeH="0" baseline="0" noProof="0">
              <a:ln>
                <a:noFill/>
              </a:ln>
              <a:solidFill>
                <a:srgbClr val="FFFFFF"/>
              </a:solidFill>
              <a:effectLst/>
              <a:uLnTx/>
              <a:uFillTx/>
              <a:latin typeface="Open Sans Light"/>
              <a:cs typeface="Calibri"/>
              <a:sym typeface="Open Sans"/>
            </a:endParaRPr>
          </a:p>
        </p:txBody>
      </p:sp>
      <p:sp>
        <p:nvSpPr>
          <p:cNvPr id="8" name="Подзаголовок 2"/>
          <p:cNvSpPr txBox="1">
            <a:spLocks/>
          </p:cNvSpPr>
          <p:nvPr/>
        </p:nvSpPr>
        <p:spPr bwMode="auto">
          <a:xfrm>
            <a:off x="1894856" y="2743743"/>
            <a:ext cx="6898072" cy="681807"/>
          </a:xfrm>
          <a:prstGeom prst="rect">
            <a:avLst/>
          </a:prstGeom>
          <a:ln w="25400">
            <a:miter lim="400000"/>
          </a:ln>
        </p:spPr>
        <p:txBody>
          <a:bodyPr tIns="91439" bIns="91439" anchor="ctr">
            <a:normAutofit fontScale="92500"/>
          </a:bodyPr>
          <a:lstStyle>
            <a:lvl1pPr marL="0" marR="0" indent="0" algn="r" defTabSz="1828800">
              <a:lnSpc>
                <a:spcPct val="110000"/>
              </a:lnSpc>
              <a:spcBef>
                <a:spcPts val="0"/>
              </a:spcBef>
              <a:spcAft>
                <a:spcPts val="0"/>
              </a:spcAft>
              <a:buClrTx/>
              <a:buSzTx/>
              <a:buFontTx/>
              <a:buNone/>
              <a:defRPr sz="2800" b="0" i="0" u="none" strike="noStrike" cap="none" spc="0">
                <a:solidFill>
                  <a:srgbClr val="535353"/>
                </a:solidFill>
                <a:latin typeface="Open Sans"/>
                <a:ea typeface="Open Sans"/>
                <a:cs typeface="Open Sans"/>
              </a:defRPr>
            </a:lvl1pPr>
            <a:lvl2pPr marL="0" marR="0" indent="457200" algn="l" defTabSz="1828800">
              <a:lnSpc>
                <a:spcPct val="110000"/>
              </a:lnSpc>
              <a:spcBef>
                <a:spcPts val="0"/>
              </a:spcBef>
              <a:spcAft>
                <a:spcPts val="0"/>
              </a:spcAft>
              <a:buClrTx/>
              <a:buSzTx/>
              <a:buFontTx/>
              <a:buNone/>
              <a:defRPr sz="2400" b="0" i="0" u="none" strike="noStrike" cap="none" spc="0">
                <a:solidFill>
                  <a:srgbClr val="535353"/>
                </a:solidFill>
                <a:latin typeface="Open Sans"/>
                <a:ea typeface="Open Sans"/>
                <a:cs typeface="Open Sans"/>
              </a:defRPr>
            </a:lvl2pPr>
            <a:lvl3pPr marL="0" marR="0" indent="914400" algn="l" defTabSz="1828800">
              <a:lnSpc>
                <a:spcPct val="110000"/>
              </a:lnSpc>
              <a:spcBef>
                <a:spcPts val="0"/>
              </a:spcBef>
              <a:spcAft>
                <a:spcPts val="0"/>
              </a:spcAft>
              <a:buClrTx/>
              <a:buSzTx/>
              <a:buFontTx/>
              <a:buNone/>
              <a:defRPr sz="2400" b="0" i="0" u="none" strike="noStrike" cap="none" spc="0">
                <a:solidFill>
                  <a:srgbClr val="535353"/>
                </a:solidFill>
                <a:latin typeface="Open Sans"/>
                <a:ea typeface="Open Sans"/>
                <a:cs typeface="Open Sans"/>
              </a:defRPr>
            </a:lvl3pPr>
            <a:lvl4pPr marL="0" marR="0" indent="1371600" algn="l" defTabSz="1828800">
              <a:lnSpc>
                <a:spcPct val="110000"/>
              </a:lnSpc>
              <a:spcBef>
                <a:spcPts val="0"/>
              </a:spcBef>
              <a:spcAft>
                <a:spcPts val="0"/>
              </a:spcAft>
              <a:buClrTx/>
              <a:buSzTx/>
              <a:buFontTx/>
              <a:buNone/>
              <a:defRPr sz="2400" b="0" i="0" u="none" strike="noStrike" cap="none" spc="0">
                <a:solidFill>
                  <a:srgbClr val="535353"/>
                </a:solidFill>
                <a:latin typeface="Open Sans"/>
                <a:ea typeface="Open Sans"/>
                <a:cs typeface="Open Sans"/>
              </a:defRPr>
            </a:lvl4pPr>
            <a:lvl5pPr marL="0" marR="0" indent="1828800" algn="l" defTabSz="1828800">
              <a:lnSpc>
                <a:spcPct val="110000"/>
              </a:lnSpc>
              <a:spcBef>
                <a:spcPts val="0"/>
              </a:spcBef>
              <a:spcAft>
                <a:spcPts val="0"/>
              </a:spcAft>
              <a:buClrTx/>
              <a:buSzTx/>
              <a:buFontTx/>
              <a:buNone/>
              <a:defRPr sz="2400" b="0" i="0" u="none" strike="noStrike" cap="none" spc="0">
                <a:solidFill>
                  <a:srgbClr val="535353"/>
                </a:solidFill>
                <a:latin typeface="Open Sans"/>
                <a:ea typeface="Open Sans"/>
                <a:cs typeface="Open Sans"/>
              </a:defRPr>
            </a:lvl5pPr>
            <a:lvl6pPr marL="0" marR="0" indent="2286000" algn="l" defTabSz="1828800">
              <a:lnSpc>
                <a:spcPct val="110000"/>
              </a:lnSpc>
              <a:spcBef>
                <a:spcPts val="0"/>
              </a:spcBef>
              <a:spcAft>
                <a:spcPts val="0"/>
              </a:spcAft>
              <a:buClrTx/>
              <a:buSzTx/>
              <a:buFontTx/>
              <a:buNone/>
              <a:defRPr sz="2400" b="0" i="0" u="none" strike="noStrike" cap="none" spc="0">
                <a:solidFill>
                  <a:srgbClr val="0082B9"/>
                </a:solidFill>
                <a:latin typeface="Open Sans"/>
                <a:ea typeface="Open Sans"/>
                <a:cs typeface="Open Sans"/>
              </a:defRPr>
            </a:lvl6pPr>
            <a:lvl7pPr marL="0" marR="0" indent="2743200" algn="l" defTabSz="1828800">
              <a:lnSpc>
                <a:spcPct val="110000"/>
              </a:lnSpc>
              <a:spcBef>
                <a:spcPts val="0"/>
              </a:spcBef>
              <a:spcAft>
                <a:spcPts val="0"/>
              </a:spcAft>
              <a:buClrTx/>
              <a:buSzTx/>
              <a:buFontTx/>
              <a:buNone/>
              <a:defRPr sz="2400" b="0" i="0" u="none" strike="noStrike" cap="none" spc="0">
                <a:solidFill>
                  <a:srgbClr val="0082B9"/>
                </a:solidFill>
                <a:latin typeface="Open Sans"/>
                <a:ea typeface="Open Sans"/>
                <a:cs typeface="Open Sans"/>
              </a:defRPr>
            </a:lvl7pPr>
            <a:lvl8pPr marL="0" marR="0" indent="3200400" algn="l" defTabSz="1828800">
              <a:lnSpc>
                <a:spcPct val="110000"/>
              </a:lnSpc>
              <a:spcBef>
                <a:spcPts val="0"/>
              </a:spcBef>
              <a:spcAft>
                <a:spcPts val="0"/>
              </a:spcAft>
              <a:buClrTx/>
              <a:buSzTx/>
              <a:buFontTx/>
              <a:buNone/>
              <a:defRPr sz="2400" b="0" i="0" u="none" strike="noStrike" cap="none" spc="0">
                <a:solidFill>
                  <a:srgbClr val="0082B9"/>
                </a:solidFill>
                <a:latin typeface="Open Sans"/>
                <a:ea typeface="Open Sans"/>
                <a:cs typeface="Open Sans"/>
              </a:defRPr>
            </a:lvl8pPr>
            <a:lvl9pPr marL="0" marR="0" indent="3657600" algn="l" defTabSz="1828800">
              <a:lnSpc>
                <a:spcPct val="110000"/>
              </a:lnSpc>
              <a:spcBef>
                <a:spcPts val="0"/>
              </a:spcBef>
              <a:spcAft>
                <a:spcPts val="0"/>
              </a:spcAft>
              <a:buClrTx/>
              <a:buSzTx/>
              <a:buFontTx/>
              <a:buNone/>
              <a:defRPr sz="2400" b="0" i="0" u="none" strike="noStrike" cap="none" spc="0">
                <a:solidFill>
                  <a:srgbClr val="0082B9"/>
                </a:solidFill>
                <a:latin typeface="Open Sans"/>
                <a:ea typeface="Open Sans"/>
                <a:cs typeface="Open Sans"/>
              </a:defRPr>
            </a:lvl9pPr>
          </a:lstStyle>
          <a:p>
            <a:pPr marL="0" marR="0" lvl="0" indent="0" algn="r" defTabSz="1828800" eaLnBrk="1" fontAlgn="auto" latinLnBrk="0" hangingPunct="1">
              <a:lnSpc>
                <a:spcPct val="110000"/>
              </a:lnSpc>
              <a:spcBef>
                <a:spcPts val="0"/>
              </a:spcBef>
              <a:spcAft>
                <a:spcPts val="0"/>
              </a:spcAft>
              <a:buClrTx/>
              <a:buSzTx/>
              <a:buFontTx/>
              <a:buNone/>
              <a:tabLst/>
              <a:defRPr/>
            </a:pPr>
            <a:r>
              <a:rPr kumimoji="0" lang="ru-RU" sz="2800" b="0" i="0" u="none" strike="noStrike" kern="0" cap="none" spc="0" normalizeH="0" baseline="0" noProof="0">
                <a:ln>
                  <a:noFill/>
                </a:ln>
                <a:solidFill>
                  <a:srgbClr val="535353"/>
                </a:solidFill>
                <a:effectLst/>
                <a:uLnTx/>
                <a:uFillTx/>
                <a:latin typeface="Open Sans"/>
              </a:rPr>
              <a:t>Методика разработки учебного занятия</a:t>
            </a:r>
          </a:p>
        </p:txBody>
      </p:sp>
      <p:sp>
        <p:nvSpPr>
          <p:cNvPr id="11" name="Прямоугольник 10"/>
          <p:cNvSpPr/>
          <p:nvPr/>
        </p:nvSpPr>
        <p:spPr bwMode="auto">
          <a:xfrm>
            <a:off x="10751840" y="4481736"/>
            <a:ext cx="10585176" cy="5351658"/>
          </a:xfrm>
          <a:prstGeom prst="rect">
            <a:avLst/>
          </a:prstGeom>
        </p:spPr>
        <p:txBody>
          <a:bodyPr wrap="square">
            <a:spAutoFit/>
          </a:bodyPr>
          <a:lstStyle/>
          <a:p>
            <a:pPr>
              <a:defRPr/>
            </a:pPr>
            <a:r>
              <a:rPr lang="ru-RU" b="1" dirty="0"/>
              <a:t>Рекомендации по проведению занятия:</a:t>
            </a:r>
            <a:endParaRPr lang="ru-RU" dirty="0"/>
          </a:p>
          <a:p>
            <a:pPr>
              <a:defRPr/>
            </a:pPr>
            <a:r>
              <a:rPr lang="ru-RU" dirty="0"/>
              <a:t> </a:t>
            </a:r>
            <a:endParaRPr dirty="0"/>
          </a:p>
          <a:p>
            <a:pPr>
              <a:defRPr/>
            </a:pPr>
            <a:r>
              <a:rPr lang="ru-RU" dirty="0"/>
              <a:t>В начале занятия следует:</a:t>
            </a:r>
            <a:endParaRPr dirty="0"/>
          </a:p>
          <a:p>
            <a:pPr>
              <a:defRPr/>
            </a:pPr>
            <a:endParaRPr lang="ru-RU" dirty="0"/>
          </a:p>
          <a:p>
            <a:pPr marL="457200" indent="-457200">
              <a:buFont typeface="Wingdings"/>
              <a:buChar char="q"/>
              <a:defRPr/>
            </a:pPr>
            <a:r>
              <a:rPr lang="ru-RU" dirty="0"/>
              <a:t>определить индивидуальные особенности обучающихся; </a:t>
            </a:r>
            <a:endParaRPr dirty="0"/>
          </a:p>
          <a:p>
            <a:pPr marL="457200" indent="-457200">
              <a:buFont typeface="Wingdings"/>
              <a:buChar char="q"/>
              <a:defRPr/>
            </a:pPr>
            <a:r>
              <a:rPr lang="ru-RU" dirty="0"/>
              <a:t>выявить потенциальных «трудных персонажей»; </a:t>
            </a:r>
            <a:endParaRPr dirty="0"/>
          </a:p>
          <a:p>
            <a:pPr marL="457200" indent="-457200">
              <a:buFont typeface="Wingdings"/>
              <a:buChar char="q"/>
              <a:defRPr/>
            </a:pPr>
            <a:r>
              <a:rPr lang="ru-RU" dirty="0"/>
              <a:t>определить способы их контроля и эффективные приемы работы с ними; </a:t>
            </a:r>
          </a:p>
          <a:p>
            <a:pPr marL="457200" indent="-457200">
              <a:buFont typeface="Wingdings"/>
              <a:buChar char="q"/>
              <a:defRPr/>
            </a:pPr>
            <a:r>
              <a:rPr lang="ru-RU" dirty="0"/>
              <a:t>привлечь внимание обучающихся к вопросам первой помощи. </a:t>
            </a:r>
          </a:p>
          <a:p>
            <a:pPr>
              <a:defRPr/>
            </a:pPr>
            <a:endParaRPr lang="ru-RU" dirty="0"/>
          </a:p>
          <a:p>
            <a:pPr>
              <a:defRPr/>
            </a:pPr>
            <a:r>
              <a:rPr lang="ru-RU" dirty="0"/>
              <a:t>Также необходимо объявить организационные вопросы обучения (продолжительность курса, тематическое наполнение, планируемые перерывы, расположение санузлов и т.д.). </a:t>
            </a:r>
            <a:endParaRPr dirty="0"/>
          </a:p>
        </p:txBody>
      </p:sp>
      <p:pic>
        <p:nvPicPr>
          <p:cNvPr id="2050" name="Picture 2" descr="Picture background">
            <a:extLst>
              <a:ext uri="{FF2B5EF4-FFF2-40B4-BE49-F238E27FC236}">
                <a16:creationId xmlns:a16="http://schemas.microsoft.com/office/drawing/2014/main" id="{D096A714-5214-457C-85B1-EA05707509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80992" y="4423789"/>
            <a:ext cx="6898072" cy="68980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87410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bg>
      <p:bgPr>
        <a:solidFill>
          <a:srgbClr val="FFFFFF"/>
        </a:solidFill>
        <a:effectLst/>
      </p:bgPr>
    </p:bg>
    <p:spTree>
      <p:nvGrpSpPr>
        <p:cNvPr id="1" name=""/>
        <p:cNvGrpSpPr/>
        <p:nvPr/>
      </p:nvGrpSpPr>
      <p:grpSpPr bwMode="auto">
        <a:xfrm>
          <a:off x="0" y="0"/>
          <a:ext cx="0" cy="0"/>
          <a:chOff x="0" y="0"/>
          <a:chExt cx="0" cy="0"/>
        </a:xfrm>
      </p:grpSpPr>
      <p:sp>
        <p:nvSpPr>
          <p:cNvPr id="866" name="Номер слайда"/>
          <p:cNvSpPr txBox="1">
            <a:spLocks noGrp="1"/>
          </p:cNvSpPr>
          <p:nvPr>
            <p:ph type="sldNum" sz="quarter" idx="4294967295"/>
          </p:nvPr>
        </p:nvSpPr>
        <p:spPr bwMode="auto">
          <a:xfrm>
            <a:off x="6350" y="6542537"/>
            <a:ext cx="684000" cy="630942"/>
          </a:xfrm>
          <a:prstGeom prst="rect">
            <a:avLst/>
          </a:prstGeom>
          <a:gradFill>
            <a:gsLst>
              <a:gs pos="0">
                <a:srgbClr val="656565"/>
              </a:gs>
              <a:gs pos="50000">
                <a:schemeClr val="accent6"/>
              </a:gs>
              <a:gs pos="100000">
                <a:srgbClr val="444444"/>
              </a:gs>
            </a:gsLst>
            <a:lin ang="5400000" scaled="1"/>
          </a:gradFill>
          <a:ln w="6350">
            <a:solidFill>
              <a:srgbClr val="DDDDDD"/>
            </a:solidFill>
            <a:miter lim="800000"/>
          </a:ln>
          <a:effectLst>
            <a:outerShdw blurRad="63500" dist="19050" dir="5400000" rotWithShape="0">
              <a:srgbClr val="000000">
                <a:alpha val="63000"/>
              </a:srgbClr>
            </a:outerShdw>
          </a:effectLst>
        </p:spPr>
        <p:txBody>
          <a:bodyPr wrap="square"/>
          <a:lstStyle>
            <a:lvl1pPr>
              <a:defRPr sz="3500">
                <a:solidFill>
                  <a:srgbClr val="FFFFFF"/>
                </a:solidFill>
              </a:defRPr>
            </a:lvl1pPr>
          </a:lstStyle>
          <a:p>
            <a:pPr marL="0" marR="0" lvl="0" indent="0" algn="ctr" defTabSz="1828434" rtl="0" eaLnBrk="1" fontAlgn="auto" latinLnBrk="0" hangingPunct="1">
              <a:lnSpc>
                <a:spcPct val="100000"/>
              </a:lnSpc>
              <a:spcBef>
                <a:spcPts val="0"/>
              </a:spcBef>
              <a:spcAft>
                <a:spcPts val="0"/>
              </a:spcAft>
              <a:buClrTx/>
              <a:buSzTx/>
              <a:buFontTx/>
              <a:buNone/>
              <a:tabLst/>
              <a:defRPr/>
            </a:pPr>
            <a:fld id="{86CB4B4D-7CA3-9044-876B-883B54F8677D}" type="slidenum">
              <a:rPr kumimoji="0" sz="3500" b="0" i="0" u="none" strike="noStrike" kern="0" cap="none" spc="0" normalizeH="0" baseline="0" noProof="0">
                <a:ln>
                  <a:noFill/>
                </a:ln>
                <a:solidFill>
                  <a:srgbClr val="FFFFFF"/>
                </a:solidFill>
                <a:effectLst/>
                <a:uLnTx/>
                <a:uFillTx/>
                <a:latin typeface="Open Sans Light"/>
                <a:cs typeface="Calibri"/>
                <a:sym typeface="Open Sans"/>
              </a:rPr>
              <a:pPr marL="0" marR="0" lvl="0" indent="0" algn="ctr" defTabSz="1828434" rtl="0" eaLnBrk="1" fontAlgn="auto" latinLnBrk="0" hangingPunct="1">
                <a:lnSpc>
                  <a:spcPct val="100000"/>
                </a:lnSpc>
                <a:spcBef>
                  <a:spcPts val="0"/>
                </a:spcBef>
                <a:spcAft>
                  <a:spcPts val="0"/>
                </a:spcAft>
                <a:buClrTx/>
                <a:buSzTx/>
                <a:buFontTx/>
                <a:buNone/>
                <a:tabLst/>
                <a:defRPr/>
              </a:pPr>
              <a:t>5</a:t>
            </a:fld>
            <a:endParaRPr kumimoji="0" sz="3500" b="0" i="0" u="none" strike="noStrike" kern="0" cap="none" spc="0" normalizeH="0" baseline="0" noProof="0">
              <a:ln>
                <a:noFill/>
              </a:ln>
              <a:solidFill>
                <a:srgbClr val="FFFFFF"/>
              </a:solidFill>
              <a:effectLst/>
              <a:uLnTx/>
              <a:uFillTx/>
              <a:latin typeface="Open Sans Light"/>
              <a:cs typeface="Calibri"/>
              <a:sym typeface="Open Sans"/>
            </a:endParaRPr>
          </a:p>
        </p:txBody>
      </p:sp>
      <p:sp>
        <p:nvSpPr>
          <p:cNvPr id="29" name="TextBox 6"/>
          <p:cNvSpPr txBox="1"/>
          <p:nvPr/>
        </p:nvSpPr>
        <p:spPr bwMode="auto">
          <a:xfrm>
            <a:off x="2034610" y="1106179"/>
            <a:ext cx="24280504" cy="1508105"/>
          </a:xfrm>
          <a:prstGeom prst="rect">
            <a:avLst/>
          </a:prstGeom>
          <a:ln w="12700">
            <a:miter lim="400000"/>
          </a:ln>
        </p:spPr>
        <p:txBody>
          <a:bodyPr wrap="square" lIns="45720" rIns="45720">
            <a:spAutoFit/>
          </a:bodyPr>
          <a:lstStyle>
            <a:lvl1pPr>
              <a:defRPr sz="6600">
                <a:solidFill>
                  <a:srgbClr val="010101"/>
                </a:solidFill>
                <a:latin typeface="Montserrat Semi Bold"/>
                <a:ea typeface="Montserrat Semi Bold"/>
                <a:cs typeface="Montserrat Semi Bold"/>
              </a:defRPr>
            </a:lvl1pPr>
          </a:lstStyle>
          <a:p>
            <a:pPr defTabSz="914400" rtl="0">
              <a:lnSpc>
                <a:spcPct val="100000"/>
              </a:lnSpc>
              <a:defRPr/>
            </a:pPr>
            <a:r>
              <a:rPr lang="ru-RU" sz="4600" dirty="0">
                <a:solidFill>
                  <a:srgbClr val="404040"/>
                </a:solidFill>
                <a:latin typeface="PFDinDisplayPro-Regular"/>
                <a:ea typeface="PFDinDisplayPro-Regular"/>
                <a:cs typeface="PFDinDisplayPro-Regular"/>
                <a:sym typeface="Stem"/>
              </a:rPr>
              <a:t>ТЕМА 2. ОКАЗАНИЕ ПЕРВОЙ ПОМОЩИ </a:t>
            </a:r>
          </a:p>
          <a:p>
            <a:pPr defTabSz="914400" rtl="0">
              <a:lnSpc>
                <a:spcPct val="100000"/>
              </a:lnSpc>
              <a:defRPr/>
            </a:pPr>
            <a:r>
              <a:rPr lang="ru-RU" sz="4600" dirty="0">
                <a:solidFill>
                  <a:srgbClr val="404040"/>
                </a:solidFill>
                <a:latin typeface="PFDinDisplayPro-Regular"/>
                <a:ea typeface="PFDinDisplayPro-Regular"/>
                <a:cs typeface="PFDinDisplayPro-Regular"/>
                <a:sym typeface="Stem"/>
              </a:rPr>
              <a:t>ПРИ НАРУЖНЫХ КРОВОТЕЧЕНИЯХ</a:t>
            </a:r>
          </a:p>
        </p:txBody>
      </p:sp>
      <p:sp>
        <p:nvSpPr>
          <p:cNvPr id="22" name="Rectangle 29"/>
          <p:cNvSpPr/>
          <p:nvPr/>
        </p:nvSpPr>
        <p:spPr bwMode="auto">
          <a:xfrm>
            <a:off x="2061252" y="2604670"/>
            <a:ext cx="13908596" cy="72000"/>
          </a:xfrm>
          <a:prstGeom prst="rect">
            <a:avLst/>
          </a:prstGeom>
          <a:gradFill>
            <a:gsLst>
              <a:gs pos="0">
                <a:srgbClr val="656565"/>
              </a:gs>
              <a:gs pos="50000">
                <a:schemeClr val="accent6"/>
              </a:gs>
              <a:gs pos="100000">
                <a:srgbClr val="444444"/>
              </a:gs>
            </a:gsLst>
            <a:lin ang="5400000" scaled="1"/>
          </a:gradFill>
          <a:ln w="6350">
            <a:solidFill>
              <a:srgbClr val="DDDDDD"/>
            </a:solidFill>
            <a:miter/>
          </a:ln>
          <a:effectLst>
            <a:outerShdw blurRad="63500" dist="19050" dir="5400000" rotWithShape="0">
              <a:srgbClr val="000000">
                <a:alpha val="63000"/>
              </a:srgbClr>
            </a:outerShdw>
          </a:effectLst>
        </p:spPr>
        <p:txBody>
          <a:bodyPr lIns="45720" rIns="45720" anchor="ctr"/>
          <a:lstStyle/>
          <a:p>
            <a:pPr marL="0" marR="0" lvl="0" indent="0" algn="l" defTabSz="1828434" rtl="0" eaLnBrk="1" fontAlgn="auto" latinLnBrk="0" hangingPunct="1">
              <a:lnSpc>
                <a:spcPct val="100000"/>
              </a:lnSpc>
              <a:spcBef>
                <a:spcPts val="0"/>
              </a:spcBef>
              <a:spcAft>
                <a:spcPts val="0"/>
              </a:spcAft>
              <a:buClrTx/>
              <a:buSzTx/>
              <a:buFontTx/>
              <a:buNone/>
              <a:tabLst/>
              <a:defRPr>
                <a:solidFill>
                  <a:srgbClr val="FFFFFF"/>
                </a:solidFill>
              </a:defRPr>
            </a:pPr>
            <a:endParaRPr kumimoji="0" sz="3500" b="0" i="0" u="none" strike="noStrike" kern="0" cap="none" spc="0" normalizeH="0" baseline="0" noProof="0">
              <a:ln>
                <a:noFill/>
              </a:ln>
              <a:solidFill>
                <a:srgbClr val="FFFFFF"/>
              </a:solidFill>
              <a:effectLst/>
              <a:uLnTx/>
              <a:uFillTx/>
              <a:latin typeface="Open Sans Light"/>
              <a:cs typeface="Calibri"/>
              <a:sym typeface="Open Sans"/>
            </a:endParaRPr>
          </a:p>
        </p:txBody>
      </p:sp>
      <p:sp>
        <p:nvSpPr>
          <p:cNvPr id="8" name="Подзаголовок 2"/>
          <p:cNvSpPr txBox="1">
            <a:spLocks/>
          </p:cNvSpPr>
          <p:nvPr/>
        </p:nvSpPr>
        <p:spPr bwMode="auto">
          <a:xfrm>
            <a:off x="1894856" y="2743743"/>
            <a:ext cx="6898072" cy="681807"/>
          </a:xfrm>
          <a:prstGeom prst="rect">
            <a:avLst/>
          </a:prstGeom>
          <a:ln w="25400">
            <a:miter lim="400000"/>
          </a:ln>
        </p:spPr>
        <p:txBody>
          <a:bodyPr tIns="91439" bIns="91439" anchor="ctr">
            <a:normAutofit fontScale="92500"/>
          </a:bodyPr>
          <a:lstStyle>
            <a:lvl1pPr marL="0" marR="0" indent="0" algn="r" defTabSz="1828800">
              <a:lnSpc>
                <a:spcPct val="110000"/>
              </a:lnSpc>
              <a:spcBef>
                <a:spcPts val="0"/>
              </a:spcBef>
              <a:spcAft>
                <a:spcPts val="0"/>
              </a:spcAft>
              <a:buClrTx/>
              <a:buSzTx/>
              <a:buFontTx/>
              <a:buNone/>
              <a:defRPr sz="2800" b="0" i="0" u="none" strike="noStrike" cap="none" spc="0">
                <a:solidFill>
                  <a:srgbClr val="535353"/>
                </a:solidFill>
                <a:latin typeface="Open Sans"/>
                <a:ea typeface="Open Sans"/>
                <a:cs typeface="Open Sans"/>
              </a:defRPr>
            </a:lvl1pPr>
            <a:lvl2pPr marL="0" marR="0" indent="457200" algn="l" defTabSz="1828800">
              <a:lnSpc>
                <a:spcPct val="110000"/>
              </a:lnSpc>
              <a:spcBef>
                <a:spcPts val="0"/>
              </a:spcBef>
              <a:spcAft>
                <a:spcPts val="0"/>
              </a:spcAft>
              <a:buClrTx/>
              <a:buSzTx/>
              <a:buFontTx/>
              <a:buNone/>
              <a:defRPr sz="2400" b="0" i="0" u="none" strike="noStrike" cap="none" spc="0">
                <a:solidFill>
                  <a:srgbClr val="535353"/>
                </a:solidFill>
                <a:latin typeface="Open Sans"/>
                <a:ea typeface="Open Sans"/>
                <a:cs typeface="Open Sans"/>
              </a:defRPr>
            </a:lvl2pPr>
            <a:lvl3pPr marL="0" marR="0" indent="914400" algn="l" defTabSz="1828800">
              <a:lnSpc>
                <a:spcPct val="110000"/>
              </a:lnSpc>
              <a:spcBef>
                <a:spcPts val="0"/>
              </a:spcBef>
              <a:spcAft>
                <a:spcPts val="0"/>
              </a:spcAft>
              <a:buClrTx/>
              <a:buSzTx/>
              <a:buFontTx/>
              <a:buNone/>
              <a:defRPr sz="2400" b="0" i="0" u="none" strike="noStrike" cap="none" spc="0">
                <a:solidFill>
                  <a:srgbClr val="535353"/>
                </a:solidFill>
                <a:latin typeface="Open Sans"/>
                <a:ea typeface="Open Sans"/>
                <a:cs typeface="Open Sans"/>
              </a:defRPr>
            </a:lvl3pPr>
            <a:lvl4pPr marL="0" marR="0" indent="1371600" algn="l" defTabSz="1828800">
              <a:lnSpc>
                <a:spcPct val="110000"/>
              </a:lnSpc>
              <a:spcBef>
                <a:spcPts val="0"/>
              </a:spcBef>
              <a:spcAft>
                <a:spcPts val="0"/>
              </a:spcAft>
              <a:buClrTx/>
              <a:buSzTx/>
              <a:buFontTx/>
              <a:buNone/>
              <a:defRPr sz="2400" b="0" i="0" u="none" strike="noStrike" cap="none" spc="0">
                <a:solidFill>
                  <a:srgbClr val="535353"/>
                </a:solidFill>
                <a:latin typeface="Open Sans"/>
                <a:ea typeface="Open Sans"/>
                <a:cs typeface="Open Sans"/>
              </a:defRPr>
            </a:lvl4pPr>
            <a:lvl5pPr marL="0" marR="0" indent="1828800" algn="l" defTabSz="1828800">
              <a:lnSpc>
                <a:spcPct val="110000"/>
              </a:lnSpc>
              <a:spcBef>
                <a:spcPts val="0"/>
              </a:spcBef>
              <a:spcAft>
                <a:spcPts val="0"/>
              </a:spcAft>
              <a:buClrTx/>
              <a:buSzTx/>
              <a:buFontTx/>
              <a:buNone/>
              <a:defRPr sz="2400" b="0" i="0" u="none" strike="noStrike" cap="none" spc="0">
                <a:solidFill>
                  <a:srgbClr val="535353"/>
                </a:solidFill>
                <a:latin typeface="Open Sans"/>
                <a:ea typeface="Open Sans"/>
                <a:cs typeface="Open Sans"/>
              </a:defRPr>
            </a:lvl5pPr>
            <a:lvl6pPr marL="0" marR="0" indent="2286000" algn="l" defTabSz="1828800">
              <a:lnSpc>
                <a:spcPct val="110000"/>
              </a:lnSpc>
              <a:spcBef>
                <a:spcPts val="0"/>
              </a:spcBef>
              <a:spcAft>
                <a:spcPts val="0"/>
              </a:spcAft>
              <a:buClrTx/>
              <a:buSzTx/>
              <a:buFontTx/>
              <a:buNone/>
              <a:defRPr sz="2400" b="0" i="0" u="none" strike="noStrike" cap="none" spc="0">
                <a:solidFill>
                  <a:srgbClr val="0082B9"/>
                </a:solidFill>
                <a:latin typeface="Open Sans"/>
                <a:ea typeface="Open Sans"/>
                <a:cs typeface="Open Sans"/>
              </a:defRPr>
            </a:lvl6pPr>
            <a:lvl7pPr marL="0" marR="0" indent="2743200" algn="l" defTabSz="1828800">
              <a:lnSpc>
                <a:spcPct val="110000"/>
              </a:lnSpc>
              <a:spcBef>
                <a:spcPts val="0"/>
              </a:spcBef>
              <a:spcAft>
                <a:spcPts val="0"/>
              </a:spcAft>
              <a:buClrTx/>
              <a:buSzTx/>
              <a:buFontTx/>
              <a:buNone/>
              <a:defRPr sz="2400" b="0" i="0" u="none" strike="noStrike" cap="none" spc="0">
                <a:solidFill>
                  <a:srgbClr val="0082B9"/>
                </a:solidFill>
                <a:latin typeface="Open Sans"/>
                <a:ea typeface="Open Sans"/>
                <a:cs typeface="Open Sans"/>
              </a:defRPr>
            </a:lvl7pPr>
            <a:lvl8pPr marL="0" marR="0" indent="3200400" algn="l" defTabSz="1828800">
              <a:lnSpc>
                <a:spcPct val="110000"/>
              </a:lnSpc>
              <a:spcBef>
                <a:spcPts val="0"/>
              </a:spcBef>
              <a:spcAft>
                <a:spcPts val="0"/>
              </a:spcAft>
              <a:buClrTx/>
              <a:buSzTx/>
              <a:buFontTx/>
              <a:buNone/>
              <a:defRPr sz="2400" b="0" i="0" u="none" strike="noStrike" cap="none" spc="0">
                <a:solidFill>
                  <a:srgbClr val="0082B9"/>
                </a:solidFill>
                <a:latin typeface="Open Sans"/>
                <a:ea typeface="Open Sans"/>
                <a:cs typeface="Open Sans"/>
              </a:defRPr>
            </a:lvl8pPr>
            <a:lvl9pPr marL="0" marR="0" indent="3657600" algn="l" defTabSz="1828800">
              <a:lnSpc>
                <a:spcPct val="110000"/>
              </a:lnSpc>
              <a:spcBef>
                <a:spcPts val="0"/>
              </a:spcBef>
              <a:spcAft>
                <a:spcPts val="0"/>
              </a:spcAft>
              <a:buClrTx/>
              <a:buSzTx/>
              <a:buFontTx/>
              <a:buNone/>
              <a:defRPr sz="2400" b="0" i="0" u="none" strike="noStrike" cap="none" spc="0">
                <a:solidFill>
                  <a:srgbClr val="0082B9"/>
                </a:solidFill>
                <a:latin typeface="Open Sans"/>
                <a:ea typeface="Open Sans"/>
                <a:cs typeface="Open Sans"/>
              </a:defRPr>
            </a:lvl9pPr>
          </a:lstStyle>
          <a:p>
            <a:pPr marL="0" marR="0" lvl="0" indent="0" algn="r" defTabSz="1828800" eaLnBrk="1" fontAlgn="auto" latinLnBrk="0" hangingPunct="1">
              <a:lnSpc>
                <a:spcPct val="110000"/>
              </a:lnSpc>
              <a:spcBef>
                <a:spcPts val="0"/>
              </a:spcBef>
              <a:spcAft>
                <a:spcPts val="0"/>
              </a:spcAft>
              <a:buClrTx/>
              <a:buSzTx/>
              <a:buFontTx/>
              <a:buNone/>
              <a:tabLst/>
              <a:defRPr/>
            </a:pPr>
            <a:r>
              <a:rPr kumimoji="0" lang="ru-RU" sz="2800" b="0" i="0" u="none" strike="noStrike" kern="0" cap="none" spc="0" normalizeH="0" baseline="0" noProof="0">
                <a:ln>
                  <a:noFill/>
                </a:ln>
                <a:solidFill>
                  <a:srgbClr val="535353"/>
                </a:solidFill>
                <a:effectLst/>
                <a:uLnTx/>
                <a:uFillTx/>
                <a:latin typeface="Open Sans"/>
              </a:rPr>
              <a:t>Методика разработки учебного занятия</a:t>
            </a:r>
          </a:p>
        </p:txBody>
      </p:sp>
      <p:sp>
        <p:nvSpPr>
          <p:cNvPr id="10" name="Прямоугольник 9"/>
          <p:cNvSpPr/>
          <p:nvPr/>
        </p:nvSpPr>
        <p:spPr bwMode="auto">
          <a:xfrm>
            <a:off x="10247784" y="4315366"/>
            <a:ext cx="13485454" cy="6164188"/>
          </a:xfrm>
          <a:prstGeom prst="rect">
            <a:avLst/>
          </a:prstGeom>
        </p:spPr>
        <p:txBody>
          <a:bodyPr wrap="square">
            <a:spAutoFit/>
          </a:bodyPr>
          <a:lstStyle/>
          <a:p>
            <a:pPr>
              <a:defRPr/>
            </a:pPr>
            <a:r>
              <a:rPr lang="ru-RU" b="1" dirty="0"/>
              <a:t>Цель занятия</a:t>
            </a:r>
            <a:r>
              <a:rPr lang="ru-RU" dirty="0"/>
              <a:t>: изучить различные виды кровотечений, освоить навыки их остановки; </a:t>
            </a:r>
            <a:endParaRPr dirty="0"/>
          </a:p>
          <a:p>
            <a:pPr>
              <a:defRPr/>
            </a:pPr>
            <a:r>
              <a:rPr lang="ru-RU" dirty="0"/>
              <a:t> </a:t>
            </a:r>
            <a:endParaRPr dirty="0"/>
          </a:p>
          <a:p>
            <a:pPr>
              <a:defRPr/>
            </a:pPr>
            <a:r>
              <a:rPr lang="ru-RU" b="1" dirty="0"/>
              <a:t>Вид занятия</a:t>
            </a:r>
            <a:r>
              <a:rPr lang="ru-RU" dirty="0"/>
              <a:t>: групповое. </a:t>
            </a:r>
            <a:endParaRPr dirty="0"/>
          </a:p>
          <a:p>
            <a:pPr>
              <a:defRPr/>
            </a:pPr>
            <a:r>
              <a:rPr lang="ru-RU" dirty="0"/>
              <a:t> </a:t>
            </a:r>
            <a:endParaRPr dirty="0"/>
          </a:p>
          <a:p>
            <a:pPr>
              <a:defRPr/>
            </a:pPr>
            <a:r>
              <a:rPr lang="ru-RU" b="1" dirty="0"/>
              <a:t>Метод</a:t>
            </a:r>
            <a:r>
              <a:rPr lang="ru-RU" dirty="0"/>
              <a:t>: лекция, диалог, практическое занятие. </a:t>
            </a:r>
            <a:endParaRPr dirty="0"/>
          </a:p>
          <a:p>
            <a:pPr>
              <a:defRPr/>
            </a:pPr>
            <a:r>
              <a:rPr lang="ru-RU" dirty="0"/>
              <a:t> </a:t>
            </a:r>
            <a:endParaRPr dirty="0"/>
          </a:p>
          <a:p>
            <a:pPr>
              <a:defRPr/>
            </a:pPr>
            <a:r>
              <a:rPr lang="ru-RU" b="1" dirty="0"/>
              <a:t>Продолжительность</a:t>
            </a:r>
            <a:r>
              <a:rPr lang="ru-RU" dirty="0"/>
              <a:t>: 4 часа (2 часа теории, 2 часа практики). </a:t>
            </a:r>
            <a:endParaRPr dirty="0"/>
          </a:p>
          <a:p>
            <a:pPr>
              <a:defRPr/>
            </a:pPr>
            <a:r>
              <a:rPr lang="ru-RU" dirty="0"/>
              <a:t> </a:t>
            </a:r>
            <a:endParaRPr dirty="0"/>
          </a:p>
          <a:p>
            <a:pPr>
              <a:defRPr/>
            </a:pPr>
            <a:r>
              <a:rPr lang="ru-RU" b="1" dirty="0"/>
              <a:t>Учебно-материальное обеспечение</a:t>
            </a:r>
            <a:r>
              <a:rPr lang="ru-RU" dirty="0"/>
              <a:t>: набор имитаторов травм и повреждений, аптечки первой помощи (автомобильная, для оказания первой помощи работникам), табельные средства для оказания первой помощи: кровоостанавливающие жгуты, перевязочные средства, учебные пособия по первой помощи пострадавшим, учебный фильм по первой помощи, наглядные пособия (слайды, плакаты): способы остановки кровотечения и т.п., мультимедийный проектор, экран для демонстрации учебных фильмов, персональный компьютер (ноутбук)</a:t>
            </a:r>
            <a:endParaRPr dirty="0"/>
          </a:p>
        </p:txBody>
      </p:sp>
      <p:pic>
        <p:nvPicPr>
          <p:cNvPr id="4098" name="Picture 2" descr="Picture background">
            <a:extLst>
              <a:ext uri="{FF2B5EF4-FFF2-40B4-BE49-F238E27FC236}">
                <a16:creationId xmlns:a16="http://schemas.microsoft.com/office/drawing/2014/main" id="{E48CB103-94A9-4AF7-B74F-27547964D5B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8813"/>
          <a:stretch/>
        </p:blipFill>
        <p:spPr bwMode="auto">
          <a:xfrm>
            <a:off x="2326904" y="4112775"/>
            <a:ext cx="7428254" cy="72560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81130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bg>
      <p:bgPr>
        <a:solidFill>
          <a:srgbClr val="FFFFFF"/>
        </a:solidFill>
        <a:effectLst/>
      </p:bgPr>
    </p:bg>
    <p:spTree>
      <p:nvGrpSpPr>
        <p:cNvPr id="1" name=""/>
        <p:cNvGrpSpPr/>
        <p:nvPr/>
      </p:nvGrpSpPr>
      <p:grpSpPr bwMode="auto">
        <a:xfrm>
          <a:off x="0" y="0"/>
          <a:ext cx="0" cy="0"/>
          <a:chOff x="0" y="0"/>
          <a:chExt cx="0" cy="0"/>
        </a:xfrm>
      </p:grpSpPr>
      <p:pic>
        <p:nvPicPr>
          <p:cNvPr id="10" name="Picture 2" descr="Picture background">
            <a:extLst>
              <a:ext uri="{FF2B5EF4-FFF2-40B4-BE49-F238E27FC236}">
                <a16:creationId xmlns:a16="http://schemas.microsoft.com/office/drawing/2014/main" id="{8840D353-3285-4348-A413-5F91678305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2489" y="3577829"/>
            <a:ext cx="13175577" cy="9260789"/>
          </a:xfrm>
          <a:prstGeom prst="rect">
            <a:avLst/>
          </a:prstGeom>
          <a:noFill/>
          <a:extLst>
            <a:ext uri="{909E8E84-426E-40DD-AFC4-6F175D3DCCD1}">
              <a14:hiddenFill xmlns:a14="http://schemas.microsoft.com/office/drawing/2010/main">
                <a:solidFill>
                  <a:srgbClr val="FFFFFF"/>
                </a:solidFill>
              </a14:hiddenFill>
            </a:ext>
          </a:extLst>
        </p:spPr>
      </p:pic>
      <p:sp>
        <p:nvSpPr>
          <p:cNvPr id="866" name="Номер слайда"/>
          <p:cNvSpPr txBox="1">
            <a:spLocks noGrp="1"/>
          </p:cNvSpPr>
          <p:nvPr>
            <p:ph type="sldNum" sz="quarter" idx="4294967295"/>
          </p:nvPr>
        </p:nvSpPr>
        <p:spPr bwMode="auto">
          <a:xfrm>
            <a:off x="6350" y="6542537"/>
            <a:ext cx="684000" cy="630942"/>
          </a:xfrm>
          <a:prstGeom prst="rect">
            <a:avLst/>
          </a:prstGeom>
          <a:gradFill>
            <a:gsLst>
              <a:gs pos="0">
                <a:srgbClr val="656565"/>
              </a:gs>
              <a:gs pos="50000">
                <a:schemeClr val="accent6"/>
              </a:gs>
              <a:gs pos="100000">
                <a:srgbClr val="444444"/>
              </a:gs>
            </a:gsLst>
            <a:lin ang="5400000" scaled="1"/>
          </a:gradFill>
          <a:ln w="6350">
            <a:solidFill>
              <a:srgbClr val="DDDDDD"/>
            </a:solidFill>
            <a:miter lim="800000"/>
          </a:ln>
          <a:effectLst>
            <a:outerShdw blurRad="63500" dist="19050" dir="5400000" rotWithShape="0">
              <a:srgbClr val="000000">
                <a:alpha val="63000"/>
              </a:srgbClr>
            </a:outerShdw>
          </a:effectLst>
        </p:spPr>
        <p:txBody>
          <a:bodyPr wrap="square"/>
          <a:lstStyle>
            <a:lvl1pPr>
              <a:defRPr sz="3500">
                <a:solidFill>
                  <a:srgbClr val="FFFFFF"/>
                </a:solidFill>
              </a:defRPr>
            </a:lvl1pPr>
          </a:lstStyle>
          <a:p>
            <a:pPr marL="0" marR="0" lvl="0" indent="0" algn="ctr" defTabSz="1828434" rtl="0" eaLnBrk="1" fontAlgn="auto" latinLnBrk="0" hangingPunct="1">
              <a:lnSpc>
                <a:spcPct val="100000"/>
              </a:lnSpc>
              <a:spcBef>
                <a:spcPts val="0"/>
              </a:spcBef>
              <a:spcAft>
                <a:spcPts val="0"/>
              </a:spcAft>
              <a:buClrTx/>
              <a:buSzTx/>
              <a:buFontTx/>
              <a:buNone/>
              <a:tabLst/>
              <a:defRPr/>
            </a:pPr>
            <a:fld id="{86CB4B4D-7CA3-9044-876B-883B54F8677D}" type="slidenum">
              <a:rPr kumimoji="0" sz="3500" b="0" i="0" u="none" strike="noStrike" kern="0" cap="none" spc="0" normalizeH="0" baseline="0" noProof="0">
                <a:ln>
                  <a:noFill/>
                </a:ln>
                <a:solidFill>
                  <a:srgbClr val="FFFFFF"/>
                </a:solidFill>
                <a:effectLst/>
                <a:uLnTx/>
                <a:uFillTx/>
                <a:latin typeface="Open Sans Light"/>
                <a:cs typeface="Calibri"/>
                <a:sym typeface="Open Sans"/>
              </a:rPr>
              <a:pPr marL="0" marR="0" lvl="0" indent="0" algn="ctr" defTabSz="1828434" rtl="0" eaLnBrk="1" fontAlgn="auto" latinLnBrk="0" hangingPunct="1">
                <a:lnSpc>
                  <a:spcPct val="100000"/>
                </a:lnSpc>
                <a:spcBef>
                  <a:spcPts val="0"/>
                </a:spcBef>
                <a:spcAft>
                  <a:spcPts val="0"/>
                </a:spcAft>
                <a:buClrTx/>
                <a:buSzTx/>
                <a:buFontTx/>
                <a:buNone/>
                <a:tabLst/>
                <a:defRPr/>
              </a:pPr>
              <a:t>6</a:t>
            </a:fld>
            <a:endParaRPr kumimoji="0" sz="3500" b="0" i="0" u="none" strike="noStrike" kern="0" cap="none" spc="0" normalizeH="0" baseline="0" noProof="0">
              <a:ln>
                <a:noFill/>
              </a:ln>
              <a:solidFill>
                <a:srgbClr val="FFFFFF"/>
              </a:solidFill>
              <a:effectLst/>
              <a:uLnTx/>
              <a:uFillTx/>
              <a:latin typeface="Open Sans Light"/>
              <a:cs typeface="Calibri"/>
              <a:sym typeface="Open Sans"/>
            </a:endParaRPr>
          </a:p>
        </p:txBody>
      </p:sp>
      <p:sp>
        <p:nvSpPr>
          <p:cNvPr id="29" name="TextBox 6"/>
          <p:cNvSpPr txBox="1"/>
          <p:nvPr/>
        </p:nvSpPr>
        <p:spPr bwMode="auto">
          <a:xfrm>
            <a:off x="2034610" y="1106179"/>
            <a:ext cx="24280504" cy="1508105"/>
          </a:xfrm>
          <a:prstGeom prst="rect">
            <a:avLst/>
          </a:prstGeom>
          <a:ln w="12700">
            <a:miter lim="400000"/>
          </a:ln>
        </p:spPr>
        <p:txBody>
          <a:bodyPr wrap="square" lIns="45720" rIns="45720">
            <a:spAutoFit/>
          </a:bodyPr>
          <a:lstStyle>
            <a:lvl1pPr>
              <a:defRPr sz="6600">
                <a:solidFill>
                  <a:srgbClr val="010101"/>
                </a:solidFill>
                <a:latin typeface="Montserrat Semi Bold"/>
                <a:ea typeface="Montserrat Semi Bold"/>
                <a:cs typeface="Montserrat Semi Bold"/>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4600" b="0" i="0" u="none" strike="noStrike" kern="0" cap="none" spc="0" normalizeH="0" baseline="0" noProof="0" dirty="0">
                <a:ln>
                  <a:noFill/>
                </a:ln>
                <a:solidFill>
                  <a:srgbClr val="404040"/>
                </a:solidFill>
                <a:effectLst/>
                <a:uLnTx/>
                <a:uFillTx/>
                <a:latin typeface="PFDinDisplayPro-Regular"/>
                <a:ea typeface="PFDinDisplayPro-Regular"/>
                <a:cs typeface="PFDinDisplayPro-Regular"/>
                <a:sym typeface="Stem"/>
              </a:rPr>
              <a:t>ТЕМА 2. ОКАЗАНИЕ ПЕРВОЙ ПОМОЩИ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4600" b="0" i="0" u="none" strike="noStrike" kern="0" cap="none" spc="0" normalizeH="0" baseline="0" noProof="0" dirty="0">
                <a:ln>
                  <a:noFill/>
                </a:ln>
                <a:solidFill>
                  <a:srgbClr val="404040"/>
                </a:solidFill>
                <a:effectLst/>
                <a:uLnTx/>
                <a:uFillTx/>
                <a:latin typeface="PFDinDisplayPro-Regular"/>
                <a:ea typeface="PFDinDisplayPro-Regular"/>
                <a:cs typeface="PFDinDisplayPro-Regular"/>
                <a:sym typeface="Stem"/>
              </a:rPr>
              <a:t>ПРИ НАРУЖНЫХ КРОВОТЕЧЕНИЯХ</a:t>
            </a:r>
          </a:p>
        </p:txBody>
      </p:sp>
      <p:sp>
        <p:nvSpPr>
          <p:cNvPr id="22" name="Rectangle 29"/>
          <p:cNvSpPr/>
          <p:nvPr/>
        </p:nvSpPr>
        <p:spPr bwMode="auto">
          <a:xfrm>
            <a:off x="2061252" y="2604670"/>
            <a:ext cx="13908596" cy="72000"/>
          </a:xfrm>
          <a:prstGeom prst="rect">
            <a:avLst/>
          </a:prstGeom>
          <a:gradFill>
            <a:gsLst>
              <a:gs pos="0">
                <a:srgbClr val="656565"/>
              </a:gs>
              <a:gs pos="50000">
                <a:schemeClr val="accent6"/>
              </a:gs>
              <a:gs pos="100000">
                <a:srgbClr val="444444"/>
              </a:gs>
            </a:gsLst>
            <a:lin ang="5400000" scaled="1"/>
          </a:gradFill>
          <a:ln w="6350">
            <a:solidFill>
              <a:srgbClr val="DDDDDD"/>
            </a:solidFill>
            <a:miter/>
          </a:ln>
          <a:effectLst>
            <a:outerShdw blurRad="63500" dist="19050" dir="5400000" rotWithShape="0">
              <a:srgbClr val="000000">
                <a:alpha val="63000"/>
              </a:srgbClr>
            </a:outerShdw>
          </a:effectLst>
        </p:spPr>
        <p:txBody>
          <a:bodyPr lIns="45720" rIns="45720" anchor="ctr"/>
          <a:lstStyle/>
          <a:p>
            <a:pPr marL="0" marR="0" lvl="0" indent="0" algn="l" defTabSz="1828434" rtl="0" eaLnBrk="1" fontAlgn="auto" latinLnBrk="0" hangingPunct="1">
              <a:lnSpc>
                <a:spcPct val="100000"/>
              </a:lnSpc>
              <a:spcBef>
                <a:spcPts val="0"/>
              </a:spcBef>
              <a:spcAft>
                <a:spcPts val="0"/>
              </a:spcAft>
              <a:buClrTx/>
              <a:buSzTx/>
              <a:buFontTx/>
              <a:buNone/>
              <a:tabLst/>
              <a:defRPr>
                <a:solidFill>
                  <a:srgbClr val="FFFFFF"/>
                </a:solidFill>
              </a:defRPr>
            </a:pPr>
            <a:endParaRPr kumimoji="0" sz="3500" b="0" i="0" u="none" strike="noStrike" kern="0" cap="none" spc="0" normalizeH="0" baseline="0" noProof="0">
              <a:ln>
                <a:noFill/>
              </a:ln>
              <a:solidFill>
                <a:srgbClr val="FFFFFF"/>
              </a:solidFill>
              <a:effectLst/>
              <a:uLnTx/>
              <a:uFillTx/>
              <a:latin typeface="Open Sans Light"/>
              <a:cs typeface="Calibri"/>
              <a:sym typeface="Open Sans"/>
            </a:endParaRPr>
          </a:p>
        </p:txBody>
      </p:sp>
      <p:sp>
        <p:nvSpPr>
          <p:cNvPr id="8" name="Подзаголовок 2"/>
          <p:cNvSpPr txBox="1">
            <a:spLocks/>
          </p:cNvSpPr>
          <p:nvPr/>
        </p:nvSpPr>
        <p:spPr bwMode="auto">
          <a:xfrm>
            <a:off x="1894856" y="2743743"/>
            <a:ext cx="6898072" cy="681807"/>
          </a:xfrm>
          <a:prstGeom prst="rect">
            <a:avLst/>
          </a:prstGeom>
          <a:ln w="25400">
            <a:miter lim="400000"/>
          </a:ln>
        </p:spPr>
        <p:txBody>
          <a:bodyPr tIns="91439" bIns="91439" anchor="ctr">
            <a:normAutofit fontScale="92500"/>
          </a:bodyPr>
          <a:lstStyle>
            <a:lvl1pPr marL="0" marR="0" indent="0" algn="r" defTabSz="1828800">
              <a:lnSpc>
                <a:spcPct val="110000"/>
              </a:lnSpc>
              <a:spcBef>
                <a:spcPts val="0"/>
              </a:spcBef>
              <a:spcAft>
                <a:spcPts val="0"/>
              </a:spcAft>
              <a:buClrTx/>
              <a:buSzTx/>
              <a:buFontTx/>
              <a:buNone/>
              <a:defRPr sz="2800" b="0" i="0" u="none" strike="noStrike" cap="none" spc="0">
                <a:solidFill>
                  <a:srgbClr val="535353"/>
                </a:solidFill>
                <a:latin typeface="Open Sans"/>
                <a:ea typeface="Open Sans"/>
                <a:cs typeface="Open Sans"/>
              </a:defRPr>
            </a:lvl1pPr>
            <a:lvl2pPr marL="0" marR="0" indent="457200" algn="l" defTabSz="1828800">
              <a:lnSpc>
                <a:spcPct val="110000"/>
              </a:lnSpc>
              <a:spcBef>
                <a:spcPts val="0"/>
              </a:spcBef>
              <a:spcAft>
                <a:spcPts val="0"/>
              </a:spcAft>
              <a:buClrTx/>
              <a:buSzTx/>
              <a:buFontTx/>
              <a:buNone/>
              <a:defRPr sz="2400" b="0" i="0" u="none" strike="noStrike" cap="none" spc="0">
                <a:solidFill>
                  <a:srgbClr val="535353"/>
                </a:solidFill>
                <a:latin typeface="Open Sans"/>
                <a:ea typeface="Open Sans"/>
                <a:cs typeface="Open Sans"/>
              </a:defRPr>
            </a:lvl2pPr>
            <a:lvl3pPr marL="0" marR="0" indent="914400" algn="l" defTabSz="1828800">
              <a:lnSpc>
                <a:spcPct val="110000"/>
              </a:lnSpc>
              <a:spcBef>
                <a:spcPts val="0"/>
              </a:spcBef>
              <a:spcAft>
                <a:spcPts val="0"/>
              </a:spcAft>
              <a:buClrTx/>
              <a:buSzTx/>
              <a:buFontTx/>
              <a:buNone/>
              <a:defRPr sz="2400" b="0" i="0" u="none" strike="noStrike" cap="none" spc="0">
                <a:solidFill>
                  <a:srgbClr val="535353"/>
                </a:solidFill>
                <a:latin typeface="Open Sans"/>
                <a:ea typeface="Open Sans"/>
                <a:cs typeface="Open Sans"/>
              </a:defRPr>
            </a:lvl3pPr>
            <a:lvl4pPr marL="0" marR="0" indent="1371600" algn="l" defTabSz="1828800">
              <a:lnSpc>
                <a:spcPct val="110000"/>
              </a:lnSpc>
              <a:spcBef>
                <a:spcPts val="0"/>
              </a:spcBef>
              <a:spcAft>
                <a:spcPts val="0"/>
              </a:spcAft>
              <a:buClrTx/>
              <a:buSzTx/>
              <a:buFontTx/>
              <a:buNone/>
              <a:defRPr sz="2400" b="0" i="0" u="none" strike="noStrike" cap="none" spc="0">
                <a:solidFill>
                  <a:srgbClr val="535353"/>
                </a:solidFill>
                <a:latin typeface="Open Sans"/>
                <a:ea typeface="Open Sans"/>
                <a:cs typeface="Open Sans"/>
              </a:defRPr>
            </a:lvl4pPr>
            <a:lvl5pPr marL="0" marR="0" indent="1828800" algn="l" defTabSz="1828800">
              <a:lnSpc>
                <a:spcPct val="110000"/>
              </a:lnSpc>
              <a:spcBef>
                <a:spcPts val="0"/>
              </a:spcBef>
              <a:spcAft>
                <a:spcPts val="0"/>
              </a:spcAft>
              <a:buClrTx/>
              <a:buSzTx/>
              <a:buFontTx/>
              <a:buNone/>
              <a:defRPr sz="2400" b="0" i="0" u="none" strike="noStrike" cap="none" spc="0">
                <a:solidFill>
                  <a:srgbClr val="535353"/>
                </a:solidFill>
                <a:latin typeface="Open Sans"/>
                <a:ea typeface="Open Sans"/>
                <a:cs typeface="Open Sans"/>
              </a:defRPr>
            </a:lvl5pPr>
            <a:lvl6pPr marL="0" marR="0" indent="2286000" algn="l" defTabSz="1828800">
              <a:lnSpc>
                <a:spcPct val="110000"/>
              </a:lnSpc>
              <a:spcBef>
                <a:spcPts val="0"/>
              </a:spcBef>
              <a:spcAft>
                <a:spcPts val="0"/>
              </a:spcAft>
              <a:buClrTx/>
              <a:buSzTx/>
              <a:buFontTx/>
              <a:buNone/>
              <a:defRPr sz="2400" b="0" i="0" u="none" strike="noStrike" cap="none" spc="0">
                <a:solidFill>
                  <a:srgbClr val="0082B9"/>
                </a:solidFill>
                <a:latin typeface="Open Sans"/>
                <a:ea typeface="Open Sans"/>
                <a:cs typeface="Open Sans"/>
              </a:defRPr>
            </a:lvl6pPr>
            <a:lvl7pPr marL="0" marR="0" indent="2743200" algn="l" defTabSz="1828800">
              <a:lnSpc>
                <a:spcPct val="110000"/>
              </a:lnSpc>
              <a:spcBef>
                <a:spcPts val="0"/>
              </a:spcBef>
              <a:spcAft>
                <a:spcPts val="0"/>
              </a:spcAft>
              <a:buClrTx/>
              <a:buSzTx/>
              <a:buFontTx/>
              <a:buNone/>
              <a:defRPr sz="2400" b="0" i="0" u="none" strike="noStrike" cap="none" spc="0">
                <a:solidFill>
                  <a:srgbClr val="0082B9"/>
                </a:solidFill>
                <a:latin typeface="Open Sans"/>
                <a:ea typeface="Open Sans"/>
                <a:cs typeface="Open Sans"/>
              </a:defRPr>
            </a:lvl7pPr>
            <a:lvl8pPr marL="0" marR="0" indent="3200400" algn="l" defTabSz="1828800">
              <a:lnSpc>
                <a:spcPct val="110000"/>
              </a:lnSpc>
              <a:spcBef>
                <a:spcPts val="0"/>
              </a:spcBef>
              <a:spcAft>
                <a:spcPts val="0"/>
              </a:spcAft>
              <a:buClrTx/>
              <a:buSzTx/>
              <a:buFontTx/>
              <a:buNone/>
              <a:defRPr sz="2400" b="0" i="0" u="none" strike="noStrike" cap="none" spc="0">
                <a:solidFill>
                  <a:srgbClr val="0082B9"/>
                </a:solidFill>
                <a:latin typeface="Open Sans"/>
                <a:ea typeface="Open Sans"/>
                <a:cs typeface="Open Sans"/>
              </a:defRPr>
            </a:lvl8pPr>
            <a:lvl9pPr marL="0" marR="0" indent="3657600" algn="l" defTabSz="1828800">
              <a:lnSpc>
                <a:spcPct val="110000"/>
              </a:lnSpc>
              <a:spcBef>
                <a:spcPts val="0"/>
              </a:spcBef>
              <a:spcAft>
                <a:spcPts val="0"/>
              </a:spcAft>
              <a:buClrTx/>
              <a:buSzTx/>
              <a:buFontTx/>
              <a:buNone/>
              <a:defRPr sz="2400" b="0" i="0" u="none" strike="noStrike" cap="none" spc="0">
                <a:solidFill>
                  <a:srgbClr val="0082B9"/>
                </a:solidFill>
                <a:latin typeface="Open Sans"/>
                <a:ea typeface="Open Sans"/>
                <a:cs typeface="Open Sans"/>
              </a:defRPr>
            </a:lvl9pPr>
          </a:lstStyle>
          <a:p>
            <a:pPr marL="0" marR="0" lvl="0" indent="0" algn="r" defTabSz="1828800" eaLnBrk="1" fontAlgn="auto" latinLnBrk="0" hangingPunct="1">
              <a:lnSpc>
                <a:spcPct val="110000"/>
              </a:lnSpc>
              <a:spcBef>
                <a:spcPts val="0"/>
              </a:spcBef>
              <a:spcAft>
                <a:spcPts val="0"/>
              </a:spcAft>
              <a:buClrTx/>
              <a:buSzTx/>
              <a:buFontTx/>
              <a:buNone/>
              <a:tabLst/>
              <a:defRPr/>
            </a:pPr>
            <a:r>
              <a:rPr kumimoji="0" lang="ru-RU" sz="2800" b="0" i="0" u="none" strike="noStrike" kern="0" cap="none" spc="0" normalizeH="0" baseline="0" noProof="0">
                <a:ln>
                  <a:noFill/>
                </a:ln>
                <a:solidFill>
                  <a:srgbClr val="535353"/>
                </a:solidFill>
                <a:effectLst/>
                <a:uLnTx/>
                <a:uFillTx/>
                <a:latin typeface="Open Sans"/>
              </a:rPr>
              <a:t>Методика разработки учебного занятия</a:t>
            </a:r>
          </a:p>
        </p:txBody>
      </p:sp>
      <p:sp>
        <p:nvSpPr>
          <p:cNvPr id="9" name="Прямоугольник 8"/>
          <p:cNvSpPr/>
          <p:nvPr/>
        </p:nvSpPr>
        <p:spPr bwMode="auto">
          <a:xfrm>
            <a:off x="13776176" y="4625752"/>
            <a:ext cx="9515060" cy="5757923"/>
          </a:xfrm>
          <a:prstGeom prst="rect">
            <a:avLst/>
          </a:prstGeom>
        </p:spPr>
        <p:txBody>
          <a:bodyPr wrap="square">
            <a:spAutoFit/>
          </a:bodyPr>
          <a:lstStyle/>
          <a:p>
            <a:pPr>
              <a:defRPr/>
            </a:pPr>
            <a:r>
              <a:rPr lang="ru-RU" b="1" dirty="0"/>
              <a:t>Изучаемые вопросы:</a:t>
            </a:r>
            <a:endParaRPr lang="ru-RU" dirty="0"/>
          </a:p>
          <a:p>
            <a:pPr>
              <a:defRPr/>
            </a:pPr>
            <a:r>
              <a:rPr lang="ru-RU" dirty="0"/>
              <a:t> </a:t>
            </a:r>
            <a:endParaRPr dirty="0"/>
          </a:p>
          <a:p>
            <a:pPr marL="457200" lvl="0" indent="-457200">
              <a:buFont typeface="+mj-lt"/>
              <a:buAutoNum type="arabicPeriod"/>
              <a:defRPr/>
            </a:pPr>
            <a:r>
              <a:rPr lang="ru-RU" dirty="0"/>
              <a:t>Кровотечение. Обзорный осмотр пострадавшего (пострадавших).</a:t>
            </a:r>
          </a:p>
          <a:p>
            <a:pPr marL="457200" lvl="0" indent="-457200">
              <a:buFont typeface="+mj-lt"/>
              <a:buAutoNum type="arabicPeriod"/>
              <a:defRPr/>
            </a:pPr>
            <a:endParaRPr lang="ru-RU" dirty="0"/>
          </a:p>
          <a:p>
            <a:pPr marL="457200" lvl="0" indent="-457200">
              <a:buFont typeface="+mj-lt"/>
              <a:buAutoNum type="arabicPeriod"/>
              <a:defRPr/>
            </a:pPr>
            <a:r>
              <a:rPr lang="ru-RU" dirty="0"/>
              <a:t>Признаки наружного кровотечения и кровопотери.</a:t>
            </a:r>
          </a:p>
          <a:p>
            <a:pPr marL="457200" lvl="0" indent="-457200">
              <a:buFont typeface="+mj-lt"/>
              <a:buAutoNum type="arabicPeriod"/>
              <a:defRPr/>
            </a:pPr>
            <a:endParaRPr lang="ru-RU" dirty="0"/>
          </a:p>
          <a:p>
            <a:pPr marL="457200" lvl="0" indent="-457200">
              <a:buFont typeface="+mj-lt"/>
              <a:buAutoNum type="arabicPeriod"/>
              <a:defRPr/>
            </a:pPr>
            <a:r>
              <a:rPr lang="ru-RU" dirty="0"/>
              <a:t>Способы временной остановки наружного кровотечения.</a:t>
            </a:r>
          </a:p>
          <a:p>
            <a:pPr marL="457200" lvl="0" indent="-457200">
              <a:buFont typeface="+mj-lt"/>
              <a:buAutoNum type="arabicPeriod"/>
              <a:defRPr/>
            </a:pPr>
            <a:endParaRPr lang="ru-RU" dirty="0"/>
          </a:p>
          <a:p>
            <a:pPr marL="457200" lvl="0" indent="-457200">
              <a:buFont typeface="+mj-lt"/>
              <a:buAutoNum type="arabicPeriod"/>
              <a:defRPr/>
            </a:pPr>
            <a:r>
              <a:rPr lang="ru-RU" dirty="0"/>
              <a:t>Последовательность выполнения мероприятий по остановке кровотечения.</a:t>
            </a:r>
          </a:p>
          <a:p>
            <a:pPr marL="457200" lvl="0" indent="-457200">
              <a:buFont typeface="+mj-lt"/>
              <a:buAutoNum type="arabicPeriod"/>
              <a:defRPr/>
            </a:pPr>
            <a:endParaRPr lang="ru-RU" dirty="0"/>
          </a:p>
          <a:p>
            <a:pPr marL="457200" lvl="0" indent="-457200">
              <a:buFont typeface="+mj-lt"/>
              <a:buAutoNum type="arabicPeriod"/>
              <a:defRPr/>
            </a:pPr>
            <a:r>
              <a:rPr lang="ru-RU" dirty="0"/>
              <a:t>Остановка кровотечения при ранениях различных областей тела.</a:t>
            </a:r>
          </a:p>
        </p:txBody>
      </p:sp>
    </p:spTree>
    <p:extLst>
      <p:ext uri="{BB962C8B-B14F-4D97-AF65-F5344CB8AC3E}">
        <p14:creationId xmlns:p14="http://schemas.microsoft.com/office/powerpoint/2010/main" val="23368260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bg>
      <p:bgPr>
        <a:solidFill>
          <a:srgbClr val="FFFFFF"/>
        </a:solidFill>
        <a:effectLst/>
      </p:bgPr>
    </p:bg>
    <p:spTree>
      <p:nvGrpSpPr>
        <p:cNvPr id="1" name=""/>
        <p:cNvGrpSpPr/>
        <p:nvPr/>
      </p:nvGrpSpPr>
      <p:grpSpPr bwMode="auto">
        <a:xfrm>
          <a:off x="0" y="0"/>
          <a:ext cx="0" cy="0"/>
          <a:chOff x="0" y="0"/>
          <a:chExt cx="0" cy="0"/>
        </a:xfrm>
      </p:grpSpPr>
      <p:pic>
        <p:nvPicPr>
          <p:cNvPr id="13" name="Picture 2" descr="Picture background">
            <a:extLst>
              <a:ext uri="{FF2B5EF4-FFF2-40B4-BE49-F238E27FC236}">
                <a16:creationId xmlns:a16="http://schemas.microsoft.com/office/drawing/2014/main" id="{08AB823E-8906-4758-9A3B-AB00024228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5928" y="4112775"/>
            <a:ext cx="8495928" cy="8495928"/>
          </a:xfrm>
          <a:prstGeom prst="rect">
            <a:avLst/>
          </a:prstGeom>
          <a:noFill/>
          <a:extLst>
            <a:ext uri="{909E8E84-426E-40DD-AFC4-6F175D3DCCD1}">
              <a14:hiddenFill xmlns:a14="http://schemas.microsoft.com/office/drawing/2010/main">
                <a:solidFill>
                  <a:srgbClr val="FFFFFF"/>
                </a:solidFill>
              </a14:hiddenFill>
            </a:ext>
          </a:extLst>
        </p:spPr>
      </p:pic>
      <p:sp>
        <p:nvSpPr>
          <p:cNvPr id="866" name="Номер слайда"/>
          <p:cNvSpPr txBox="1">
            <a:spLocks noGrp="1"/>
          </p:cNvSpPr>
          <p:nvPr>
            <p:ph type="sldNum" sz="quarter" idx="4294967295"/>
          </p:nvPr>
        </p:nvSpPr>
        <p:spPr bwMode="auto">
          <a:xfrm>
            <a:off x="6350" y="6542537"/>
            <a:ext cx="684000" cy="630942"/>
          </a:xfrm>
          <a:prstGeom prst="rect">
            <a:avLst/>
          </a:prstGeom>
          <a:gradFill>
            <a:gsLst>
              <a:gs pos="0">
                <a:srgbClr val="656565"/>
              </a:gs>
              <a:gs pos="50000">
                <a:schemeClr val="accent6"/>
              </a:gs>
              <a:gs pos="100000">
                <a:srgbClr val="444444"/>
              </a:gs>
            </a:gsLst>
            <a:lin ang="5400000" scaled="1"/>
          </a:gradFill>
          <a:ln w="6350">
            <a:solidFill>
              <a:srgbClr val="DDDDDD"/>
            </a:solidFill>
            <a:miter lim="800000"/>
          </a:ln>
          <a:effectLst>
            <a:outerShdw blurRad="63500" dist="19050" dir="5400000" rotWithShape="0">
              <a:srgbClr val="000000">
                <a:alpha val="63000"/>
              </a:srgbClr>
            </a:outerShdw>
          </a:effectLst>
        </p:spPr>
        <p:txBody>
          <a:bodyPr wrap="square"/>
          <a:lstStyle>
            <a:lvl1pPr>
              <a:defRPr sz="3500">
                <a:solidFill>
                  <a:srgbClr val="FFFFFF"/>
                </a:solidFill>
              </a:defRPr>
            </a:lvl1pPr>
          </a:lstStyle>
          <a:p>
            <a:pPr marL="0" marR="0" lvl="0" indent="0" algn="ctr" defTabSz="1828434" rtl="0" eaLnBrk="1" fontAlgn="auto" latinLnBrk="0" hangingPunct="1">
              <a:lnSpc>
                <a:spcPct val="100000"/>
              </a:lnSpc>
              <a:spcBef>
                <a:spcPts val="0"/>
              </a:spcBef>
              <a:spcAft>
                <a:spcPts val="0"/>
              </a:spcAft>
              <a:buClrTx/>
              <a:buSzTx/>
              <a:buFontTx/>
              <a:buNone/>
              <a:tabLst/>
              <a:defRPr/>
            </a:pPr>
            <a:fld id="{86CB4B4D-7CA3-9044-876B-883B54F8677D}" type="slidenum">
              <a:rPr kumimoji="0" sz="3500" b="0" i="0" u="none" strike="noStrike" kern="0" cap="none" spc="0" normalizeH="0" baseline="0" noProof="0">
                <a:ln>
                  <a:noFill/>
                </a:ln>
                <a:solidFill>
                  <a:srgbClr val="FFFFFF"/>
                </a:solidFill>
                <a:effectLst/>
                <a:uLnTx/>
                <a:uFillTx/>
                <a:latin typeface="Open Sans Light"/>
                <a:cs typeface="Calibri"/>
                <a:sym typeface="Open Sans"/>
              </a:rPr>
              <a:pPr marL="0" marR="0" lvl="0" indent="0" algn="ctr" defTabSz="1828434" rtl="0" eaLnBrk="1" fontAlgn="auto" latinLnBrk="0" hangingPunct="1">
                <a:lnSpc>
                  <a:spcPct val="100000"/>
                </a:lnSpc>
                <a:spcBef>
                  <a:spcPts val="0"/>
                </a:spcBef>
                <a:spcAft>
                  <a:spcPts val="0"/>
                </a:spcAft>
                <a:buClrTx/>
                <a:buSzTx/>
                <a:buFontTx/>
                <a:buNone/>
                <a:tabLst/>
                <a:defRPr/>
              </a:pPr>
              <a:t>7</a:t>
            </a:fld>
            <a:endParaRPr kumimoji="0" sz="3500" b="0" i="0" u="none" strike="noStrike" kern="0" cap="none" spc="0" normalizeH="0" baseline="0" noProof="0">
              <a:ln>
                <a:noFill/>
              </a:ln>
              <a:solidFill>
                <a:srgbClr val="FFFFFF"/>
              </a:solidFill>
              <a:effectLst/>
              <a:uLnTx/>
              <a:uFillTx/>
              <a:latin typeface="Open Sans Light"/>
              <a:cs typeface="Calibri"/>
              <a:sym typeface="Open Sans"/>
            </a:endParaRPr>
          </a:p>
        </p:txBody>
      </p:sp>
      <p:sp>
        <p:nvSpPr>
          <p:cNvPr id="29" name="TextBox 6"/>
          <p:cNvSpPr txBox="1"/>
          <p:nvPr/>
        </p:nvSpPr>
        <p:spPr bwMode="auto">
          <a:xfrm>
            <a:off x="2034610" y="1106179"/>
            <a:ext cx="24280504" cy="1508105"/>
          </a:xfrm>
          <a:prstGeom prst="rect">
            <a:avLst/>
          </a:prstGeom>
          <a:ln w="12700">
            <a:miter lim="400000"/>
          </a:ln>
        </p:spPr>
        <p:txBody>
          <a:bodyPr wrap="square" lIns="45720" rIns="45720">
            <a:spAutoFit/>
          </a:bodyPr>
          <a:lstStyle>
            <a:lvl1pPr>
              <a:defRPr sz="6600">
                <a:solidFill>
                  <a:srgbClr val="010101"/>
                </a:solidFill>
                <a:latin typeface="Montserrat Semi Bold"/>
                <a:ea typeface="Montserrat Semi Bold"/>
                <a:cs typeface="Montserrat Semi Bold"/>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4600" b="0" i="0" u="none" strike="noStrike" kern="0" cap="none" spc="0" normalizeH="0" baseline="0" noProof="0" dirty="0">
                <a:ln>
                  <a:noFill/>
                </a:ln>
                <a:solidFill>
                  <a:srgbClr val="404040"/>
                </a:solidFill>
                <a:effectLst/>
                <a:uLnTx/>
                <a:uFillTx/>
                <a:latin typeface="PFDinDisplayPro-Regular"/>
                <a:ea typeface="PFDinDisplayPro-Regular"/>
                <a:cs typeface="PFDinDisplayPro-Regular"/>
                <a:sym typeface="Stem"/>
              </a:rPr>
              <a:t>ТЕМА 2. ОКАЗАНИЕ ПЕРВОЙ ПОМОЩИ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4600" b="0" i="0" u="none" strike="noStrike" kern="0" cap="none" spc="0" normalizeH="0" baseline="0" noProof="0" dirty="0">
                <a:ln>
                  <a:noFill/>
                </a:ln>
                <a:solidFill>
                  <a:srgbClr val="404040"/>
                </a:solidFill>
                <a:effectLst/>
                <a:uLnTx/>
                <a:uFillTx/>
                <a:latin typeface="PFDinDisplayPro-Regular"/>
                <a:ea typeface="PFDinDisplayPro-Regular"/>
                <a:cs typeface="PFDinDisplayPro-Regular"/>
                <a:sym typeface="Stem"/>
              </a:rPr>
              <a:t>ПРИ НАРУЖНЫХ КРОВОТЕЧЕНИЯХ</a:t>
            </a:r>
          </a:p>
        </p:txBody>
      </p:sp>
      <p:sp>
        <p:nvSpPr>
          <p:cNvPr id="22" name="Rectangle 29"/>
          <p:cNvSpPr/>
          <p:nvPr/>
        </p:nvSpPr>
        <p:spPr bwMode="auto">
          <a:xfrm>
            <a:off x="2061252" y="2604670"/>
            <a:ext cx="13908596" cy="72000"/>
          </a:xfrm>
          <a:prstGeom prst="rect">
            <a:avLst/>
          </a:prstGeom>
          <a:gradFill>
            <a:gsLst>
              <a:gs pos="0">
                <a:srgbClr val="656565"/>
              </a:gs>
              <a:gs pos="50000">
                <a:schemeClr val="accent6"/>
              </a:gs>
              <a:gs pos="100000">
                <a:srgbClr val="444444"/>
              </a:gs>
            </a:gsLst>
            <a:lin ang="5400000" scaled="1"/>
          </a:gradFill>
          <a:ln w="6350">
            <a:solidFill>
              <a:srgbClr val="DDDDDD"/>
            </a:solidFill>
            <a:miter/>
          </a:ln>
          <a:effectLst>
            <a:outerShdw blurRad="63500" dist="19050" dir="5400000" rotWithShape="0">
              <a:srgbClr val="000000">
                <a:alpha val="63000"/>
              </a:srgbClr>
            </a:outerShdw>
          </a:effectLst>
        </p:spPr>
        <p:txBody>
          <a:bodyPr lIns="45720" rIns="45720" anchor="ctr"/>
          <a:lstStyle/>
          <a:p>
            <a:pPr marL="0" marR="0" lvl="0" indent="0" algn="l" defTabSz="1828434" rtl="0" eaLnBrk="1" fontAlgn="auto" latinLnBrk="0" hangingPunct="1">
              <a:lnSpc>
                <a:spcPct val="100000"/>
              </a:lnSpc>
              <a:spcBef>
                <a:spcPts val="0"/>
              </a:spcBef>
              <a:spcAft>
                <a:spcPts val="0"/>
              </a:spcAft>
              <a:buClrTx/>
              <a:buSzTx/>
              <a:buFontTx/>
              <a:buNone/>
              <a:tabLst/>
              <a:defRPr>
                <a:solidFill>
                  <a:srgbClr val="FFFFFF"/>
                </a:solidFill>
              </a:defRPr>
            </a:pPr>
            <a:endParaRPr kumimoji="0" sz="3500" b="0" i="0" u="none" strike="noStrike" kern="0" cap="none" spc="0" normalizeH="0" baseline="0" noProof="0">
              <a:ln>
                <a:noFill/>
              </a:ln>
              <a:solidFill>
                <a:srgbClr val="FFFFFF"/>
              </a:solidFill>
              <a:effectLst/>
              <a:uLnTx/>
              <a:uFillTx/>
              <a:latin typeface="Open Sans Light"/>
              <a:cs typeface="Calibri"/>
              <a:sym typeface="Open Sans"/>
            </a:endParaRPr>
          </a:p>
        </p:txBody>
      </p:sp>
      <p:sp>
        <p:nvSpPr>
          <p:cNvPr id="8" name="Подзаголовок 2"/>
          <p:cNvSpPr txBox="1">
            <a:spLocks/>
          </p:cNvSpPr>
          <p:nvPr/>
        </p:nvSpPr>
        <p:spPr bwMode="auto">
          <a:xfrm>
            <a:off x="1894856" y="2743743"/>
            <a:ext cx="6898072" cy="681807"/>
          </a:xfrm>
          <a:prstGeom prst="rect">
            <a:avLst/>
          </a:prstGeom>
          <a:ln w="25400">
            <a:miter lim="400000"/>
          </a:ln>
        </p:spPr>
        <p:txBody>
          <a:bodyPr tIns="91439" bIns="91439" anchor="ctr">
            <a:normAutofit fontScale="92500"/>
          </a:bodyPr>
          <a:lstStyle>
            <a:lvl1pPr marL="0" marR="0" indent="0" algn="r" defTabSz="1828800">
              <a:lnSpc>
                <a:spcPct val="110000"/>
              </a:lnSpc>
              <a:spcBef>
                <a:spcPts val="0"/>
              </a:spcBef>
              <a:spcAft>
                <a:spcPts val="0"/>
              </a:spcAft>
              <a:buClrTx/>
              <a:buSzTx/>
              <a:buFontTx/>
              <a:buNone/>
              <a:defRPr sz="2800" b="0" i="0" u="none" strike="noStrike" cap="none" spc="0">
                <a:solidFill>
                  <a:srgbClr val="535353"/>
                </a:solidFill>
                <a:latin typeface="Open Sans"/>
                <a:ea typeface="Open Sans"/>
                <a:cs typeface="Open Sans"/>
              </a:defRPr>
            </a:lvl1pPr>
            <a:lvl2pPr marL="0" marR="0" indent="457200" algn="l" defTabSz="1828800">
              <a:lnSpc>
                <a:spcPct val="110000"/>
              </a:lnSpc>
              <a:spcBef>
                <a:spcPts val="0"/>
              </a:spcBef>
              <a:spcAft>
                <a:spcPts val="0"/>
              </a:spcAft>
              <a:buClrTx/>
              <a:buSzTx/>
              <a:buFontTx/>
              <a:buNone/>
              <a:defRPr sz="2400" b="0" i="0" u="none" strike="noStrike" cap="none" spc="0">
                <a:solidFill>
                  <a:srgbClr val="535353"/>
                </a:solidFill>
                <a:latin typeface="Open Sans"/>
                <a:ea typeface="Open Sans"/>
                <a:cs typeface="Open Sans"/>
              </a:defRPr>
            </a:lvl2pPr>
            <a:lvl3pPr marL="0" marR="0" indent="914400" algn="l" defTabSz="1828800">
              <a:lnSpc>
                <a:spcPct val="110000"/>
              </a:lnSpc>
              <a:spcBef>
                <a:spcPts val="0"/>
              </a:spcBef>
              <a:spcAft>
                <a:spcPts val="0"/>
              </a:spcAft>
              <a:buClrTx/>
              <a:buSzTx/>
              <a:buFontTx/>
              <a:buNone/>
              <a:defRPr sz="2400" b="0" i="0" u="none" strike="noStrike" cap="none" spc="0">
                <a:solidFill>
                  <a:srgbClr val="535353"/>
                </a:solidFill>
                <a:latin typeface="Open Sans"/>
                <a:ea typeface="Open Sans"/>
                <a:cs typeface="Open Sans"/>
              </a:defRPr>
            </a:lvl3pPr>
            <a:lvl4pPr marL="0" marR="0" indent="1371600" algn="l" defTabSz="1828800">
              <a:lnSpc>
                <a:spcPct val="110000"/>
              </a:lnSpc>
              <a:spcBef>
                <a:spcPts val="0"/>
              </a:spcBef>
              <a:spcAft>
                <a:spcPts val="0"/>
              </a:spcAft>
              <a:buClrTx/>
              <a:buSzTx/>
              <a:buFontTx/>
              <a:buNone/>
              <a:defRPr sz="2400" b="0" i="0" u="none" strike="noStrike" cap="none" spc="0">
                <a:solidFill>
                  <a:srgbClr val="535353"/>
                </a:solidFill>
                <a:latin typeface="Open Sans"/>
                <a:ea typeface="Open Sans"/>
                <a:cs typeface="Open Sans"/>
              </a:defRPr>
            </a:lvl4pPr>
            <a:lvl5pPr marL="0" marR="0" indent="1828800" algn="l" defTabSz="1828800">
              <a:lnSpc>
                <a:spcPct val="110000"/>
              </a:lnSpc>
              <a:spcBef>
                <a:spcPts val="0"/>
              </a:spcBef>
              <a:spcAft>
                <a:spcPts val="0"/>
              </a:spcAft>
              <a:buClrTx/>
              <a:buSzTx/>
              <a:buFontTx/>
              <a:buNone/>
              <a:defRPr sz="2400" b="0" i="0" u="none" strike="noStrike" cap="none" spc="0">
                <a:solidFill>
                  <a:srgbClr val="535353"/>
                </a:solidFill>
                <a:latin typeface="Open Sans"/>
                <a:ea typeface="Open Sans"/>
                <a:cs typeface="Open Sans"/>
              </a:defRPr>
            </a:lvl5pPr>
            <a:lvl6pPr marL="0" marR="0" indent="2286000" algn="l" defTabSz="1828800">
              <a:lnSpc>
                <a:spcPct val="110000"/>
              </a:lnSpc>
              <a:spcBef>
                <a:spcPts val="0"/>
              </a:spcBef>
              <a:spcAft>
                <a:spcPts val="0"/>
              </a:spcAft>
              <a:buClrTx/>
              <a:buSzTx/>
              <a:buFontTx/>
              <a:buNone/>
              <a:defRPr sz="2400" b="0" i="0" u="none" strike="noStrike" cap="none" spc="0">
                <a:solidFill>
                  <a:srgbClr val="0082B9"/>
                </a:solidFill>
                <a:latin typeface="Open Sans"/>
                <a:ea typeface="Open Sans"/>
                <a:cs typeface="Open Sans"/>
              </a:defRPr>
            </a:lvl6pPr>
            <a:lvl7pPr marL="0" marR="0" indent="2743200" algn="l" defTabSz="1828800">
              <a:lnSpc>
                <a:spcPct val="110000"/>
              </a:lnSpc>
              <a:spcBef>
                <a:spcPts val="0"/>
              </a:spcBef>
              <a:spcAft>
                <a:spcPts val="0"/>
              </a:spcAft>
              <a:buClrTx/>
              <a:buSzTx/>
              <a:buFontTx/>
              <a:buNone/>
              <a:defRPr sz="2400" b="0" i="0" u="none" strike="noStrike" cap="none" spc="0">
                <a:solidFill>
                  <a:srgbClr val="0082B9"/>
                </a:solidFill>
                <a:latin typeface="Open Sans"/>
                <a:ea typeface="Open Sans"/>
                <a:cs typeface="Open Sans"/>
              </a:defRPr>
            </a:lvl7pPr>
            <a:lvl8pPr marL="0" marR="0" indent="3200400" algn="l" defTabSz="1828800">
              <a:lnSpc>
                <a:spcPct val="110000"/>
              </a:lnSpc>
              <a:spcBef>
                <a:spcPts val="0"/>
              </a:spcBef>
              <a:spcAft>
                <a:spcPts val="0"/>
              </a:spcAft>
              <a:buClrTx/>
              <a:buSzTx/>
              <a:buFontTx/>
              <a:buNone/>
              <a:defRPr sz="2400" b="0" i="0" u="none" strike="noStrike" cap="none" spc="0">
                <a:solidFill>
                  <a:srgbClr val="0082B9"/>
                </a:solidFill>
                <a:latin typeface="Open Sans"/>
                <a:ea typeface="Open Sans"/>
                <a:cs typeface="Open Sans"/>
              </a:defRPr>
            </a:lvl8pPr>
            <a:lvl9pPr marL="0" marR="0" indent="3657600" algn="l" defTabSz="1828800">
              <a:lnSpc>
                <a:spcPct val="110000"/>
              </a:lnSpc>
              <a:spcBef>
                <a:spcPts val="0"/>
              </a:spcBef>
              <a:spcAft>
                <a:spcPts val="0"/>
              </a:spcAft>
              <a:buClrTx/>
              <a:buSzTx/>
              <a:buFontTx/>
              <a:buNone/>
              <a:defRPr sz="2400" b="0" i="0" u="none" strike="noStrike" cap="none" spc="0">
                <a:solidFill>
                  <a:srgbClr val="0082B9"/>
                </a:solidFill>
                <a:latin typeface="Open Sans"/>
                <a:ea typeface="Open Sans"/>
                <a:cs typeface="Open Sans"/>
              </a:defRPr>
            </a:lvl9pPr>
          </a:lstStyle>
          <a:p>
            <a:pPr marL="0" marR="0" lvl="0" indent="0" algn="r" defTabSz="1828800" eaLnBrk="1" fontAlgn="auto" latinLnBrk="0" hangingPunct="1">
              <a:lnSpc>
                <a:spcPct val="110000"/>
              </a:lnSpc>
              <a:spcBef>
                <a:spcPts val="0"/>
              </a:spcBef>
              <a:spcAft>
                <a:spcPts val="0"/>
              </a:spcAft>
              <a:buClrTx/>
              <a:buSzTx/>
              <a:buFontTx/>
              <a:buNone/>
              <a:tabLst/>
              <a:defRPr/>
            </a:pPr>
            <a:r>
              <a:rPr kumimoji="0" lang="ru-RU" sz="2800" b="0" i="0" u="none" strike="noStrike" kern="0" cap="none" spc="0" normalizeH="0" baseline="0" noProof="0">
                <a:ln>
                  <a:noFill/>
                </a:ln>
                <a:solidFill>
                  <a:srgbClr val="535353"/>
                </a:solidFill>
                <a:effectLst/>
                <a:uLnTx/>
                <a:uFillTx/>
                <a:latin typeface="Open Sans"/>
              </a:rPr>
              <a:t>Методика разработки учебного занятия</a:t>
            </a:r>
          </a:p>
        </p:txBody>
      </p:sp>
      <p:sp>
        <p:nvSpPr>
          <p:cNvPr id="9" name="Прямоугольник 8"/>
          <p:cNvSpPr/>
          <p:nvPr/>
        </p:nvSpPr>
        <p:spPr bwMode="auto">
          <a:xfrm>
            <a:off x="11302846" y="4409728"/>
            <a:ext cx="11233248" cy="6164188"/>
          </a:xfrm>
          <a:prstGeom prst="rect">
            <a:avLst/>
          </a:prstGeom>
        </p:spPr>
        <p:txBody>
          <a:bodyPr wrap="square">
            <a:spAutoFit/>
          </a:bodyPr>
          <a:lstStyle/>
          <a:p>
            <a:pPr>
              <a:defRPr/>
            </a:pPr>
            <a:r>
              <a:rPr lang="ru-RU" b="1" dirty="0"/>
              <a:t>Рекомендации по проведению занятия:</a:t>
            </a:r>
            <a:endParaRPr lang="ru-RU" dirty="0"/>
          </a:p>
          <a:p>
            <a:pPr>
              <a:defRPr/>
            </a:pPr>
            <a:r>
              <a:rPr lang="ru-RU" dirty="0"/>
              <a:t> </a:t>
            </a:r>
            <a:endParaRPr dirty="0"/>
          </a:p>
          <a:p>
            <a:pPr>
              <a:defRPr/>
            </a:pPr>
            <a:r>
              <a:rPr lang="ru-RU" dirty="0"/>
              <a:t>При проведении занятия следует обратить внимание на обучающихся, для которых освоение этой темы может представлять определенные трудности ввиду непереносимости ими вида крови. Также важно донести до обучающихся мысль о крайней опасности сильного кровотечения как одной из основных причин гибели пострадавших на месте происшествия.</a:t>
            </a:r>
            <a:endParaRPr dirty="0"/>
          </a:p>
          <a:p>
            <a:pPr>
              <a:defRPr/>
            </a:pPr>
            <a:r>
              <a:rPr lang="ru-RU" dirty="0"/>
              <a:t> </a:t>
            </a:r>
            <a:endParaRPr dirty="0"/>
          </a:p>
          <a:p>
            <a:pPr>
              <a:defRPr/>
            </a:pPr>
            <a:r>
              <a:rPr lang="ru-RU" dirty="0"/>
              <a:t>При выборе способа остановки кровотечения надо понимать, что приоритет отдаются прямому давлению на рану, а использование кровоостанавливающего жгута – крайняя мера остановки наружного кровотечения и требует навыка, который возможно отработать на практических занятиях.</a:t>
            </a:r>
            <a:endParaRPr dirty="0"/>
          </a:p>
          <a:p>
            <a:pPr>
              <a:defRPr/>
            </a:pPr>
            <a:r>
              <a:rPr lang="ru-RU" dirty="0"/>
              <a:t> </a:t>
            </a:r>
            <a:endParaRPr dirty="0"/>
          </a:p>
        </p:txBody>
      </p:sp>
      <p:pic>
        <p:nvPicPr>
          <p:cNvPr id="12" name="Рисунок 11">
            <a:extLst>
              <a:ext uri="{FF2B5EF4-FFF2-40B4-BE49-F238E27FC236}">
                <a16:creationId xmlns:a16="http://schemas.microsoft.com/office/drawing/2014/main" id="{0C47AECC-7BA6-444B-8AC6-A07654A28FE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auto">
          <a:xfrm>
            <a:off x="9723426" y="4400228"/>
            <a:ext cx="1470026" cy="1456793"/>
          </a:xfrm>
          <a:prstGeom prst="rect">
            <a:avLst/>
          </a:prstGeom>
        </p:spPr>
      </p:pic>
    </p:spTree>
    <p:extLst>
      <p:ext uri="{BB962C8B-B14F-4D97-AF65-F5344CB8AC3E}">
        <p14:creationId xmlns:p14="http://schemas.microsoft.com/office/powerpoint/2010/main" val="36674673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866" name="Номер слайда"/>
          <p:cNvSpPr txBox="1">
            <a:spLocks noGrp="1"/>
          </p:cNvSpPr>
          <p:nvPr>
            <p:ph type="sldNum" sz="quarter" idx="4294967295"/>
          </p:nvPr>
        </p:nvSpPr>
        <p:spPr bwMode="auto">
          <a:xfrm>
            <a:off x="6350" y="6542537"/>
            <a:ext cx="684000" cy="630942"/>
          </a:xfrm>
          <a:prstGeom prst="rect">
            <a:avLst/>
          </a:prstGeom>
          <a:gradFill>
            <a:gsLst>
              <a:gs pos="0">
                <a:srgbClr val="656565"/>
              </a:gs>
              <a:gs pos="50000">
                <a:schemeClr val="accent6"/>
              </a:gs>
              <a:gs pos="100000">
                <a:srgbClr val="444444"/>
              </a:gs>
            </a:gsLst>
            <a:lin ang="5400000" scaled="1"/>
          </a:gradFill>
          <a:ln w="6350">
            <a:solidFill>
              <a:srgbClr val="DDDDDD"/>
            </a:solidFill>
            <a:miter lim="800000"/>
          </a:ln>
          <a:effectLst>
            <a:outerShdw blurRad="63500" dist="19050" dir="5400000" rotWithShape="0">
              <a:srgbClr val="000000">
                <a:alpha val="63000"/>
              </a:srgbClr>
            </a:outerShdw>
          </a:effectLst>
        </p:spPr>
        <p:txBody>
          <a:bodyPr wrap="square"/>
          <a:lstStyle>
            <a:lvl1pPr>
              <a:defRPr sz="3500">
                <a:solidFill>
                  <a:srgbClr val="FFFFFF"/>
                </a:solidFill>
              </a:defRPr>
            </a:lvl1pPr>
          </a:lstStyle>
          <a:p>
            <a:pPr marL="0" marR="0" lvl="0" indent="0" algn="ctr" defTabSz="1828434" rtl="0" eaLnBrk="1" fontAlgn="auto" latinLnBrk="0" hangingPunct="1">
              <a:lnSpc>
                <a:spcPct val="100000"/>
              </a:lnSpc>
              <a:spcBef>
                <a:spcPts val="0"/>
              </a:spcBef>
              <a:spcAft>
                <a:spcPts val="0"/>
              </a:spcAft>
              <a:buClrTx/>
              <a:buSzTx/>
              <a:buFontTx/>
              <a:buNone/>
              <a:tabLst/>
              <a:defRPr/>
            </a:pPr>
            <a:fld id="{86CB4B4D-7CA3-9044-876B-883B54F8677D}" type="slidenum">
              <a:rPr kumimoji="0" sz="3500" b="0" i="0" u="none" strike="noStrike" kern="0" cap="none" spc="0" normalizeH="0" baseline="0" noProof="0">
                <a:ln>
                  <a:noFill/>
                </a:ln>
                <a:solidFill>
                  <a:srgbClr val="FFFFFF"/>
                </a:solidFill>
                <a:effectLst/>
                <a:uLnTx/>
                <a:uFillTx/>
                <a:latin typeface="Open Sans Light"/>
                <a:cs typeface="Calibri"/>
                <a:sym typeface="Open Sans"/>
              </a:rPr>
              <a:pPr marL="0" marR="0" lvl="0" indent="0" algn="ctr" defTabSz="1828434" rtl="0" eaLnBrk="1" fontAlgn="auto" latinLnBrk="0" hangingPunct="1">
                <a:lnSpc>
                  <a:spcPct val="100000"/>
                </a:lnSpc>
                <a:spcBef>
                  <a:spcPts val="0"/>
                </a:spcBef>
                <a:spcAft>
                  <a:spcPts val="0"/>
                </a:spcAft>
                <a:buClrTx/>
                <a:buSzTx/>
                <a:buFontTx/>
                <a:buNone/>
                <a:tabLst/>
                <a:defRPr/>
              </a:pPr>
              <a:t>8</a:t>
            </a:fld>
            <a:endParaRPr kumimoji="0" sz="3500" b="0" i="0" u="none" strike="noStrike" kern="0" cap="none" spc="0" normalizeH="0" baseline="0" noProof="0">
              <a:ln>
                <a:noFill/>
              </a:ln>
              <a:solidFill>
                <a:srgbClr val="FFFFFF"/>
              </a:solidFill>
              <a:effectLst/>
              <a:uLnTx/>
              <a:uFillTx/>
              <a:latin typeface="Open Sans Light"/>
              <a:cs typeface="Calibri"/>
              <a:sym typeface="Open Sans"/>
            </a:endParaRPr>
          </a:p>
        </p:txBody>
      </p:sp>
      <p:sp>
        <p:nvSpPr>
          <p:cNvPr id="29" name="TextBox 6"/>
          <p:cNvSpPr txBox="1"/>
          <p:nvPr/>
        </p:nvSpPr>
        <p:spPr bwMode="auto">
          <a:xfrm>
            <a:off x="2034610" y="1106179"/>
            <a:ext cx="24280504" cy="1508105"/>
          </a:xfrm>
          <a:prstGeom prst="rect">
            <a:avLst/>
          </a:prstGeom>
          <a:ln w="12700">
            <a:miter lim="400000"/>
          </a:ln>
        </p:spPr>
        <p:txBody>
          <a:bodyPr wrap="square" lIns="45720" rIns="45720">
            <a:spAutoFit/>
          </a:bodyPr>
          <a:lstStyle>
            <a:lvl1pPr>
              <a:defRPr sz="6600">
                <a:solidFill>
                  <a:srgbClr val="010101"/>
                </a:solidFill>
                <a:latin typeface="Montserrat Semi Bold"/>
                <a:ea typeface="Montserrat Semi Bold"/>
                <a:cs typeface="Montserrat Semi Bold"/>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4600" b="0" i="0" u="none" strike="noStrike" kern="0" cap="none" spc="0" normalizeH="0" baseline="0" noProof="0" dirty="0">
                <a:ln>
                  <a:noFill/>
                </a:ln>
                <a:solidFill>
                  <a:srgbClr val="404040"/>
                </a:solidFill>
                <a:effectLst/>
                <a:uLnTx/>
                <a:uFillTx/>
                <a:latin typeface="PFDinDisplayPro-Regular"/>
                <a:ea typeface="PFDinDisplayPro-Regular"/>
                <a:cs typeface="PFDinDisplayPro-Regular"/>
                <a:sym typeface="Stem"/>
              </a:rPr>
              <a:t>ТЕМА 2. ОКАЗАНИЕ ПЕРВОЙ ПОМОЩИ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4600" b="0" i="0" u="none" strike="noStrike" kern="0" cap="none" spc="0" normalizeH="0" baseline="0" noProof="0" dirty="0">
                <a:ln>
                  <a:noFill/>
                </a:ln>
                <a:solidFill>
                  <a:srgbClr val="404040"/>
                </a:solidFill>
                <a:effectLst/>
                <a:uLnTx/>
                <a:uFillTx/>
                <a:latin typeface="PFDinDisplayPro-Regular"/>
                <a:ea typeface="PFDinDisplayPro-Regular"/>
                <a:cs typeface="PFDinDisplayPro-Regular"/>
                <a:sym typeface="Stem"/>
              </a:rPr>
              <a:t>ПРИ НАРУЖНЫХ КРОВОТЕЧЕНИЯХ</a:t>
            </a:r>
          </a:p>
        </p:txBody>
      </p:sp>
      <p:sp>
        <p:nvSpPr>
          <p:cNvPr id="22" name="Rectangle 29"/>
          <p:cNvSpPr/>
          <p:nvPr/>
        </p:nvSpPr>
        <p:spPr bwMode="auto">
          <a:xfrm>
            <a:off x="2061252" y="2604670"/>
            <a:ext cx="13908596" cy="72000"/>
          </a:xfrm>
          <a:prstGeom prst="rect">
            <a:avLst/>
          </a:prstGeom>
          <a:gradFill>
            <a:gsLst>
              <a:gs pos="0">
                <a:srgbClr val="656565"/>
              </a:gs>
              <a:gs pos="50000">
                <a:schemeClr val="accent6"/>
              </a:gs>
              <a:gs pos="100000">
                <a:srgbClr val="444444"/>
              </a:gs>
            </a:gsLst>
            <a:lin ang="5400000" scaled="1"/>
          </a:gradFill>
          <a:ln w="6350">
            <a:solidFill>
              <a:srgbClr val="DDDDDD"/>
            </a:solidFill>
            <a:miter/>
          </a:ln>
          <a:effectLst>
            <a:outerShdw blurRad="63500" dist="19050" dir="5400000" rotWithShape="0">
              <a:srgbClr val="000000">
                <a:alpha val="63000"/>
              </a:srgbClr>
            </a:outerShdw>
          </a:effectLst>
        </p:spPr>
        <p:txBody>
          <a:bodyPr lIns="45720" rIns="45720" anchor="ctr"/>
          <a:lstStyle/>
          <a:p>
            <a:pPr marL="0" marR="0" lvl="0" indent="0" algn="l" defTabSz="1828434" rtl="0" eaLnBrk="1" fontAlgn="auto" latinLnBrk="0" hangingPunct="1">
              <a:lnSpc>
                <a:spcPct val="100000"/>
              </a:lnSpc>
              <a:spcBef>
                <a:spcPts val="0"/>
              </a:spcBef>
              <a:spcAft>
                <a:spcPts val="0"/>
              </a:spcAft>
              <a:buClrTx/>
              <a:buSzTx/>
              <a:buFontTx/>
              <a:buNone/>
              <a:tabLst/>
              <a:defRPr>
                <a:solidFill>
                  <a:srgbClr val="FFFFFF"/>
                </a:solidFill>
              </a:defRPr>
            </a:pPr>
            <a:endParaRPr kumimoji="0" sz="3500" b="0" i="0" u="none" strike="noStrike" kern="0" cap="none" spc="0" normalizeH="0" baseline="0" noProof="0">
              <a:ln>
                <a:noFill/>
              </a:ln>
              <a:solidFill>
                <a:srgbClr val="FFFFFF"/>
              </a:solidFill>
              <a:effectLst/>
              <a:uLnTx/>
              <a:uFillTx/>
              <a:latin typeface="Open Sans Light"/>
              <a:cs typeface="Calibri"/>
              <a:sym typeface="Open Sans"/>
            </a:endParaRPr>
          </a:p>
        </p:txBody>
      </p:sp>
      <p:sp>
        <p:nvSpPr>
          <p:cNvPr id="8" name="Подзаголовок 2"/>
          <p:cNvSpPr txBox="1">
            <a:spLocks/>
          </p:cNvSpPr>
          <p:nvPr/>
        </p:nvSpPr>
        <p:spPr bwMode="auto">
          <a:xfrm>
            <a:off x="1894856" y="2743743"/>
            <a:ext cx="6898072" cy="681807"/>
          </a:xfrm>
          <a:prstGeom prst="rect">
            <a:avLst/>
          </a:prstGeom>
          <a:ln w="25400">
            <a:miter lim="400000"/>
          </a:ln>
        </p:spPr>
        <p:txBody>
          <a:bodyPr tIns="91439" bIns="91439" anchor="ctr">
            <a:normAutofit fontScale="92500"/>
          </a:bodyPr>
          <a:lstStyle>
            <a:lvl1pPr marL="0" marR="0" indent="0" algn="r" defTabSz="1828800">
              <a:lnSpc>
                <a:spcPct val="110000"/>
              </a:lnSpc>
              <a:spcBef>
                <a:spcPts val="0"/>
              </a:spcBef>
              <a:spcAft>
                <a:spcPts val="0"/>
              </a:spcAft>
              <a:buClrTx/>
              <a:buSzTx/>
              <a:buFontTx/>
              <a:buNone/>
              <a:defRPr sz="2800" b="0" i="0" u="none" strike="noStrike" cap="none" spc="0">
                <a:solidFill>
                  <a:srgbClr val="535353"/>
                </a:solidFill>
                <a:latin typeface="Open Sans"/>
                <a:ea typeface="Open Sans"/>
                <a:cs typeface="Open Sans"/>
              </a:defRPr>
            </a:lvl1pPr>
            <a:lvl2pPr marL="0" marR="0" indent="457200" algn="l" defTabSz="1828800">
              <a:lnSpc>
                <a:spcPct val="110000"/>
              </a:lnSpc>
              <a:spcBef>
                <a:spcPts val="0"/>
              </a:spcBef>
              <a:spcAft>
                <a:spcPts val="0"/>
              </a:spcAft>
              <a:buClrTx/>
              <a:buSzTx/>
              <a:buFontTx/>
              <a:buNone/>
              <a:defRPr sz="2400" b="0" i="0" u="none" strike="noStrike" cap="none" spc="0">
                <a:solidFill>
                  <a:srgbClr val="535353"/>
                </a:solidFill>
                <a:latin typeface="Open Sans"/>
                <a:ea typeface="Open Sans"/>
                <a:cs typeface="Open Sans"/>
              </a:defRPr>
            </a:lvl2pPr>
            <a:lvl3pPr marL="0" marR="0" indent="914400" algn="l" defTabSz="1828800">
              <a:lnSpc>
                <a:spcPct val="110000"/>
              </a:lnSpc>
              <a:spcBef>
                <a:spcPts val="0"/>
              </a:spcBef>
              <a:spcAft>
                <a:spcPts val="0"/>
              </a:spcAft>
              <a:buClrTx/>
              <a:buSzTx/>
              <a:buFontTx/>
              <a:buNone/>
              <a:defRPr sz="2400" b="0" i="0" u="none" strike="noStrike" cap="none" spc="0">
                <a:solidFill>
                  <a:srgbClr val="535353"/>
                </a:solidFill>
                <a:latin typeface="Open Sans"/>
                <a:ea typeface="Open Sans"/>
                <a:cs typeface="Open Sans"/>
              </a:defRPr>
            </a:lvl3pPr>
            <a:lvl4pPr marL="0" marR="0" indent="1371600" algn="l" defTabSz="1828800">
              <a:lnSpc>
                <a:spcPct val="110000"/>
              </a:lnSpc>
              <a:spcBef>
                <a:spcPts val="0"/>
              </a:spcBef>
              <a:spcAft>
                <a:spcPts val="0"/>
              </a:spcAft>
              <a:buClrTx/>
              <a:buSzTx/>
              <a:buFontTx/>
              <a:buNone/>
              <a:defRPr sz="2400" b="0" i="0" u="none" strike="noStrike" cap="none" spc="0">
                <a:solidFill>
                  <a:srgbClr val="535353"/>
                </a:solidFill>
                <a:latin typeface="Open Sans"/>
                <a:ea typeface="Open Sans"/>
                <a:cs typeface="Open Sans"/>
              </a:defRPr>
            </a:lvl4pPr>
            <a:lvl5pPr marL="0" marR="0" indent="1828800" algn="l" defTabSz="1828800">
              <a:lnSpc>
                <a:spcPct val="110000"/>
              </a:lnSpc>
              <a:spcBef>
                <a:spcPts val="0"/>
              </a:spcBef>
              <a:spcAft>
                <a:spcPts val="0"/>
              </a:spcAft>
              <a:buClrTx/>
              <a:buSzTx/>
              <a:buFontTx/>
              <a:buNone/>
              <a:defRPr sz="2400" b="0" i="0" u="none" strike="noStrike" cap="none" spc="0">
                <a:solidFill>
                  <a:srgbClr val="535353"/>
                </a:solidFill>
                <a:latin typeface="Open Sans"/>
                <a:ea typeface="Open Sans"/>
                <a:cs typeface="Open Sans"/>
              </a:defRPr>
            </a:lvl5pPr>
            <a:lvl6pPr marL="0" marR="0" indent="2286000" algn="l" defTabSz="1828800">
              <a:lnSpc>
                <a:spcPct val="110000"/>
              </a:lnSpc>
              <a:spcBef>
                <a:spcPts val="0"/>
              </a:spcBef>
              <a:spcAft>
                <a:spcPts val="0"/>
              </a:spcAft>
              <a:buClrTx/>
              <a:buSzTx/>
              <a:buFontTx/>
              <a:buNone/>
              <a:defRPr sz="2400" b="0" i="0" u="none" strike="noStrike" cap="none" spc="0">
                <a:solidFill>
                  <a:srgbClr val="0082B9"/>
                </a:solidFill>
                <a:latin typeface="Open Sans"/>
                <a:ea typeface="Open Sans"/>
                <a:cs typeface="Open Sans"/>
              </a:defRPr>
            </a:lvl6pPr>
            <a:lvl7pPr marL="0" marR="0" indent="2743200" algn="l" defTabSz="1828800">
              <a:lnSpc>
                <a:spcPct val="110000"/>
              </a:lnSpc>
              <a:spcBef>
                <a:spcPts val="0"/>
              </a:spcBef>
              <a:spcAft>
                <a:spcPts val="0"/>
              </a:spcAft>
              <a:buClrTx/>
              <a:buSzTx/>
              <a:buFontTx/>
              <a:buNone/>
              <a:defRPr sz="2400" b="0" i="0" u="none" strike="noStrike" cap="none" spc="0">
                <a:solidFill>
                  <a:srgbClr val="0082B9"/>
                </a:solidFill>
                <a:latin typeface="Open Sans"/>
                <a:ea typeface="Open Sans"/>
                <a:cs typeface="Open Sans"/>
              </a:defRPr>
            </a:lvl7pPr>
            <a:lvl8pPr marL="0" marR="0" indent="3200400" algn="l" defTabSz="1828800">
              <a:lnSpc>
                <a:spcPct val="110000"/>
              </a:lnSpc>
              <a:spcBef>
                <a:spcPts val="0"/>
              </a:spcBef>
              <a:spcAft>
                <a:spcPts val="0"/>
              </a:spcAft>
              <a:buClrTx/>
              <a:buSzTx/>
              <a:buFontTx/>
              <a:buNone/>
              <a:defRPr sz="2400" b="0" i="0" u="none" strike="noStrike" cap="none" spc="0">
                <a:solidFill>
                  <a:srgbClr val="0082B9"/>
                </a:solidFill>
                <a:latin typeface="Open Sans"/>
                <a:ea typeface="Open Sans"/>
                <a:cs typeface="Open Sans"/>
              </a:defRPr>
            </a:lvl8pPr>
            <a:lvl9pPr marL="0" marR="0" indent="3657600" algn="l" defTabSz="1828800">
              <a:lnSpc>
                <a:spcPct val="110000"/>
              </a:lnSpc>
              <a:spcBef>
                <a:spcPts val="0"/>
              </a:spcBef>
              <a:spcAft>
                <a:spcPts val="0"/>
              </a:spcAft>
              <a:buClrTx/>
              <a:buSzTx/>
              <a:buFontTx/>
              <a:buNone/>
              <a:defRPr sz="2400" b="0" i="0" u="none" strike="noStrike" cap="none" spc="0">
                <a:solidFill>
                  <a:srgbClr val="0082B9"/>
                </a:solidFill>
                <a:latin typeface="Open Sans"/>
                <a:ea typeface="Open Sans"/>
                <a:cs typeface="Open Sans"/>
              </a:defRPr>
            </a:lvl9pPr>
          </a:lstStyle>
          <a:p>
            <a:pPr marL="0" marR="0" lvl="0" indent="0" algn="r" defTabSz="1828800" eaLnBrk="1" fontAlgn="auto" latinLnBrk="0" hangingPunct="1">
              <a:lnSpc>
                <a:spcPct val="110000"/>
              </a:lnSpc>
              <a:spcBef>
                <a:spcPts val="0"/>
              </a:spcBef>
              <a:spcAft>
                <a:spcPts val="0"/>
              </a:spcAft>
              <a:buClrTx/>
              <a:buSzTx/>
              <a:buFontTx/>
              <a:buNone/>
              <a:tabLst/>
              <a:defRPr/>
            </a:pPr>
            <a:r>
              <a:rPr kumimoji="0" lang="ru-RU" sz="2800" b="0" i="0" u="none" strike="noStrike" kern="0" cap="none" spc="0" normalizeH="0" baseline="0" noProof="0">
                <a:ln>
                  <a:noFill/>
                </a:ln>
                <a:solidFill>
                  <a:srgbClr val="535353"/>
                </a:solidFill>
                <a:effectLst/>
                <a:uLnTx/>
                <a:uFillTx/>
                <a:latin typeface="Open Sans"/>
              </a:rPr>
              <a:t>Методика разработки учебного занятия</a:t>
            </a:r>
          </a:p>
        </p:txBody>
      </p:sp>
      <p:sp>
        <p:nvSpPr>
          <p:cNvPr id="10" name="Прямоугольник 9"/>
          <p:cNvSpPr/>
          <p:nvPr/>
        </p:nvSpPr>
        <p:spPr bwMode="auto">
          <a:xfrm>
            <a:off x="3041265" y="3764845"/>
            <a:ext cx="13615231" cy="882742"/>
          </a:xfrm>
          <a:prstGeom prst="rect">
            <a:avLst/>
          </a:prstGeom>
        </p:spPr>
        <p:txBody>
          <a:bodyPr wrap="square">
            <a:spAutoFit/>
          </a:bodyPr>
          <a:lstStyle/>
          <a:p>
            <a:pPr>
              <a:defRPr/>
            </a:pPr>
            <a:r>
              <a:rPr lang="ru-RU" b="1" dirty="0"/>
              <a:t>Практическое занятие по теме 2</a:t>
            </a:r>
            <a:endParaRPr lang="ru-RU" dirty="0"/>
          </a:p>
          <a:p>
            <a:pPr>
              <a:defRPr/>
            </a:pPr>
            <a:r>
              <a:rPr lang="ru-RU" dirty="0"/>
              <a:t> </a:t>
            </a:r>
            <a:endParaRPr dirty="0"/>
          </a:p>
        </p:txBody>
      </p:sp>
      <p:graphicFrame>
        <p:nvGraphicFramePr>
          <p:cNvPr id="3" name="Схема 2">
            <a:extLst>
              <a:ext uri="{FF2B5EF4-FFF2-40B4-BE49-F238E27FC236}">
                <a16:creationId xmlns:a16="http://schemas.microsoft.com/office/drawing/2014/main" id="{E8E56663-B5AE-40BA-8DB6-973570D0C7B4}"/>
              </a:ext>
            </a:extLst>
          </p:cNvPr>
          <p:cNvGraphicFramePr/>
          <p:nvPr>
            <p:extLst>
              <p:ext uri="{D42A27DB-BD31-4B8C-83A1-F6EECF244321}">
                <p14:modId xmlns:p14="http://schemas.microsoft.com/office/powerpoint/2010/main" val="4258682813"/>
              </p:ext>
            </p:extLst>
          </p:nvPr>
        </p:nvGraphicFramePr>
        <p:xfrm>
          <a:off x="3191000" y="4647586"/>
          <a:ext cx="19010112" cy="717896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978005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866" name="Номер слайда"/>
          <p:cNvSpPr txBox="1">
            <a:spLocks noGrp="1"/>
          </p:cNvSpPr>
          <p:nvPr>
            <p:ph type="sldNum" sz="quarter" idx="4294967295"/>
          </p:nvPr>
        </p:nvSpPr>
        <p:spPr bwMode="auto">
          <a:xfrm>
            <a:off x="6350" y="6542537"/>
            <a:ext cx="684000" cy="630942"/>
          </a:xfrm>
          <a:prstGeom prst="rect">
            <a:avLst/>
          </a:prstGeom>
          <a:gradFill>
            <a:gsLst>
              <a:gs pos="0">
                <a:srgbClr val="656565"/>
              </a:gs>
              <a:gs pos="50000">
                <a:schemeClr val="accent6"/>
              </a:gs>
              <a:gs pos="100000">
                <a:srgbClr val="444444"/>
              </a:gs>
            </a:gsLst>
            <a:lin ang="5400000" scaled="1"/>
          </a:gradFill>
          <a:ln w="6350">
            <a:solidFill>
              <a:srgbClr val="DDDDDD"/>
            </a:solidFill>
            <a:miter lim="800000"/>
          </a:ln>
          <a:effectLst>
            <a:outerShdw blurRad="63500" dist="19050" dir="5400000" rotWithShape="0">
              <a:srgbClr val="000000">
                <a:alpha val="63000"/>
              </a:srgbClr>
            </a:outerShdw>
          </a:effectLst>
        </p:spPr>
        <p:txBody>
          <a:bodyPr wrap="square"/>
          <a:lstStyle>
            <a:lvl1pPr>
              <a:defRPr sz="3500">
                <a:solidFill>
                  <a:srgbClr val="FFFFFF"/>
                </a:solidFill>
              </a:defRPr>
            </a:lvl1pPr>
          </a:lstStyle>
          <a:p>
            <a:pPr marL="0" marR="0" lvl="0" indent="0" algn="ctr" defTabSz="1828434" rtl="0" eaLnBrk="1" fontAlgn="auto" latinLnBrk="0" hangingPunct="1">
              <a:lnSpc>
                <a:spcPct val="100000"/>
              </a:lnSpc>
              <a:spcBef>
                <a:spcPts val="0"/>
              </a:spcBef>
              <a:spcAft>
                <a:spcPts val="0"/>
              </a:spcAft>
              <a:buClrTx/>
              <a:buSzTx/>
              <a:buFontTx/>
              <a:buNone/>
              <a:tabLst/>
              <a:defRPr/>
            </a:pPr>
            <a:fld id="{86CB4B4D-7CA3-9044-876B-883B54F8677D}" type="slidenum">
              <a:rPr kumimoji="0" sz="3500" b="0" i="0" u="none" strike="noStrike" kern="0" cap="none" spc="0" normalizeH="0" baseline="0" noProof="0">
                <a:ln>
                  <a:noFill/>
                </a:ln>
                <a:solidFill>
                  <a:srgbClr val="FFFFFF"/>
                </a:solidFill>
                <a:effectLst/>
                <a:uLnTx/>
                <a:uFillTx/>
                <a:latin typeface="Open Sans Light"/>
                <a:cs typeface="Calibri"/>
                <a:sym typeface="Open Sans"/>
              </a:rPr>
              <a:pPr marL="0" marR="0" lvl="0" indent="0" algn="ctr" defTabSz="1828434" rtl="0" eaLnBrk="1" fontAlgn="auto" latinLnBrk="0" hangingPunct="1">
                <a:lnSpc>
                  <a:spcPct val="100000"/>
                </a:lnSpc>
                <a:spcBef>
                  <a:spcPts val="0"/>
                </a:spcBef>
                <a:spcAft>
                  <a:spcPts val="0"/>
                </a:spcAft>
                <a:buClrTx/>
                <a:buSzTx/>
                <a:buFontTx/>
                <a:buNone/>
                <a:tabLst/>
                <a:defRPr/>
              </a:pPr>
              <a:t>9</a:t>
            </a:fld>
            <a:endParaRPr kumimoji="0" sz="3500" b="0" i="0" u="none" strike="noStrike" kern="0" cap="none" spc="0" normalizeH="0" baseline="0" noProof="0">
              <a:ln>
                <a:noFill/>
              </a:ln>
              <a:solidFill>
                <a:srgbClr val="FFFFFF"/>
              </a:solidFill>
              <a:effectLst/>
              <a:uLnTx/>
              <a:uFillTx/>
              <a:latin typeface="Open Sans Light"/>
              <a:cs typeface="Calibri"/>
              <a:sym typeface="Open Sans"/>
            </a:endParaRPr>
          </a:p>
        </p:txBody>
      </p:sp>
      <p:sp>
        <p:nvSpPr>
          <p:cNvPr id="29" name="TextBox 6"/>
          <p:cNvSpPr txBox="1"/>
          <p:nvPr/>
        </p:nvSpPr>
        <p:spPr bwMode="auto">
          <a:xfrm>
            <a:off x="2034610" y="1106179"/>
            <a:ext cx="24280504" cy="1508105"/>
          </a:xfrm>
          <a:prstGeom prst="rect">
            <a:avLst/>
          </a:prstGeom>
          <a:ln w="12700">
            <a:miter lim="400000"/>
          </a:ln>
        </p:spPr>
        <p:txBody>
          <a:bodyPr wrap="square" lIns="45720" rIns="45720">
            <a:spAutoFit/>
          </a:bodyPr>
          <a:lstStyle>
            <a:lvl1pPr>
              <a:defRPr sz="6600">
                <a:solidFill>
                  <a:srgbClr val="010101"/>
                </a:solidFill>
                <a:latin typeface="Montserrat Semi Bold"/>
                <a:ea typeface="Montserrat Semi Bold"/>
                <a:cs typeface="Montserrat Semi Bold"/>
              </a:defRPr>
            </a:lvl1pPr>
          </a:lstStyle>
          <a:p>
            <a:pPr lvl="0" defTabSz="914400" rtl="0">
              <a:lnSpc>
                <a:spcPct val="100000"/>
              </a:lnSpc>
              <a:defRPr/>
            </a:pPr>
            <a:r>
              <a:rPr lang="ru-RU" sz="4600" dirty="0">
                <a:solidFill>
                  <a:srgbClr val="404040"/>
                </a:solidFill>
                <a:latin typeface="PFDinDisplayPro-Regular"/>
                <a:ea typeface="PFDinDisplayPro-Regular"/>
                <a:cs typeface="PFDinDisplayPro-Regular"/>
                <a:sym typeface="Stem"/>
              </a:rPr>
              <a:t>ТЕМА 3. ОКАЗАНИЕ ПЕРВОЙ ПОМОЩИ ПРИ ОТСУТСТВИИ СОЗНАНИЯ, </a:t>
            </a:r>
          </a:p>
          <a:p>
            <a:pPr lvl="0" defTabSz="914400" rtl="0">
              <a:lnSpc>
                <a:spcPct val="100000"/>
              </a:lnSpc>
              <a:defRPr/>
            </a:pPr>
            <a:r>
              <a:rPr lang="ru-RU" sz="4600" dirty="0">
                <a:solidFill>
                  <a:srgbClr val="404040"/>
                </a:solidFill>
                <a:latin typeface="PFDinDisplayPro-Regular"/>
                <a:ea typeface="PFDinDisplayPro-Regular"/>
                <a:cs typeface="PFDinDisplayPro-Regular"/>
                <a:sym typeface="Stem"/>
              </a:rPr>
              <a:t>ОСТАНОВКЕ ДЫХАНИЯ И КРОВООБРАЩЕНИЯ</a:t>
            </a:r>
            <a:endParaRPr kumimoji="0" lang="ru-RU" sz="4600" b="0" i="0" u="none" strike="noStrike" kern="0" cap="none" spc="0" normalizeH="0" baseline="0" noProof="0" dirty="0">
              <a:ln>
                <a:noFill/>
              </a:ln>
              <a:solidFill>
                <a:srgbClr val="404040"/>
              </a:solidFill>
              <a:effectLst/>
              <a:uLnTx/>
              <a:uFillTx/>
              <a:latin typeface="PFDinDisplayPro-Regular"/>
              <a:ea typeface="PFDinDisplayPro-Regular"/>
              <a:cs typeface="PFDinDisplayPro-Regular"/>
              <a:sym typeface="Stem"/>
            </a:endParaRPr>
          </a:p>
        </p:txBody>
      </p:sp>
      <p:sp>
        <p:nvSpPr>
          <p:cNvPr id="22" name="Rectangle 29"/>
          <p:cNvSpPr/>
          <p:nvPr/>
        </p:nvSpPr>
        <p:spPr bwMode="auto">
          <a:xfrm>
            <a:off x="2061232" y="2604670"/>
            <a:ext cx="20297788" cy="72000"/>
          </a:xfrm>
          <a:prstGeom prst="rect">
            <a:avLst/>
          </a:prstGeom>
          <a:gradFill>
            <a:gsLst>
              <a:gs pos="0">
                <a:srgbClr val="656565"/>
              </a:gs>
              <a:gs pos="50000">
                <a:schemeClr val="accent6"/>
              </a:gs>
              <a:gs pos="100000">
                <a:srgbClr val="444444"/>
              </a:gs>
            </a:gsLst>
            <a:lin ang="5400000" scaled="1"/>
          </a:gradFill>
          <a:ln w="6350">
            <a:solidFill>
              <a:srgbClr val="DDDDDD"/>
            </a:solidFill>
            <a:miter/>
          </a:ln>
          <a:effectLst>
            <a:outerShdw blurRad="63500" dist="19050" dir="5400000" rotWithShape="0">
              <a:srgbClr val="000000">
                <a:alpha val="63000"/>
              </a:srgbClr>
            </a:outerShdw>
          </a:effectLst>
        </p:spPr>
        <p:txBody>
          <a:bodyPr lIns="45720" rIns="45720" anchor="ctr"/>
          <a:lstStyle/>
          <a:p>
            <a:pPr marL="0" marR="0" lvl="0" indent="0" algn="l" defTabSz="1828434" rtl="0" eaLnBrk="1" fontAlgn="auto" latinLnBrk="0" hangingPunct="1">
              <a:lnSpc>
                <a:spcPct val="100000"/>
              </a:lnSpc>
              <a:spcBef>
                <a:spcPts val="0"/>
              </a:spcBef>
              <a:spcAft>
                <a:spcPts val="0"/>
              </a:spcAft>
              <a:buClrTx/>
              <a:buSzTx/>
              <a:buFontTx/>
              <a:buNone/>
              <a:tabLst/>
              <a:defRPr>
                <a:solidFill>
                  <a:srgbClr val="FFFFFF"/>
                </a:solidFill>
              </a:defRPr>
            </a:pPr>
            <a:endParaRPr kumimoji="0" sz="3500" b="0" i="0" u="none" strike="noStrike" kern="0" cap="none" spc="0" normalizeH="0" baseline="0" noProof="0">
              <a:ln>
                <a:noFill/>
              </a:ln>
              <a:solidFill>
                <a:srgbClr val="FFFFFF"/>
              </a:solidFill>
              <a:effectLst/>
              <a:uLnTx/>
              <a:uFillTx/>
              <a:latin typeface="Open Sans Light"/>
              <a:cs typeface="Calibri"/>
              <a:sym typeface="Open Sans"/>
            </a:endParaRPr>
          </a:p>
        </p:txBody>
      </p:sp>
      <p:sp>
        <p:nvSpPr>
          <p:cNvPr id="8" name="Подзаголовок 2"/>
          <p:cNvSpPr txBox="1">
            <a:spLocks/>
          </p:cNvSpPr>
          <p:nvPr/>
        </p:nvSpPr>
        <p:spPr bwMode="auto">
          <a:xfrm>
            <a:off x="1894856" y="2743743"/>
            <a:ext cx="6898072" cy="681807"/>
          </a:xfrm>
          <a:prstGeom prst="rect">
            <a:avLst/>
          </a:prstGeom>
          <a:ln w="25400">
            <a:miter lim="400000"/>
          </a:ln>
        </p:spPr>
        <p:txBody>
          <a:bodyPr tIns="91439" bIns="91439" anchor="ctr">
            <a:normAutofit fontScale="92500"/>
          </a:bodyPr>
          <a:lstStyle>
            <a:lvl1pPr marL="0" marR="0" indent="0" algn="r" defTabSz="1828800">
              <a:lnSpc>
                <a:spcPct val="110000"/>
              </a:lnSpc>
              <a:spcBef>
                <a:spcPts val="0"/>
              </a:spcBef>
              <a:spcAft>
                <a:spcPts val="0"/>
              </a:spcAft>
              <a:buClrTx/>
              <a:buSzTx/>
              <a:buFontTx/>
              <a:buNone/>
              <a:defRPr sz="2800" b="0" i="0" u="none" strike="noStrike" cap="none" spc="0">
                <a:solidFill>
                  <a:srgbClr val="535353"/>
                </a:solidFill>
                <a:latin typeface="Open Sans"/>
                <a:ea typeface="Open Sans"/>
                <a:cs typeface="Open Sans"/>
              </a:defRPr>
            </a:lvl1pPr>
            <a:lvl2pPr marL="0" marR="0" indent="457200" algn="l" defTabSz="1828800">
              <a:lnSpc>
                <a:spcPct val="110000"/>
              </a:lnSpc>
              <a:spcBef>
                <a:spcPts val="0"/>
              </a:spcBef>
              <a:spcAft>
                <a:spcPts val="0"/>
              </a:spcAft>
              <a:buClrTx/>
              <a:buSzTx/>
              <a:buFontTx/>
              <a:buNone/>
              <a:defRPr sz="2400" b="0" i="0" u="none" strike="noStrike" cap="none" spc="0">
                <a:solidFill>
                  <a:srgbClr val="535353"/>
                </a:solidFill>
                <a:latin typeface="Open Sans"/>
                <a:ea typeface="Open Sans"/>
                <a:cs typeface="Open Sans"/>
              </a:defRPr>
            </a:lvl2pPr>
            <a:lvl3pPr marL="0" marR="0" indent="914400" algn="l" defTabSz="1828800">
              <a:lnSpc>
                <a:spcPct val="110000"/>
              </a:lnSpc>
              <a:spcBef>
                <a:spcPts val="0"/>
              </a:spcBef>
              <a:spcAft>
                <a:spcPts val="0"/>
              </a:spcAft>
              <a:buClrTx/>
              <a:buSzTx/>
              <a:buFontTx/>
              <a:buNone/>
              <a:defRPr sz="2400" b="0" i="0" u="none" strike="noStrike" cap="none" spc="0">
                <a:solidFill>
                  <a:srgbClr val="535353"/>
                </a:solidFill>
                <a:latin typeface="Open Sans"/>
                <a:ea typeface="Open Sans"/>
                <a:cs typeface="Open Sans"/>
              </a:defRPr>
            </a:lvl3pPr>
            <a:lvl4pPr marL="0" marR="0" indent="1371600" algn="l" defTabSz="1828800">
              <a:lnSpc>
                <a:spcPct val="110000"/>
              </a:lnSpc>
              <a:spcBef>
                <a:spcPts val="0"/>
              </a:spcBef>
              <a:spcAft>
                <a:spcPts val="0"/>
              </a:spcAft>
              <a:buClrTx/>
              <a:buSzTx/>
              <a:buFontTx/>
              <a:buNone/>
              <a:defRPr sz="2400" b="0" i="0" u="none" strike="noStrike" cap="none" spc="0">
                <a:solidFill>
                  <a:srgbClr val="535353"/>
                </a:solidFill>
                <a:latin typeface="Open Sans"/>
                <a:ea typeface="Open Sans"/>
                <a:cs typeface="Open Sans"/>
              </a:defRPr>
            </a:lvl4pPr>
            <a:lvl5pPr marL="0" marR="0" indent="1828800" algn="l" defTabSz="1828800">
              <a:lnSpc>
                <a:spcPct val="110000"/>
              </a:lnSpc>
              <a:spcBef>
                <a:spcPts val="0"/>
              </a:spcBef>
              <a:spcAft>
                <a:spcPts val="0"/>
              </a:spcAft>
              <a:buClrTx/>
              <a:buSzTx/>
              <a:buFontTx/>
              <a:buNone/>
              <a:defRPr sz="2400" b="0" i="0" u="none" strike="noStrike" cap="none" spc="0">
                <a:solidFill>
                  <a:srgbClr val="535353"/>
                </a:solidFill>
                <a:latin typeface="Open Sans"/>
                <a:ea typeface="Open Sans"/>
                <a:cs typeface="Open Sans"/>
              </a:defRPr>
            </a:lvl5pPr>
            <a:lvl6pPr marL="0" marR="0" indent="2286000" algn="l" defTabSz="1828800">
              <a:lnSpc>
                <a:spcPct val="110000"/>
              </a:lnSpc>
              <a:spcBef>
                <a:spcPts val="0"/>
              </a:spcBef>
              <a:spcAft>
                <a:spcPts val="0"/>
              </a:spcAft>
              <a:buClrTx/>
              <a:buSzTx/>
              <a:buFontTx/>
              <a:buNone/>
              <a:defRPr sz="2400" b="0" i="0" u="none" strike="noStrike" cap="none" spc="0">
                <a:solidFill>
                  <a:srgbClr val="0082B9"/>
                </a:solidFill>
                <a:latin typeface="Open Sans"/>
                <a:ea typeface="Open Sans"/>
                <a:cs typeface="Open Sans"/>
              </a:defRPr>
            </a:lvl6pPr>
            <a:lvl7pPr marL="0" marR="0" indent="2743200" algn="l" defTabSz="1828800">
              <a:lnSpc>
                <a:spcPct val="110000"/>
              </a:lnSpc>
              <a:spcBef>
                <a:spcPts val="0"/>
              </a:spcBef>
              <a:spcAft>
                <a:spcPts val="0"/>
              </a:spcAft>
              <a:buClrTx/>
              <a:buSzTx/>
              <a:buFontTx/>
              <a:buNone/>
              <a:defRPr sz="2400" b="0" i="0" u="none" strike="noStrike" cap="none" spc="0">
                <a:solidFill>
                  <a:srgbClr val="0082B9"/>
                </a:solidFill>
                <a:latin typeface="Open Sans"/>
                <a:ea typeface="Open Sans"/>
                <a:cs typeface="Open Sans"/>
              </a:defRPr>
            </a:lvl7pPr>
            <a:lvl8pPr marL="0" marR="0" indent="3200400" algn="l" defTabSz="1828800">
              <a:lnSpc>
                <a:spcPct val="110000"/>
              </a:lnSpc>
              <a:spcBef>
                <a:spcPts val="0"/>
              </a:spcBef>
              <a:spcAft>
                <a:spcPts val="0"/>
              </a:spcAft>
              <a:buClrTx/>
              <a:buSzTx/>
              <a:buFontTx/>
              <a:buNone/>
              <a:defRPr sz="2400" b="0" i="0" u="none" strike="noStrike" cap="none" spc="0">
                <a:solidFill>
                  <a:srgbClr val="0082B9"/>
                </a:solidFill>
                <a:latin typeface="Open Sans"/>
                <a:ea typeface="Open Sans"/>
                <a:cs typeface="Open Sans"/>
              </a:defRPr>
            </a:lvl8pPr>
            <a:lvl9pPr marL="0" marR="0" indent="3657600" algn="l" defTabSz="1828800">
              <a:lnSpc>
                <a:spcPct val="110000"/>
              </a:lnSpc>
              <a:spcBef>
                <a:spcPts val="0"/>
              </a:spcBef>
              <a:spcAft>
                <a:spcPts val="0"/>
              </a:spcAft>
              <a:buClrTx/>
              <a:buSzTx/>
              <a:buFontTx/>
              <a:buNone/>
              <a:defRPr sz="2400" b="0" i="0" u="none" strike="noStrike" cap="none" spc="0">
                <a:solidFill>
                  <a:srgbClr val="0082B9"/>
                </a:solidFill>
                <a:latin typeface="Open Sans"/>
                <a:ea typeface="Open Sans"/>
                <a:cs typeface="Open Sans"/>
              </a:defRPr>
            </a:lvl9pPr>
          </a:lstStyle>
          <a:p>
            <a:pPr marL="0" marR="0" lvl="0" indent="0" algn="r" defTabSz="1828800" eaLnBrk="1" fontAlgn="auto" latinLnBrk="0" hangingPunct="1">
              <a:lnSpc>
                <a:spcPct val="110000"/>
              </a:lnSpc>
              <a:spcBef>
                <a:spcPts val="0"/>
              </a:spcBef>
              <a:spcAft>
                <a:spcPts val="0"/>
              </a:spcAft>
              <a:buClrTx/>
              <a:buSzTx/>
              <a:buFontTx/>
              <a:buNone/>
              <a:tabLst/>
              <a:defRPr/>
            </a:pPr>
            <a:r>
              <a:rPr kumimoji="0" lang="ru-RU" sz="2800" b="0" i="0" u="none" strike="noStrike" kern="0" cap="none" spc="0" normalizeH="0" baseline="0" noProof="0">
                <a:ln>
                  <a:noFill/>
                </a:ln>
                <a:solidFill>
                  <a:srgbClr val="535353"/>
                </a:solidFill>
                <a:effectLst/>
                <a:uLnTx/>
                <a:uFillTx/>
                <a:latin typeface="Open Sans"/>
              </a:rPr>
              <a:t>Методика разработки учебного занятия</a:t>
            </a:r>
          </a:p>
        </p:txBody>
      </p:sp>
      <p:sp>
        <p:nvSpPr>
          <p:cNvPr id="9" name="Прямоугольник 8"/>
          <p:cNvSpPr/>
          <p:nvPr/>
        </p:nvSpPr>
        <p:spPr bwMode="auto">
          <a:xfrm>
            <a:off x="10103768" y="4089855"/>
            <a:ext cx="13814214" cy="8217634"/>
          </a:xfrm>
          <a:prstGeom prst="rect">
            <a:avLst/>
          </a:prstGeom>
        </p:spPr>
        <p:txBody>
          <a:bodyPr wrap="square">
            <a:spAutoFit/>
          </a:bodyPr>
          <a:lstStyle/>
          <a:p>
            <a:pPr>
              <a:defRPr/>
            </a:pPr>
            <a:r>
              <a:rPr lang="ru-RU" b="1" dirty="0"/>
              <a:t>Цель</a:t>
            </a:r>
            <a:r>
              <a:rPr lang="ru-RU" dirty="0"/>
              <a:t> </a:t>
            </a:r>
            <a:r>
              <a:rPr lang="ru-RU" b="1" dirty="0"/>
              <a:t>занятия</a:t>
            </a:r>
            <a:r>
              <a:rPr lang="ru-RU" dirty="0"/>
              <a:t>: освоить навыки проведения сердечно-легочной реанимации. Отработать навыки первой помощи при нарушении проходимости верхних дыхательных путей, укладывания пострадавшего в устойчивое боковое положение. </a:t>
            </a:r>
            <a:endParaRPr dirty="0"/>
          </a:p>
          <a:p>
            <a:pPr>
              <a:defRPr/>
            </a:pPr>
            <a:r>
              <a:rPr lang="ru-RU" dirty="0"/>
              <a:t> </a:t>
            </a:r>
            <a:endParaRPr dirty="0"/>
          </a:p>
          <a:p>
            <a:pPr>
              <a:defRPr/>
            </a:pPr>
            <a:r>
              <a:rPr lang="ru-RU" b="1" dirty="0"/>
              <a:t>Вид занятия</a:t>
            </a:r>
            <a:r>
              <a:rPr lang="ru-RU" dirty="0"/>
              <a:t>: групповое. </a:t>
            </a:r>
            <a:endParaRPr dirty="0"/>
          </a:p>
          <a:p>
            <a:pPr>
              <a:defRPr/>
            </a:pPr>
            <a:r>
              <a:rPr lang="ru-RU" dirty="0"/>
              <a:t> </a:t>
            </a:r>
            <a:endParaRPr dirty="0"/>
          </a:p>
          <a:p>
            <a:pPr>
              <a:defRPr/>
            </a:pPr>
            <a:r>
              <a:rPr lang="ru-RU" b="1" dirty="0"/>
              <a:t>Метод</a:t>
            </a:r>
            <a:r>
              <a:rPr lang="ru-RU" dirty="0"/>
              <a:t>: лекция, диалог, практическое занятие. </a:t>
            </a:r>
            <a:endParaRPr dirty="0"/>
          </a:p>
          <a:p>
            <a:pPr>
              <a:defRPr/>
            </a:pPr>
            <a:r>
              <a:rPr lang="ru-RU" dirty="0"/>
              <a:t> </a:t>
            </a:r>
            <a:endParaRPr dirty="0"/>
          </a:p>
          <a:p>
            <a:pPr>
              <a:defRPr/>
            </a:pPr>
            <a:r>
              <a:rPr lang="ru-RU" b="1" dirty="0"/>
              <a:t>Продолжительность:</a:t>
            </a:r>
            <a:r>
              <a:rPr lang="ru-RU" dirty="0"/>
              <a:t> 4 часа (2 часа теории, 2 часа практики). </a:t>
            </a:r>
            <a:endParaRPr dirty="0"/>
          </a:p>
          <a:p>
            <a:pPr>
              <a:defRPr/>
            </a:pPr>
            <a:r>
              <a:rPr lang="ru-RU" dirty="0"/>
              <a:t> </a:t>
            </a:r>
            <a:endParaRPr dirty="0"/>
          </a:p>
          <a:p>
            <a:pPr>
              <a:defRPr/>
            </a:pPr>
            <a:r>
              <a:rPr lang="ru-RU" b="1" dirty="0"/>
              <a:t>Учебно-материальное обеспечение</a:t>
            </a:r>
            <a:r>
              <a:rPr lang="ru-RU" dirty="0"/>
              <a:t>: Тренажер-манекен взрослого пострадавшего с контроллером для отработки приемов сердечно-легочной реанимации, тренажер-манекен взрослого пострадавшего без контроллера для отработки приемов сердечно-легочной реанимации, тренажер-манекен взрослого для отработки приемов удаления инородного тела из верхних дыхательных путей, расходный материал для тренажеров, аптечки первой помощи (автомобильная, для оказания первой помощи работникам), табельные средства для оказания первой помощи: устройства для проведения искусственного дыхания различных моделей, учебные пособия по пер-вой помощи пострадавшим, учебный фильм по первой помощи, наглядные пособия (слайды, плакаты): сердечно-легочная реанимация, мультимедийный проектор, экран для демонстрации учебных фильмов, персональный компьютер (ноутбук).</a:t>
            </a:r>
            <a:endParaRPr dirty="0"/>
          </a:p>
        </p:txBody>
      </p:sp>
      <p:pic>
        <p:nvPicPr>
          <p:cNvPr id="5122" name="Picture 2" descr="Picture background">
            <a:extLst>
              <a:ext uri="{FF2B5EF4-FFF2-40B4-BE49-F238E27FC236}">
                <a16:creationId xmlns:a16="http://schemas.microsoft.com/office/drawing/2014/main" id="{C5E89965-C130-4CCD-9C9D-D56A8CA7068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4210" t="16781" r="7129" b="55448"/>
          <a:stretch/>
        </p:blipFill>
        <p:spPr bwMode="auto">
          <a:xfrm>
            <a:off x="1894856" y="5062674"/>
            <a:ext cx="7247034" cy="6067284"/>
          </a:xfrm>
          <a:prstGeom prst="rect">
            <a:avLst/>
          </a:prstGeom>
          <a:noFill/>
          <a:extLst>
            <a:ext uri="{909E8E84-426E-40DD-AFC4-6F175D3DCCD1}">
              <a14:hiddenFill xmlns:a14="http://schemas.microsoft.com/office/drawing/2010/main">
                <a:solidFill>
                  <a:srgbClr val="FFFFFF"/>
                </a:solidFill>
              </a14:hiddenFill>
            </a:ext>
          </a:extLst>
        </p:spPr>
      </p:pic>
      <p:sp>
        <p:nvSpPr>
          <p:cNvPr id="2" name="Прямоугольник 1">
            <a:extLst>
              <a:ext uri="{FF2B5EF4-FFF2-40B4-BE49-F238E27FC236}">
                <a16:creationId xmlns:a16="http://schemas.microsoft.com/office/drawing/2014/main" id="{00834868-A797-401E-9780-49FFD4FE590B}"/>
              </a:ext>
            </a:extLst>
          </p:cNvPr>
          <p:cNvSpPr/>
          <p:nvPr/>
        </p:nvSpPr>
        <p:spPr bwMode="auto">
          <a:xfrm>
            <a:off x="2254896" y="5062674"/>
            <a:ext cx="1656184" cy="427174"/>
          </a:xfrm>
          <a:prstGeom prst="rect">
            <a:avLst/>
          </a:prstGeom>
          <a:solidFill>
            <a:srgbClr val="FFFFFF"/>
          </a:solidFill>
          <a:ln w="12700" cap="flat">
            <a:noFill/>
            <a:prstDash val="solid"/>
            <a:miter lim="800000"/>
          </a:ln>
        </p:spPr>
        <p:style>
          <a:lnRef idx="0">
            <a:srgbClr val="000000"/>
          </a:lnRef>
          <a:fillRef idx="0">
            <a:srgbClr val="000000"/>
          </a:fillRef>
          <a:effectRef idx="0">
            <a:srgbClr val="000000"/>
          </a:effectRef>
          <a:fontRef idx="none"/>
        </p:style>
        <p:txBody>
          <a:bodyPr rtlCol="0" anchor="ctr"/>
          <a:lstStyle/>
          <a:p>
            <a:pPr algn="ctr"/>
            <a:endParaRPr lang="ru-RU"/>
          </a:p>
        </p:txBody>
      </p:sp>
    </p:spTree>
    <p:extLst>
      <p:ext uri="{BB962C8B-B14F-4D97-AF65-F5344CB8AC3E}">
        <p14:creationId xmlns:p14="http://schemas.microsoft.com/office/powerpoint/2010/main" val="14363971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bg>
      <p:bgPr>
        <a:solidFill>
          <a:srgbClr val="FFFFFF"/>
        </a:solidFill>
        <a:effectLst/>
      </p:bgPr>
    </p:bg>
    <p:spTree>
      <p:nvGrpSpPr>
        <p:cNvPr id="1" name=""/>
        <p:cNvGrpSpPr/>
        <p:nvPr/>
      </p:nvGrpSpPr>
      <p:grpSpPr bwMode="auto">
        <a:xfrm>
          <a:off x="0" y="0"/>
          <a:ext cx="0" cy="0"/>
          <a:chOff x="0" y="0"/>
          <a:chExt cx="0" cy="0"/>
        </a:xfrm>
      </p:grpSpPr>
      <p:pic>
        <p:nvPicPr>
          <p:cNvPr id="9" name="Picture 2" descr="Picture background">
            <a:extLst>
              <a:ext uri="{FF2B5EF4-FFF2-40B4-BE49-F238E27FC236}">
                <a16:creationId xmlns:a16="http://schemas.microsoft.com/office/drawing/2014/main" id="{765F6E6C-D28F-4889-AC74-11A1DD01DB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63808" y="3617640"/>
            <a:ext cx="13175577" cy="9260789"/>
          </a:xfrm>
          <a:prstGeom prst="rect">
            <a:avLst/>
          </a:prstGeom>
          <a:noFill/>
          <a:extLst>
            <a:ext uri="{909E8E84-426E-40DD-AFC4-6F175D3DCCD1}">
              <a14:hiddenFill xmlns:a14="http://schemas.microsoft.com/office/drawing/2010/main">
                <a:solidFill>
                  <a:srgbClr val="FFFFFF"/>
                </a:solidFill>
              </a14:hiddenFill>
            </a:ext>
          </a:extLst>
        </p:spPr>
      </p:pic>
      <p:sp>
        <p:nvSpPr>
          <p:cNvPr id="866" name="Номер слайда"/>
          <p:cNvSpPr txBox="1">
            <a:spLocks noGrp="1"/>
          </p:cNvSpPr>
          <p:nvPr>
            <p:ph type="sldNum" sz="quarter" idx="4294967295"/>
          </p:nvPr>
        </p:nvSpPr>
        <p:spPr bwMode="auto">
          <a:xfrm>
            <a:off x="6350" y="6542537"/>
            <a:ext cx="684000" cy="630942"/>
          </a:xfrm>
          <a:prstGeom prst="rect">
            <a:avLst/>
          </a:prstGeom>
          <a:gradFill>
            <a:gsLst>
              <a:gs pos="0">
                <a:srgbClr val="656565"/>
              </a:gs>
              <a:gs pos="50000">
                <a:schemeClr val="accent6"/>
              </a:gs>
              <a:gs pos="100000">
                <a:srgbClr val="444444"/>
              </a:gs>
            </a:gsLst>
            <a:lin ang="5400000" scaled="1"/>
          </a:gradFill>
          <a:ln w="6350">
            <a:solidFill>
              <a:srgbClr val="DDDDDD"/>
            </a:solidFill>
            <a:miter lim="800000"/>
          </a:ln>
          <a:effectLst>
            <a:outerShdw blurRad="63500" dist="19050" dir="5400000" rotWithShape="0">
              <a:srgbClr val="000000">
                <a:alpha val="63000"/>
              </a:srgbClr>
            </a:outerShdw>
          </a:effectLst>
        </p:spPr>
        <p:txBody>
          <a:bodyPr wrap="square"/>
          <a:lstStyle>
            <a:lvl1pPr>
              <a:defRPr sz="3500">
                <a:solidFill>
                  <a:srgbClr val="FFFFFF"/>
                </a:solidFill>
              </a:defRPr>
            </a:lvl1pPr>
          </a:lstStyle>
          <a:p>
            <a:pPr marL="0" marR="0" lvl="0" indent="0" algn="ctr" defTabSz="1828434" rtl="0" eaLnBrk="1" fontAlgn="auto" latinLnBrk="0" hangingPunct="1">
              <a:lnSpc>
                <a:spcPct val="100000"/>
              </a:lnSpc>
              <a:spcBef>
                <a:spcPts val="0"/>
              </a:spcBef>
              <a:spcAft>
                <a:spcPts val="0"/>
              </a:spcAft>
              <a:buClrTx/>
              <a:buSzTx/>
              <a:buFontTx/>
              <a:buNone/>
              <a:tabLst/>
              <a:defRPr/>
            </a:pPr>
            <a:fld id="{86CB4B4D-7CA3-9044-876B-883B54F8677D}" type="slidenum">
              <a:rPr kumimoji="0" sz="3500" b="0" i="0" u="none" strike="noStrike" kern="0" cap="none" spc="0" normalizeH="0" baseline="0" noProof="0">
                <a:ln>
                  <a:noFill/>
                </a:ln>
                <a:solidFill>
                  <a:srgbClr val="FFFFFF"/>
                </a:solidFill>
                <a:effectLst/>
                <a:uLnTx/>
                <a:uFillTx/>
                <a:latin typeface="Open Sans Light"/>
                <a:cs typeface="Calibri"/>
                <a:sym typeface="Open Sans"/>
              </a:rPr>
              <a:pPr marL="0" marR="0" lvl="0" indent="0" algn="ctr" defTabSz="1828434" rtl="0" eaLnBrk="1" fontAlgn="auto" latinLnBrk="0" hangingPunct="1">
                <a:lnSpc>
                  <a:spcPct val="100000"/>
                </a:lnSpc>
                <a:spcBef>
                  <a:spcPts val="0"/>
                </a:spcBef>
                <a:spcAft>
                  <a:spcPts val="0"/>
                </a:spcAft>
                <a:buClrTx/>
                <a:buSzTx/>
                <a:buFontTx/>
                <a:buNone/>
                <a:tabLst/>
                <a:defRPr/>
              </a:pPr>
              <a:t>10</a:t>
            </a:fld>
            <a:endParaRPr kumimoji="0" sz="3500" b="0" i="0" u="none" strike="noStrike" kern="0" cap="none" spc="0" normalizeH="0" baseline="0" noProof="0">
              <a:ln>
                <a:noFill/>
              </a:ln>
              <a:solidFill>
                <a:srgbClr val="FFFFFF"/>
              </a:solidFill>
              <a:effectLst/>
              <a:uLnTx/>
              <a:uFillTx/>
              <a:latin typeface="Open Sans Light"/>
              <a:cs typeface="Calibri"/>
              <a:sym typeface="Open Sans"/>
            </a:endParaRPr>
          </a:p>
        </p:txBody>
      </p:sp>
      <p:sp>
        <p:nvSpPr>
          <p:cNvPr id="29" name="TextBox 6"/>
          <p:cNvSpPr txBox="1"/>
          <p:nvPr/>
        </p:nvSpPr>
        <p:spPr bwMode="auto">
          <a:xfrm>
            <a:off x="2034610" y="1106179"/>
            <a:ext cx="24280504" cy="1508105"/>
          </a:xfrm>
          <a:prstGeom prst="rect">
            <a:avLst/>
          </a:prstGeom>
          <a:ln w="12700">
            <a:miter lim="400000"/>
          </a:ln>
        </p:spPr>
        <p:txBody>
          <a:bodyPr wrap="square" lIns="45720" rIns="45720">
            <a:spAutoFit/>
          </a:bodyPr>
          <a:lstStyle>
            <a:lvl1pPr>
              <a:defRPr sz="6600">
                <a:solidFill>
                  <a:srgbClr val="010101"/>
                </a:solidFill>
                <a:latin typeface="Montserrat Semi Bold"/>
                <a:ea typeface="Montserrat Semi Bold"/>
                <a:cs typeface="Montserrat Semi Bold"/>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4600" b="0" i="0" u="none" strike="noStrike" kern="0" cap="none" spc="0" normalizeH="0" baseline="0" noProof="0" dirty="0">
                <a:ln>
                  <a:noFill/>
                </a:ln>
                <a:solidFill>
                  <a:srgbClr val="404040"/>
                </a:solidFill>
                <a:effectLst/>
                <a:uLnTx/>
                <a:uFillTx/>
                <a:latin typeface="PFDinDisplayPro-Regular"/>
                <a:ea typeface="PFDinDisplayPro-Regular"/>
                <a:cs typeface="PFDinDisplayPro-Regular"/>
                <a:sym typeface="Stem"/>
              </a:rPr>
              <a:t>ТЕМА 3. ОКАЗАНИЕ ПЕРВОЙ ПОМОЩИ ПРИ ОТСУТСТВИИ СОЗНАНИЯ,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4600" b="0" i="0" u="none" strike="noStrike" kern="0" cap="none" spc="0" normalizeH="0" baseline="0" noProof="0" dirty="0">
                <a:ln>
                  <a:noFill/>
                </a:ln>
                <a:solidFill>
                  <a:srgbClr val="404040"/>
                </a:solidFill>
                <a:effectLst/>
                <a:uLnTx/>
                <a:uFillTx/>
                <a:latin typeface="PFDinDisplayPro-Regular"/>
                <a:ea typeface="PFDinDisplayPro-Regular"/>
                <a:cs typeface="PFDinDisplayPro-Regular"/>
                <a:sym typeface="Stem"/>
              </a:rPr>
              <a:t>ОСТАНОВКЕ ДЫХАНИЯ И КРОВООБРАЩЕНИЯ</a:t>
            </a:r>
          </a:p>
        </p:txBody>
      </p:sp>
      <p:sp>
        <p:nvSpPr>
          <p:cNvPr id="22" name="Rectangle 29"/>
          <p:cNvSpPr/>
          <p:nvPr/>
        </p:nvSpPr>
        <p:spPr bwMode="auto">
          <a:xfrm>
            <a:off x="2061232" y="2604670"/>
            <a:ext cx="20297788" cy="72000"/>
          </a:xfrm>
          <a:prstGeom prst="rect">
            <a:avLst/>
          </a:prstGeom>
          <a:gradFill>
            <a:gsLst>
              <a:gs pos="0">
                <a:srgbClr val="656565"/>
              </a:gs>
              <a:gs pos="50000">
                <a:schemeClr val="accent6"/>
              </a:gs>
              <a:gs pos="100000">
                <a:srgbClr val="444444"/>
              </a:gs>
            </a:gsLst>
            <a:lin ang="5400000" scaled="1"/>
          </a:gradFill>
          <a:ln w="6350">
            <a:solidFill>
              <a:srgbClr val="DDDDDD"/>
            </a:solidFill>
            <a:miter/>
          </a:ln>
          <a:effectLst>
            <a:outerShdw blurRad="63500" dist="19050" dir="5400000" rotWithShape="0">
              <a:srgbClr val="000000">
                <a:alpha val="63000"/>
              </a:srgbClr>
            </a:outerShdw>
          </a:effectLst>
        </p:spPr>
        <p:txBody>
          <a:bodyPr lIns="45720" rIns="45720" anchor="ctr"/>
          <a:lstStyle/>
          <a:p>
            <a:pPr marL="0" marR="0" lvl="0" indent="0" algn="l" defTabSz="1828434" rtl="0" eaLnBrk="1" fontAlgn="auto" latinLnBrk="0" hangingPunct="1">
              <a:lnSpc>
                <a:spcPct val="100000"/>
              </a:lnSpc>
              <a:spcBef>
                <a:spcPts val="0"/>
              </a:spcBef>
              <a:spcAft>
                <a:spcPts val="0"/>
              </a:spcAft>
              <a:buClrTx/>
              <a:buSzTx/>
              <a:buFontTx/>
              <a:buNone/>
              <a:tabLst/>
              <a:defRPr>
                <a:solidFill>
                  <a:srgbClr val="FFFFFF"/>
                </a:solidFill>
              </a:defRPr>
            </a:pPr>
            <a:endParaRPr kumimoji="0" sz="3500" b="0" i="0" u="none" strike="noStrike" kern="0" cap="none" spc="0" normalizeH="0" baseline="0" noProof="0">
              <a:ln>
                <a:noFill/>
              </a:ln>
              <a:solidFill>
                <a:srgbClr val="FFFFFF"/>
              </a:solidFill>
              <a:effectLst/>
              <a:uLnTx/>
              <a:uFillTx/>
              <a:latin typeface="Open Sans Light"/>
              <a:cs typeface="Calibri"/>
              <a:sym typeface="Open Sans"/>
            </a:endParaRPr>
          </a:p>
        </p:txBody>
      </p:sp>
      <p:sp>
        <p:nvSpPr>
          <p:cNvPr id="8" name="Подзаголовок 2"/>
          <p:cNvSpPr txBox="1">
            <a:spLocks/>
          </p:cNvSpPr>
          <p:nvPr/>
        </p:nvSpPr>
        <p:spPr bwMode="auto">
          <a:xfrm>
            <a:off x="1894856" y="2743743"/>
            <a:ext cx="6898072" cy="681807"/>
          </a:xfrm>
          <a:prstGeom prst="rect">
            <a:avLst/>
          </a:prstGeom>
          <a:ln w="25400">
            <a:miter lim="400000"/>
          </a:ln>
        </p:spPr>
        <p:txBody>
          <a:bodyPr tIns="91439" bIns="91439" anchor="ctr">
            <a:normAutofit fontScale="92500"/>
          </a:bodyPr>
          <a:lstStyle>
            <a:lvl1pPr marL="0" marR="0" indent="0" algn="r" defTabSz="1828800">
              <a:lnSpc>
                <a:spcPct val="110000"/>
              </a:lnSpc>
              <a:spcBef>
                <a:spcPts val="0"/>
              </a:spcBef>
              <a:spcAft>
                <a:spcPts val="0"/>
              </a:spcAft>
              <a:buClrTx/>
              <a:buSzTx/>
              <a:buFontTx/>
              <a:buNone/>
              <a:defRPr sz="2800" b="0" i="0" u="none" strike="noStrike" cap="none" spc="0">
                <a:solidFill>
                  <a:srgbClr val="535353"/>
                </a:solidFill>
                <a:latin typeface="Open Sans"/>
                <a:ea typeface="Open Sans"/>
                <a:cs typeface="Open Sans"/>
              </a:defRPr>
            </a:lvl1pPr>
            <a:lvl2pPr marL="0" marR="0" indent="457200" algn="l" defTabSz="1828800">
              <a:lnSpc>
                <a:spcPct val="110000"/>
              </a:lnSpc>
              <a:spcBef>
                <a:spcPts val="0"/>
              </a:spcBef>
              <a:spcAft>
                <a:spcPts val="0"/>
              </a:spcAft>
              <a:buClrTx/>
              <a:buSzTx/>
              <a:buFontTx/>
              <a:buNone/>
              <a:defRPr sz="2400" b="0" i="0" u="none" strike="noStrike" cap="none" spc="0">
                <a:solidFill>
                  <a:srgbClr val="535353"/>
                </a:solidFill>
                <a:latin typeface="Open Sans"/>
                <a:ea typeface="Open Sans"/>
                <a:cs typeface="Open Sans"/>
              </a:defRPr>
            </a:lvl2pPr>
            <a:lvl3pPr marL="0" marR="0" indent="914400" algn="l" defTabSz="1828800">
              <a:lnSpc>
                <a:spcPct val="110000"/>
              </a:lnSpc>
              <a:spcBef>
                <a:spcPts val="0"/>
              </a:spcBef>
              <a:spcAft>
                <a:spcPts val="0"/>
              </a:spcAft>
              <a:buClrTx/>
              <a:buSzTx/>
              <a:buFontTx/>
              <a:buNone/>
              <a:defRPr sz="2400" b="0" i="0" u="none" strike="noStrike" cap="none" spc="0">
                <a:solidFill>
                  <a:srgbClr val="535353"/>
                </a:solidFill>
                <a:latin typeface="Open Sans"/>
                <a:ea typeface="Open Sans"/>
                <a:cs typeface="Open Sans"/>
              </a:defRPr>
            </a:lvl3pPr>
            <a:lvl4pPr marL="0" marR="0" indent="1371600" algn="l" defTabSz="1828800">
              <a:lnSpc>
                <a:spcPct val="110000"/>
              </a:lnSpc>
              <a:spcBef>
                <a:spcPts val="0"/>
              </a:spcBef>
              <a:spcAft>
                <a:spcPts val="0"/>
              </a:spcAft>
              <a:buClrTx/>
              <a:buSzTx/>
              <a:buFontTx/>
              <a:buNone/>
              <a:defRPr sz="2400" b="0" i="0" u="none" strike="noStrike" cap="none" spc="0">
                <a:solidFill>
                  <a:srgbClr val="535353"/>
                </a:solidFill>
                <a:latin typeface="Open Sans"/>
                <a:ea typeface="Open Sans"/>
                <a:cs typeface="Open Sans"/>
              </a:defRPr>
            </a:lvl4pPr>
            <a:lvl5pPr marL="0" marR="0" indent="1828800" algn="l" defTabSz="1828800">
              <a:lnSpc>
                <a:spcPct val="110000"/>
              </a:lnSpc>
              <a:spcBef>
                <a:spcPts val="0"/>
              </a:spcBef>
              <a:spcAft>
                <a:spcPts val="0"/>
              </a:spcAft>
              <a:buClrTx/>
              <a:buSzTx/>
              <a:buFontTx/>
              <a:buNone/>
              <a:defRPr sz="2400" b="0" i="0" u="none" strike="noStrike" cap="none" spc="0">
                <a:solidFill>
                  <a:srgbClr val="535353"/>
                </a:solidFill>
                <a:latin typeface="Open Sans"/>
                <a:ea typeface="Open Sans"/>
                <a:cs typeface="Open Sans"/>
              </a:defRPr>
            </a:lvl5pPr>
            <a:lvl6pPr marL="0" marR="0" indent="2286000" algn="l" defTabSz="1828800">
              <a:lnSpc>
                <a:spcPct val="110000"/>
              </a:lnSpc>
              <a:spcBef>
                <a:spcPts val="0"/>
              </a:spcBef>
              <a:spcAft>
                <a:spcPts val="0"/>
              </a:spcAft>
              <a:buClrTx/>
              <a:buSzTx/>
              <a:buFontTx/>
              <a:buNone/>
              <a:defRPr sz="2400" b="0" i="0" u="none" strike="noStrike" cap="none" spc="0">
                <a:solidFill>
                  <a:srgbClr val="0082B9"/>
                </a:solidFill>
                <a:latin typeface="Open Sans"/>
                <a:ea typeface="Open Sans"/>
                <a:cs typeface="Open Sans"/>
              </a:defRPr>
            </a:lvl6pPr>
            <a:lvl7pPr marL="0" marR="0" indent="2743200" algn="l" defTabSz="1828800">
              <a:lnSpc>
                <a:spcPct val="110000"/>
              </a:lnSpc>
              <a:spcBef>
                <a:spcPts val="0"/>
              </a:spcBef>
              <a:spcAft>
                <a:spcPts val="0"/>
              </a:spcAft>
              <a:buClrTx/>
              <a:buSzTx/>
              <a:buFontTx/>
              <a:buNone/>
              <a:defRPr sz="2400" b="0" i="0" u="none" strike="noStrike" cap="none" spc="0">
                <a:solidFill>
                  <a:srgbClr val="0082B9"/>
                </a:solidFill>
                <a:latin typeface="Open Sans"/>
                <a:ea typeface="Open Sans"/>
                <a:cs typeface="Open Sans"/>
              </a:defRPr>
            </a:lvl7pPr>
            <a:lvl8pPr marL="0" marR="0" indent="3200400" algn="l" defTabSz="1828800">
              <a:lnSpc>
                <a:spcPct val="110000"/>
              </a:lnSpc>
              <a:spcBef>
                <a:spcPts val="0"/>
              </a:spcBef>
              <a:spcAft>
                <a:spcPts val="0"/>
              </a:spcAft>
              <a:buClrTx/>
              <a:buSzTx/>
              <a:buFontTx/>
              <a:buNone/>
              <a:defRPr sz="2400" b="0" i="0" u="none" strike="noStrike" cap="none" spc="0">
                <a:solidFill>
                  <a:srgbClr val="0082B9"/>
                </a:solidFill>
                <a:latin typeface="Open Sans"/>
                <a:ea typeface="Open Sans"/>
                <a:cs typeface="Open Sans"/>
              </a:defRPr>
            </a:lvl8pPr>
            <a:lvl9pPr marL="0" marR="0" indent="3657600" algn="l" defTabSz="1828800">
              <a:lnSpc>
                <a:spcPct val="110000"/>
              </a:lnSpc>
              <a:spcBef>
                <a:spcPts val="0"/>
              </a:spcBef>
              <a:spcAft>
                <a:spcPts val="0"/>
              </a:spcAft>
              <a:buClrTx/>
              <a:buSzTx/>
              <a:buFontTx/>
              <a:buNone/>
              <a:defRPr sz="2400" b="0" i="0" u="none" strike="noStrike" cap="none" spc="0">
                <a:solidFill>
                  <a:srgbClr val="0082B9"/>
                </a:solidFill>
                <a:latin typeface="Open Sans"/>
                <a:ea typeface="Open Sans"/>
                <a:cs typeface="Open Sans"/>
              </a:defRPr>
            </a:lvl9pPr>
          </a:lstStyle>
          <a:p>
            <a:pPr marL="0" marR="0" lvl="0" indent="0" algn="r" defTabSz="1828800" eaLnBrk="1" fontAlgn="auto" latinLnBrk="0" hangingPunct="1">
              <a:lnSpc>
                <a:spcPct val="110000"/>
              </a:lnSpc>
              <a:spcBef>
                <a:spcPts val="0"/>
              </a:spcBef>
              <a:spcAft>
                <a:spcPts val="0"/>
              </a:spcAft>
              <a:buClrTx/>
              <a:buSzTx/>
              <a:buFontTx/>
              <a:buNone/>
              <a:tabLst/>
              <a:defRPr/>
            </a:pPr>
            <a:r>
              <a:rPr kumimoji="0" lang="ru-RU" sz="2800" b="0" i="0" u="none" strike="noStrike" kern="0" cap="none" spc="0" normalizeH="0" baseline="0" noProof="0">
                <a:ln>
                  <a:noFill/>
                </a:ln>
                <a:solidFill>
                  <a:srgbClr val="535353"/>
                </a:solidFill>
                <a:effectLst/>
                <a:uLnTx/>
                <a:uFillTx/>
                <a:latin typeface="Open Sans"/>
              </a:rPr>
              <a:t>Методика разработки учебного занятия</a:t>
            </a:r>
          </a:p>
        </p:txBody>
      </p:sp>
      <p:sp>
        <p:nvSpPr>
          <p:cNvPr id="13" name="Прямоугольник 12"/>
          <p:cNvSpPr/>
          <p:nvPr/>
        </p:nvSpPr>
        <p:spPr bwMode="auto">
          <a:xfrm>
            <a:off x="2326904" y="4366520"/>
            <a:ext cx="9034362" cy="7382983"/>
          </a:xfrm>
          <a:prstGeom prst="rect">
            <a:avLst/>
          </a:prstGeom>
        </p:spPr>
        <p:txBody>
          <a:bodyPr wrap="square">
            <a:spAutoFit/>
          </a:bodyPr>
          <a:lstStyle/>
          <a:p>
            <a:pPr>
              <a:defRPr/>
            </a:pPr>
            <a:r>
              <a:rPr lang="ru-RU" b="1" dirty="0"/>
              <a:t>Изучаемые вопросы:</a:t>
            </a:r>
            <a:endParaRPr lang="ru-RU" dirty="0"/>
          </a:p>
          <a:p>
            <a:pPr>
              <a:defRPr/>
            </a:pPr>
            <a:r>
              <a:rPr lang="ru-RU" dirty="0"/>
              <a:t> </a:t>
            </a:r>
            <a:endParaRPr dirty="0"/>
          </a:p>
          <a:p>
            <a:pPr marL="457200" lvl="0" indent="-457200">
              <a:buFont typeface="+mj-lt"/>
              <a:buAutoNum type="arabicPeriod"/>
              <a:defRPr/>
            </a:pPr>
            <a:r>
              <a:rPr lang="ru-RU" dirty="0"/>
              <a:t>Определение признаков жизни.</a:t>
            </a:r>
          </a:p>
          <a:p>
            <a:pPr marL="457200" lvl="0" indent="-457200">
              <a:buFont typeface="+mj-lt"/>
              <a:buAutoNum type="arabicPeriod"/>
              <a:defRPr/>
            </a:pPr>
            <a:endParaRPr lang="ru-RU" dirty="0"/>
          </a:p>
          <a:p>
            <a:pPr marL="457200" lvl="0" indent="-457200">
              <a:buFont typeface="+mj-lt"/>
              <a:buAutoNum type="arabicPeriod"/>
              <a:defRPr/>
            </a:pPr>
            <a:r>
              <a:rPr lang="ru-RU" dirty="0"/>
              <a:t>Восстановление и поддержание проходимости дыхательных путей.</a:t>
            </a:r>
          </a:p>
          <a:p>
            <a:pPr marL="457200" lvl="0" indent="-457200">
              <a:buFont typeface="+mj-lt"/>
              <a:buAutoNum type="arabicPeriod"/>
              <a:defRPr/>
            </a:pPr>
            <a:endParaRPr lang="ru-RU" dirty="0"/>
          </a:p>
          <a:p>
            <a:pPr marL="457200" lvl="0" indent="-457200">
              <a:buFont typeface="+mj-lt"/>
              <a:buAutoNum type="arabicPeriod"/>
              <a:defRPr/>
            </a:pPr>
            <a:r>
              <a:rPr lang="ru-RU" dirty="0"/>
              <a:t>Техника проведения сердечно-легочной реанимации.</a:t>
            </a:r>
          </a:p>
          <a:p>
            <a:pPr marL="457200" lvl="0" indent="-457200">
              <a:buFont typeface="+mj-lt"/>
              <a:buAutoNum type="arabicPeriod"/>
              <a:defRPr/>
            </a:pPr>
            <a:endParaRPr lang="ru-RU" dirty="0"/>
          </a:p>
          <a:p>
            <a:pPr marL="457200" lvl="0" indent="-457200">
              <a:buFont typeface="+mj-lt"/>
              <a:buAutoNum type="arabicPeriod"/>
              <a:defRPr/>
            </a:pPr>
            <a:r>
              <a:rPr lang="ru-RU" dirty="0"/>
              <a:t>Использование автоматического наружного дефибриллятора (при его наличии).</a:t>
            </a:r>
          </a:p>
          <a:p>
            <a:pPr marL="457200" lvl="0" indent="-457200">
              <a:buFont typeface="+mj-lt"/>
              <a:buAutoNum type="arabicPeriod"/>
              <a:defRPr/>
            </a:pPr>
            <a:endParaRPr lang="ru-RU" dirty="0"/>
          </a:p>
          <a:p>
            <a:pPr marL="457200" lvl="0" indent="-457200">
              <a:buFont typeface="+mj-lt"/>
              <a:buAutoNum type="arabicPeriod"/>
              <a:defRPr/>
            </a:pPr>
            <a:r>
              <a:rPr lang="ru-RU" dirty="0"/>
              <a:t>Первая помощь при нарушении проходимости верхних дыхательных путей, вызванном инородным телом.</a:t>
            </a:r>
          </a:p>
          <a:p>
            <a:pPr marL="457200" lvl="0" indent="-457200">
              <a:buFont typeface="+mj-lt"/>
              <a:buAutoNum type="arabicPeriod"/>
              <a:defRPr/>
            </a:pPr>
            <a:endParaRPr lang="ru-RU" dirty="0"/>
          </a:p>
          <a:p>
            <a:pPr marL="457200" lvl="0" indent="-457200">
              <a:buFont typeface="+mj-lt"/>
              <a:buAutoNum type="arabicPeriod"/>
              <a:defRPr/>
            </a:pPr>
            <a:r>
              <a:rPr lang="ru-RU" dirty="0"/>
              <a:t>Первая помощь при иных угрожающих жизни и здоровью нарушениях дыхания</a:t>
            </a:r>
            <a:endParaRPr dirty="0"/>
          </a:p>
        </p:txBody>
      </p:sp>
    </p:spTree>
    <p:extLst>
      <p:ext uri="{BB962C8B-B14F-4D97-AF65-F5344CB8AC3E}">
        <p14:creationId xmlns:p14="http://schemas.microsoft.com/office/powerpoint/2010/main" val="26970237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866" name="Номер слайда"/>
          <p:cNvSpPr txBox="1">
            <a:spLocks noGrp="1"/>
          </p:cNvSpPr>
          <p:nvPr>
            <p:ph type="sldNum" sz="quarter" idx="4294967295"/>
          </p:nvPr>
        </p:nvSpPr>
        <p:spPr bwMode="auto">
          <a:xfrm>
            <a:off x="6350" y="6542537"/>
            <a:ext cx="684000" cy="630942"/>
          </a:xfrm>
          <a:prstGeom prst="rect">
            <a:avLst/>
          </a:prstGeom>
          <a:gradFill>
            <a:gsLst>
              <a:gs pos="0">
                <a:srgbClr val="656565"/>
              </a:gs>
              <a:gs pos="50000">
                <a:schemeClr val="accent6"/>
              </a:gs>
              <a:gs pos="100000">
                <a:srgbClr val="444444"/>
              </a:gs>
            </a:gsLst>
            <a:lin ang="5400000" scaled="1"/>
          </a:gradFill>
          <a:ln w="6350">
            <a:solidFill>
              <a:srgbClr val="DDDDDD"/>
            </a:solidFill>
            <a:miter lim="800000"/>
          </a:ln>
          <a:effectLst>
            <a:outerShdw blurRad="63500" dist="19050" dir="5400000" rotWithShape="0">
              <a:srgbClr val="000000">
                <a:alpha val="63000"/>
              </a:srgbClr>
            </a:outerShdw>
          </a:effectLst>
        </p:spPr>
        <p:txBody>
          <a:bodyPr wrap="square"/>
          <a:lstStyle>
            <a:lvl1pPr>
              <a:defRPr sz="3500">
                <a:solidFill>
                  <a:srgbClr val="FFFFFF"/>
                </a:solidFill>
              </a:defRPr>
            </a:lvl1pPr>
          </a:lstStyle>
          <a:p>
            <a:pPr marL="0" marR="0" lvl="0" indent="0" algn="ctr" defTabSz="1828434" rtl="0" eaLnBrk="1" fontAlgn="auto" latinLnBrk="0" hangingPunct="1">
              <a:lnSpc>
                <a:spcPct val="100000"/>
              </a:lnSpc>
              <a:spcBef>
                <a:spcPts val="0"/>
              </a:spcBef>
              <a:spcAft>
                <a:spcPts val="0"/>
              </a:spcAft>
              <a:buClrTx/>
              <a:buSzTx/>
              <a:buFontTx/>
              <a:buNone/>
              <a:tabLst/>
              <a:defRPr/>
            </a:pPr>
            <a:fld id="{86CB4B4D-7CA3-9044-876B-883B54F8677D}" type="slidenum">
              <a:rPr kumimoji="0" sz="3500" b="0" i="0" u="none" strike="noStrike" kern="0" cap="none" spc="0" normalizeH="0" baseline="0" noProof="0">
                <a:ln>
                  <a:noFill/>
                </a:ln>
                <a:solidFill>
                  <a:srgbClr val="FFFFFF"/>
                </a:solidFill>
                <a:effectLst/>
                <a:uLnTx/>
                <a:uFillTx/>
                <a:latin typeface="Open Sans Light"/>
                <a:cs typeface="Calibri"/>
                <a:sym typeface="Open Sans"/>
              </a:rPr>
              <a:pPr marL="0" marR="0" lvl="0" indent="0" algn="ctr" defTabSz="1828434" rtl="0" eaLnBrk="1" fontAlgn="auto" latinLnBrk="0" hangingPunct="1">
                <a:lnSpc>
                  <a:spcPct val="100000"/>
                </a:lnSpc>
                <a:spcBef>
                  <a:spcPts val="0"/>
                </a:spcBef>
                <a:spcAft>
                  <a:spcPts val="0"/>
                </a:spcAft>
                <a:buClrTx/>
                <a:buSzTx/>
                <a:buFontTx/>
                <a:buNone/>
                <a:tabLst/>
                <a:defRPr/>
              </a:pPr>
              <a:t>11</a:t>
            </a:fld>
            <a:endParaRPr kumimoji="0" sz="3500" b="0" i="0" u="none" strike="noStrike" kern="0" cap="none" spc="0" normalizeH="0" baseline="0" noProof="0">
              <a:ln>
                <a:noFill/>
              </a:ln>
              <a:solidFill>
                <a:srgbClr val="FFFFFF"/>
              </a:solidFill>
              <a:effectLst/>
              <a:uLnTx/>
              <a:uFillTx/>
              <a:latin typeface="Open Sans Light"/>
              <a:cs typeface="Calibri"/>
              <a:sym typeface="Open Sans"/>
            </a:endParaRPr>
          </a:p>
        </p:txBody>
      </p:sp>
      <p:sp>
        <p:nvSpPr>
          <p:cNvPr id="29" name="TextBox 6"/>
          <p:cNvSpPr txBox="1"/>
          <p:nvPr/>
        </p:nvSpPr>
        <p:spPr bwMode="auto">
          <a:xfrm>
            <a:off x="2034610" y="1106179"/>
            <a:ext cx="24280504" cy="1508105"/>
          </a:xfrm>
          <a:prstGeom prst="rect">
            <a:avLst/>
          </a:prstGeom>
          <a:ln w="12700">
            <a:miter lim="400000"/>
          </a:ln>
        </p:spPr>
        <p:txBody>
          <a:bodyPr wrap="square" lIns="45720" rIns="45720">
            <a:spAutoFit/>
          </a:bodyPr>
          <a:lstStyle>
            <a:lvl1pPr>
              <a:defRPr sz="6600">
                <a:solidFill>
                  <a:srgbClr val="010101"/>
                </a:solidFill>
                <a:latin typeface="Montserrat Semi Bold"/>
                <a:ea typeface="Montserrat Semi Bold"/>
                <a:cs typeface="Montserrat Semi Bold"/>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4600" b="0" i="0" u="none" strike="noStrike" kern="0" cap="none" spc="0" normalizeH="0" baseline="0" noProof="0" dirty="0">
                <a:ln>
                  <a:noFill/>
                </a:ln>
                <a:solidFill>
                  <a:srgbClr val="404040"/>
                </a:solidFill>
                <a:effectLst/>
                <a:uLnTx/>
                <a:uFillTx/>
                <a:latin typeface="PFDinDisplayPro-Regular"/>
                <a:ea typeface="PFDinDisplayPro-Regular"/>
                <a:cs typeface="PFDinDisplayPro-Regular"/>
                <a:sym typeface="Stem"/>
              </a:rPr>
              <a:t>ТЕМА 3. ОКАЗАНИЕ ПЕРВОЙ ПОМОЩИ ПРИ ОТСУТСТВИИ СОЗНАНИЯ,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4600" b="0" i="0" u="none" strike="noStrike" kern="0" cap="none" spc="0" normalizeH="0" baseline="0" noProof="0" dirty="0">
                <a:ln>
                  <a:noFill/>
                </a:ln>
                <a:solidFill>
                  <a:srgbClr val="404040"/>
                </a:solidFill>
                <a:effectLst/>
                <a:uLnTx/>
                <a:uFillTx/>
                <a:latin typeface="PFDinDisplayPro-Regular"/>
                <a:ea typeface="PFDinDisplayPro-Regular"/>
                <a:cs typeface="PFDinDisplayPro-Regular"/>
                <a:sym typeface="Stem"/>
              </a:rPr>
              <a:t>ОСТАНОВКЕ ДЫХАНИЯ И КРОВООБРАЩЕНИЯ</a:t>
            </a:r>
          </a:p>
        </p:txBody>
      </p:sp>
      <p:sp>
        <p:nvSpPr>
          <p:cNvPr id="22" name="Rectangle 29"/>
          <p:cNvSpPr/>
          <p:nvPr/>
        </p:nvSpPr>
        <p:spPr bwMode="auto">
          <a:xfrm>
            <a:off x="2061232" y="2604670"/>
            <a:ext cx="20297788" cy="72000"/>
          </a:xfrm>
          <a:prstGeom prst="rect">
            <a:avLst/>
          </a:prstGeom>
          <a:gradFill>
            <a:gsLst>
              <a:gs pos="0">
                <a:srgbClr val="656565"/>
              </a:gs>
              <a:gs pos="50000">
                <a:schemeClr val="accent6"/>
              </a:gs>
              <a:gs pos="100000">
                <a:srgbClr val="444444"/>
              </a:gs>
            </a:gsLst>
            <a:lin ang="5400000" scaled="1"/>
          </a:gradFill>
          <a:ln w="6350">
            <a:solidFill>
              <a:srgbClr val="DDDDDD"/>
            </a:solidFill>
            <a:miter/>
          </a:ln>
          <a:effectLst>
            <a:outerShdw blurRad="63500" dist="19050" dir="5400000" rotWithShape="0">
              <a:srgbClr val="000000">
                <a:alpha val="63000"/>
              </a:srgbClr>
            </a:outerShdw>
          </a:effectLst>
        </p:spPr>
        <p:txBody>
          <a:bodyPr lIns="45720" rIns="45720" anchor="ctr"/>
          <a:lstStyle/>
          <a:p>
            <a:pPr marL="0" marR="0" lvl="0" indent="0" algn="l" defTabSz="1828434" rtl="0" eaLnBrk="1" fontAlgn="auto" latinLnBrk="0" hangingPunct="1">
              <a:lnSpc>
                <a:spcPct val="100000"/>
              </a:lnSpc>
              <a:spcBef>
                <a:spcPts val="0"/>
              </a:spcBef>
              <a:spcAft>
                <a:spcPts val="0"/>
              </a:spcAft>
              <a:buClrTx/>
              <a:buSzTx/>
              <a:buFontTx/>
              <a:buNone/>
              <a:tabLst/>
              <a:defRPr>
                <a:solidFill>
                  <a:srgbClr val="FFFFFF"/>
                </a:solidFill>
              </a:defRPr>
            </a:pPr>
            <a:endParaRPr kumimoji="0" sz="3500" b="0" i="0" u="none" strike="noStrike" kern="0" cap="none" spc="0" normalizeH="0" baseline="0" noProof="0">
              <a:ln>
                <a:noFill/>
              </a:ln>
              <a:solidFill>
                <a:srgbClr val="FFFFFF"/>
              </a:solidFill>
              <a:effectLst/>
              <a:uLnTx/>
              <a:uFillTx/>
              <a:latin typeface="Open Sans Light"/>
              <a:cs typeface="Calibri"/>
              <a:sym typeface="Open Sans"/>
            </a:endParaRPr>
          </a:p>
        </p:txBody>
      </p:sp>
      <p:sp>
        <p:nvSpPr>
          <p:cNvPr id="8" name="Подзаголовок 2"/>
          <p:cNvSpPr txBox="1">
            <a:spLocks/>
          </p:cNvSpPr>
          <p:nvPr/>
        </p:nvSpPr>
        <p:spPr bwMode="auto">
          <a:xfrm>
            <a:off x="1894856" y="2743743"/>
            <a:ext cx="6898072" cy="681807"/>
          </a:xfrm>
          <a:prstGeom prst="rect">
            <a:avLst/>
          </a:prstGeom>
          <a:ln w="25400">
            <a:miter lim="400000"/>
          </a:ln>
        </p:spPr>
        <p:txBody>
          <a:bodyPr tIns="91439" bIns="91439" anchor="ctr">
            <a:normAutofit fontScale="92500"/>
          </a:bodyPr>
          <a:lstStyle>
            <a:lvl1pPr marL="0" marR="0" indent="0" algn="r" defTabSz="1828800">
              <a:lnSpc>
                <a:spcPct val="110000"/>
              </a:lnSpc>
              <a:spcBef>
                <a:spcPts val="0"/>
              </a:spcBef>
              <a:spcAft>
                <a:spcPts val="0"/>
              </a:spcAft>
              <a:buClrTx/>
              <a:buSzTx/>
              <a:buFontTx/>
              <a:buNone/>
              <a:defRPr sz="2800" b="0" i="0" u="none" strike="noStrike" cap="none" spc="0">
                <a:solidFill>
                  <a:srgbClr val="535353"/>
                </a:solidFill>
                <a:latin typeface="Open Sans"/>
                <a:ea typeface="Open Sans"/>
                <a:cs typeface="Open Sans"/>
              </a:defRPr>
            </a:lvl1pPr>
            <a:lvl2pPr marL="0" marR="0" indent="457200" algn="l" defTabSz="1828800">
              <a:lnSpc>
                <a:spcPct val="110000"/>
              </a:lnSpc>
              <a:spcBef>
                <a:spcPts val="0"/>
              </a:spcBef>
              <a:spcAft>
                <a:spcPts val="0"/>
              </a:spcAft>
              <a:buClrTx/>
              <a:buSzTx/>
              <a:buFontTx/>
              <a:buNone/>
              <a:defRPr sz="2400" b="0" i="0" u="none" strike="noStrike" cap="none" spc="0">
                <a:solidFill>
                  <a:srgbClr val="535353"/>
                </a:solidFill>
                <a:latin typeface="Open Sans"/>
                <a:ea typeface="Open Sans"/>
                <a:cs typeface="Open Sans"/>
              </a:defRPr>
            </a:lvl2pPr>
            <a:lvl3pPr marL="0" marR="0" indent="914400" algn="l" defTabSz="1828800">
              <a:lnSpc>
                <a:spcPct val="110000"/>
              </a:lnSpc>
              <a:spcBef>
                <a:spcPts val="0"/>
              </a:spcBef>
              <a:spcAft>
                <a:spcPts val="0"/>
              </a:spcAft>
              <a:buClrTx/>
              <a:buSzTx/>
              <a:buFontTx/>
              <a:buNone/>
              <a:defRPr sz="2400" b="0" i="0" u="none" strike="noStrike" cap="none" spc="0">
                <a:solidFill>
                  <a:srgbClr val="535353"/>
                </a:solidFill>
                <a:latin typeface="Open Sans"/>
                <a:ea typeface="Open Sans"/>
                <a:cs typeface="Open Sans"/>
              </a:defRPr>
            </a:lvl3pPr>
            <a:lvl4pPr marL="0" marR="0" indent="1371600" algn="l" defTabSz="1828800">
              <a:lnSpc>
                <a:spcPct val="110000"/>
              </a:lnSpc>
              <a:spcBef>
                <a:spcPts val="0"/>
              </a:spcBef>
              <a:spcAft>
                <a:spcPts val="0"/>
              </a:spcAft>
              <a:buClrTx/>
              <a:buSzTx/>
              <a:buFontTx/>
              <a:buNone/>
              <a:defRPr sz="2400" b="0" i="0" u="none" strike="noStrike" cap="none" spc="0">
                <a:solidFill>
                  <a:srgbClr val="535353"/>
                </a:solidFill>
                <a:latin typeface="Open Sans"/>
                <a:ea typeface="Open Sans"/>
                <a:cs typeface="Open Sans"/>
              </a:defRPr>
            </a:lvl4pPr>
            <a:lvl5pPr marL="0" marR="0" indent="1828800" algn="l" defTabSz="1828800">
              <a:lnSpc>
                <a:spcPct val="110000"/>
              </a:lnSpc>
              <a:spcBef>
                <a:spcPts val="0"/>
              </a:spcBef>
              <a:spcAft>
                <a:spcPts val="0"/>
              </a:spcAft>
              <a:buClrTx/>
              <a:buSzTx/>
              <a:buFontTx/>
              <a:buNone/>
              <a:defRPr sz="2400" b="0" i="0" u="none" strike="noStrike" cap="none" spc="0">
                <a:solidFill>
                  <a:srgbClr val="535353"/>
                </a:solidFill>
                <a:latin typeface="Open Sans"/>
                <a:ea typeface="Open Sans"/>
                <a:cs typeface="Open Sans"/>
              </a:defRPr>
            </a:lvl5pPr>
            <a:lvl6pPr marL="0" marR="0" indent="2286000" algn="l" defTabSz="1828800">
              <a:lnSpc>
                <a:spcPct val="110000"/>
              </a:lnSpc>
              <a:spcBef>
                <a:spcPts val="0"/>
              </a:spcBef>
              <a:spcAft>
                <a:spcPts val="0"/>
              </a:spcAft>
              <a:buClrTx/>
              <a:buSzTx/>
              <a:buFontTx/>
              <a:buNone/>
              <a:defRPr sz="2400" b="0" i="0" u="none" strike="noStrike" cap="none" spc="0">
                <a:solidFill>
                  <a:srgbClr val="0082B9"/>
                </a:solidFill>
                <a:latin typeface="Open Sans"/>
                <a:ea typeface="Open Sans"/>
                <a:cs typeface="Open Sans"/>
              </a:defRPr>
            </a:lvl6pPr>
            <a:lvl7pPr marL="0" marR="0" indent="2743200" algn="l" defTabSz="1828800">
              <a:lnSpc>
                <a:spcPct val="110000"/>
              </a:lnSpc>
              <a:spcBef>
                <a:spcPts val="0"/>
              </a:spcBef>
              <a:spcAft>
                <a:spcPts val="0"/>
              </a:spcAft>
              <a:buClrTx/>
              <a:buSzTx/>
              <a:buFontTx/>
              <a:buNone/>
              <a:defRPr sz="2400" b="0" i="0" u="none" strike="noStrike" cap="none" spc="0">
                <a:solidFill>
                  <a:srgbClr val="0082B9"/>
                </a:solidFill>
                <a:latin typeface="Open Sans"/>
                <a:ea typeface="Open Sans"/>
                <a:cs typeface="Open Sans"/>
              </a:defRPr>
            </a:lvl7pPr>
            <a:lvl8pPr marL="0" marR="0" indent="3200400" algn="l" defTabSz="1828800">
              <a:lnSpc>
                <a:spcPct val="110000"/>
              </a:lnSpc>
              <a:spcBef>
                <a:spcPts val="0"/>
              </a:spcBef>
              <a:spcAft>
                <a:spcPts val="0"/>
              </a:spcAft>
              <a:buClrTx/>
              <a:buSzTx/>
              <a:buFontTx/>
              <a:buNone/>
              <a:defRPr sz="2400" b="0" i="0" u="none" strike="noStrike" cap="none" spc="0">
                <a:solidFill>
                  <a:srgbClr val="0082B9"/>
                </a:solidFill>
                <a:latin typeface="Open Sans"/>
                <a:ea typeface="Open Sans"/>
                <a:cs typeface="Open Sans"/>
              </a:defRPr>
            </a:lvl8pPr>
            <a:lvl9pPr marL="0" marR="0" indent="3657600" algn="l" defTabSz="1828800">
              <a:lnSpc>
                <a:spcPct val="110000"/>
              </a:lnSpc>
              <a:spcBef>
                <a:spcPts val="0"/>
              </a:spcBef>
              <a:spcAft>
                <a:spcPts val="0"/>
              </a:spcAft>
              <a:buClrTx/>
              <a:buSzTx/>
              <a:buFontTx/>
              <a:buNone/>
              <a:defRPr sz="2400" b="0" i="0" u="none" strike="noStrike" cap="none" spc="0">
                <a:solidFill>
                  <a:srgbClr val="0082B9"/>
                </a:solidFill>
                <a:latin typeface="Open Sans"/>
                <a:ea typeface="Open Sans"/>
                <a:cs typeface="Open Sans"/>
              </a:defRPr>
            </a:lvl9pPr>
          </a:lstStyle>
          <a:p>
            <a:pPr marL="0" marR="0" lvl="0" indent="0" algn="r" defTabSz="1828800" eaLnBrk="1" fontAlgn="auto" latinLnBrk="0" hangingPunct="1">
              <a:lnSpc>
                <a:spcPct val="110000"/>
              </a:lnSpc>
              <a:spcBef>
                <a:spcPts val="0"/>
              </a:spcBef>
              <a:spcAft>
                <a:spcPts val="0"/>
              </a:spcAft>
              <a:buClrTx/>
              <a:buSzTx/>
              <a:buFontTx/>
              <a:buNone/>
              <a:tabLst/>
              <a:defRPr/>
            </a:pPr>
            <a:r>
              <a:rPr kumimoji="0" lang="ru-RU" sz="2800" b="0" i="0" u="none" strike="noStrike" kern="0" cap="none" spc="0" normalizeH="0" baseline="0" noProof="0">
                <a:ln>
                  <a:noFill/>
                </a:ln>
                <a:solidFill>
                  <a:srgbClr val="535353"/>
                </a:solidFill>
                <a:effectLst/>
                <a:uLnTx/>
                <a:uFillTx/>
                <a:latin typeface="Open Sans"/>
              </a:rPr>
              <a:t>Методика разработки учебного занятия</a:t>
            </a:r>
          </a:p>
        </p:txBody>
      </p:sp>
      <p:sp>
        <p:nvSpPr>
          <p:cNvPr id="9" name="Прямоугольник 8"/>
          <p:cNvSpPr/>
          <p:nvPr/>
        </p:nvSpPr>
        <p:spPr bwMode="auto">
          <a:xfrm>
            <a:off x="11327904" y="4175161"/>
            <a:ext cx="11031116" cy="8195513"/>
          </a:xfrm>
          <a:prstGeom prst="rect">
            <a:avLst/>
          </a:prstGeom>
        </p:spPr>
        <p:txBody>
          <a:bodyPr wrap="square">
            <a:spAutoFit/>
          </a:bodyPr>
          <a:lstStyle/>
          <a:p>
            <a:pPr>
              <a:defRPr/>
            </a:pPr>
            <a:r>
              <a:rPr lang="ru-RU" b="1" dirty="0"/>
              <a:t>Рекомендации по проведению занятия:</a:t>
            </a:r>
            <a:endParaRPr lang="ru-RU" dirty="0"/>
          </a:p>
          <a:p>
            <a:pPr>
              <a:defRPr/>
            </a:pPr>
            <a:r>
              <a:rPr lang="ru-RU" dirty="0"/>
              <a:t> </a:t>
            </a:r>
            <a:endParaRPr dirty="0"/>
          </a:p>
          <a:p>
            <a:pPr>
              <a:defRPr/>
            </a:pPr>
            <a:r>
              <a:rPr lang="ru-RU" dirty="0"/>
              <a:t>При проведении занятия следует отработать практические навыки проведения сердечно-легочной реанимации и извлечению инородных тел верхних дыхательных путей. Уделить внимание особенностям выполнения этих мероприятий в отношении детей разного возраста. Следует обращать внимание на качественное выполнение давления руками на грудину пострадавшего.</a:t>
            </a:r>
          </a:p>
          <a:p>
            <a:pPr>
              <a:defRPr/>
            </a:pPr>
            <a:r>
              <a:rPr lang="ru-RU" dirty="0"/>
              <a:t> </a:t>
            </a:r>
            <a:endParaRPr dirty="0"/>
          </a:p>
          <a:p>
            <a:pPr>
              <a:defRPr/>
            </a:pPr>
            <a:r>
              <a:rPr lang="ru-RU" dirty="0"/>
              <a:t>При отработке устойчивого бокового положения необходимо объяснить важность удаления очков и острых предметов перед выполнением переворота, а также на аккуратность выполнения всех действий (разогнуть пальцы ладони, на которой лежит пострадавший; брать колено только с наружной стороны; не отрывать ногу от пола; выполнить единым действием поворот и подтягивание колена к себе); необходимость регулярной оценки самостоятельного дыхания, переворота на противоположный бок каждые 30 мин. </a:t>
            </a:r>
            <a:endParaRPr dirty="0"/>
          </a:p>
          <a:p>
            <a:pPr>
              <a:defRPr/>
            </a:pPr>
            <a:endParaRPr lang="ru-RU" dirty="0"/>
          </a:p>
          <a:p>
            <a:pPr>
              <a:defRPr/>
            </a:pPr>
            <a:r>
              <a:rPr lang="ru-RU" dirty="0"/>
              <a:t>При самостоятельной отработке навыка устойчивого бокового положения роль пострадавшего играют обучающиеся.</a:t>
            </a:r>
            <a:endParaRPr dirty="0"/>
          </a:p>
        </p:txBody>
      </p:sp>
      <p:pic>
        <p:nvPicPr>
          <p:cNvPr id="11" name="Picture 2" descr="Picture background">
            <a:extLst>
              <a:ext uri="{FF2B5EF4-FFF2-40B4-BE49-F238E27FC236}">
                <a16:creationId xmlns:a16="http://schemas.microsoft.com/office/drawing/2014/main" id="{42255336-63EB-4E07-8820-80A7740D9B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1950" y="4204133"/>
            <a:ext cx="8495928" cy="8495928"/>
          </a:xfrm>
          <a:prstGeom prst="rect">
            <a:avLst/>
          </a:prstGeom>
          <a:noFill/>
          <a:extLst>
            <a:ext uri="{909E8E84-426E-40DD-AFC4-6F175D3DCCD1}">
              <a14:hiddenFill xmlns:a14="http://schemas.microsoft.com/office/drawing/2010/main">
                <a:solidFill>
                  <a:srgbClr val="FFFFFF"/>
                </a:solidFill>
              </a14:hiddenFill>
            </a:ext>
          </a:extLst>
        </p:spPr>
      </p:pic>
      <p:pic>
        <p:nvPicPr>
          <p:cNvPr id="12" name="Рисунок 11">
            <a:extLst>
              <a:ext uri="{FF2B5EF4-FFF2-40B4-BE49-F238E27FC236}">
                <a16:creationId xmlns:a16="http://schemas.microsoft.com/office/drawing/2014/main" id="{ED0207CF-1912-4317-BA7A-EE8F0002D64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auto">
          <a:xfrm>
            <a:off x="9857878" y="4204133"/>
            <a:ext cx="1470026" cy="1456793"/>
          </a:xfrm>
          <a:prstGeom prst="rect">
            <a:avLst/>
          </a:prstGeom>
        </p:spPr>
      </p:pic>
    </p:spTree>
    <p:extLst>
      <p:ext uri="{BB962C8B-B14F-4D97-AF65-F5344CB8AC3E}">
        <p14:creationId xmlns:p14="http://schemas.microsoft.com/office/powerpoint/2010/main" val="30282915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866" name="Номер слайда"/>
          <p:cNvSpPr txBox="1">
            <a:spLocks noGrp="1"/>
          </p:cNvSpPr>
          <p:nvPr>
            <p:ph type="sldNum" sz="quarter" idx="4294967295"/>
          </p:nvPr>
        </p:nvSpPr>
        <p:spPr bwMode="auto">
          <a:xfrm>
            <a:off x="6350" y="6542537"/>
            <a:ext cx="684000" cy="630942"/>
          </a:xfrm>
          <a:prstGeom prst="rect">
            <a:avLst/>
          </a:prstGeom>
          <a:gradFill>
            <a:gsLst>
              <a:gs pos="0">
                <a:srgbClr val="656565"/>
              </a:gs>
              <a:gs pos="50000">
                <a:schemeClr val="accent6"/>
              </a:gs>
              <a:gs pos="100000">
                <a:srgbClr val="444444"/>
              </a:gs>
            </a:gsLst>
            <a:lin ang="5400000" scaled="1"/>
          </a:gradFill>
          <a:ln w="6350">
            <a:solidFill>
              <a:srgbClr val="DDDDDD"/>
            </a:solidFill>
            <a:miter lim="800000"/>
          </a:ln>
          <a:effectLst>
            <a:outerShdw blurRad="63500" dist="19050" dir="5400000" rotWithShape="0">
              <a:srgbClr val="000000">
                <a:alpha val="63000"/>
              </a:srgbClr>
            </a:outerShdw>
          </a:effectLst>
        </p:spPr>
        <p:txBody>
          <a:bodyPr wrap="square"/>
          <a:lstStyle>
            <a:lvl1pPr>
              <a:defRPr sz="3500">
                <a:solidFill>
                  <a:srgbClr val="FFFFFF"/>
                </a:solidFill>
              </a:defRPr>
            </a:lvl1pPr>
          </a:lstStyle>
          <a:p>
            <a:pPr marL="0" marR="0" lvl="0" indent="0" algn="ctr" defTabSz="1828434" rtl="0" eaLnBrk="1" fontAlgn="auto" latinLnBrk="0" hangingPunct="1">
              <a:lnSpc>
                <a:spcPct val="100000"/>
              </a:lnSpc>
              <a:spcBef>
                <a:spcPts val="0"/>
              </a:spcBef>
              <a:spcAft>
                <a:spcPts val="0"/>
              </a:spcAft>
              <a:buClrTx/>
              <a:buSzTx/>
              <a:buFontTx/>
              <a:buNone/>
              <a:tabLst/>
              <a:defRPr/>
            </a:pPr>
            <a:fld id="{86CB4B4D-7CA3-9044-876B-883B54F8677D}" type="slidenum">
              <a:rPr kumimoji="0" sz="3500" b="0" i="0" u="none" strike="noStrike" kern="0" cap="none" spc="0" normalizeH="0" baseline="0" noProof="0">
                <a:ln>
                  <a:noFill/>
                </a:ln>
                <a:solidFill>
                  <a:srgbClr val="FFFFFF"/>
                </a:solidFill>
                <a:effectLst/>
                <a:uLnTx/>
                <a:uFillTx/>
                <a:latin typeface="Open Sans Light"/>
                <a:cs typeface="Calibri"/>
                <a:sym typeface="Open Sans"/>
              </a:rPr>
              <a:pPr marL="0" marR="0" lvl="0" indent="0" algn="ctr" defTabSz="1828434" rtl="0" eaLnBrk="1" fontAlgn="auto" latinLnBrk="0" hangingPunct="1">
                <a:lnSpc>
                  <a:spcPct val="100000"/>
                </a:lnSpc>
                <a:spcBef>
                  <a:spcPts val="0"/>
                </a:spcBef>
                <a:spcAft>
                  <a:spcPts val="0"/>
                </a:spcAft>
                <a:buClrTx/>
                <a:buSzTx/>
                <a:buFontTx/>
                <a:buNone/>
                <a:tabLst/>
                <a:defRPr/>
              </a:pPr>
              <a:t>12</a:t>
            </a:fld>
            <a:endParaRPr kumimoji="0" sz="3500" b="0" i="0" u="none" strike="noStrike" kern="0" cap="none" spc="0" normalizeH="0" baseline="0" noProof="0">
              <a:ln>
                <a:noFill/>
              </a:ln>
              <a:solidFill>
                <a:srgbClr val="FFFFFF"/>
              </a:solidFill>
              <a:effectLst/>
              <a:uLnTx/>
              <a:uFillTx/>
              <a:latin typeface="Open Sans Light"/>
              <a:cs typeface="Calibri"/>
              <a:sym typeface="Open Sans"/>
            </a:endParaRPr>
          </a:p>
        </p:txBody>
      </p:sp>
      <p:sp>
        <p:nvSpPr>
          <p:cNvPr id="29" name="TextBox 6"/>
          <p:cNvSpPr txBox="1"/>
          <p:nvPr/>
        </p:nvSpPr>
        <p:spPr bwMode="auto">
          <a:xfrm>
            <a:off x="2034610" y="1106179"/>
            <a:ext cx="24280504" cy="1508105"/>
          </a:xfrm>
          <a:prstGeom prst="rect">
            <a:avLst/>
          </a:prstGeom>
          <a:ln w="12700">
            <a:miter lim="400000"/>
          </a:ln>
        </p:spPr>
        <p:txBody>
          <a:bodyPr wrap="square" lIns="45720" rIns="45720">
            <a:spAutoFit/>
          </a:bodyPr>
          <a:lstStyle>
            <a:lvl1pPr>
              <a:defRPr sz="6600">
                <a:solidFill>
                  <a:srgbClr val="010101"/>
                </a:solidFill>
                <a:latin typeface="Montserrat Semi Bold"/>
                <a:ea typeface="Montserrat Semi Bold"/>
                <a:cs typeface="Montserrat Semi Bold"/>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4600" b="0" i="0" u="none" strike="noStrike" kern="0" cap="none" spc="0" normalizeH="0" baseline="0" noProof="0" dirty="0">
                <a:ln>
                  <a:noFill/>
                </a:ln>
                <a:solidFill>
                  <a:srgbClr val="404040"/>
                </a:solidFill>
                <a:effectLst/>
                <a:uLnTx/>
                <a:uFillTx/>
                <a:latin typeface="PFDinDisplayPro-Regular"/>
                <a:ea typeface="PFDinDisplayPro-Regular"/>
                <a:cs typeface="PFDinDisplayPro-Regular"/>
                <a:sym typeface="Stem"/>
              </a:rPr>
              <a:t>ТЕМА 3. ОКАЗАНИЕ ПЕРВОЙ ПОМОЩИ ПРИ ОТСУТСТВИИ СОЗНАНИЯ,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4600" b="0" i="0" u="none" strike="noStrike" kern="0" cap="none" spc="0" normalizeH="0" baseline="0" noProof="0" dirty="0">
                <a:ln>
                  <a:noFill/>
                </a:ln>
                <a:solidFill>
                  <a:srgbClr val="404040"/>
                </a:solidFill>
                <a:effectLst/>
                <a:uLnTx/>
                <a:uFillTx/>
                <a:latin typeface="PFDinDisplayPro-Regular"/>
                <a:ea typeface="PFDinDisplayPro-Regular"/>
                <a:cs typeface="PFDinDisplayPro-Regular"/>
                <a:sym typeface="Stem"/>
              </a:rPr>
              <a:t>ОСТАНОВКЕ ДЫХАНИЯ И КРОВООБРАЩЕНИЯ</a:t>
            </a:r>
          </a:p>
        </p:txBody>
      </p:sp>
      <p:sp>
        <p:nvSpPr>
          <p:cNvPr id="22" name="Rectangle 29"/>
          <p:cNvSpPr/>
          <p:nvPr/>
        </p:nvSpPr>
        <p:spPr bwMode="auto">
          <a:xfrm>
            <a:off x="2061232" y="2604670"/>
            <a:ext cx="20297788" cy="72000"/>
          </a:xfrm>
          <a:prstGeom prst="rect">
            <a:avLst/>
          </a:prstGeom>
          <a:gradFill>
            <a:gsLst>
              <a:gs pos="0">
                <a:srgbClr val="656565"/>
              </a:gs>
              <a:gs pos="50000">
                <a:schemeClr val="accent6"/>
              </a:gs>
              <a:gs pos="100000">
                <a:srgbClr val="444444"/>
              </a:gs>
            </a:gsLst>
            <a:lin ang="5400000" scaled="1"/>
          </a:gradFill>
          <a:ln w="6350">
            <a:solidFill>
              <a:srgbClr val="DDDDDD"/>
            </a:solidFill>
            <a:miter/>
          </a:ln>
          <a:effectLst>
            <a:outerShdw blurRad="63500" dist="19050" dir="5400000" rotWithShape="0">
              <a:srgbClr val="000000">
                <a:alpha val="63000"/>
              </a:srgbClr>
            </a:outerShdw>
          </a:effectLst>
        </p:spPr>
        <p:txBody>
          <a:bodyPr lIns="45720" rIns="45720" anchor="ctr"/>
          <a:lstStyle/>
          <a:p>
            <a:pPr marL="0" marR="0" lvl="0" indent="0" algn="l" defTabSz="1828434" rtl="0" eaLnBrk="1" fontAlgn="auto" latinLnBrk="0" hangingPunct="1">
              <a:lnSpc>
                <a:spcPct val="100000"/>
              </a:lnSpc>
              <a:spcBef>
                <a:spcPts val="0"/>
              </a:spcBef>
              <a:spcAft>
                <a:spcPts val="0"/>
              </a:spcAft>
              <a:buClrTx/>
              <a:buSzTx/>
              <a:buFontTx/>
              <a:buNone/>
              <a:tabLst/>
              <a:defRPr>
                <a:solidFill>
                  <a:srgbClr val="FFFFFF"/>
                </a:solidFill>
              </a:defRPr>
            </a:pPr>
            <a:endParaRPr kumimoji="0" sz="3500" b="0" i="0" u="none" strike="noStrike" kern="0" cap="none" spc="0" normalizeH="0" baseline="0" noProof="0">
              <a:ln>
                <a:noFill/>
              </a:ln>
              <a:solidFill>
                <a:srgbClr val="FFFFFF"/>
              </a:solidFill>
              <a:effectLst/>
              <a:uLnTx/>
              <a:uFillTx/>
              <a:latin typeface="Open Sans Light"/>
              <a:cs typeface="Calibri"/>
              <a:sym typeface="Open Sans"/>
            </a:endParaRPr>
          </a:p>
        </p:txBody>
      </p:sp>
      <p:sp>
        <p:nvSpPr>
          <p:cNvPr id="8" name="Подзаголовок 2"/>
          <p:cNvSpPr txBox="1">
            <a:spLocks/>
          </p:cNvSpPr>
          <p:nvPr/>
        </p:nvSpPr>
        <p:spPr bwMode="auto">
          <a:xfrm>
            <a:off x="1894856" y="2743743"/>
            <a:ext cx="6898072" cy="681807"/>
          </a:xfrm>
          <a:prstGeom prst="rect">
            <a:avLst/>
          </a:prstGeom>
          <a:ln w="25400">
            <a:miter lim="400000"/>
          </a:ln>
        </p:spPr>
        <p:txBody>
          <a:bodyPr tIns="91439" bIns="91439" anchor="ctr">
            <a:normAutofit fontScale="92500"/>
          </a:bodyPr>
          <a:lstStyle>
            <a:lvl1pPr marL="0" marR="0" indent="0" algn="r" defTabSz="1828800">
              <a:lnSpc>
                <a:spcPct val="110000"/>
              </a:lnSpc>
              <a:spcBef>
                <a:spcPts val="0"/>
              </a:spcBef>
              <a:spcAft>
                <a:spcPts val="0"/>
              </a:spcAft>
              <a:buClrTx/>
              <a:buSzTx/>
              <a:buFontTx/>
              <a:buNone/>
              <a:defRPr sz="2800" b="0" i="0" u="none" strike="noStrike" cap="none" spc="0">
                <a:solidFill>
                  <a:srgbClr val="535353"/>
                </a:solidFill>
                <a:latin typeface="Open Sans"/>
                <a:ea typeface="Open Sans"/>
                <a:cs typeface="Open Sans"/>
              </a:defRPr>
            </a:lvl1pPr>
            <a:lvl2pPr marL="0" marR="0" indent="457200" algn="l" defTabSz="1828800">
              <a:lnSpc>
                <a:spcPct val="110000"/>
              </a:lnSpc>
              <a:spcBef>
                <a:spcPts val="0"/>
              </a:spcBef>
              <a:spcAft>
                <a:spcPts val="0"/>
              </a:spcAft>
              <a:buClrTx/>
              <a:buSzTx/>
              <a:buFontTx/>
              <a:buNone/>
              <a:defRPr sz="2400" b="0" i="0" u="none" strike="noStrike" cap="none" spc="0">
                <a:solidFill>
                  <a:srgbClr val="535353"/>
                </a:solidFill>
                <a:latin typeface="Open Sans"/>
                <a:ea typeface="Open Sans"/>
                <a:cs typeface="Open Sans"/>
              </a:defRPr>
            </a:lvl2pPr>
            <a:lvl3pPr marL="0" marR="0" indent="914400" algn="l" defTabSz="1828800">
              <a:lnSpc>
                <a:spcPct val="110000"/>
              </a:lnSpc>
              <a:spcBef>
                <a:spcPts val="0"/>
              </a:spcBef>
              <a:spcAft>
                <a:spcPts val="0"/>
              </a:spcAft>
              <a:buClrTx/>
              <a:buSzTx/>
              <a:buFontTx/>
              <a:buNone/>
              <a:defRPr sz="2400" b="0" i="0" u="none" strike="noStrike" cap="none" spc="0">
                <a:solidFill>
                  <a:srgbClr val="535353"/>
                </a:solidFill>
                <a:latin typeface="Open Sans"/>
                <a:ea typeface="Open Sans"/>
                <a:cs typeface="Open Sans"/>
              </a:defRPr>
            </a:lvl3pPr>
            <a:lvl4pPr marL="0" marR="0" indent="1371600" algn="l" defTabSz="1828800">
              <a:lnSpc>
                <a:spcPct val="110000"/>
              </a:lnSpc>
              <a:spcBef>
                <a:spcPts val="0"/>
              </a:spcBef>
              <a:spcAft>
                <a:spcPts val="0"/>
              </a:spcAft>
              <a:buClrTx/>
              <a:buSzTx/>
              <a:buFontTx/>
              <a:buNone/>
              <a:defRPr sz="2400" b="0" i="0" u="none" strike="noStrike" cap="none" spc="0">
                <a:solidFill>
                  <a:srgbClr val="535353"/>
                </a:solidFill>
                <a:latin typeface="Open Sans"/>
                <a:ea typeface="Open Sans"/>
                <a:cs typeface="Open Sans"/>
              </a:defRPr>
            </a:lvl4pPr>
            <a:lvl5pPr marL="0" marR="0" indent="1828800" algn="l" defTabSz="1828800">
              <a:lnSpc>
                <a:spcPct val="110000"/>
              </a:lnSpc>
              <a:spcBef>
                <a:spcPts val="0"/>
              </a:spcBef>
              <a:spcAft>
                <a:spcPts val="0"/>
              </a:spcAft>
              <a:buClrTx/>
              <a:buSzTx/>
              <a:buFontTx/>
              <a:buNone/>
              <a:defRPr sz="2400" b="0" i="0" u="none" strike="noStrike" cap="none" spc="0">
                <a:solidFill>
                  <a:srgbClr val="535353"/>
                </a:solidFill>
                <a:latin typeface="Open Sans"/>
                <a:ea typeface="Open Sans"/>
                <a:cs typeface="Open Sans"/>
              </a:defRPr>
            </a:lvl5pPr>
            <a:lvl6pPr marL="0" marR="0" indent="2286000" algn="l" defTabSz="1828800">
              <a:lnSpc>
                <a:spcPct val="110000"/>
              </a:lnSpc>
              <a:spcBef>
                <a:spcPts val="0"/>
              </a:spcBef>
              <a:spcAft>
                <a:spcPts val="0"/>
              </a:spcAft>
              <a:buClrTx/>
              <a:buSzTx/>
              <a:buFontTx/>
              <a:buNone/>
              <a:defRPr sz="2400" b="0" i="0" u="none" strike="noStrike" cap="none" spc="0">
                <a:solidFill>
                  <a:srgbClr val="0082B9"/>
                </a:solidFill>
                <a:latin typeface="Open Sans"/>
                <a:ea typeface="Open Sans"/>
                <a:cs typeface="Open Sans"/>
              </a:defRPr>
            </a:lvl6pPr>
            <a:lvl7pPr marL="0" marR="0" indent="2743200" algn="l" defTabSz="1828800">
              <a:lnSpc>
                <a:spcPct val="110000"/>
              </a:lnSpc>
              <a:spcBef>
                <a:spcPts val="0"/>
              </a:spcBef>
              <a:spcAft>
                <a:spcPts val="0"/>
              </a:spcAft>
              <a:buClrTx/>
              <a:buSzTx/>
              <a:buFontTx/>
              <a:buNone/>
              <a:defRPr sz="2400" b="0" i="0" u="none" strike="noStrike" cap="none" spc="0">
                <a:solidFill>
                  <a:srgbClr val="0082B9"/>
                </a:solidFill>
                <a:latin typeface="Open Sans"/>
                <a:ea typeface="Open Sans"/>
                <a:cs typeface="Open Sans"/>
              </a:defRPr>
            </a:lvl7pPr>
            <a:lvl8pPr marL="0" marR="0" indent="3200400" algn="l" defTabSz="1828800">
              <a:lnSpc>
                <a:spcPct val="110000"/>
              </a:lnSpc>
              <a:spcBef>
                <a:spcPts val="0"/>
              </a:spcBef>
              <a:spcAft>
                <a:spcPts val="0"/>
              </a:spcAft>
              <a:buClrTx/>
              <a:buSzTx/>
              <a:buFontTx/>
              <a:buNone/>
              <a:defRPr sz="2400" b="0" i="0" u="none" strike="noStrike" cap="none" spc="0">
                <a:solidFill>
                  <a:srgbClr val="0082B9"/>
                </a:solidFill>
                <a:latin typeface="Open Sans"/>
                <a:ea typeface="Open Sans"/>
                <a:cs typeface="Open Sans"/>
              </a:defRPr>
            </a:lvl8pPr>
            <a:lvl9pPr marL="0" marR="0" indent="3657600" algn="l" defTabSz="1828800">
              <a:lnSpc>
                <a:spcPct val="110000"/>
              </a:lnSpc>
              <a:spcBef>
                <a:spcPts val="0"/>
              </a:spcBef>
              <a:spcAft>
                <a:spcPts val="0"/>
              </a:spcAft>
              <a:buClrTx/>
              <a:buSzTx/>
              <a:buFontTx/>
              <a:buNone/>
              <a:defRPr sz="2400" b="0" i="0" u="none" strike="noStrike" cap="none" spc="0">
                <a:solidFill>
                  <a:srgbClr val="0082B9"/>
                </a:solidFill>
                <a:latin typeface="Open Sans"/>
                <a:ea typeface="Open Sans"/>
                <a:cs typeface="Open Sans"/>
              </a:defRPr>
            </a:lvl9pPr>
          </a:lstStyle>
          <a:p>
            <a:pPr marL="0" marR="0" lvl="0" indent="0" algn="r" defTabSz="1828800" eaLnBrk="1" fontAlgn="auto" latinLnBrk="0" hangingPunct="1">
              <a:lnSpc>
                <a:spcPct val="110000"/>
              </a:lnSpc>
              <a:spcBef>
                <a:spcPts val="0"/>
              </a:spcBef>
              <a:spcAft>
                <a:spcPts val="0"/>
              </a:spcAft>
              <a:buClrTx/>
              <a:buSzTx/>
              <a:buFontTx/>
              <a:buNone/>
              <a:tabLst/>
              <a:defRPr/>
            </a:pPr>
            <a:r>
              <a:rPr kumimoji="0" lang="ru-RU" sz="2800" b="0" i="0" u="none" strike="noStrike" kern="0" cap="none" spc="0" normalizeH="0" baseline="0" noProof="0">
                <a:ln>
                  <a:noFill/>
                </a:ln>
                <a:solidFill>
                  <a:srgbClr val="535353"/>
                </a:solidFill>
                <a:effectLst/>
                <a:uLnTx/>
                <a:uFillTx/>
                <a:latin typeface="Open Sans"/>
              </a:rPr>
              <a:t>Методика разработки учебного занятия</a:t>
            </a:r>
          </a:p>
        </p:txBody>
      </p:sp>
      <p:grpSp>
        <p:nvGrpSpPr>
          <p:cNvPr id="11" name="Группа 10"/>
          <p:cNvGrpSpPr/>
          <p:nvPr/>
        </p:nvGrpSpPr>
        <p:grpSpPr bwMode="auto">
          <a:xfrm>
            <a:off x="1318792" y="3761656"/>
            <a:ext cx="14082563" cy="8848115"/>
            <a:chOff x="9492198" y="2882303"/>
            <a:chExt cx="14082563" cy="8848115"/>
          </a:xfrm>
        </p:grpSpPr>
        <p:sp>
          <p:nvSpPr>
            <p:cNvPr id="12" name="Прямоугольник 11"/>
            <p:cNvSpPr/>
            <p:nvPr/>
          </p:nvSpPr>
          <p:spPr bwMode="auto">
            <a:xfrm>
              <a:off x="9492198" y="2882303"/>
              <a:ext cx="14082563" cy="882742"/>
            </a:xfrm>
            <a:prstGeom prst="rect">
              <a:avLst/>
            </a:prstGeom>
            <a:grpFill/>
          </p:spPr>
          <p:txBody>
            <a:bodyPr wrap="square">
              <a:spAutoFit/>
            </a:bodyPr>
            <a:lstStyle/>
            <a:p>
              <a:pPr>
                <a:defRPr/>
              </a:pPr>
              <a:r>
                <a:rPr lang="ru-RU" b="1" dirty="0"/>
                <a:t>Практическое занятие по теме 2</a:t>
              </a:r>
              <a:endParaRPr lang="ru-RU" dirty="0"/>
            </a:p>
            <a:p>
              <a:pPr>
                <a:defRPr/>
              </a:pPr>
              <a:r>
                <a:rPr lang="ru-RU" dirty="0"/>
                <a:t> </a:t>
              </a:r>
              <a:endParaRPr dirty="0"/>
            </a:p>
          </p:txBody>
        </p:sp>
        <p:sp>
          <p:nvSpPr>
            <p:cNvPr id="13" name="Прямоугольник 12"/>
            <p:cNvSpPr/>
            <p:nvPr/>
          </p:nvSpPr>
          <p:spPr bwMode="auto">
            <a:xfrm>
              <a:off x="11580430" y="9628881"/>
              <a:ext cx="6696744" cy="2101537"/>
            </a:xfrm>
            <a:prstGeom prst="rect">
              <a:avLst/>
            </a:prstGeom>
            <a:grpFill/>
          </p:spPr>
          <p:txBody>
            <a:bodyPr wrap="square">
              <a:spAutoFit/>
            </a:bodyPr>
            <a:lstStyle/>
            <a:p>
              <a:pPr>
                <a:defRPr/>
              </a:pPr>
              <a:r>
                <a:rPr lang="ru-RU" dirty="0"/>
                <a:t>В ходе отработки практических навыков преподаватель постоянно контролирует их выполнение обучающимися, своевременно делая замечания и исправляя неточности.</a:t>
              </a:r>
              <a:endParaRPr dirty="0"/>
            </a:p>
          </p:txBody>
        </p:sp>
      </p:grpSp>
      <p:graphicFrame>
        <p:nvGraphicFramePr>
          <p:cNvPr id="4" name="Схема 3">
            <a:extLst>
              <a:ext uri="{FF2B5EF4-FFF2-40B4-BE49-F238E27FC236}">
                <a16:creationId xmlns:a16="http://schemas.microsoft.com/office/drawing/2014/main" id="{C0D0AB5F-5B4A-4FB7-9C2A-EFAB706AC69A}"/>
              </a:ext>
            </a:extLst>
          </p:cNvPr>
          <p:cNvGraphicFramePr/>
          <p:nvPr>
            <p:extLst>
              <p:ext uri="{D42A27DB-BD31-4B8C-83A1-F6EECF244321}">
                <p14:modId xmlns:p14="http://schemas.microsoft.com/office/powerpoint/2010/main" val="1960886394"/>
              </p:ext>
            </p:extLst>
          </p:nvPr>
        </p:nvGraphicFramePr>
        <p:xfrm>
          <a:off x="1318792" y="4768968"/>
          <a:ext cx="22178464" cy="73860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5" name="Рисунок 14">
            <a:extLst>
              <a:ext uri="{FF2B5EF4-FFF2-40B4-BE49-F238E27FC236}">
                <a16:creationId xmlns:a16="http://schemas.microsoft.com/office/drawing/2014/main" id="{0845C94F-469D-46E2-8BAF-5AF8E9976AA0}"/>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bwMode="auto">
          <a:xfrm>
            <a:off x="1967508" y="10411892"/>
            <a:ext cx="1470026" cy="1456793"/>
          </a:xfrm>
          <a:prstGeom prst="rect">
            <a:avLst/>
          </a:prstGeom>
        </p:spPr>
      </p:pic>
    </p:spTree>
    <p:extLst>
      <p:ext uri="{BB962C8B-B14F-4D97-AF65-F5344CB8AC3E}">
        <p14:creationId xmlns:p14="http://schemas.microsoft.com/office/powerpoint/2010/main" val="36536645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bg>
      <p:bgPr>
        <a:solidFill>
          <a:srgbClr val="FFFFFF"/>
        </a:solidFill>
        <a:effectLst/>
      </p:bgPr>
    </p:bg>
    <p:spTree>
      <p:nvGrpSpPr>
        <p:cNvPr id="1" name=""/>
        <p:cNvGrpSpPr/>
        <p:nvPr/>
      </p:nvGrpSpPr>
      <p:grpSpPr bwMode="auto">
        <a:xfrm>
          <a:off x="0" y="0"/>
          <a:ext cx="0" cy="0"/>
          <a:chOff x="0" y="0"/>
          <a:chExt cx="0" cy="0"/>
        </a:xfrm>
      </p:grpSpPr>
      <p:pic>
        <p:nvPicPr>
          <p:cNvPr id="8194" name="Picture 2" descr="Picture background">
            <a:extLst>
              <a:ext uri="{FF2B5EF4-FFF2-40B4-BE49-F238E27FC236}">
                <a16:creationId xmlns:a16="http://schemas.microsoft.com/office/drawing/2014/main" id="{E8C8AB93-330C-4997-841A-BFFCCB7F0D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006480"/>
            <a:ext cx="10530352" cy="6732962"/>
          </a:xfrm>
          <a:prstGeom prst="rect">
            <a:avLst/>
          </a:prstGeom>
          <a:noFill/>
          <a:extLst>
            <a:ext uri="{909E8E84-426E-40DD-AFC4-6F175D3DCCD1}">
              <a14:hiddenFill xmlns:a14="http://schemas.microsoft.com/office/drawing/2010/main">
                <a:solidFill>
                  <a:srgbClr val="FFFFFF"/>
                </a:solidFill>
              </a14:hiddenFill>
            </a:ext>
          </a:extLst>
        </p:spPr>
      </p:pic>
      <p:sp>
        <p:nvSpPr>
          <p:cNvPr id="866" name="Номер слайда"/>
          <p:cNvSpPr txBox="1">
            <a:spLocks noGrp="1"/>
          </p:cNvSpPr>
          <p:nvPr>
            <p:ph type="sldNum" sz="quarter" idx="4294967295"/>
          </p:nvPr>
        </p:nvSpPr>
        <p:spPr bwMode="auto">
          <a:xfrm>
            <a:off x="6350" y="6542537"/>
            <a:ext cx="684000" cy="630942"/>
          </a:xfrm>
          <a:prstGeom prst="rect">
            <a:avLst/>
          </a:prstGeom>
          <a:gradFill>
            <a:gsLst>
              <a:gs pos="0">
                <a:srgbClr val="656565"/>
              </a:gs>
              <a:gs pos="50000">
                <a:schemeClr val="accent6"/>
              </a:gs>
              <a:gs pos="100000">
                <a:srgbClr val="444444"/>
              </a:gs>
            </a:gsLst>
            <a:lin ang="5400000" scaled="1"/>
          </a:gradFill>
          <a:ln w="6350">
            <a:solidFill>
              <a:srgbClr val="DDDDDD"/>
            </a:solidFill>
            <a:miter lim="800000"/>
          </a:ln>
          <a:effectLst>
            <a:outerShdw blurRad="63500" dist="19050" dir="5400000" rotWithShape="0">
              <a:srgbClr val="000000">
                <a:alpha val="63000"/>
              </a:srgbClr>
            </a:outerShdw>
          </a:effectLst>
        </p:spPr>
        <p:txBody>
          <a:bodyPr wrap="square"/>
          <a:lstStyle>
            <a:lvl1pPr>
              <a:defRPr sz="3500">
                <a:solidFill>
                  <a:srgbClr val="FFFFFF"/>
                </a:solidFill>
              </a:defRPr>
            </a:lvl1pPr>
          </a:lstStyle>
          <a:p>
            <a:pPr marL="0" marR="0" lvl="0" indent="0" algn="ctr" defTabSz="1828434" rtl="0" eaLnBrk="1" fontAlgn="auto" latinLnBrk="0" hangingPunct="1">
              <a:lnSpc>
                <a:spcPct val="100000"/>
              </a:lnSpc>
              <a:spcBef>
                <a:spcPts val="0"/>
              </a:spcBef>
              <a:spcAft>
                <a:spcPts val="0"/>
              </a:spcAft>
              <a:buClrTx/>
              <a:buSzTx/>
              <a:buFontTx/>
              <a:buNone/>
              <a:tabLst/>
              <a:defRPr/>
            </a:pPr>
            <a:fld id="{86CB4B4D-7CA3-9044-876B-883B54F8677D}" type="slidenum">
              <a:rPr kumimoji="0" sz="3500" b="0" i="0" u="none" strike="noStrike" kern="0" cap="none" spc="0" normalizeH="0" baseline="0" noProof="0">
                <a:ln>
                  <a:noFill/>
                </a:ln>
                <a:solidFill>
                  <a:srgbClr val="FFFFFF"/>
                </a:solidFill>
                <a:effectLst/>
                <a:uLnTx/>
                <a:uFillTx/>
                <a:latin typeface="Open Sans Light"/>
                <a:cs typeface="Calibri"/>
                <a:sym typeface="Open Sans"/>
              </a:rPr>
              <a:pPr marL="0" marR="0" lvl="0" indent="0" algn="ctr" defTabSz="1828434" rtl="0" eaLnBrk="1" fontAlgn="auto" latinLnBrk="0" hangingPunct="1">
                <a:lnSpc>
                  <a:spcPct val="100000"/>
                </a:lnSpc>
                <a:spcBef>
                  <a:spcPts val="0"/>
                </a:spcBef>
                <a:spcAft>
                  <a:spcPts val="0"/>
                </a:spcAft>
                <a:buClrTx/>
                <a:buSzTx/>
                <a:buFontTx/>
                <a:buNone/>
                <a:tabLst/>
                <a:defRPr/>
              </a:pPr>
              <a:t>13</a:t>
            </a:fld>
            <a:endParaRPr kumimoji="0" sz="3500" b="0" i="0" u="none" strike="noStrike" kern="0" cap="none" spc="0" normalizeH="0" baseline="0" noProof="0">
              <a:ln>
                <a:noFill/>
              </a:ln>
              <a:solidFill>
                <a:srgbClr val="FFFFFF"/>
              </a:solidFill>
              <a:effectLst/>
              <a:uLnTx/>
              <a:uFillTx/>
              <a:latin typeface="Open Sans Light"/>
              <a:cs typeface="Calibri"/>
              <a:sym typeface="Open Sans"/>
            </a:endParaRPr>
          </a:p>
        </p:txBody>
      </p:sp>
      <p:sp>
        <p:nvSpPr>
          <p:cNvPr id="29" name="TextBox 6"/>
          <p:cNvSpPr txBox="1"/>
          <p:nvPr/>
        </p:nvSpPr>
        <p:spPr bwMode="auto">
          <a:xfrm>
            <a:off x="2034610" y="1106179"/>
            <a:ext cx="18582326" cy="1508105"/>
          </a:xfrm>
          <a:prstGeom prst="rect">
            <a:avLst/>
          </a:prstGeom>
          <a:ln w="12700">
            <a:miter lim="400000"/>
          </a:ln>
        </p:spPr>
        <p:txBody>
          <a:bodyPr wrap="square" lIns="45720" rIns="45720">
            <a:spAutoFit/>
          </a:bodyPr>
          <a:lstStyle>
            <a:lvl1pPr>
              <a:defRPr sz="6600">
                <a:solidFill>
                  <a:srgbClr val="010101"/>
                </a:solidFill>
                <a:latin typeface="Montserrat Semi Bold"/>
                <a:ea typeface="Montserrat Semi Bold"/>
                <a:cs typeface="Montserrat Semi Bold"/>
              </a:defRPr>
            </a:lvl1pPr>
          </a:lstStyle>
          <a:p>
            <a:pPr lvl="0" defTabSz="914400" rtl="0">
              <a:lnSpc>
                <a:spcPct val="100000"/>
              </a:lnSpc>
              <a:defRPr/>
            </a:pPr>
            <a:r>
              <a:rPr lang="ru-RU" sz="4600" dirty="0">
                <a:solidFill>
                  <a:srgbClr val="404040"/>
                </a:solidFill>
                <a:latin typeface="PFDinDisplayPro-Regular"/>
                <a:ea typeface="PFDinDisplayPro-Regular"/>
                <a:cs typeface="PFDinDisplayPro-Regular"/>
                <a:sym typeface="Stem"/>
              </a:rPr>
              <a:t>ТЕМА 4. ОКАЗАНИЕ ПЕРВОЙ ПОМОЩИ ПРИ ТРАВМАХ, РАНЕНИЯХ, ПОРАЖЕНИЯХ И ПРОЧИХ СОСТОЯНИЯХ</a:t>
            </a:r>
            <a:endParaRPr kumimoji="0" lang="ru-RU" sz="4600" b="0" i="0" u="none" strike="noStrike" kern="0" cap="none" spc="0" normalizeH="0" baseline="0" noProof="0" dirty="0">
              <a:ln>
                <a:noFill/>
              </a:ln>
              <a:solidFill>
                <a:srgbClr val="404040"/>
              </a:solidFill>
              <a:effectLst/>
              <a:uLnTx/>
              <a:uFillTx/>
              <a:latin typeface="PFDinDisplayPro-Regular"/>
              <a:ea typeface="PFDinDisplayPro-Regular"/>
              <a:cs typeface="PFDinDisplayPro-Regular"/>
              <a:sym typeface="Stem"/>
            </a:endParaRPr>
          </a:p>
        </p:txBody>
      </p:sp>
      <p:sp>
        <p:nvSpPr>
          <p:cNvPr id="22" name="Rectangle 29"/>
          <p:cNvSpPr/>
          <p:nvPr/>
        </p:nvSpPr>
        <p:spPr bwMode="auto">
          <a:xfrm>
            <a:off x="2061261" y="2604670"/>
            <a:ext cx="11211171" cy="72000"/>
          </a:xfrm>
          <a:prstGeom prst="rect">
            <a:avLst/>
          </a:prstGeom>
          <a:gradFill>
            <a:gsLst>
              <a:gs pos="0">
                <a:srgbClr val="656565"/>
              </a:gs>
              <a:gs pos="50000">
                <a:schemeClr val="accent6"/>
              </a:gs>
              <a:gs pos="100000">
                <a:srgbClr val="444444"/>
              </a:gs>
            </a:gsLst>
            <a:lin ang="5400000" scaled="1"/>
          </a:gradFill>
          <a:ln w="6350">
            <a:solidFill>
              <a:srgbClr val="DDDDDD"/>
            </a:solidFill>
            <a:miter/>
          </a:ln>
          <a:effectLst>
            <a:outerShdw blurRad="63500" dist="19050" dir="5400000" rotWithShape="0">
              <a:srgbClr val="000000">
                <a:alpha val="63000"/>
              </a:srgbClr>
            </a:outerShdw>
          </a:effectLst>
        </p:spPr>
        <p:txBody>
          <a:bodyPr lIns="45720" rIns="45720" anchor="ctr"/>
          <a:lstStyle/>
          <a:p>
            <a:pPr marL="0" marR="0" lvl="0" indent="0" algn="l" defTabSz="1828434" rtl="0" eaLnBrk="1" fontAlgn="auto" latinLnBrk="0" hangingPunct="1">
              <a:lnSpc>
                <a:spcPct val="100000"/>
              </a:lnSpc>
              <a:spcBef>
                <a:spcPts val="0"/>
              </a:spcBef>
              <a:spcAft>
                <a:spcPts val="0"/>
              </a:spcAft>
              <a:buClrTx/>
              <a:buSzTx/>
              <a:buFontTx/>
              <a:buNone/>
              <a:tabLst/>
              <a:defRPr>
                <a:solidFill>
                  <a:srgbClr val="FFFFFF"/>
                </a:solidFill>
              </a:defRPr>
            </a:pPr>
            <a:endParaRPr kumimoji="0" sz="3500" b="0" i="0" u="none" strike="noStrike" kern="0" cap="none" spc="0" normalizeH="0" baseline="0" noProof="0">
              <a:ln>
                <a:noFill/>
              </a:ln>
              <a:solidFill>
                <a:srgbClr val="FFFFFF"/>
              </a:solidFill>
              <a:effectLst/>
              <a:uLnTx/>
              <a:uFillTx/>
              <a:latin typeface="Open Sans Light"/>
              <a:cs typeface="Calibri"/>
              <a:sym typeface="Open Sans"/>
            </a:endParaRPr>
          </a:p>
        </p:txBody>
      </p:sp>
      <p:sp>
        <p:nvSpPr>
          <p:cNvPr id="8" name="Подзаголовок 2"/>
          <p:cNvSpPr txBox="1">
            <a:spLocks/>
          </p:cNvSpPr>
          <p:nvPr/>
        </p:nvSpPr>
        <p:spPr bwMode="auto">
          <a:xfrm>
            <a:off x="1894856" y="2743743"/>
            <a:ext cx="6898072" cy="681807"/>
          </a:xfrm>
          <a:prstGeom prst="rect">
            <a:avLst/>
          </a:prstGeom>
          <a:ln w="25400">
            <a:miter lim="400000"/>
          </a:ln>
        </p:spPr>
        <p:txBody>
          <a:bodyPr tIns="91439" bIns="91439" anchor="ctr">
            <a:normAutofit fontScale="92500"/>
          </a:bodyPr>
          <a:lstStyle>
            <a:lvl1pPr marL="0" marR="0" indent="0" algn="r" defTabSz="1828800">
              <a:lnSpc>
                <a:spcPct val="110000"/>
              </a:lnSpc>
              <a:spcBef>
                <a:spcPts val="0"/>
              </a:spcBef>
              <a:spcAft>
                <a:spcPts val="0"/>
              </a:spcAft>
              <a:buClrTx/>
              <a:buSzTx/>
              <a:buFontTx/>
              <a:buNone/>
              <a:defRPr sz="2800" b="0" i="0" u="none" strike="noStrike" cap="none" spc="0">
                <a:solidFill>
                  <a:srgbClr val="535353"/>
                </a:solidFill>
                <a:latin typeface="Open Sans"/>
                <a:ea typeface="Open Sans"/>
                <a:cs typeface="Open Sans"/>
              </a:defRPr>
            </a:lvl1pPr>
            <a:lvl2pPr marL="0" marR="0" indent="457200" algn="l" defTabSz="1828800">
              <a:lnSpc>
                <a:spcPct val="110000"/>
              </a:lnSpc>
              <a:spcBef>
                <a:spcPts val="0"/>
              </a:spcBef>
              <a:spcAft>
                <a:spcPts val="0"/>
              </a:spcAft>
              <a:buClrTx/>
              <a:buSzTx/>
              <a:buFontTx/>
              <a:buNone/>
              <a:defRPr sz="2400" b="0" i="0" u="none" strike="noStrike" cap="none" spc="0">
                <a:solidFill>
                  <a:srgbClr val="535353"/>
                </a:solidFill>
                <a:latin typeface="Open Sans"/>
                <a:ea typeface="Open Sans"/>
                <a:cs typeface="Open Sans"/>
              </a:defRPr>
            </a:lvl2pPr>
            <a:lvl3pPr marL="0" marR="0" indent="914400" algn="l" defTabSz="1828800">
              <a:lnSpc>
                <a:spcPct val="110000"/>
              </a:lnSpc>
              <a:spcBef>
                <a:spcPts val="0"/>
              </a:spcBef>
              <a:spcAft>
                <a:spcPts val="0"/>
              </a:spcAft>
              <a:buClrTx/>
              <a:buSzTx/>
              <a:buFontTx/>
              <a:buNone/>
              <a:defRPr sz="2400" b="0" i="0" u="none" strike="noStrike" cap="none" spc="0">
                <a:solidFill>
                  <a:srgbClr val="535353"/>
                </a:solidFill>
                <a:latin typeface="Open Sans"/>
                <a:ea typeface="Open Sans"/>
                <a:cs typeface="Open Sans"/>
              </a:defRPr>
            </a:lvl3pPr>
            <a:lvl4pPr marL="0" marR="0" indent="1371600" algn="l" defTabSz="1828800">
              <a:lnSpc>
                <a:spcPct val="110000"/>
              </a:lnSpc>
              <a:spcBef>
                <a:spcPts val="0"/>
              </a:spcBef>
              <a:spcAft>
                <a:spcPts val="0"/>
              </a:spcAft>
              <a:buClrTx/>
              <a:buSzTx/>
              <a:buFontTx/>
              <a:buNone/>
              <a:defRPr sz="2400" b="0" i="0" u="none" strike="noStrike" cap="none" spc="0">
                <a:solidFill>
                  <a:srgbClr val="535353"/>
                </a:solidFill>
                <a:latin typeface="Open Sans"/>
                <a:ea typeface="Open Sans"/>
                <a:cs typeface="Open Sans"/>
              </a:defRPr>
            </a:lvl4pPr>
            <a:lvl5pPr marL="0" marR="0" indent="1828800" algn="l" defTabSz="1828800">
              <a:lnSpc>
                <a:spcPct val="110000"/>
              </a:lnSpc>
              <a:spcBef>
                <a:spcPts val="0"/>
              </a:spcBef>
              <a:spcAft>
                <a:spcPts val="0"/>
              </a:spcAft>
              <a:buClrTx/>
              <a:buSzTx/>
              <a:buFontTx/>
              <a:buNone/>
              <a:defRPr sz="2400" b="0" i="0" u="none" strike="noStrike" cap="none" spc="0">
                <a:solidFill>
                  <a:srgbClr val="535353"/>
                </a:solidFill>
                <a:latin typeface="Open Sans"/>
                <a:ea typeface="Open Sans"/>
                <a:cs typeface="Open Sans"/>
              </a:defRPr>
            </a:lvl5pPr>
            <a:lvl6pPr marL="0" marR="0" indent="2286000" algn="l" defTabSz="1828800">
              <a:lnSpc>
                <a:spcPct val="110000"/>
              </a:lnSpc>
              <a:spcBef>
                <a:spcPts val="0"/>
              </a:spcBef>
              <a:spcAft>
                <a:spcPts val="0"/>
              </a:spcAft>
              <a:buClrTx/>
              <a:buSzTx/>
              <a:buFontTx/>
              <a:buNone/>
              <a:defRPr sz="2400" b="0" i="0" u="none" strike="noStrike" cap="none" spc="0">
                <a:solidFill>
                  <a:srgbClr val="0082B9"/>
                </a:solidFill>
                <a:latin typeface="Open Sans"/>
                <a:ea typeface="Open Sans"/>
                <a:cs typeface="Open Sans"/>
              </a:defRPr>
            </a:lvl6pPr>
            <a:lvl7pPr marL="0" marR="0" indent="2743200" algn="l" defTabSz="1828800">
              <a:lnSpc>
                <a:spcPct val="110000"/>
              </a:lnSpc>
              <a:spcBef>
                <a:spcPts val="0"/>
              </a:spcBef>
              <a:spcAft>
                <a:spcPts val="0"/>
              </a:spcAft>
              <a:buClrTx/>
              <a:buSzTx/>
              <a:buFontTx/>
              <a:buNone/>
              <a:defRPr sz="2400" b="0" i="0" u="none" strike="noStrike" cap="none" spc="0">
                <a:solidFill>
                  <a:srgbClr val="0082B9"/>
                </a:solidFill>
                <a:latin typeface="Open Sans"/>
                <a:ea typeface="Open Sans"/>
                <a:cs typeface="Open Sans"/>
              </a:defRPr>
            </a:lvl7pPr>
            <a:lvl8pPr marL="0" marR="0" indent="3200400" algn="l" defTabSz="1828800">
              <a:lnSpc>
                <a:spcPct val="110000"/>
              </a:lnSpc>
              <a:spcBef>
                <a:spcPts val="0"/>
              </a:spcBef>
              <a:spcAft>
                <a:spcPts val="0"/>
              </a:spcAft>
              <a:buClrTx/>
              <a:buSzTx/>
              <a:buFontTx/>
              <a:buNone/>
              <a:defRPr sz="2400" b="0" i="0" u="none" strike="noStrike" cap="none" spc="0">
                <a:solidFill>
                  <a:srgbClr val="0082B9"/>
                </a:solidFill>
                <a:latin typeface="Open Sans"/>
                <a:ea typeface="Open Sans"/>
                <a:cs typeface="Open Sans"/>
              </a:defRPr>
            </a:lvl8pPr>
            <a:lvl9pPr marL="0" marR="0" indent="3657600" algn="l" defTabSz="1828800">
              <a:lnSpc>
                <a:spcPct val="110000"/>
              </a:lnSpc>
              <a:spcBef>
                <a:spcPts val="0"/>
              </a:spcBef>
              <a:spcAft>
                <a:spcPts val="0"/>
              </a:spcAft>
              <a:buClrTx/>
              <a:buSzTx/>
              <a:buFontTx/>
              <a:buNone/>
              <a:defRPr sz="2400" b="0" i="0" u="none" strike="noStrike" cap="none" spc="0">
                <a:solidFill>
                  <a:srgbClr val="0082B9"/>
                </a:solidFill>
                <a:latin typeface="Open Sans"/>
                <a:ea typeface="Open Sans"/>
                <a:cs typeface="Open Sans"/>
              </a:defRPr>
            </a:lvl9pPr>
          </a:lstStyle>
          <a:p>
            <a:pPr marL="0" marR="0" lvl="0" indent="0" algn="r" defTabSz="1828800" eaLnBrk="1" fontAlgn="auto" latinLnBrk="0" hangingPunct="1">
              <a:lnSpc>
                <a:spcPct val="110000"/>
              </a:lnSpc>
              <a:spcBef>
                <a:spcPts val="0"/>
              </a:spcBef>
              <a:spcAft>
                <a:spcPts val="0"/>
              </a:spcAft>
              <a:buClrTx/>
              <a:buSzTx/>
              <a:buFontTx/>
              <a:buNone/>
              <a:tabLst/>
              <a:defRPr/>
            </a:pPr>
            <a:r>
              <a:rPr kumimoji="0" lang="ru-RU" sz="2800" b="0" i="0" u="none" strike="noStrike" kern="0" cap="none" spc="0" normalizeH="0" baseline="0" noProof="0">
                <a:ln>
                  <a:noFill/>
                </a:ln>
                <a:solidFill>
                  <a:srgbClr val="535353"/>
                </a:solidFill>
                <a:effectLst/>
                <a:uLnTx/>
                <a:uFillTx/>
                <a:latin typeface="Open Sans"/>
              </a:rPr>
              <a:t>Методика разработки учебного занятия</a:t>
            </a:r>
          </a:p>
        </p:txBody>
      </p:sp>
      <p:sp>
        <p:nvSpPr>
          <p:cNvPr id="9" name="Прямоугольник 8"/>
          <p:cNvSpPr/>
          <p:nvPr/>
        </p:nvSpPr>
        <p:spPr bwMode="auto">
          <a:xfrm>
            <a:off x="9527704" y="3156696"/>
            <a:ext cx="13696951" cy="9820574"/>
          </a:xfrm>
          <a:prstGeom prst="rect">
            <a:avLst/>
          </a:prstGeom>
        </p:spPr>
        <p:txBody>
          <a:bodyPr wrap="square">
            <a:spAutoFit/>
          </a:bodyPr>
          <a:lstStyle/>
          <a:p>
            <a:pPr>
              <a:defRPr/>
            </a:pPr>
            <a:r>
              <a:rPr lang="ru-RU" b="1" dirty="0"/>
              <a:t>Цель занятия</a:t>
            </a:r>
            <a:r>
              <a:rPr lang="ru-RU" dirty="0"/>
              <a:t>: определить особенности оказания первой помощи при травмах различных областей тела. Ознакомить обучающихся с основными приемами оказания первой помощи при воздействиях повышенных или пониженных температур, отравлениях, изучить правила придания оптимальных положений тела; отработать практические навыки переноски пострадавших с различными повреждениями и оказания первой помощи при воздействии на организм человека различных повреждающих факторов, изучить простые приемы контроля состояния пострадавших и оказания им психологической поддержки до передачи их бригаде скорой медицинской помощи, другим специальным службам, сотрудники которых обязаны оказывать первую помощь.</a:t>
            </a:r>
            <a:endParaRPr dirty="0"/>
          </a:p>
          <a:p>
            <a:pPr>
              <a:defRPr/>
            </a:pPr>
            <a:r>
              <a:rPr lang="ru-RU" dirty="0"/>
              <a:t> </a:t>
            </a:r>
            <a:endParaRPr dirty="0"/>
          </a:p>
          <a:p>
            <a:pPr>
              <a:defRPr/>
            </a:pPr>
            <a:r>
              <a:rPr lang="ru-RU" b="1" dirty="0"/>
              <a:t>Вид занятия</a:t>
            </a:r>
            <a:r>
              <a:rPr lang="ru-RU" dirty="0"/>
              <a:t>: групповое. </a:t>
            </a:r>
            <a:endParaRPr dirty="0"/>
          </a:p>
          <a:p>
            <a:pPr>
              <a:defRPr/>
            </a:pPr>
            <a:r>
              <a:rPr lang="ru-RU" dirty="0"/>
              <a:t> </a:t>
            </a:r>
            <a:endParaRPr dirty="0"/>
          </a:p>
          <a:p>
            <a:pPr>
              <a:defRPr/>
            </a:pPr>
            <a:r>
              <a:rPr lang="ru-RU" b="1" dirty="0"/>
              <a:t>Метод</a:t>
            </a:r>
            <a:r>
              <a:rPr lang="ru-RU" dirty="0"/>
              <a:t>: устное изложение материала с обсуждением возникающих вопросов по ходу занятия (диалог), практическое занятие, решение ситуационных задач. </a:t>
            </a:r>
            <a:endParaRPr dirty="0"/>
          </a:p>
          <a:p>
            <a:pPr>
              <a:defRPr/>
            </a:pPr>
            <a:r>
              <a:rPr lang="ru-RU" dirty="0"/>
              <a:t> </a:t>
            </a:r>
            <a:endParaRPr dirty="0"/>
          </a:p>
          <a:p>
            <a:pPr>
              <a:defRPr/>
            </a:pPr>
            <a:r>
              <a:rPr lang="ru-RU" b="1" dirty="0"/>
              <a:t>Продолжительность</a:t>
            </a:r>
            <a:r>
              <a:rPr lang="ru-RU" dirty="0"/>
              <a:t>: 6 часов (2 часа теории, 4 часа практики). </a:t>
            </a:r>
            <a:endParaRPr dirty="0"/>
          </a:p>
          <a:p>
            <a:pPr>
              <a:defRPr/>
            </a:pPr>
            <a:r>
              <a:rPr lang="ru-RU" dirty="0"/>
              <a:t> </a:t>
            </a:r>
            <a:endParaRPr dirty="0"/>
          </a:p>
          <a:p>
            <a:pPr>
              <a:defRPr/>
            </a:pPr>
            <a:r>
              <a:rPr lang="ru-RU" b="1" dirty="0"/>
              <a:t>Учебно-материальное обеспечение</a:t>
            </a:r>
            <a:r>
              <a:rPr lang="ru-RU" dirty="0"/>
              <a:t>: набор имитаторов травм и повреждений, аптечки первой помощи (автомобильная, для оказания первой помощи работникам), табельные средства для оказания первой помощи: перевязочные средства, учебные пособия по первой помощи пострадавшим, учебный фильм по первой помощи, наглядные пособия (слайды, плакаты): оптимальные положения и т.п., мультимедийный проектор, экран для демонстрации учебных фильмов, персональный компьютер (ноутбук).</a:t>
            </a:r>
            <a:endParaRPr dirty="0"/>
          </a:p>
        </p:txBody>
      </p:sp>
    </p:spTree>
    <p:extLst>
      <p:ext uri="{BB962C8B-B14F-4D97-AF65-F5344CB8AC3E}">
        <p14:creationId xmlns:p14="http://schemas.microsoft.com/office/powerpoint/2010/main" val="17249114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bg>
      <p:bgPr>
        <a:solidFill>
          <a:srgbClr val="FFFFFF"/>
        </a:solidFill>
        <a:effectLst/>
      </p:bgPr>
    </p:bg>
    <p:spTree>
      <p:nvGrpSpPr>
        <p:cNvPr id="1" name=""/>
        <p:cNvGrpSpPr/>
        <p:nvPr/>
      </p:nvGrpSpPr>
      <p:grpSpPr bwMode="auto">
        <a:xfrm>
          <a:off x="0" y="0"/>
          <a:ext cx="0" cy="0"/>
          <a:chOff x="0" y="0"/>
          <a:chExt cx="0" cy="0"/>
        </a:xfrm>
      </p:grpSpPr>
      <p:pic>
        <p:nvPicPr>
          <p:cNvPr id="11" name="Picture 2" descr="Picture background">
            <a:extLst>
              <a:ext uri="{FF2B5EF4-FFF2-40B4-BE49-F238E27FC236}">
                <a16:creationId xmlns:a16="http://schemas.microsoft.com/office/drawing/2014/main" id="{66EB5237-24B5-4474-A21F-27653ABDAF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50" y="3457549"/>
            <a:ext cx="13175577" cy="9260789"/>
          </a:xfrm>
          <a:prstGeom prst="rect">
            <a:avLst/>
          </a:prstGeom>
          <a:noFill/>
          <a:extLst>
            <a:ext uri="{909E8E84-426E-40DD-AFC4-6F175D3DCCD1}">
              <a14:hiddenFill xmlns:a14="http://schemas.microsoft.com/office/drawing/2010/main">
                <a:solidFill>
                  <a:srgbClr val="FFFFFF"/>
                </a:solidFill>
              </a14:hiddenFill>
            </a:ext>
          </a:extLst>
        </p:spPr>
      </p:pic>
      <p:sp>
        <p:nvSpPr>
          <p:cNvPr id="866" name="Номер слайда"/>
          <p:cNvSpPr txBox="1">
            <a:spLocks noGrp="1"/>
          </p:cNvSpPr>
          <p:nvPr>
            <p:ph type="sldNum" sz="quarter" idx="4294967295"/>
          </p:nvPr>
        </p:nvSpPr>
        <p:spPr bwMode="auto">
          <a:xfrm>
            <a:off x="6350" y="6542537"/>
            <a:ext cx="684000" cy="630942"/>
          </a:xfrm>
          <a:prstGeom prst="rect">
            <a:avLst/>
          </a:prstGeom>
          <a:gradFill>
            <a:gsLst>
              <a:gs pos="0">
                <a:srgbClr val="656565"/>
              </a:gs>
              <a:gs pos="50000">
                <a:schemeClr val="accent6"/>
              </a:gs>
              <a:gs pos="100000">
                <a:srgbClr val="444444"/>
              </a:gs>
            </a:gsLst>
            <a:lin ang="5400000" scaled="1"/>
          </a:gradFill>
          <a:ln w="6350">
            <a:solidFill>
              <a:srgbClr val="DDDDDD"/>
            </a:solidFill>
            <a:miter lim="800000"/>
          </a:ln>
          <a:effectLst>
            <a:outerShdw blurRad="63500" dist="19050" dir="5400000" rotWithShape="0">
              <a:srgbClr val="000000">
                <a:alpha val="63000"/>
              </a:srgbClr>
            </a:outerShdw>
          </a:effectLst>
        </p:spPr>
        <p:txBody>
          <a:bodyPr wrap="square"/>
          <a:lstStyle>
            <a:lvl1pPr>
              <a:defRPr sz="3500">
                <a:solidFill>
                  <a:srgbClr val="FFFFFF"/>
                </a:solidFill>
              </a:defRPr>
            </a:lvl1pPr>
          </a:lstStyle>
          <a:p>
            <a:pPr marL="0" marR="0" lvl="0" indent="0" algn="ctr" defTabSz="1828434" rtl="0" eaLnBrk="1" fontAlgn="auto" latinLnBrk="0" hangingPunct="1">
              <a:lnSpc>
                <a:spcPct val="100000"/>
              </a:lnSpc>
              <a:spcBef>
                <a:spcPts val="0"/>
              </a:spcBef>
              <a:spcAft>
                <a:spcPts val="0"/>
              </a:spcAft>
              <a:buClrTx/>
              <a:buSzTx/>
              <a:buFontTx/>
              <a:buNone/>
              <a:tabLst/>
              <a:defRPr/>
            </a:pPr>
            <a:fld id="{86CB4B4D-7CA3-9044-876B-883B54F8677D}" type="slidenum">
              <a:rPr kumimoji="0" sz="3500" b="0" i="0" u="none" strike="noStrike" kern="0" cap="none" spc="0" normalizeH="0" baseline="0" noProof="0">
                <a:ln>
                  <a:noFill/>
                </a:ln>
                <a:solidFill>
                  <a:srgbClr val="FFFFFF"/>
                </a:solidFill>
                <a:effectLst/>
                <a:uLnTx/>
                <a:uFillTx/>
                <a:latin typeface="Open Sans Light"/>
                <a:ea typeface="Open Sans"/>
                <a:cs typeface="Calibri"/>
                <a:sym typeface="Open Sans"/>
              </a:rPr>
              <a:pPr marL="0" marR="0" lvl="0" indent="0" algn="ctr" defTabSz="1828434" rtl="0" eaLnBrk="1" fontAlgn="auto" latinLnBrk="0" hangingPunct="1">
                <a:lnSpc>
                  <a:spcPct val="100000"/>
                </a:lnSpc>
                <a:spcBef>
                  <a:spcPts val="0"/>
                </a:spcBef>
                <a:spcAft>
                  <a:spcPts val="0"/>
                </a:spcAft>
                <a:buClrTx/>
                <a:buSzTx/>
                <a:buFontTx/>
                <a:buNone/>
                <a:tabLst/>
                <a:defRPr/>
              </a:pPr>
              <a:t>14</a:t>
            </a:fld>
            <a:endParaRPr kumimoji="0" sz="3500" b="0" i="0" u="none" strike="noStrike" kern="0" cap="none" spc="0" normalizeH="0" baseline="0" noProof="0">
              <a:ln>
                <a:noFill/>
              </a:ln>
              <a:solidFill>
                <a:srgbClr val="FFFFFF"/>
              </a:solidFill>
              <a:effectLst/>
              <a:uLnTx/>
              <a:uFillTx/>
              <a:latin typeface="Open Sans Light"/>
              <a:ea typeface="Open Sans"/>
              <a:cs typeface="Calibri"/>
              <a:sym typeface="Open Sans"/>
            </a:endParaRPr>
          </a:p>
        </p:txBody>
      </p:sp>
      <p:sp>
        <p:nvSpPr>
          <p:cNvPr id="22" name="Rectangle 29"/>
          <p:cNvSpPr/>
          <p:nvPr/>
        </p:nvSpPr>
        <p:spPr bwMode="auto">
          <a:xfrm>
            <a:off x="2061252" y="2604670"/>
            <a:ext cx="13908596" cy="72000"/>
          </a:xfrm>
          <a:prstGeom prst="rect">
            <a:avLst/>
          </a:prstGeom>
          <a:gradFill>
            <a:gsLst>
              <a:gs pos="0">
                <a:srgbClr val="656565"/>
              </a:gs>
              <a:gs pos="50000">
                <a:schemeClr val="accent6"/>
              </a:gs>
              <a:gs pos="100000">
                <a:srgbClr val="444444"/>
              </a:gs>
            </a:gsLst>
            <a:lin ang="5400000" scaled="1"/>
          </a:gradFill>
          <a:ln w="6350">
            <a:solidFill>
              <a:srgbClr val="DDDDDD"/>
            </a:solidFill>
            <a:miter/>
          </a:ln>
          <a:effectLst>
            <a:outerShdw blurRad="63500" dist="19050" dir="5400000" rotWithShape="0">
              <a:srgbClr val="000000">
                <a:alpha val="63000"/>
              </a:srgbClr>
            </a:outerShdw>
          </a:effectLst>
        </p:spPr>
        <p:txBody>
          <a:bodyPr lIns="45720" rIns="45720" anchor="ctr"/>
          <a:lstStyle/>
          <a:p>
            <a:pPr marL="0" marR="0" lvl="0" indent="0" algn="l" defTabSz="1828434" rtl="0" eaLnBrk="1" fontAlgn="auto" latinLnBrk="0" hangingPunct="1">
              <a:lnSpc>
                <a:spcPct val="100000"/>
              </a:lnSpc>
              <a:spcBef>
                <a:spcPts val="0"/>
              </a:spcBef>
              <a:spcAft>
                <a:spcPts val="0"/>
              </a:spcAft>
              <a:buClrTx/>
              <a:buSzTx/>
              <a:buFontTx/>
              <a:buNone/>
              <a:tabLst/>
              <a:defRPr>
                <a:solidFill>
                  <a:srgbClr val="FFFFFF"/>
                </a:solidFill>
              </a:defRPr>
            </a:pPr>
            <a:endParaRPr kumimoji="0" sz="3500" b="0" i="0" u="none" strike="noStrike" kern="0" cap="none" spc="0" normalizeH="0" baseline="0" noProof="0">
              <a:ln>
                <a:noFill/>
              </a:ln>
              <a:solidFill>
                <a:srgbClr val="FFFFFF"/>
              </a:solidFill>
              <a:effectLst/>
              <a:uLnTx/>
              <a:uFillTx/>
              <a:latin typeface="Open Sans Light"/>
              <a:ea typeface="Open Sans"/>
              <a:cs typeface="Calibri"/>
              <a:sym typeface="Open Sans"/>
            </a:endParaRPr>
          </a:p>
        </p:txBody>
      </p:sp>
      <p:sp>
        <p:nvSpPr>
          <p:cNvPr id="8" name="Подзаголовок 2"/>
          <p:cNvSpPr txBox="1">
            <a:spLocks/>
          </p:cNvSpPr>
          <p:nvPr/>
        </p:nvSpPr>
        <p:spPr bwMode="auto">
          <a:xfrm>
            <a:off x="1894856" y="2743743"/>
            <a:ext cx="6898072" cy="681807"/>
          </a:xfrm>
          <a:prstGeom prst="rect">
            <a:avLst/>
          </a:prstGeom>
          <a:ln w="25400">
            <a:miter lim="400000"/>
          </a:ln>
        </p:spPr>
        <p:txBody>
          <a:bodyPr tIns="91439" bIns="91439" anchor="ctr">
            <a:normAutofit fontScale="92500"/>
          </a:bodyPr>
          <a:lstStyle>
            <a:lvl1pPr marL="0" marR="0" indent="0" algn="r" defTabSz="1828800">
              <a:lnSpc>
                <a:spcPct val="110000"/>
              </a:lnSpc>
              <a:spcBef>
                <a:spcPts val="0"/>
              </a:spcBef>
              <a:spcAft>
                <a:spcPts val="0"/>
              </a:spcAft>
              <a:buClrTx/>
              <a:buSzTx/>
              <a:buFontTx/>
              <a:buNone/>
              <a:defRPr sz="2800" b="0" i="0" u="none" strike="noStrike" cap="none" spc="0">
                <a:solidFill>
                  <a:srgbClr val="535353"/>
                </a:solidFill>
                <a:latin typeface="Open Sans"/>
                <a:ea typeface="Open Sans"/>
                <a:cs typeface="Open Sans"/>
              </a:defRPr>
            </a:lvl1pPr>
            <a:lvl2pPr marL="0" marR="0" indent="457200" algn="l" defTabSz="1828800">
              <a:lnSpc>
                <a:spcPct val="110000"/>
              </a:lnSpc>
              <a:spcBef>
                <a:spcPts val="0"/>
              </a:spcBef>
              <a:spcAft>
                <a:spcPts val="0"/>
              </a:spcAft>
              <a:buClrTx/>
              <a:buSzTx/>
              <a:buFontTx/>
              <a:buNone/>
              <a:defRPr sz="2400" b="0" i="0" u="none" strike="noStrike" cap="none" spc="0">
                <a:solidFill>
                  <a:srgbClr val="535353"/>
                </a:solidFill>
                <a:latin typeface="Open Sans"/>
                <a:ea typeface="Open Sans"/>
                <a:cs typeface="Open Sans"/>
              </a:defRPr>
            </a:lvl2pPr>
            <a:lvl3pPr marL="0" marR="0" indent="914400" algn="l" defTabSz="1828800">
              <a:lnSpc>
                <a:spcPct val="110000"/>
              </a:lnSpc>
              <a:spcBef>
                <a:spcPts val="0"/>
              </a:spcBef>
              <a:spcAft>
                <a:spcPts val="0"/>
              </a:spcAft>
              <a:buClrTx/>
              <a:buSzTx/>
              <a:buFontTx/>
              <a:buNone/>
              <a:defRPr sz="2400" b="0" i="0" u="none" strike="noStrike" cap="none" spc="0">
                <a:solidFill>
                  <a:srgbClr val="535353"/>
                </a:solidFill>
                <a:latin typeface="Open Sans"/>
                <a:ea typeface="Open Sans"/>
                <a:cs typeface="Open Sans"/>
              </a:defRPr>
            </a:lvl3pPr>
            <a:lvl4pPr marL="0" marR="0" indent="1371600" algn="l" defTabSz="1828800">
              <a:lnSpc>
                <a:spcPct val="110000"/>
              </a:lnSpc>
              <a:spcBef>
                <a:spcPts val="0"/>
              </a:spcBef>
              <a:spcAft>
                <a:spcPts val="0"/>
              </a:spcAft>
              <a:buClrTx/>
              <a:buSzTx/>
              <a:buFontTx/>
              <a:buNone/>
              <a:defRPr sz="2400" b="0" i="0" u="none" strike="noStrike" cap="none" spc="0">
                <a:solidFill>
                  <a:srgbClr val="535353"/>
                </a:solidFill>
                <a:latin typeface="Open Sans"/>
                <a:ea typeface="Open Sans"/>
                <a:cs typeface="Open Sans"/>
              </a:defRPr>
            </a:lvl4pPr>
            <a:lvl5pPr marL="0" marR="0" indent="1828800" algn="l" defTabSz="1828800">
              <a:lnSpc>
                <a:spcPct val="110000"/>
              </a:lnSpc>
              <a:spcBef>
                <a:spcPts val="0"/>
              </a:spcBef>
              <a:spcAft>
                <a:spcPts val="0"/>
              </a:spcAft>
              <a:buClrTx/>
              <a:buSzTx/>
              <a:buFontTx/>
              <a:buNone/>
              <a:defRPr sz="2400" b="0" i="0" u="none" strike="noStrike" cap="none" spc="0">
                <a:solidFill>
                  <a:srgbClr val="535353"/>
                </a:solidFill>
                <a:latin typeface="Open Sans"/>
                <a:ea typeface="Open Sans"/>
                <a:cs typeface="Open Sans"/>
              </a:defRPr>
            </a:lvl5pPr>
            <a:lvl6pPr marL="0" marR="0" indent="2286000" algn="l" defTabSz="1828800">
              <a:lnSpc>
                <a:spcPct val="110000"/>
              </a:lnSpc>
              <a:spcBef>
                <a:spcPts val="0"/>
              </a:spcBef>
              <a:spcAft>
                <a:spcPts val="0"/>
              </a:spcAft>
              <a:buClrTx/>
              <a:buSzTx/>
              <a:buFontTx/>
              <a:buNone/>
              <a:defRPr sz="2400" b="0" i="0" u="none" strike="noStrike" cap="none" spc="0">
                <a:solidFill>
                  <a:srgbClr val="0082B9"/>
                </a:solidFill>
                <a:latin typeface="Open Sans"/>
                <a:ea typeface="Open Sans"/>
                <a:cs typeface="Open Sans"/>
              </a:defRPr>
            </a:lvl6pPr>
            <a:lvl7pPr marL="0" marR="0" indent="2743200" algn="l" defTabSz="1828800">
              <a:lnSpc>
                <a:spcPct val="110000"/>
              </a:lnSpc>
              <a:spcBef>
                <a:spcPts val="0"/>
              </a:spcBef>
              <a:spcAft>
                <a:spcPts val="0"/>
              </a:spcAft>
              <a:buClrTx/>
              <a:buSzTx/>
              <a:buFontTx/>
              <a:buNone/>
              <a:defRPr sz="2400" b="0" i="0" u="none" strike="noStrike" cap="none" spc="0">
                <a:solidFill>
                  <a:srgbClr val="0082B9"/>
                </a:solidFill>
                <a:latin typeface="Open Sans"/>
                <a:ea typeface="Open Sans"/>
                <a:cs typeface="Open Sans"/>
              </a:defRPr>
            </a:lvl7pPr>
            <a:lvl8pPr marL="0" marR="0" indent="3200400" algn="l" defTabSz="1828800">
              <a:lnSpc>
                <a:spcPct val="110000"/>
              </a:lnSpc>
              <a:spcBef>
                <a:spcPts val="0"/>
              </a:spcBef>
              <a:spcAft>
                <a:spcPts val="0"/>
              </a:spcAft>
              <a:buClrTx/>
              <a:buSzTx/>
              <a:buFontTx/>
              <a:buNone/>
              <a:defRPr sz="2400" b="0" i="0" u="none" strike="noStrike" cap="none" spc="0">
                <a:solidFill>
                  <a:srgbClr val="0082B9"/>
                </a:solidFill>
                <a:latin typeface="Open Sans"/>
                <a:ea typeface="Open Sans"/>
                <a:cs typeface="Open Sans"/>
              </a:defRPr>
            </a:lvl8pPr>
            <a:lvl9pPr marL="0" marR="0" indent="3657600" algn="l" defTabSz="1828800">
              <a:lnSpc>
                <a:spcPct val="110000"/>
              </a:lnSpc>
              <a:spcBef>
                <a:spcPts val="0"/>
              </a:spcBef>
              <a:spcAft>
                <a:spcPts val="0"/>
              </a:spcAft>
              <a:buClrTx/>
              <a:buSzTx/>
              <a:buFontTx/>
              <a:buNone/>
              <a:defRPr sz="2400" b="0" i="0" u="none" strike="noStrike" cap="none" spc="0">
                <a:solidFill>
                  <a:srgbClr val="0082B9"/>
                </a:solidFill>
                <a:latin typeface="Open Sans"/>
                <a:ea typeface="Open Sans"/>
                <a:cs typeface="Open Sans"/>
              </a:defRPr>
            </a:lvl9pPr>
          </a:lstStyle>
          <a:p>
            <a:pPr marL="0" marR="0" lvl="0" indent="0" algn="r" defTabSz="1828800" eaLnBrk="1" fontAlgn="auto" latinLnBrk="0" hangingPunct="1">
              <a:lnSpc>
                <a:spcPct val="110000"/>
              </a:lnSpc>
              <a:spcBef>
                <a:spcPts val="0"/>
              </a:spcBef>
              <a:spcAft>
                <a:spcPts val="0"/>
              </a:spcAft>
              <a:buClrTx/>
              <a:buSzTx/>
              <a:buFontTx/>
              <a:buNone/>
              <a:tabLst/>
              <a:defRPr/>
            </a:pPr>
            <a:r>
              <a:rPr kumimoji="0" lang="ru-RU" sz="2800" b="0" i="0" u="none" strike="noStrike" kern="0" cap="none" spc="0" normalizeH="0" baseline="0" noProof="0">
                <a:ln>
                  <a:noFill/>
                </a:ln>
                <a:solidFill>
                  <a:srgbClr val="535353"/>
                </a:solidFill>
                <a:effectLst/>
                <a:uLnTx/>
                <a:uFillTx/>
                <a:latin typeface="Open Sans"/>
                <a:ea typeface="Open Sans"/>
                <a:cs typeface="Open Sans"/>
              </a:rPr>
              <a:t>Методика разработки учебного занятия</a:t>
            </a:r>
          </a:p>
        </p:txBody>
      </p:sp>
      <p:sp>
        <p:nvSpPr>
          <p:cNvPr id="10" name="Прямоугольник 9"/>
          <p:cNvSpPr/>
          <p:nvPr/>
        </p:nvSpPr>
        <p:spPr bwMode="auto">
          <a:xfrm>
            <a:off x="12192000" y="4300025"/>
            <a:ext cx="14526042" cy="882742"/>
          </a:xfrm>
          <a:prstGeom prst="rect">
            <a:avLst/>
          </a:prstGeom>
        </p:spPr>
        <p:txBody>
          <a:bodyPr wrap="square">
            <a:spAutoFit/>
          </a:bodyPr>
          <a:lstStyle/>
          <a:p>
            <a:pPr marL="0" marR="0" lvl="0" indent="0" algn="l" defTabSz="1828800" eaLnBrk="1" fontAlgn="auto" latinLnBrk="0" hangingPunct="1">
              <a:lnSpc>
                <a:spcPct val="110000"/>
              </a:lnSpc>
              <a:spcBef>
                <a:spcPts val="0"/>
              </a:spcBef>
              <a:spcAft>
                <a:spcPts val="0"/>
              </a:spcAft>
              <a:buClrTx/>
              <a:buSzTx/>
              <a:buFontTx/>
              <a:buNone/>
              <a:tabLst/>
              <a:defRPr/>
            </a:pPr>
            <a:r>
              <a:rPr kumimoji="0" lang="ru-RU" sz="2400" b="1" i="0" u="none" strike="noStrike" kern="0" cap="none" spc="0" normalizeH="0" baseline="0" noProof="0" dirty="0">
                <a:ln>
                  <a:noFill/>
                </a:ln>
                <a:solidFill>
                  <a:srgbClr val="535353"/>
                </a:solidFill>
                <a:effectLst/>
                <a:uLnTx/>
                <a:uFillTx/>
                <a:latin typeface="Open Sans"/>
                <a:ea typeface="Open Sans"/>
                <a:cs typeface="Open Sans"/>
              </a:rPr>
              <a:t>Изучаемые вопросы:</a:t>
            </a:r>
            <a:endParaRPr kumimoji="0" lang="ru-RU" sz="2400" b="0" i="0" u="none" strike="noStrike" kern="0" cap="none" spc="0" normalizeH="0" baseline="0" noProof="0" dirty="0">
              <a:ln>
                <a:noFill/>
              </a:ln>
              <a:solidFill>
                <a:srgbClr val="535353"/>
              </a:solidFill>
              <a:effectLst/>
              <a:uLnTx/>
              <a:uFillTx/>
              <a:latin typeface="Open Sans"/>
              <a:ea typeface="Open Sans"/>
              <a:cs typeface="Open Sans"/>
            </a:endParaRPr>
          </a:p>
          <a:p>
            <a:pPr marL="457200" marR="0" lvl="0" indent="-457200" algn="l" defTabSz="1828800" eaLnBrk="1" fontAlgn="auto" latinLnBrk="0" hangingPunct="1">
              <a:lnSpc>
                <a:spcPct val="110000"/>
              </a:lnSpc>
              <a:spcBef>
                <a:spcPts val="0"/>
              </a:spcBef>
              <a:spcAft>
                <a:spcPts val="0"/>
              </a:spcAft>
              <a:buClrTx/>
              <a:buSzTx/>
              <a:buFont typeface="+mj-lt"/>
              <a:buAutoNum type="arabicPeriod"/>
              <a:tabLst/>
              <a:defRPr/>
            </a:pPr>
            <a:endParaRPr kumimoji="0" lang="ru-RU" sz="2400" b="0" i="0" u="none" strike="noStrike" kern="0" cap="none" spc="0" normalizeH="0" baseline="0" noProof="0" dirty="0">
              <a:ln>
                <a:noFill/>
              </a:ln>
              <a:solidFill>
                <a:srgbClr val="535353"/>
              </a:solidFill>
              <a:effectLst/>
              <a:uLnTx/>
              <a:uFillTx/>
              <a:latin typeface="Open Sans"/>
              <a:ea typeface="Open Sans"/>
              <a:cs typeface="Open Sans"/>
            </a:endParaRPr>
          </a:p>
        </p:txBody>
      </p:sp>
      <p:sp>
        <p:nvSpPr>
          <p:cNvPr id="9" name="TextBox 6">
            <a:extLst>
              <a:ext uri="{FF2B5EF4-FFF2-40B4-BE49-F238E27FC236}">
                <a16:creationId xmlns:a16="http://schemas.microsoft.com/office/drawing/2014/main" id="{C35CF767-307D-4796-9D2E-50BD1CFF8ED5}"/>
              </a:ext>
            </a:extLst>
          </p:cNvPr>
          <p:cNvSpPr txBox="1"/>
          <p:nvPr/>
        </p:nvSpPr>
        <p:spPr bwMode="auto">
          <a:xfrm>
            <a:off x="2034610" y="1106179"/>
            <a:ext cx="18582326" cy="1508105"/>
          </a:xfrm>
          <a:prstGeom prst="rect">
            <a:avLst/>
          </a:prstGeom>
          <a:ln w="12700">
            <a:miter lim="400000"/>
          </a:ln>
        </p:spPr>
        <p:txBody>
          <a:bodyPr wrap="square" lIns="45720" rIns="45720">
            <a:spAutoFit/>
          </a:bodyPr>
          <a:lstStyle>
            <a:lvl1pPr>
              <a:defRPr sz="6600">
                <a:solidFill>
                  <a:srgbClr val="010101"/>
                </a:solidFill>
                <a:latin typeface="Montserrat Semi Bold"/>
                <a:ea typeface="Montserrat Semi Bold"/>
                <a:cs typeface="Montserrat Semi Bold"/>
              </a:defRPr>
            </a:lvl1pPr>
          </a:lstStyle>
          <a:p>
            <a:pPr lvl="0" defTabSz="914400" rtl="0">
              <a:lnSpc>
                <a:spcPct val="100000"/>
              </a:lnSpc>
              <a:defRPr/>
            </a:pPr>
            <a:r>
              <a:rPr lang="ru-RU" sz="4600" dirty="0">
                <a:solidFill>
                  <a:srgbClr val="404040"/>
                </a:solidFill>
                <a:latin typeface="PFDinDisplayPro-Regular"/>
                <a:ea typeface="PFDinDisplayPro-Regular"/>
                <a:cs typeface="PFDinDisplayPro-Regular"/>
                <a:sym typeface="Stem"/>
              </a:rPr>
              <a:t>ТЕМА 4. ОКАЗАНИЕ ПЕРВОЙ ПОМОЩИ ПРИ ТРАВМАХ, РАНЕНИЯХ, ПОРАЖЕНИЯХ И ПРОЧИХ СОСТОЯНИЯХ</a:t>
            </a:r>
            <a:endParaRPr kumimoji="0" lang="ru-RU" sz="4600" b="0" i="0" u="none" strike="noStrike" kern="0" cap="none" spc="0" normalizeH="0" baseline="0" noProof="0" dirty="0">
              <a:ln>
                <a:noFill/>
              </a:ln>
              <a:solidFill>
                <a:srgbClr val="404040"/>
              </a:solidFill>
              <a:effectLst/>
              <a:uLnTx/>
              <a:uFillTx/>
              <a:latin typeface="PFDinDisplayPro-Regular"/>
              <a:ea typeface="PFDinDisplayPro-Regular"/>
              <a:cs typeface="PFDinDisplayPro-Regular"/>
              <a:sym typeface="Stem"/>
            </a:endParaRPr>
          </a:p>
        </p:txBody>
      </p:sp>
      <p:sp>
        <p:nvSpPr>
          <p:cNvPr id="2" name="Прямоугольник 1">
            <a:extLst>
              <a:ext uri="{FF2B5EF4-FFF2-40B4-BE49-F238E27FC236}">
                <a16:creationId xmlns:a16="http://schemas.microsoft.com/office/drawing/2014/main" id="{46AC00E2-3CA7-46D9-B13B-E2860E71A1E4}"/>
              </a:ext>
            </a:extLst>
          </p:cNvPr>
          <p:cNvSpPr/>
          <p:nvPr/>
        </p:nvSpPr>
        <p:spPr>
          <a:xfrm>
            <a:off x="11687944" y="4983735"/>
            <a:ext cx="11737304" cy="6976718"/>
          </a:xfrm>
          <a:prstGeom prst="rect">
            <a:avLst/>
          </a:prstGeom>
        </p:spPr>
        <p:txBody>
          <a:bodyPr wrap="square">
            <a:spAutoFit/>
          </a:bodyPr>
          <a:lstStyle/>
          <a:p>
            <a:pPr marL="457200" indent="-457200">
              <a:buFont typeface="+mj-lt"/>
              <a:buAutoNum type="arabicPeriod"/>
            </a:pPr>
            <a:r>
              <a:rPr lang="ru-RU" dirty="0"/>
              <a:t>Подробный осмотр и опрос пострадавшего.</a:t>
            </a:r>
          </a:p>
          <a:p>
            <a:pPr marL="457200" indent="-457200">
              <a:buFont typeface="+mj-lt"/>
              <a:buAutoNum type="arabicPeriod"/>
            </a:pPr>
            <a:r>
              <a:rPr lang="ru-RU" dirty="0"/>
              <a:t>Основные состояния, с которыми может столкнуться участник оказания первой помощи.</a:t>
            </a:r>
          </a:p>
          <a:p>
            <a:pPr marL="457200" indent="-457200">
              <a:buFont typeface="+mj-lt"/>
              <a:buAutoNum type="arabicPeriod"/>
            </a:pPr>
            <a:r>
              <a:rPr lang="ru-RU" dirty="0"/>
              <a:t>Травмы различных областей тела.</a:t>
            </a:r>
          </a:p>
          <a:p>
            <a:pPr marL="457200" indent="-457200">
              <a:buFont typeface="+mj-lt"/>
              <a:buAutoNum type="arabicPeriod"/>
            </a:pPr>
            <a:r>
              <a:rPr lang="ru-RU" dirty="0"/>
              <a:t>Поражения, вызванные термическими факторами, - ожоги, перегревание, отморожение, переохлаждение.</a:t>
            </a:r>
          </a:p>
          <a:p>
            <a:pPr marL="457200" indent="-457200">
              <a:buFont typeface="+mj-lt"/>
              <a:buAutoNum type="arabicPeriod"/>
            </a:pPr>
            <a:r>
              <a:rPr lang="ru-RU" dirty="0"/>
              <a:t>Поражения, вызванные химическими и электрическими факторами, излучением.</a:t>
            </a:r>
          </a:p>
          <a:p>
            <a:pPr marL="457200" indent="-457200">
              <a:buFont typeface="+mj-lt"/>
              <a:buAutoNum type="arabicPeriod"/>
            </a:pPr>
            <a:r>
              <a:rPr lang="ru-RU" dirty="0"/>
              <a:t>Отравления.</a:t>
            </a:r>
          </a:p>
          <a:p>
            <a:pPr marL="457200" indent="-457200">
              <a:buFont typeface="+mj-lt"/>
              <a:buAutoNum type="arabicPeriod"/>
            </a:pPr>
            <a:r>
              <a:rPr lang="ru-RU" dirty="0"/>
              <a:t>Укусы и </a:t>
            </a:r>
            <a:r>
              <a:rPr lang="ru-RU" dirty="0" err="1"/>
              <a:t>ужаливания</a:t>
            </a:r>
            <a:r>
              <a:rPr lang="ru-RU" dirty="0"/>
              <a:t> ядовитых животных.</a:t>
            </a:r>
          </a:p>
          <a:p>
            <a:pPr marL="457200" indent="-457200">
              <a:buFont typeface="+mj-lt"/>
              <a:buAutoNum type="arabicPeriod"/>
            </a:pPr>
            <a:r>
              <a:rPr lang="ru-RU" dirty="0"/>
              <a:t>Судорожный приступ с потерей сознания.</a:t>
            </a:r>
          </a:p>
          <a:p>
            <a:pPr marL="457200" indent="-457200">
              <a:buFont typeface="+mj-lt"/>
              <a:buAutoNum type="arabicPeriod"/>
            </a:pPr>
            <a:r>
              <a:rPr lang="ru-RU" dirty="0"/>
              <a:t>Помощь пострадавшему в принятии лекарственных препаратов.</a:t>
            </a:r>
          </a:p>
          <a:p>
            <a:pPr marL="457200" indent="-457200">
              <a:buFont typeface="+mj-lt"/>
              <a:buAutoNum type="arabicPeriod"/>
            </a:pPr>
            <a:r>
              <a:rPr lang="ru-RU" dirty="0"/>
              <a:t>Придание и поддержание оптимального положения тела пострадавшего, контроль состояния, психологическая поддержка.</a:t>
            </a:r>
          </a:p>
          <a:p>
            <a:pPr marL="457200" indent="-457200">
              <a:buFont typeface="+mj-lt"/>
              <a:buAutoNum type="arabicPeriod"/>
            </a:pPr>
            <a:r>
              <a:rPr lang="ru-RU" dirty="0"/>
              <a:t>Транспортировка пострадавшего.</a:t>
            </a:r>
          </a:p>
          <a:p>
            <a:pPr marL="457200" indent="-457200">
              <a:buFont typeface="+mj-lt"/>
              <a:buAutoNum type="arabicPeriod"/>
            </a:pPr>
            <a:r>
              <a:rPr lang="ru-RU" dirty="0"/>
              <a:t>Передача пострадавшего выездной бригаде скорой медицинской помощи, медицинской организации, специальным службам.</a:t>
            </a:r>
          </a:p>
        </p:txBody>
      </p:sp>
    </p:spTree>
    <p:extLst>
      <p:ext uri="{BB962C8B-B14F-4D97-AF65-F5344CB8AC3E}">
        <p14:creationId xmlns:p14="http://schemas.microsoft.com/office/powerpoint/2010/main" val="26510442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866" name="Номер слайда"/>
          <p:cNvSpPr txBox="1">
            <a:spLocks noGrp="1"/>
          </p:cNvSpPr>
          <p:nvPr>
            <p:ph type="sldNum" sz="quarter" idx="4294967295"/>
          </p:nvPr>
        </p:nvSpPr>
        <p:spPr bwMode="auto">
          <a:xfrm>
            <a:off x="6350" y="6542537"/>
            <a:ext cx="684000" cy="630942"/>
          </a:xfrm>
          <a:prstGeom prst="rect">
            <a:avLst/>
          </a:prstGeom>
          <a:gradFill>
            <a:gsLst>
              <a:gs pos="0">
                <a:srgbClr val="656565"/>
              </a:gs>
              <a:gs pos="50000">
                <a:schemeClr val="accent6"/>
              </a:gs>
              <a:gs pos="100000">
                <a:srgbClr val="444444"/>
              </a:gs>
            </a:gsLst>
            <a:lin ang="5400000" scaled="1"/>
          </a:gradFill>
          <a:ln w="6350">
            <a:solidFill>
              <a:srgbClr val="DDDDDD"/>
            </a:solidFill>
            <a:miter lim="800000"/>
          </a:ln>
          <a:effectLst>
            <a:outerShdw blurRad="63500" dist="19050" dir="5400000" rotWithShape="0">
              <a:srgbClr val="000000">
                <a:alpha val="63000"/>
              </a:srgbClr>
            </a:outerShdw>
          </a:effectLst>
        </p:spPr>
        <p:txBody>
          <a:bodyPr wrap="square"/>
          <a:lstStyle>
            <a:lvl1pPr>
              <a:defRPr sz="3500">
                <a:solidFill>
                  <a:srgbClr val="FFFFFF"/>
                </a:solidFill>
              </a:defRPr>
            </a:lvl1pPr>
          </a:lstStyle>
          <a:p>
            <a:pPr marL="0" marR="0" lvl="0" indent="0" algn="ctr" defTabSz="1828434" rtl="0" eaLnBrk="1" fontAlgn="auto" latinLnBrk="0" hangingPunct="1">
              <a:lnSpc>
                <a:spcPct val="100000"/>
              </a:lnSpc>
              <a:spcBef>
                <a:spcPts val="0"/>
              </a:spcBef>
              <a:spcAft>
                <a:spcPts val="0"/>
              </a:spcAft>
              <a:buClrTx/>
              <a:buSzTx/>
              <a:buFontTx/>
              <a:buNone/>
              <a:tabLst/>
              <a:defRPr/>
            </a:pPr>
            <a:fld id="{86CB4B4D-7CA3-9044-876B-883B54F8677D}" type="slidenum">
              <a:rPr kumimoji="0" sz="3500" b="0" i="0" u="none" strike="noStrike" kern="0" cap="none" spc="0" normalizeH="0" baseline="0" noProof="0">
                <a:ln>
                  <a:noFill/>
                </a:ln>
                <a:solidFill>
                  <a:srgbClr val="FFFFFF"/>
                </a:solidFill>
                <a:effectLst/>
                <a:uLnTx/>
                <a:uFillTx/>
                <a:latin typeface="Open Sans Light"/>
                <a:cs typeface="Calibri"/>
                <a:sym typeface="Open Sans"/>
              </a:rPr>
              <a:pPr marL="0" marR="0" lvl="0" indent="0" algn="ctr" defTabSz="1828434" rtl="0" eaLnBrk="1" fontAlgn="auto" latinLnBrk="0" hangingPunct="1">
                <a:lnSpc>
                  <a:spcPct val="100000"/>
                </a:lnSpc>
                <a:spcBef>
                  <a:spcPts val="0"/>
                </a:spcBef>
                <a:spcAft>
                  <a:spcPts val="0"/>
                </a:spcAft>
                <a:buClrTx/>
                <a:buSzTx/>
                <a:buFontTx/>
                <a:buNone/>
                <a:tabLst/>
                <a:defRPr/>
              </a:pPr>
              <a:t>15</a:t>
            </a:fld>
            <a:endParaRPr kumimoji="0" sz="3500" b="0" i="0" u="none" strike="noStrike" kern="0" cap="none" spc="0" normalizeH="0" baseline="0" noProof="0">
              <a:ln>
                <a:noFill/>
              </a:ln>
              <a:solidFill>
                <a:srgbClr val="FFFFFF"/>
              </a:solidFill>
              <a:effectLst/>
              <a:uLnTx/>
              <a:uFillTx/>
              <a:latin typeface="Open Sans Light"/>
              <a:cs typeface="Calibri"/>
              <a:sym typeface="Open Sans"/>
            </a:endParaRPr>
          </a:p>
        </p:txBody>
      </p:sp>
      <p:sp>
        <p:nvSpPr>
          <p:cNvPr id="22" name="Rectangle 29"/>
          <p:cNvSpPr/>
          <p:nvPr/>
        </p:nvSpPr>
        <p:spPr bwMode="auto">
          <a:xfrm>
            <a:off x="2061261" y="2604670"/>
            <a:ext cx="11211171" cy="72000"/>
          </a:xfrm>
          <a:prstGeom prst="rect">
            <a:avLst/>
          </a:prstGeom>
          <a:gradFill>
            <a:gsLst>
              <a:gs pos="0">
                <a:srgbClr val="656565"/>
              </a:gs>
              <a:gs pos="50000">
                <a:schemeClr val="accent6"/>
              </a:gs>
              <a:gs pos="100000">
                <a:srgbClr val="444444"/>
              </a:gs>
            </a:gsLst>
            <a:lin ang="5400000" scaled="1"/>
          </a:gradFill>
          <a:ln w="6350">
            <a:solidFill>
              <a:srgbClr val="DDDDDD"/>
            </a:solidFill>
            <a:miter/>
          </a:ln>
          <a:effectLst>
            <a:outerShdw blurRad="63500" dist="19050" dir="5400000" rotWithShape="0">
              <a:srgbClr val="000000">
                <a:alpha val="63000"/>
              </a:srgbClr>
            </a:outerShdw>
          </a:effectLst>
        </p:spPr>
        <p:txBody>
          <a:bodyPr lIns="45720" rIns="45720" anchor="ctr"/>
          <a:lstStyle/>
          <a:p>
            <a:pPr marL="0" marR="0" lvl="0" indent="0" algn="l" defTabSz="1828434" rtl="0" eaLnBrk="1" fontAlgn="auto" latinLnBrk="0" hangingPunct="1">
              <a:lnSpc>
                <a:spcPct val="100000"/>
              </a:lnSpc>
              <a:spcBef>
                <a:spcPts val="0"/>
              </a:spcBef>
              <a:spcAft>
                <a:spcPts val="0"/>
              </a:spcAft>
              <a:buClrTx/>
              <a:buSzTx/>
              <a:buFontTx/>
              <a:buNone/>
              <a:tabLst/>
              <a:defRPr>
                <a:solidFill>
                  <a:srgbClr val="FFFFFF"/>
                </a:solidFill>
              </a:defRPr>
            </a:pPr>
            <a:endParaRPr kumimoji="0" sz="3500" b="0" i="0" u="none" strike="noStrike" kern="0" cap="none" spc="0" normalizeH="0" baseline="0" noProof="0">
              <a:ln>
                <a:noFill/>
              </a:ln>
              <a:solidFill>
                <a:srgbClr val="FFFFFF"/>
              </a:solidFill>
              <a:effectLst/>
              <a:uLnTx/>
              <a:uFillTx/>
              <a:latin typeface="Open Sans Light"/>
              <a:cs typeface="Calibri"/>
              <a:sym typeface="Open Sans"/>
            </a:endParaRPr>
          </a:p>
        </p:txBody>
      </p:sp>
      <p:sp>
        <p:nvSpPr>
          <p:cNvPr id="8" name="Подзаголовок 2"/>
          <p:cNvSpPr txBox="1">
            <a:spLocks/>
          </p:cNvSpPr>
          <p:nvPr/>
        </p:nvSpPr>
        <p:spPr bwMode="auto">
          <a:xfrm>
            <a:off x="1894856" y="2743743"/>
            <a:ext cx="6898072" cy="681807"/>
          </a:xfrm>
          <a:prstGeom prst="rect">
            <a:avLst/>
          </a:prstGeom>
          <a:ln w="25400">
            <a:miter lim="400000"/>
          </a:ln>
        </p:spPr>
        <p:txBody>
          <a:bodyPr tIns="91439" bIns="91439" anchor="ctr">
            <a:normAutofit fontScale="92500"/>
          </a:bodyPr>
          <a:lstStyle>
            <a:lvl1pPr marL="0" marR="0" indent="0" algn="r" defTabSz="1828800">
              <a:lnSpc>
                <a:spcPct val="110000"/>
              </a:lnSpc>
              <a:spcBef>
                <a:spcPts val="0"/>
              </a:spcBef>
              <a:spcAft>
                <a:spcPts val="0"/>
              </a:spcAft>
              <a:buClrTx/>
              <a:buSzTx/>
              <a:buFontTx/>
              <a:buNone/>
              <a:defRPr sz="2800" b="0" i="0" u="none" strike="noStrike" cap="none" spc="0">
                <a:solidFill>
                  <a:srgbClr val="535353"/>
                </a:solidFill>
                <a:latin typeface="Open Sans"/>
                <a:ea typeface="Open Sans"/>
                <a:cs typeface="Open Sans"/>
              </a:defRPr>
            </a:lvl1pPr>
            <a:lvl2pPr marL="0" marR="0" indent="457200" algn="l" defTabSz="1828800">
              <a:lnSpc>
                <a:spcPct val="110000"/>
              </a:lnSpc>
              <a:spcBef>
                <a:spcPts val="0"/>
              </a:spcBef>
              <a:spcAft>
                <a:spcPts val="0"/>
              </a:spcAft>
              <a:buClrTx/>
              <a:buSzTx/>
              <a:buFontTx/>
              <a:buNone/>
              <a:defRPr sz="2400" b="0" i="0" u="none" strike="noStrike" cap="none" spc="0">
                <a:solidFill>
                  <a:srgbClr val="535353"/>
                </a:solidFill>
                <a:latin typeface="Open Sans"/>
                <a:ea typeface="Open Sans"/>
                <a:cs typeface="Open Sans"/>
              </a:defRPr>
            </a:lvl2pPr>
            <a:lvl3pPr marL="0" marR="0" indent="914400" algn="l" defTabSz="1828800">
              <a:lnSpc>
                <a:spcPct val="110000"/>
              </a:lnSpc>
              <a:spcBef>
                <a:spcPts val="0"/>
              </a:spcBef>
              <a:spcAft>
                <a:spcPts val="0"/>
              </a:spcAft>
              <a:buClrTx/>
              <a:buSzTx/>
              <a:buFontTx/>
              <a:buNone/>
              <a:defRPr sz="2400" b="0" i="0" u="none" strike="noStrike" cap="none" spc="0">
                <a:solidFill>
                  <a:srgbClr val="535353"/>
                </a:solidFill>
                <a:latin typeface="Open Sans"/>
                <a:ea typeface="Open Sans"/>
                <a:cs typeface="Open Sans"/>
              </a:defRPr>
            </a:lvl3pPr>
            <a:lvl4pPr marL="0" marR="0" indent="1371600" algn="l" defTabSz="1828800">
              <a:lnSpc>
                <a:spcPct val="110000"/>
              </a:lnSpc>
              <a:spcBef>
                <a:spcPts val="0"/>
              </a:spcBef>
              <a:spcAft>
                <a:spcPts val="0"/>
              </a:spcAft>
              <a:buClrTx/>
              <a:buSzTx/>
              <a:buFontTx/>
              <a:buNone/>
              <a:defRPr sz="2400" b="0" i="0" u="none" strike="noStrike" cap="none" spc="0">
                <a:solidFill>
                  <a:srgbClr val="535353"/>
                </a:solidFill>
                <a:latin typeface="Open Sans"/>
                <a:ea typeface="Open Sans"/>
                <a:cs typeface="Open Sans"/>
              </a:defRPr>
            </a:lvl4pPr>
            <a:lvl5pPr marL="0" marR="0" indent="1828800" algn="l" defTabSz="1828800">
              <a:lnSpc>
                <a:spcPct val="110000"/>
              </a:lnSpc>
              <a:spcBef>
                <a:spcPts val="0"/>
              </a:spcBef>
              <a:spcAft>
                <a:spcPts val="0"/>
              </a:spcAft>
              <a:buClrTx/>
              <a:buSzTx/>
              <a:buFontTx/>
              <a:buNone/>
              <a:defRPr sz="2400" b="0" i="0" u="none" strike="noStrike" cap="none" spc="0">
                <a:solidFill>
                  <a:srgbClr val="535353"/>
                </a:solidFill>
                <a:latin typeface="Open Sans"/>
                <a:ea typeface="Open Sans"/>
                <a:cs typeface="Open Sans"/>
              </a:defRPr>
            </a:lvl5pPr>
            <a:lvl6pPr marL="0" marR="0" indent="2286000" algn="l" defTabSz="1828800">
              <a:lnSpc>
                <a:spcPct val="110000"/>
              </a:lnSpc>
              <a:spcBef>
                <a:spcPts val="0"/>
              </a:spcBef>
              <a:spcAft>
                <a:spcPts val="0"/>
              </a:spcAft>
              <a:buClrTx/>
              <a:buSzTx/>
              <a:buFontTx/>
              <a:buNone/>
              <a:defRPr sz="2400" b="0" i="0" u="none" strike="noStrike" cap="none" spc="0">
                <a:solidFill>
                  <a:srgbClr val="0082B9"/>
                </a:solidFill>
                <a:latin typeface="Open Sans"/>
                <a:ea typeface="Open Sans"/>
                <a:cs typeface="Open Sans"/>
              </a:defRPr>
            </a:lvl6pPr>
            <a:lvl7pPr marL="0" marR="0" indent="2743200" algn="l" defTabSz="1828800">
              <a:lnSpc>
                <a:spcPct val="110000"/>
              </a:lnSpc>
              <a:spcBef>
                <a:spcPts val="0"/>
              </a:spcBef>
              <a:spcAft>
                <a:spcPts val="0"/>
              </a:spcAft>
              <a:buClrTx/>
              <a:buSzTx/>
              <a:buFontTx/>
              <a:buNone/>
              <a:defRPr sz="2400" b="0" i="0" u="none" strike="noStrike" cap="none" spc="0">
                <a:solidFill>
                  <a:srgbClr val="0082B9"/>
                </a:solidFill>
                <a:latin typeface="Open Sans"/>
                <a:ea typeface="Open Sans"/>
                <a:cs typeface="Open Sans"/>
              </a:defRPr>
            </a:lvl7pPr>
            <a:lvl8pPr marL="0" marR="0" indent="3200400" algn="l" defTabSz="1828800">
              <a:lnSpc>
                <a:spcPct val="110000"/>
              </a:lnSpc>
              <a:spcBef>
                <a:spcPts val="0"/>
              </a:spcBef>
              <a:spcAft>
                <a:spcPts val="0"/>
              </a:spcAft>
              <a:buClrTx/>
              <a:buSzTx/>
              <a:buFontTx/>
              <a:buNone/>
              <a:defRPr sz="2400" b="0" i="0" u="none" strike="noStrike" cap="none" spc="0">
                <a:solidFill>
                  <a:srgbClr val="0082B9"/>
                </a:solidFill>
                <a:latin typeface="Open Sans"/>
                <a:ea typeface="Open Sans"/>
                <a:cs typeface="Open Sans"/>
              </a:defRPr>
            </a:lvl8pPr>
            <a:lvl9pPr marL="0" marR="0" indent="3657600" algn="l" defTabSz="1828800">
              <a:lnSpc>
                <a:spcPct val="110000"/>
              </a:lnSpc>
              <a:spcBef>
                <a:spcPts val="0"/>
              </a:spcBef>
              <a:spcAft>
                <a:spcPts val="0"/>
              </a:spcAft>
              <a:buClrTx/>
              <a:buSzTx/>
              <a:buFontTx/>
              <a:buNone/>
              <a:defRPr sz="2400" b="0" i="0" u="none" strike="noStrike" cap="none" spc="0">
                <a:solidFill>
                  <a:srgbClr val="0082B9"/>
                </a:solidFill>
                <a:latin typeface="Open Sans"/>
                <a:ea typeface="Open Sans"/>
                <a:cs typeface="Open Sans"/>
              </a:defRPr>
            </a:lvl9pPr>
          </a:lstStyle>
          <a:p>
            <a:pPr marL="0" marR="0" lvl="0" indent="0" algn="r" defTabSz="1828800" eaLnBrk="1" fontAlgn="auto" latinLnBrk="0" hangingPunct="1">
              <a:lnSpc>
                <a:spcPct val="110000"/>
              </a:lnSpc>
              <a:spcBef>
                <a:spcPts val="0"/>
              </a:spcBef>
              <a:spcAft>
                <a:spcPts val="0"/>
              </a:spcAft>
              <a:buClrTx/>
              <a:buSzTx/>
              <a:buFontTx/>
              <a:buNone/>
              <a:tabLst/>
              <a:defRPr/>
            </a:pPr>
            <a:r>
              <a:rPr kumimoji="0" lang="ru-RU" sz="2800" b="0" i="0" u="none" strike="noStrike" kern="0" cap="none" spc="0" normalizeH="0" baseline="0" noProof="0">
                <a:ln>
                  <a:noFill/>
                </a:ln>
                <a:solidFill>
                  <a:srgbClr val="535353"/>
                </a:solidFill>
                <a:effectLst/>
                <a:uLnTx/>
                <a:uFillTx/>
                <a:latin typeface="Open Sans"/>
              </a:rPr>
              <a:t>Методика разработки учебного занятия</a:t>
            </a:r>
          </a:p>
        </p:txBody>
      </p:sp>
      <p:sp>
        <p:nvSpPr>
          <p:cNvPr id="10" name="Прямоугольник 9"/>
          <p:cNvSpPr/>
          <p:nvPr/>
        </p:nvSpPr>
        <p:spPr bwMode="auto">
          <a:xfrm>
            <a:off x="3038315" y="4008043"/>
            <a:ext cx="9802451" cy="8601778"/>
          </a:xfrm>
          <a:prstGeom prst="rect">
            <a:avLst/>
          </a:prstGeom>
        </p:spPr>
        <p:txBody>
          <a:bodyPr wrap="square">
            <a:spAutoFit/>
          </a:bodyPr>
          <a:lstStyle/>
          <a:p>
            <a:pPr>
              <a:defRPr/>
            </a:pPr>
            <a:r>
              <a:rPr lang="ru-RU" b="1" dirty="0"/>
              <a:t>Рекомендации по проведению занятия:</a:t>
            </a:r>
            <a:endParaRPr lang="ru-RU" dirty="0"/>
          </a:p>
          <a:p>
            <a:pPr>
              <a:defRPr/>
            </a:pPr>
            <a:r>
              <a:rPr lang="ru-RU" dirty="0"/>
              <a:t> </a:t>
            </a:r>
            <a:endParaRPr dirty="0"/>
          </a:p>
          <a:p>
            <a:pPr>
              <a:defRPr/>
            </a:pPr>
            <a:r>
              <a:rPr lang="ru-RU" dirty="0"/>
              <a:t>Иммобилизация шейного отдела позвоночника подручными средства и с использованием медицинских изделий должна осуществляться только вдвоем и при наличии такой подготовки. Таким образом, в большинстве случаев, будет проводится вручную до приезда бригады скорой медицинской помощи.</a:t>
            </a:r>
          </a:p>
          <a:p>
            <a:pPr>
              <a:defRPr/>
            </a:pPr>
            <a:endParaRPr lang="ru-RU" dirty="0"/>
          </a:p>
          <a:p>
            <a:pPr>
              <a:defRPr/>
            </a:pPr>
            <a:endParaRPr lang="ru-RU" dirty="0"/>
          </a:p>
          <a:p>
            <a:pPr>
              <a:defRPr/>
            </a:pPr>
            <a:r>
              <a:rPr lang="ru-RU" dirty="0"/>
              <a:t>Следует пояснить обучающимся, что оказание первой помощи при воздействии на организм человека других повреждающих факторов, таких, как повышенная или пониженная температура, токсические вещества так же важно, как и действия при механических повреждениях тела человека. Особое внимание необходимо уделить разбору способов контроля состояния пострадавшего и оказания ему психологической поддержки, как важным мероприятиям первой помощи, позволяющим стабилизировать состояние пострадавшего и своевременно отреагировать на его возможные изменения.</a:t>
            </a:r>
            <a:endParaRPr dirty="0"/>
          </a:p>
        </p:txBody>
      </p:sp>
      <p:pic>
        <p:nvPicPr>
          <p:cNvPr id="9" name="Picture 2" descr="Picture background">
            <a:extLst>
              <a:ext uri="{FF2B5EF4-FFF2-40B4-BE49-F238E27FC236}">
                <a16:creationId xmlns:a16="http://schemas.microsoft.com/office/drawing/2014/main" id="{3BF33C62-9890-48C7-A530-4AB804EE88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72432" y="4081473"/>
            <a:ext cx="8495928" cy="8495928"/>
          </a:xfrm>
          <a:prstGeom prst="rect">
            <a:avLst/>
          </a:prstGeom>
          <a:noFill/>
          <a:extLst>
            <a:ext uri="{909E8E84-426E-40DD-AFC4-6F175D3DCCD1}">
              <a14:hiddenFill xmlns:a14="http://schemas.microsoft.com/office/drawing/2010/main">
                <a:solidFill>
                  <a:srgbClr val="FFFFFF"/>
                </a:solidFill>
              </a14:hiddenFill>
            </a:ext>
          </a:extLst>
        </p:spPr>
      </p:pic>
      <p:pic>
        <p:nvPicPr>
          <p:cNvPr id="11" name="Рисунок 10">
            <a:extLst>
              <a:ext uri="{FF2B5EF4-FFF2-40B4-BE49-F238E27FC236}">
                <a16:creationId xmlns:a16="http://schemas.microsoft.com/office/drawing/2014/main" id="{D9DD8724-0A1F-4227-920D-33B2B7B94D0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auto">
          <a:xfrm>
            <a:off x="1594879" y="3945657"/>
            <a:ext cx="1470026" cy="1456793"/>
          </a:xfrm>
          <a:prstGeom prst="rect">
            <a:avLst/>
          </a:prstGeom>
        </p:spPr>
      </p:pic>
      <p:sp>
        <p:nvSpPr>
          <p:cNvPr id="13" name="TextBox 6">
            <a:extLst>
              <a:ext uri="{FF2B5EF4-FFF2-40B4-BE49-F238E27FC236}">
                <a16:creationId xmlns:a16="http://schemas.microsoft.com/office/drawing/2014/main" id="{82B69A2F-630E-4614-8B46-59C3DFC50429}"/>
              </a:ext>
            </a:extLst>
          </p:cNvPr>
          <p:cNvSpPr txBox="1"/>
          <p:nvPr/>
        </p:nvSpPr>
        <p:spPr bwMode="auto">
          <a:xfrm>
            <a:off x="2034610" y="1106179"/>
            <a:ext cx="18582326" cy="1508105"/>
          </a:xfrm>
          <a:prstGeom prst="rect">
            <a:avLst/>
          </a:prstGeom>
          <a:ln w="12700">
            <a:miter lim="400000"/>
          </a:ln>
        </p:spPr>
        <p:txBody>
          <a:bodyPr wrap="square" lIns="45720" rIns="45720">
            <a:spAutoFit/>
          </a:bodyPr>
          <a:lstStyle>
            <a:lvl1pPr>
              <a:defRPr sz="6600">
                <a:solidFill>
                  <a:srgbClr val="010101"/>
                </a:solidFill>
                <a:latin typeface="Montserrat Semi Bold"/>
                <a:ea typeface="Montserrat Semi Bold"/>
                <a:cs typeface="Montserrat Semi Bold"/>
              </a:defRPr>
            </a:lvl1pPr>
          </a:lstStyle>
          <a:p>
            <a:pPr lvl="0" defTabSz="914400" rtl="0">
              <a:lnSpc>
                <a:spcPct val="100000"/>
              </a:lnSpc>
              <a:defRPr/>
            </a:pPr>
            <a:r>
              <a:rPr lang="ru-RU" sz="4600" dirty="0">
                <a:solidFill>
                  <a:srgbClr val="404040"/>
                </a:solidFill>
                <a:latin typeface="PFDinDisplayPro-Regular"/>
                <a:ea typeface="PFDinDisplayPro-Regular"/>
                <a:cs typeface="PFDinDisplayPro-Regular"/>
                <a:sym typeface="Stem"/>
              </a:rPr>
              <a:t>ТЕМА 4. ОКАЗАНИЕ ПЕРВОЙ ПОМОЩИ ПРИ ТРАВМАХ, РАНЕНИЯХ, ПОРАЖЕНИЯХ И ПРОЧИХ СОСТОЯНИЯХ</a:t>
            </a:r>
            <a:endParaRPr kumimoji="0" lang="ru-RU" sz="4600" b="0" i="0" u="none" strike="noStrike" kern="0" cap="none" spc="0" normalizeH="0" baseline="0" noProof="0" dirty="0">
              <a:ln>
                <a:noFill/>
              </a:ln>
              <a:solidFill>
                <a:srgbClr val="404040"/>
              </a:solidFill>
              <a:effectLst/>
              <a:uLnTx/>
              <a:uFillTx/>
              <a:latin typeface="PFDinDisplayPro-Regular"/>
              <a:ea typeface="PFDinDisplayPro-Regular"/>
              <a:cs typeface="PFDinDisplayPro-Regular"/>
              <a:sym typeface="Stem"/>
            </a:endParaRPr>
          </a:p>
        </p:txBody>
      </p:sp>
    </p:spTree>
    <p:extLst>
      <p:ext uri="{BB962C8B-B14F-4D97-AF65-F5344CB8AC3E}">
        <p14:creationId xmlns:p14="http://schemas.microsoft.com/office/powerpoint/2010/main" val="30074987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866" name="Номер слайда"/>
          <p:cNvSpPr txBox="1">
            <a:spLocks noGrp="1"/>
          </p:cNvSpPr>
          <p:nvPr>
            <p:ph type="sldNum" sz="quarter" idx="4294967295"/>
          </p:nvPr>
        </p:nvSpPr>
        <p:spPr bwMode="auto">
          <a:xfrm>
            <a:off x="6350" y="6542537"/>
            <a:ext cx="684000" cy="630942"/>
          </a:xfrm>
          <a:prstGeom prst="rect">
            <a:avLst/>
          </a:prstGeom>
          <a:gradFill>
            <a:gsLst>
              <a:gs pos="0">
                <a:srgbClr val="656565"/>
              </a:gs>
              <a:gs pos="50000">
                <a:schemeClr val="accent6"/>
              </a:gs>
              <a:gs pos="100000">
                <a:srgbClr val="444444"/>
              </a:gs>
            </a:gsLst>
            <a:lin ang="5400000" scaled="1"/>
          </a:gradFill>
          <a:ln w="6350">
            <a:solidFill>
              <a:srgbClr val="DDDDDD"/>
            </a:solidFill>
            <a:miter lim="800000"/>
          </a:ln>
          <a:effectLst>
            <a:outerShdw blurRad="63500" dist="19050" dir="5400000" rotWithShape="0">
              <a:srgbClr val="000000">
                <a:alpha val="63000"/>
              </a:srgbClr>
            </a:outerShdw>
          </a:effectLst>
        </p:spPr>
        <p:txBody>
          <a:bodyPr wrap="square"/>
          <a:lstStyle>
            <a:lvl1pPr>
              <a:defRPr sz="3500">
                <a:solidFill>
                  <a:srgbClr val="FFFFFF"/>
                </a:solidFill>
              </a:defRPr>
            </a:lvl1pPr>
          </a:lstStyle>
          <a:p>
            <a:pPr marL="0" marR="0" lvl="0" indent="0" algn="ctr" defTabSz="1828434" rtl="0" eaLnBrk="1" fontAlgn="auto" latinLnBrk="0" hangingPunct="1">
              <a:lnSpc>
                <a:spcPct val="100000"/>
              </a:lnSpc>
              <a:spcBef>
                <a:spcPts val="0"/>
              </a:spcBef>
              <a:spcAft>
                <a:spcPts val="0"/>
              </a:spcAft>
              <a:buClrTx/>
              <a:buSzTx/>
              <a:buFontTx/>
              <a:buNone/>
              <a:tabLst/>
              <a:defRPr/>
            </a:pPr>
            <a:fld id="{86CB4B4D-7CA3-9044-876B-883B54F8677D}" type="slidenum">
              <a:rPr kumimoji="0" sz="3500" b="0" i="0" u="none" strike="noStrike" kern="0" cap="none" spc="0" normalizeH="0" baseline="0" noProof="0">
                <a:ln>
                  <a:noFill/>
                </a:ln>
                <a:solidFill>
                  <a:srgbClr val="FFFFFF"/>
                </a:solidFill>
                <a:effectLst/>
                <a:uLnTx/>
                <a:uFillTx/>
                <a:latin typeface="Open Sans Light"/>
                <a:cs typeface="Calibri"/>
                <a:sym typeface="Open Sans"/>
              </a:rPr>
              <a:pPr marL="0" marR="0" lvl="0" indent="0" algn="ctr" defTabSz="1828434" rtl="0" eaLnBrk="1" fontAlgn="auto" latinLnBrk="0" hangingPunct="1">
                <a:lnSpc>
                  <a:spcPct val="100000"/>
                </a:lnSpc>
                <a:spcBef>
                  <a:spcPts val="0"/>
                </a:spcBef>
                <a:spcAft>
                  <a:spcPts val="0"/>
                </a:spcAft>
                <a:buClrTx/>
                <a:buSzTx/>
                <a:buFontTx/>
                <a:buNone/>
                <a:tabLst/>
                <a:defRPr/>
              </a:pPr>
              <a:t>16</a:t>
            </a:fld>
            <a:endParaRPr kumimoji="0" sz="3500" b="0" i="0" u="none" strike="noStrike" kern="0" cap="none" spc="0" normalizeH="0" baseline="0" noProof="0">
              <a:ln>
                <a:noFill/>
              </a:ln>
              <a:solidFill>
                <a:srgbClr val="FFFFFF"/>
              </a:solidFill>
              <a:effectLst/>
              <a:uLnTx/>
              <a:uFillTx/>
              <a:latin typeface="Open Sans Light"/>
              <a:cs typeface="Calibri"/>
              <a:sym typeface="Open Sans"/>
            </a:endParaRPr>
          </a:p>
        </p:txBody>
      </p:sp>
      <p:sp>
        <p:nvSpPr>
          <p:cNvPr id="22" name="Rectangle 29"/>
          <p:cNvSpPr/>
          <p:nvPr/>
        </p:nvSpPr>
        <p:spPr bwMode="auto">
          <a:xfrm>
            <a:off x="2061261" y="2604670"/>
            <a:ext cx="11211171" cy="72000"/>
          </a:xfrm>
          <a:prstGeom prst="rect">
            <a:avLst/>
          </a:prstGeom>
          <a:gradFill>
            <a:gsLst>
              <a:gs pos="0">
                <a:srgbClr val="656565"/>
              </a:gs>
              <a:gs pos="50000">
                <a:schemeClr val="accent6"/>
              </a:gs>
              <a:gs pos="100000">
                <a:srgbClr val="444444"/>
              </a:gs>
            </a:gsLst>
            <a:lin ang="5400000" scaled="1"/>
          </a:gradFill>
          <a:ln w="6350">
            <a:solidFill>
              <a:srgbClr val="DDDDDD"/>
            </a:solidFill>
            <a:miter/>
          </a:ln>
          <a:effectLst>
            <a:outerShdw blurRad="63500" dist="19050" dir="5400000" rotWithShape="0">
              <a:srgbClr val="000000">
                <a:alpha val="63000"/>
              </a:srgbClr>
            </a:outerShdw>
          </a:effectLst>
        </p:spPr>
        <p:txBody>
          <a:bodyPr lIns="45720" rIns="45720" anchor="ctr"/>
          <a:lstStyle/>
          <a:p>
            <a:pPr marL="0" marR="0" lvl="0" indent="0" algn="l" defTabSz="1828434" rtl="0" eaLnBrk="1" fontAlgn="auto" latinLnBrk="0" hangingPunct="1">
              <a:lnSpc>
                <a:spcPct val="100000"/>
              </a:lnSpc>
              <a:spcBef>
                <a:spcPts val="0"/>
              </a:spcBef>
              <a:spcAft>
                <a:spcPts val="0"/>
              </a:spcAft>
              <a:buClrTx/>
              <a:buSzTx/>
              <a:buFontTx/>
              <a:buNone/>
              <a:tabLst/>
              <a:defRPr>
                <a:solidFill>
                  <a:srgbClr val="FFFFFF"/>
                </a:solidFill>
              </a:defRPr>
            </a:pPr>
            <a:endParaRPr kumimoji="0" sz="3500" b="0" i="0" u="none" strike="noStrike" kern="0" cap="none" spc="0" normalizeH="0" baseline="0" noProof="0">
              <a:ln>
                <a:noFill/>
              </a:ln>
              <a:solidFill>
                <a:srgbClr val="FFFFFF"/>
              </a:solidFill>
              <a:effectLst/>
              <a:uLnTx/>
              <a:uFillTx/>
              <a:latin typeface="Open Sans Light"/>
              <a:cs typeface="Calibri"/>
              <a:sym typeface="Open Sans"/>
            </a:endParaRPr>
          </a:p>
        </p:txBody>
      </p:sp>
      <p:sp>
        <p:nvSpPr>
          <p:cNvPr id="8" name="Подзаголовок 2"/>
          <p:cNvSpPr txBox="1">
            <a:spLocks/>
          </p:cNvSpPr>
          <p:nvPr/>
        </p:nvSpPr>
        <p:spPr bwMode="auto">
          <a:xfrm>
            <a:off x="1894856" y="2743743"/>
            <a:ext cx="6898072" cy="681807"/>
          </a:xfrm>
          <a:prstGeom prst="rect">
            <a:avLst/>
          </a:prstGeom>
          <a:ln w="25400">
            <a:miter lim="400000"/>
          </a:ln>
        </p:spPr>
        <p:txBody>
          <a:bodyPr tIns="91439" bIns="91439" anchor="ctr">
            <a:normAutofit fontScale="92500"/>
          </a:bodyPr>
          <a:lstStyle>
            <a:lvl1pPr marL="0" marR="0" indent="0" algn="r" defTabSz="1828800">
              <a:lnSpc>
                <a:spcPct val="110000"/>
              </a:lnSpc>
              <a:spcBef>
                <a:spcPts val="0"/>
              </a:spcBef>
              <a:spcAft>
                <a:spcPts val="0"/>
              </a:spcAft>
              <a:buClrTx/>
              <a:buSzTx/>
              <a:buFontTx/>
              <a:buNone/>
              <a:defRPr sz="2800" b="0" i="0" u="none" strike="noStrike" cap="none" spc="0">
                <a:solidFill>
                  <a:srgbClr val="535353"/>
                </a:solidFill>
                <a:latin typeface="Open Sans"/>
                <a:ea typeface="Open Sans"/>
                <a:cs typeface="Open Sans"/>
              </a:defRPr>
            </a:lvl1pPr>
            <a:lvl2pPr marL="0" marR="0" indent="457200" algn="l" defTabSz="1828800">
              <a:lnSpc>
                <a:spcPct val="110000"/>
              </a:lnSpc>
              <a:spcBef>
                <a:spcPts val="0"/>
              </a:spcBef>
              <a:spcAft>
                <a:spcPts val="0"/>
              </a:spcAft>
              <a:buClrTx/>
              <a:buSzTx/>
              <a:buFontTx/>
              <a:buNone/>
              <a:defRPr sz="2400" b="0" i="0" u="none" strike="noStrike" cap="none" spc="0">
                <a:solidFill>
                  <a:srgbClr val="535353"/>
                </a:solidFill>
                <a:latin typeface="Open Sans"/>
                <a:ea typeface="Open Sans"/>
                <a:cs typeface="Open Sans"/>
              </a:defRPr>
            </a:lvl2pPr>
            <a:lvl3pPr marL="0" marR="0" indent="914400" algn="l" defTabSz="1828800">
              <a:lnSpc>
                <a:spcPct val="110000"/>
              </a:lnSpc>
              <a:spcBef>
                <a:spcPts val="0"/>
              </a:spcBef>
              <a:spcAft>
                <a:spcPts val="0"/>
              </a:spcAft>
              <a:buClrTx/>
              <a:buSzTx/>
              <a:buFontTx/>
              <a:buNone/>
              <a:defRPr sz="2400" b="0" i="0" u="none" strike="noStrike" cap="none" spc="0">
                <a:solidFill>
                  <a:srgbClr val="535353"/>
                </a:solidFill>
                <a:latin typeface="Open Sans"/>
                <a:ea typeface="Open Sans"/>
                <a:cs typeface="Open Sans"/>
              </a:defRPr>
            </a:lvl3pPr>
            <a:lvl4pPr marL="0" marR="0" indent="1371600" algn="l" defTabSz="1828800">
              <a:lnSpc>
                <a:spcPct val="110000"/>
              </a:lnSpc>
              <a:spcBef>
                <a:spcPts val="0"/>
              </a:spcBef>
              <a:spcAft>
                <a:spcPts val="0"/>
              </a:spcAft>
              <a:buClrTx/>
              <a:buSzTx/>
              <a:buFontTx/>
              <a:buNone/>
              <a:defRPr sz="2400" b="0" i="0" u="none" strike="noStrike" cap="none" spc="0">
                <a:solidFill>
                  <a:srgbClr val="535353"/>
                </a:solidFill>
                <a:latin typeface="Open Sans"/>
                <a:ea typeface="Open Sans"/>
                <a:cs typeface="Open Sans"/>
              </a:defRPr>
            </a:lvl4pPr>
            <a:lvl5pPr marL="0" marR="0" indent="1828800" algn="l" defTabSz="1828800">
              <a:lnSpc>
                <a:spcPct val="110000"/>
              </a:lnSpc>
              <a:spcBef>
                <a:spcPts val="0"/>
              </a:spcBef>
              <a:spcAft>
                <a:spcPts val="0"/>
              </a:spcAft>
              <a:buClrTx/>
              <a:buSzTx/>
              <a:buFontTx/>
              <a:buNone/>
              <a:defRPr sz="2400" b="0" i="0" u="none" strike="noStrike" cap="none" spc="0">
                <a:solidFill>
                  <a:srgbClr val="535353"/>
                </a:solidFill>
                <a:latin typeface="Open Sans"/>
                <a:ea typeface="Open Sans"/>
                <a:cs typeface="Open Sans"/>
              </a:defRPr>
            </a:lvl5pPr>
            <a:lvl6pPr marL="0" marR="0" indent="2286000" algn="l" defTabSz="1828800">
              <a:lnSpc>
                <a:spcPct val="110000"/>
              </a:lnSpc>
              <a:spcBef>
                <a:spcPts val="0"/>
              </a:spcBef>
              <a:spcAft>
                <a:spcPts val="0"/>
              </a:spcAft>
              <a:buClrTx/>
              <a:buSzTx/>
              <a:buFontTx/>
              <a:buNone/>
              <a:defRPr sz="2400" b="0" i="0" u="none" strike="noStrike" cap="none" spc="0">
                <a:solidFill>
                  <a:srgbClr val="0082B9"/>
                </a:solidFill>
                <a:latin typeface="Open Sans"/>
                <a:ea typeface="Open Sans"/>
                <a:cs typeface="Open Sans"/>
              </a:defRPr>
            </a:lvl6pPr>
            <a:lvl7pPr marL="0" marR="0" indent="2743200" algn="l" defTabSz="1828800">
              <a:lnSpc>
                <a:spcPct val="110000"/>
              </a:lnSpc>
              <a:spcBef>
                <a:spcPts val="0"/>
              </a:spcBef>
              <a:spcAft>
                <a:spcPts val="0"/>
              </a:spcAft>
              <a:buClrTx/>
              <a:buSzTx/>
              <a:buFontTx/>
              <a:buNone/>
              <a:defRPr sz="2400" b="0" i="0" u="none" strike="noStrike" cap="none" spc="0">
                <a:solidFill>
                  <a:srgbClr val="0082B9"/>
                </a:solidFill>
                <a:latin typeface="Open Sans"/>
                <a:ea typeface="Open Sans"/>
                <a:cs typeface="Open Sans"/>
              </a:defRPr>
            </a:lvl7pPr>
            <a:lvl8pPr marL="0" marR="0" indent="3200400" algn="l" defTabSz="1828800">
              <a:lnSpc>
                <a:spcPct val="110000"/>
              </a:lnSpc>
              <a:spcBef>
                <a:spcPts val="0"/>
              </a:spcBef>
              <a:spcAft>
                <a:spcPts val="0"/>
              </a:spcAft>
              <a:buClrTx/>
              <a:buSzTx/>
              <a:buFontTx/>
              <a:buNone/>
              <a:defRPr sz="2400" b="0" i="0" u="none" strike="noStrike" cap="none" spc="0">
                <a:solidFill>
                  <a:srgbClr val="0082B9"/>
                </a:solidFill>
                <a:latin typeface="Open Sans"/>
                <a:ea typeface="Open Sans"/>
                <a:cs typeface="Open Sans"/>
              </a:defRPr>
            </a:lvl8pPr>
            <a:lvl9pPr marL="0" marR="0" indent="3657600" algn="l" defTabSz="1828800">
              <a:lnSpc>
                <a:spcPct val="110000"/>
              </a:lnSpc>
              <a:spcBef>
                <a:spcPts val="0"/>
              </a:spcBef>
              <a:spcAft>
                <a:spcPts val="0"/>
              </a:spcAft>
              <a:buClrTx/>
              <a:buSzTx/>
              <a:buFontTx/>
              <a:buNone/>
              <a:defRPr sz="2400" b="0" i="0" u="none" strike="noStrike" cap="none" spc="0">
                <a:solidFill>
                  <a:srgbClr val="0082B9"/>
                </a:solidFill>
                <a:latin typeface="Open Sans"/>
                <a:ea typeface="Open Sans"/>
                <a:cs typeface="Open Sans"/>
              </a:defRPr>
            </a:lvl9pPr>
          </a:lstStyle>
          <a:p>
            <a:pPr marL="0" marR="0" lvl="0" indent="0" algn="r" defTabSz="1828800" eaLnBrk="1" fontAlgn="auto" latinLnBrk="0" hangingPunct="1">
              <a:lnSpc>
                <a:spcPct val="110000"/>
              </a:lnSpc>
              <a:spcBef>
                <a:spcPts val="0"/>
              </a:spcBef>
              <a:spcAft>
                <a:spcPts val="0"/>
              </a:spcAft>
              <a:buClrTx/>
              <a:buSzTx/>
              <a:buFontTx/>
              <a:buNone/>
              <a:tabLst/>
              <a:defRPr/>
            </a:pPr>
            <a:r>
              <a:rPr kumimoji="0" lang="ru-RU" sz="2800" b="0" i="0" u="none" strike="noStrike" kern="0" cap="none" spc="0" normalizeH="0" baseline="0" noProof="0">
                <a:ln>
                  <a:noFill/>
                </a:ln>
                <a:solidFill>
                  <a:srgbClr val="535353"/>
                </a:solidFill>
                <a:effectLst/>
                <a:uLnTx/>
                <a:uFillTx/>
                <a:latin typeface="Open Sans"/>
              </a:rPr>
              <a:t>Методика разработки учебного занятия</a:t>
            </a:r>
          </a:p>
        </p:txBody>
      </p:sp>
      <p:sp>
        <p:nvSpPr>
          <p:cNvPr id="9" name="Прямоугольник 8"/>
          <p:cNvSpPr/>
          <p:nvPr/>
        </p:nvSpPr>
        <p:spPr bwMode="auto">
          <a:xfrm>
            <a:off x="2061261" y="3520858"/>
            <a:ext cx="16984134" cy="476477"/>
          </a:xfrm>
          <a:prstGeom prst="rect">
            <a:avLst/>
          </a:prstGeom>
        </p:spPr>
        <p:txBody>
          <a:bodyPr wrap="square">
            <a:spAutoFit/>
          </a:bodyPr>
          <a:lstStyle/>
          <a:p>
            <a:pPr>
              <a:defRPr/>
            </a:pPr>
            <a:r>
              <a:rPr lang="ru-RU" b="1" dirty="0"/>
              <a:t>Практическое занятие по теме 4</a:t>
            </a:r>
            <a:endParaRPr lang="ru-RU" dirty="0"/>
          </a:p>
        </p:txBody>
      </p:sp>
      <p:sp>
        <p:nvSpPr>
          <p:cNvPr id="10" name="TextBox 6">
            <a:extLst>
              <a:ext uri="{FF2B5EF4-FFF2-40B4-BE49-F238E27FC236}">
                <a16:creationId xmlns:a16="http://schemas.microsoft.com/office/drawing/2014/main" id="{E3627F1C-01DA-4DEF-A409-51D676155FE8}"/>
              </a:ext>
            </a:extLst>
          </p:cNvPr>
          <p:cNvSpPr txBox="1"/>
          <p:nvPr/>
        </p:nvSpPr>
        <p:spPr bwMode="auto">
          <a:xfrm>
            <a:off x="2034610" y="1106179"/>
            <a:ext cx="18582326" cy="1508105"/>
          </a:xfrm>
          <a:prstGeom prst="rect">
            <a:avLst/>
          </a:prstGeom>
          <a:ln w="12700">
            <a:miter lim="400000"/>
          </a:ln>
        </p:spPr>
        <p:txBody>
          <a:bodyPr wrap="square" lIns="45720" rIns="45720">
            <a:spAutoFit/>
          </a:bodyPr>
          <a:lstStyle>
            <a:lvl1pPr>
              <a:defRPr sz="6600">
                <a:solidFill>
                  <a:srgbClr val="010101"/>
                </a:solidFill>
                <a:latin typeface="Montserrat Semi Bold"/>
                <a:ea typeface="Montserrat Semi Bold"/>
                <a:cs typeface="Montserrat Semi Bold"/>
              </a:defRPr>
            </a:lvl1pPr>
          </a:lstStyle>
          <a:p>
            <a:pPr lvl="0" defTabSz="914400" rtl="0">
              <a:lnSpc>
                <a:spcPct val="100000"/>
              </a:lnSpc>
              <a:defRPr/>
            </a:pPr>
            <a:r>
              <a:rPr lang="ru-RU" sz="4600" dirty="0">
                <a:solidFill>
                  <a:srgbClr val="404040"/>
                </a:solidFill>
                <a:latin typeface="PFDinDisplayPro-Regular"/>
                <a:ea typeface="PFDinDisplayPro-Regular"/>
                <a:cs typeface="PFDinDisplayPro-Regular"/>
                <a:sym typeface="Stem"/>
              </a:rPr>
              <a:t>ТЕМА 4. ОКАЗАНИЕ ПЕРВОЙ ПОМОЩИ ПРИ ТРАВМАХ, РАНЕНИЯХ, ПОРАЖЕНИЯХ И ПРОЧИХ СОСТОЯНИЯХ</a:t>
            </a:r>
            <a:endParaRPr kumimoji="0" lang="ru-RU" sz="4600" b="0" i="0" u="none" strike="noStrike" kern="0" cap="none" spc="0" normalizeH="0" baseline="0" noProof="0" dirty="0">
              <a:ln>
                <a:noFill/>
              </a:ln>
              <a:solidFill>
                <a:srgbClr val="404040"/>
              </a:solidFill>
              <a:effectLst/>
              <a:uLnTx/>
              <a:uFillTx/>
              <a:latin typeface="PFDinDisplayPro-Regular"/>
              <a:ea typeface="PFDinDisplayPro-Regular"/>
              <a:cs typeface="PFDinDisplayPro-Regular"/>
              <a:sym typeface="Stem"/>
            </a:endParaRPr>
          </a:p>
        </p:txBody>
      </p:sp>
      <p:graphicFrame>
        <p:nvGraphicFramePr>
          <p:cNvPr id="3" name="Схема 2">
            <a:extLst>
              <a:ext uri="{FF2B5EF4-FFF2-40B4-BE49-F238E27FC236}">
                <a16:creationId xmlns:a16="http://schemas.microsoft.com/office/drawing/2014/main" id="{F8238F4D-160B-4B98-B2CD-A8D11B07A8C2}"/>
              </a:ext>
            </a:extLst>
          </p:cNvPr>
          <p:cNvGraphicFramePr/>
          <p:nvPr>
            <p:extLst>
              <p:ext uri="{D42A27DB-BD31-4B8C-83A1-F6EECF244321}">
                <p14:modId xmlns:p14="http://schemas.microsoft.com/office/powerpoint/2010/main" val="2544202751"/>
              </p:ext>
            </p:extLst>
          </p:nvPr>
        </p:nvGraphicFramePr>
        <p:xfrm>
          <a:off x="778732" y="4112775"/>
          <a:ext cx="22826536" cy="94705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033481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bg>
      <p:bgPr>
        <a:solidFill>
          <a:srgbClr val="FFFFFF"/>
        </a:solidFill>
        <a:effectLst/>
      </p:bgPr>
    </p:bg>
    <p:spTree>
      <p:nvGrpSpPr>
        <p:cNvPr id="1" name=""/>
        <p:cNvGrpSpPr/>
        <p:nvPr/>
      </p:nvGrpSpPr>
      <p:grpSpPr bwMode="auto">
        <a:xfrm>
          <a:off x="0" y="0"/>
          <a:ext cx="0" cy="0"/>
          <a:chOff x="0" y="0"/>
          <a:chExt cx="0" cy="0"/>
        </a:xfrm>
      </p:grpSpPr>
      <p:sp>
        <p:nvSpPr>
          <p:cNvPr id="866" name="Номер слайда"/>
          <p:cNvSpPr txBox="1">
            <a:spLocks noGrp="1"/>
          </p:cNvSpPr>
          <p:nvPr>
            <p:ph type="sldNum" sz="quarter" idx="4294967295"/>
          </p:nvPr>
        </p:nvSpPr>
        <p:spPr bwMode="auto">
          <a:xfrm>
            <a:off x="6350" y="6542537"/>
            <a:ext cx="684000" cy="630942"/>
          </a:xfrm>
          <a:prstGeom prst="rect">
            <a:avLst/>
          </a:prstGeom>
          <a:gradFill>
            <a:gsLst>
              <a:gs pos="0">
                <a:srgbClr val="656565"/>
              </a:gs>
              <a:gs pos="50000">
                <a:schemeClr val="accent6"/>
              </a:gs>
              <a:gs pos="100000">
                <a:srgbClr val="444444"/>
              </a:gs>
            </a:gsLst>
            <a:lin ang="5400000" scaled="1"/>
          </a:gradFill>
          <a:ln w="6350">
            <a:solidFill>
              <a:srgbClr val="DDDDDD"/>
            </a:solidFill>
            <a:miter lim="800000"/>
          </a:ln>
          <a:effectLst>
            <a:outerShdw blurRad="63500" dist="19050" dir="5400000" rotWithShape="0">
              <a:srgbClr val="000000">
                <a:alpha val="63000"/>
              </a:srgbClr>
            </a:outerShdw>
          </a:effectLst>
        </p:spPr>
        <p:txBody>
          <a:bodyPr wrap="square"/>
          <a:lstStyle>
            <a:lvl1pPr>
              <a:defRPr sz="3500">
                <a:solidFill>
                  <a:srgbClr val="FFFFFF"/>
                </a:solidFill>
              </a:defRPr>
            </a:lvl1pPr>
          </a:lstStyle>
          <a:p>
            <a:pPr marL="0" marR="0" lvl="0" indent="0" algn="ctr" defTabSz="1828434" rtl="0" eaLnBrk="1" fontAlgn="auto" latinLnBrk="0" hangingPunct="1">
              <a:lnSpc>
                <a:spcPct val="100000"/>
              </a:lnSpc>
              <a:spcBef>
                <a:spcPts val="0"/>
              </a:spcBef>
              <a:spcAft>
                <a:spcPts val="0"/>
              </a:spcAft>
              <a:buClrTx/>
              <a:buSzTx/>
              <a:buFontTx/>
              <a:buNone/>
              <a:tabLst/>
              <a:defRPr/>
            </a:pPr>
            <a:fld id="{86CB4B4D-7CA3-9044-876B-883B54F8677D}" type="slidenum">
              <a:rPr kumimoji="0" sz="3500" b="0" i="0" u="none" strike="noStrike" kern="0" cap="none" spc="0" normalizeH="0" baseline="0" noProof="0">
                <a:ln>
                  <a:noFill/>
                </a:ln>
                <a:solidFill>
                  <a:srgbClr val="FFFFFF"/>
                </a:solidFill>
                <a:effectLst/>
                <a:uLnTx/>
                <a:uFillTx/>
                <a:latin typeface="Open Sans Light"/>
                <a:cs typeface="Calibri"/>
                <a:sym typeface="Open Sans"/>
              </a:rPr>
              <a:pPr marL="0" marR="0" lvl="0" indent="0" algn="ctr" defTabSz="1828434" rtl="0" eaLnBrk="1" fontAlgn="auto" latinLnBrk="0" hangingPunct="1">
                <a:lnSpc>
                  <a:spcPct val="100000"/>
                </a:lnSpc>
                <a:spcBef>
                  <a:spcPts val="0"/>
                </a:spcBef>
                <a:spcAft>
                  <a:spcPts val="0"/>
                </a:spcAft>
                <a:buClrTx/>
                <a:buSzTx/>
                <a:buFontTx/>
                <a:buNone/>
                <a:tabLst/>
                <a:defRPr/>
              </a:pPr>
              <a:t>17</a:t>
            </a:fld>
            <a:endParaRPr kumimoji="0" sz="3500" b="0" i="0" u="none" strike="noStrike" kern="0" cap="none" spc="0" normalizeH="0" baseline="0" noProof="0">
              <a:ln>
                <a:noFill/>
              </a:ln>
              <a:solidFill>
                <a:srgbClr val="FFFFFF"/>
              </a:solidFill>
              <a:effectLst/>
              <a:uLnTx/>
              <a:uFillTx/>
              <a:latin typeface="Open Sans Light"/>
              <a:cs typeface="Calibri"/>
              <a:sym typeface="Open Sans"/>
            </a:endParaRPr>
          </a:p>
        </p:txBody>
      </p:sp>
      <p:sp>
        <p:nvSpPr>
          <p:cNvPr id="29" name="TextBox 6"/>
          <p:cNvSpPr txBox="1"/>
          <p:nvPr/>
        </p:nvSpPr>
        <p:spPr bwMode="auto">
          <a:xfrm>
            <a:off x="2064387" y="1804451"/>
            <a:ext cx="24280504" cy="800219"/>
          </a:xfrm>
          <a:prstGeom prst="rect">
            <a:avLst/>
          </a:prstGeom>
          <a:ln w="12700">
            <a:miter lim="400000"/>
          </a:ln>
        </p:spPr>
        <p:txBody>
          <a:bodyPr wrap="square" lIns="45720" rIns="45720">
            <a:spAutoFit/>
          </a:bodyPr>
          <a:lstStyle>
            <a:lvl1pPr>
              <a:defRPr sz="6600">
                <a:solidFill>
                  <a:srgbClr val="010101"/>
                </a:solidFill>
                <a:latin typeface="Montserrat Semi Bold"/>
                <a:ea typeface="Montserrat Semi Bold"/>
                <a:cs typeface="Montserrat Semi Bold"/>
              </a:defRPr>
            </a:lvl1pPr>
          </a:lstStyle>
          <a:p>
            <a:pPr lvl="0" defTabSz="914400" rtl="0">
              <a:lnSpc>
                <a:spcPct val="100000"/>
              </a:lnSpc>
              <a:defRPr/>
            </a:pPr>
            <a:r>
              <a:rPr lang="ru-RU" sz="4600" dirty="0">
                <a:solidFill>
                  <a:srgbClr val="404040"/>
                </a:solidFill>
                <a:latin typeface="PFDinDisplayPro-Regular"/>
                <a:ea typeface="PFDinDisplayPro-Regular"/>
                <a:cs typeface="PFDinDisplayPro-Regular"/>
                <a:sym typeface="Stem"/>
              </a:rPr>
              <a:t>ТЕМА 5. ИТОГОВЫЙ КОНТРОЛЬ</a:t>
            </a:r>
            <a:endParaRPr kumimoji="0" lang="ru-RU" sz="4600" b="0" i="0" u="none" strike="noStrike" kern="0" cap="none" spc="0" normalizeH="0" baseline="0" noProof="0" dirty="0">
              <a:ln>
                <a:noFill/>
              </a:ln>
              <a:solidFill>
                <a:srgbClr val="404040"/>
              </a:solidFill>
              <a:effectLst/>
              <a:uLnTx/>
              <a:uFillTx/>
              <a:latin typeface="PFDinDisplayPro-Regular"/>
              <a:ea typeface="PFDinDisplayPro-Regular"/>
              <a:cs typeface="PFDinDisplayPro-Regular"/>
              <a:sym typeface="Stem"/>
            </a:endParaRPr>
          </a:p>
        </p:txBody>
      </p:sp>
      <p:sp>
        <p:nvSpPr>
          <p:cNvPr id="22" name="Rectangle 29"/>
          <p:cNvSpPr/>
          <p:nvPr/>
        </p:nvSpPr>
        <p:spPr bwMode="auto">
          <a:xfrm>
            <a:off x="2061267" y="2604670"/>
            <a:ext cx="9188103" cy="72000"/>
          </a:xfrm>
          <a:prstGeom prst="rect">
            <a:avLst/>
          </a:prstGeom>
          <a:gradFill>
            <a:gsLst>
              <a:gs pos="0">
                <a:srgbClr val="656565"/>
              </a:gs>
              <a:gs pos="50000">
                <a:schemeClr val="accent6"/>
              </a:gs>
              <a:gs pos="100000">
                <a:srgbClr val="444444"/>
              </a:gs>
            </a:gsLst>
            <a:lin ang="5400000" scaled="1"/>
          </a:gradFill>
          <a:ln w="6350">
            <a:solidFill>
              <a:srgbClr val="DDDDDD"/>
            </a:solidFill>
            <a:miter/>
          </a:ln>
          <a:effectLst>
            <a:outerShdw blurRad="63500" dist="19050" dir="5400000" rotWithShape="0">
              <a:srgbClr val="000000">
                <a:alpha val="63000"/>
              </a:srgbClr>
            </a:outerShdw>
          </a:effectLst>
        </p:spPr>
        <p:txBody>
          <a:bodyPr lIns="45720" rIns="45720" anchor="ctr"/>
          <a:lstStyle/>
          <a:p>
            <a:pPr marL="0" marR="0" lvl="0" indent="0" algn="l" defTabSz="1828434" rtl="0" eaLnBrk="1" fontAlgn="auto" latinLnBrk="0" hangingPunct="1">
              <a:lnSpc>
                <a:spcPct val="100000"/>
              </a:lnSpc>
              <a:spcBef>
                <a:spcPts val="0"/>
              </a:spcBef>
              <a:spcAft>
                <a:spcPts val="0"/>
              </a:spcAft>
              <a:buClrTx/>
              <a:buSzTx/>
              <a:buFontTx/>
              <a:buNone/>
              <a:tabLst/>
              <a:defRPr>
                <a:solidFill>
                  <a:srgbClr val="FFFFFF"/>
                </a:solidFill>
              </a:defRPr>
            </a:pPr>
            <a:endParaRPr kumimoji="0" sz="3500" b="0" i="0" u="none" strike="noStrike" kern="0" cap="none" spc="0" normalizeH="0" baseline="0" noProof="0">
              <a:ln>
                <a:noFill/>
              </a:ln>
              <a:solidFill>
                <a:srgbClr val="FFFFFF"/>
              </a:solidFill>
              <a:effectLst/>
              <a:uLnTx/>
              <a:uFillTx/>
              <a:latin typeface="Open Sans Light"/>
              <a:cs typeface="Calibri"/>
              <a:sym typeface="Open Sans"/>
            </a:endParaRPr>
          </a:p>
        </p:txBody>
      </p:sp>
      <p:sp>
        <p:nvSpPr>
          <p:cNvPr id="8" name="Подзаголовок 2"/>
          <p:cNvSpPr txBox="1">
            <a:spLocks/>
          </p:cNvSpPr>
          <p:nvPr/>
        </p:nvSpPr>
        <p:spPr bwMode="auto">
          <a:xfrm>
            <a:off x="1894856" y="2743743"/>
            <a:ext cx="6898072" cy="681807"/>
          </a:xfrm>
          <a:prstGeom prst="rect">
            <a:avLst/>
          </a:prstGeom>
          <a:ln w="25400">
            <a:miter lim="400000"/>
          </a:ln>
        </p:spPr>
        <p:txBody>
          <a:bodyPr tIns="91439" bIns="91439" anchor="ctr">
            <a:normAutofit fontScale="92500"/>
          </a:bodyPr>
          <a:lstStyle>
            <a:lvl1pPr marL="0" marR="0" indent="0" algn="r" defTabSz="1828800">
              <a:lnSpc>
                <a:spcPct val="110000"/>
              </a:lnSpc>
              <a:spcBef>
                <a:spcPts val="0"/>
              </a:spcBef>
              <a:spcAft>
                <a:spcPts val="0"/>
              </a:spcAft>
              <a:buClrTx/>
              <a:buSzTx/>
              <a:buFontTx/>
              <a:buNone/>
              <a:defRPr sz="2800" b="0" i="0" u="none" strike="noStrike" cap="none" spc="0">
                <a:solidFill>
                  <a:srgbClr val="535353"/>
                </a:solidFill>
                <a:latin typeface="Open Sans"/>
                <a:ea typeface="Open Sans"/>
                <a:cs typeface="Open Sans"/>
              </a:defRPr>
            </a:lvl1pPr>
            <a:lvl2pPr marL="0" marR="0" indent="457200" algn="l" defTabSz="1828800">
              <a:lnSpc>
                <a:spcPct val="110000"/>
              </a:lnSpc>
              <a:spcBef>
                <a:spcPts val="0"/>
              </a:spcBef>
              <a:spcAft>
                <a:spcPts val="0"/>
              </a:spcAft>
              <a:buClrTx/>
              <a:buSzTx/>
              <a:buFontTx/>
              <a:buNone/>
              <a:defRPr sz="2400" b="0" i="0" u="none" strike="noStrike" cap="none" spc="0">
                <a:solidFill>
                  <a:srgbClr val="535353"/>
                </a:solidFill>
                <a:latin typeface="Open Sans"/>
                <a:ea typeface="Open Sans"/>
                <a:cs typeface="Open Sans"/>
              </a:defRPr>
            </a:lvl2pPr>
            <a:lvl3pPr marL="0" marR="0" indent="914400" algn="l" defTabSz="1828800">
              <a:lnSpc>
                <a:spcPct val="110000"/>
              </a:lnSpc>
              <a:spcBef>
                <a:spcPts val="0"/>
              </a:spcBef>
              <a:spcAft>
                <a:spcPts val="0"/>
              </a:spcAft>
              <a:buClrTx/>
              <a:buSzTx/>
              <a:buFontTx/>
              <a:buNone/>
              <a:defRPr sz="2400" b="0" i="0" u="none" strike="noStrike" cap="none" spc="0">
                <a:solidFill>
                  <a:srgbClr val="535353"/>
                </a:solidFill>
                <a:latin typeface="Open Sans"/>
                <a:ea typeface="Open Sans"/>
                <a:cs typeface="Open Sans"/>
              </a:defRPr>
            </a:lvl3pPr>
            <a:lvl4pPr marL="0" marR="0" indent="1371600" algn="l" defTabSz="1828800">
              <a:lnSpc>
                <a:spcPct val="110000"/>
              </a:lnSpc>
              <a:spcBef>
                <a:spcPts val="0"/>
              </a:spcBef>
              <a:spcAft>
                <a:spcPts val="0"/>
              </a:spcAft>
              <a:buClrTx/>
              <a:buSzTx/>
              <a:buFontTx/>
              <a:buNone/>
              <a:defRPr sz="2400" b="0" i="0" u="none" strike="noStrike" cap="none" spc="0">
                <a:solidFill>
                  <a:srgbClr val="535353"/>
                </a:solidFill>
                <a:latin typeface="Open Sans"/>
                <a:ea typeface="Open Sans"/>
                <a:cs typeface="Open Sans"/>
              </a:defRPr>
            </a:lvl4pPr>
            <a:lvl5pPr marL="0" marR="0" indent="1828800" algn="l" defTabSz="1828800">
              <a:lnSpc>
                <a:spcPct val="110000"/>
              </a:lnSpc>
              <a:spcBef>
                <a:spcPts val="0"/>
              </a:spcBef>
              <a:spcAft>
                <a:spcPts val="0"/>
              </a:spcAft>
              <a:buClrTx/>
              <a:buSzTx/>
              <a:buFontTx/>
              <a:buNone/>
              <a:defRPr sz="2400" b="0" i="0" u="none" strike="noStrike" cap="none" spc="0">
                <a:solidFill>
                  <a:srgbClr val="535353"/>
                </a:solidFill>
                <a:latin typeface="Open Sans"/>
                <a:ea typeface="Open Sans"/>
                <a:cs typeface="Open Sans"/>
              </a:defRPr>
            </a:lvl5pPr>
            <a:lvl6pPr marL="0" marR="0" indent="2286000" algn="l" defTabSz="1828800">
              <a:lnSpc>
                <a:spcPct val="110000"/>
              </a:lnSpc>
              <a:spcBef>
                <a:spcPts val="0"/>
              </a:spcBef>
              <a:spcAft>
                <a:spcPts val="0"/>
              </a:spcAft>
              <a:buClrTx/>
              <a:buSzTx/>
              <a:buFontTx/>
              <a:buNone/>
              <a:defRPr sz="2400" b="0" i="0" u="none" strike="noStrike" cap="none" spc="0">
                <a:solidFill>
                  <a:srgbClr val="0082B9"/>
                </a:solidFill>
                <a:latin typeface="Open Sans"/>
                <a:ea typeface="Open Sans"/>
                <a:cs typeface="Open Sans"/>
              </a:defRPr>
            </a:lvl6pPr>
            <a:lvl7pPr marL="0" marR="0" indent="2743200" algn="l" defTabSz="1828800">
              <a:lnSpc>
                <a:spcPct val="110000"/>
              </a:lnSpc>
              <a:spcBef>
                <a:spcPts val="0"/>
              </a:spcBef>
              <a:spcAft>
                <a:spcPts val="0"/>
              </a:spcAft>
              <a:buClrTx/>
              <a:buSzTx/>
              <a:buFontTx/>
              <a:buNone/>
              <a:defRPr sz="2400" b="0" i="0" u="none" strike="noStrike" cap="none" spc="0">
                <a:solidFill>
                  <a:srgbClr val="0082B9"/>
                </a:solidFill>
                <a:latin typeface="Open Sans"/>
                <a:ea typeface="Open Sans"/>
                <a:cs typeface="Open Sans"/>
              </a:defRPr>
            </a:lvl7pPr>
            <a:lvl8pPr marL="0" marR="0" indent="3200400" algn="l" defTabSz="1828800">
              <a:lnSpc>
                <a:spcPct val="110000"/>
              </a:lnSpc>
              <a:spcBef>
                <a:spcPts val="0"/>
              </a:spcBef>
              <a:spcAft>
                <a:spcPts val="0"/>
              </a:spcAft>
              <a:buClrTx/>
              <a:buSzTx/>
              <a:buFontTx/>
              <a:buNone/>
              <a:defRPr sz="2400" b="0" i="0" u="none" strike="noStrike" cap="none" spc="0">
                <a:solidFill>
                  <a:srgbClr val="0082B9"/>
                </a:solidFill>
                <a:latin typeface="Open Sans"/>
                <a:ea typeface="Open Sans"/>
                <a:cs typeface="Open Sans"/>
              </a:defRPr>
            </a:lvl8pPr>
            <a:lvl9pPr marL="0" marR="0" indent="3657600" algn="l" defTabSz="1828800">
              <a:lnSpc>
                <a:spcPct val="110000"/>
              </a:lnSpc>
              <a:spcBef>
                <a:spcPts val="0"/>
              </a:spcBef>
              <a:spcAft>
                <a:spcPts val="0"/>
              </a:spcAft>
              <a:buClrTx/>
              <a:buSzTx/>
              <a:buFontTx/>
              <a:buNone/>
              <a:defRPr sz="2400" b="0" i="0" u="none" strike="noStrike" cap="none" spc="0">
                <a:solidFill>
                  <a:srgbClr val="0082B9"/>
                </a:solidFill>
                <a:latin typeface="Open Sans"/>
                <a:ea typeface="Open Sans"/>
                <a:cs typeface="Open Sans"/>
              </a:defRPr>
            </a:lvl9pPr>
          </a:lstStyle>
          <a:p>
            <a:pPr marL="0" marR="0" lvl="0" indent="0" algn="r" defTabSz="1828800" eaLnBrk="1" fontAlgn="auto" latinLnBrk="0" hangingPunct="1">
              <a:lnSpc>
                <a:spcPct val="110000"/>
              </a:lnSpc>
              <a:spcBef>
                <a:spcPts val="0"/>
              </a:spcBef>
              <a:spcAft>
                <a:spcPts val="0"/>
              </a:spcAft>
              <a:buClrTx/>
              <a:buSzTx/>
              <a:buFontTx/>
              <a:buNone/>
              <a:tabLst/>
              <a:defRPr/>
            </a:pPr>
            <a:r>
              <a:rPr kumimoji="0" lang="ru-RU" sz="2800" b="0" i="0" u="none" strike="noStrike" kern="0" cap="none" spc="0" normalizeH="0" baseline="0" noProof="0">
                <a:ln>
                  <a:noFill/>
                </a:ln>
                <a:solidFill>
                  <a:srgbClr val="535353"/>
                </a:solidFill>
                <a:effectLst/>
                <a:uLnTx/>
                <a:uFillTx/>
                <a:latin typeface="Open Sans"/>
              </a:rPr>
              <a:t>Методика разработки учебного занятия</a:t>
            </a:r>
          </a:p>
        </p:txBody>
      </p:sp>
      <p:sp>
        <p:nvSpPr>
          <p:cNvPr id="10" name="Прямоугольник 9"/>
          <p:cNvSpPr/>
          <p:nvPr/>
        </p:nvSpPr>
        <p:spPr bwMode="auto">
          <a:xfrm>
            <a:off x="1875062" y="4115195"/>
            <a:ext cx="11469066" cy="8601778"/>
          </a:xfrm>
          <a:prstGeom prst="rect">
            <a:avLst/>
          </a:prstGeom>
        </p:spPr>
        <p:txBody>
          <a:bodyPr wrap="square">
            <a:spAutoFit/>
          </a:bodyPr>
          <a:lstStyle/>
          <a:p>
            <a:pPr>
              <a:defRPr/>
            </a:pPr>
            <a:r>
              <a:rPr lang="ru-RU" b="1" dirty="0"/>
              <a:t>Цель</a:t>
            </a:r>
            <a:r>
              <a:rPr lang="ru-RU" dirty="0"/>
              <a:t> </a:t>
            </a:r>
            <a:r>
              <a:rPr lang="ru-RU" b="1" dirty="0"/>
              <a:t>занятия</a:t>
            </a:r>
            <a:r>
              <a:rPr lang="ru-RU" dirty="0"/>
              <a:t>: отработать практические навыки оказания первой помощи.</a:t>
            </a:r>
            <a:endParaRPr dirty="0"/>
          </a:p>
          <a:p>
            <a:pPr>
              <a:defRPr/>
            </a:pPr>
            <a:r>
              <a:rPr lang="ru-RU" dirty="0"/>
              <a:t> </a:t>
            </a:r>
            <a:endParaRPr dirty="0"/>
          </a:p>
          <a:p>
            <a:pPr>
              <a:defRPr/>
            </a:pPr>
            <a:r>
              <a:rPr lang="ru-RU" b="1" dirty="0"/>
              <a:t>Вид занятия</a:t>
            </a:r>
            <a:r>
              <a:rPr lang="ru-RU" dirty="0"/>
              <a:t>: групповое. </a:t>
            </a:r>
            <a:endParaRPr dirty="0"/>
          </a:p>
          <a:p>
            <a:pPr>
              <a:defRPr/>
            </a:pPr>
            <a:r>
              <a:rPr lang="ru-RU" b="1" dirty="0"/>
              <a:t> </a:t>
            </a:r>
            <a:endParaRPr lang="ru-RU" dirty="0"/>
          </a:p>
          <a:p>
            <a:pPr>
              <a:defRPr/>
            </a:pPr>
            <a:r>
              <a:rPr lang="ru-RU" b="1" dirty="0"/>
              <a:t>Метод</a:t>
            </a:r>
            <a:r>
              <a:rPr lang="ru-RU" dirty="0"/>
              <a:t>: решение ситуационных задач с использованием наглядных пособий и условных пострадавших. </a:t>
            </a:r>
            <a:endParaRPr dirty="0"/>
          </a:p>
          <a:p>
            <a:pPr>
              <a:defRPr/>
            </a:pPr>
            <a:r>
              <a:rPr lang="ru-RU" dirty="0"/>
              <a:t> </a:t>
            </a:r>
            <a:endParaRPr dirty="0"/>
          </a:p>
          <a:p>
            <a:pPr>
              <a:defRPr/>
            </a:pPr>
            <a:r>
              <a:rPr lang="ru-RU" b="1" dirty="0"/>
              <a:t>Продолжительность</a:t>
            </a:r>
            <a:r>
              <a:rPr lang="ru-RU" dirty="0"/>
              <a:t>: 2 часа. </a:t>
            </a:r>
            <a:endParaRPr dirty="0"/>
          </a:p>
          <a:p>
            <a:pPr>
              <a:defRPr/>
            </a:pPr>
            <a:r>
              <a:rPr lang="ru-RU" dirty="0"/>
              <a:t> </a:t>
            </a:r>
            <a:endParaRPr dirty="0"/>
          </a:p>
          <a:p>
            <a:pPr>
              <a:defRPr/>
            </a:pPr>
            <a:r>
              <a:rPr lang="ru-RU" b="1" dirty="0"/>
              <a:t>Учебно-материальное обеспечение</a:t>
            </a:r>
            <a:r>
              <a:rPr lang="ru-RU" dirty="0"/>
              <a:t>: тренажер - манекен взрослого пострадавшего с контроллером для отработки приемов сердечно-легочной реанимации, тренажер - манекен взрослого пострадавшего без контроллера для отработки приемов сердечно-легочной реанимации, расходный материал для тренажеров, набор имитаторов травм и повреждений, аптечки первой помощи (автомобильная, для оказания первой помощи работникам), табельные средства для оказания первой помощи (устройства для проведения искусственного дыхания различных моделей, кровоостанавливающие жгуты, перевязочные средства), мультимедийный проектор, экран для демонстрации учебных фильмов, персональный компьютер (ноутбук).</a:t>
            </a:r>
            <a:endParaRPr dirty="0"/>
          </a:p>
        </p:txBody>
      </p:sp>
      <p:pic>
        <p:nvPicPr>
          <p:cNvPr id="12290" name="Picture 2" descr="Picture background">
            <a:extLst>
              <a:ext uri="{FF2B5EF4-FFF2-40B4-BE49-F238E27FC236}">
                <a16:creationId xmlns:a16="http://schemas.microsoft.com/office/drawing/2014/main" id="{8314A660-29A1-4E79-A43C-383E9975DD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32160" y="2743743"/>
            <a:ext cx="10130164" cy="101301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18532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866" name="Номер слайда"/>
          <p:cNvSpPr txBox="1">
            <a:spLocks noGrp="1"/>
          </p:cNvSpPr>
          <p:nvPr>
            <p:ph type="sldNum" sz="quarter" idx="4294967295"/>
          </p:nvPr>
        </p:nvSpPr>
        <p:spPr bwMode="auto">
          <a:xfrm>
            <a:off x="6350" y="6542537"/>
            <a:ext cx="684000" cy="630942"/>
          </a:xfrm>
          <a:prstGeom prst="rect">
            <a:avLst/>
          </a:prstGeom>
          <a:gradFill>
            <a:gsLst>
              <a:gs pos="0">
                <a:srgbClr val="656565"/>
              </a:gs>
              <a:gs pos="50000">
                <a:schemeClr val="accent6"/>
              </a:gs>
              <a:gs pos="100000">
                <a:srgbClr val="444444"/>
              </a:gs>
            </a:gsLst>
            <a:lin ang="5400000" scaled="1"/>
          </a:gradFill>
          <a:ln w="6350">
            <a:solidFill>
              <a:srgbClr val="DDDDDD"/>
            </a:solidFill>
            <a:miter lim="800000"/>
          </a:ln>
          <a:effectLst>
            <a:outerShdw blurRad="63500" dist="19050" dir="5400000" rotWithShape="0">
              <a:srgbClr val="000000">
                <a:alpha val="63000"/>
              </a:srgbClr>
            </a:outerShdw>
          </a:effectLst>
        </p:spPr>
        <p:txBody>
          <a:bodyPr wrap="square"/>
          <a:lstStyle>
            <a:lvl1pPr>
              <a:defRPr sz="3500">
                <a:solidFill>
                  <a:srgbClr val="FFFFFF"/>
                </a:solidFill>
              </a:defRPr>
            </a:lvl1pPr>
          </a:lstStyle>
          <a:p>
            <a:pPr marL="0" marR="0" lvl="0" indent="0" algn="ctr" defTabSz="1828434" rtl="0" eaLnBrk="1" fontAlgn="auto" latinLnBrk="0" hangingPunct="1">
              <a:lnSpc>
                <a:spcPct val="100000"/>
              </a:lnSpc>
              <a:spcBef>
                <a:spcPts val="0"/>
              </a:spcBef>
              <a:spcAft>
                <a:spcPts val="0"/>
              </a:spcAft>
              <a:buClrTx/>
              <a:buSzTx/>
              <a:buFontTx/>
              <a:buNone/>
              <a:tabLst/>
              <a:defRPr/>
            </a:pPr>
            <a:fld id="{86CB4B4D-7CA3-9044-876B-883B54F8677D}" type="slidenum">
              <a:rPr kumimoji="0" sz="3500" b="0" i="0" u="none" strike="noStrike" kern="0" cap="none" spc="0" normalizeH="0" baseline="0" noProof="0">
                <a:ln>
                  <a:noFill/>
                </a:ln>
                <a:solidFill>
                  <a:srgbClr val="FFFFFF"/>
                </a:solidFill>
                <a:effectLst/>
                <a:uLnTx/>
                <a:uFillTx/>
                <a:latin typeface="Open Sans Light"/>
                <a:cs typeface="Calibri"/>
                <a:sym typeface="Open Sans"/>
              </a:rPr>
              <a:pPr marL="0" marR="0" lvl="0" indent="0" algn="ctr" defTabSz="1828434" rtl="0" eaLnBrk="1" fontAlgn="auto" latinLnBrk="0" hangingPunct="1">
                <a:lnSpc>
                  <a:spcPct val="100000"/>
                </a:lnSpc>
                <a:spcBef>
                  <a:spcPts val="0"/>
                </a:spcBef>
                <a:spcAft>
                  <a:spcPts val="0"/>
                </a:spcAft>
                <a:buClrTx/>
                <a:buSzTx/>
                <a:buFontTx/>
                <a:buNone/>
                <a:tabLst/>
                <a:defRPr/>
              </a:pPr>
              <a:t>18</a:t>
            </a:fld>
            <a:endParaRPr kumimoji="0" sz="3500" b="0" i="0" u="none" strike="noStrike" kern="0" cap="none" spc="0" normalizeH="0" baseline="0" noProof="0">
              <a:ln>
                <a:noFill/>
              </a:ln>
              <a:solidFill>
                <a:srgbClr val="FFFFFF"/>
              </a:solidFill>
              <a:effectLst/>
              <a:uLnTx/>
              <a:uFillTx/>
              <a:latin typeface="Open Sans Light"/>
              <a:cs typeface="Calibri"/>
              <a:sym typeface="Open Sans"/>
            </a:endParaRPr>
          </a:p>
        </p:txBody>
      </p:sp>
      <p:sp>
        <p:nvSpPr>
          <p:cNvPr id="29" name="TextBox 6"/>
          <p:cNvSpPr txBox="1"/>
          <p:nvPr/>
        </p:nvSpPr>
        <p:spPr bwMode="auto">
          <a:xfrm>
            <a:off x="2064387" y="1804451"/>
            <a:ext cx="24280504" cy="800219"/>
          </a:xfrm>
          <a:prstGeom prst="rect">
            <a:avLst/>
          </a:prstGeom>
          <a:ln w="12700">
            <a:miter lim="400000"/>
          </a:ln>
        </p:spPr>
        <p:txBody>
          <a:bodyPr wrap="square" lIns="45720" rIns="45720">
            <a:spAutoFit/>
          </a:bodyPr>
          <a:lstStyle>
            <a:lvl1pPr>
              <a:defRPr sz="6600">
                <a:solidFill>
                  <a:srgbClr val="010101"/>
                </a:solidFill>
                <a:latin typeface="Montserrat Semi Bold"/>
                <a:ea typeface="Montserrat Semi Bold"/>
                <a:cs typeface="Montserrat Semi Bold"/>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4600" b="0" i="0" u="none" strike="noStrike" kern="0" cap="none" spc="0" normalizeH="0" baseline="0" noProof="0" dirty="0">
                <a:ln>
                  <a:noFill/>
                </a:ln>
                <a:solidFill>
                  <a:srgbClr val="404040"/>
                </a:solidFill>
                <a:effectLst/>
                <a:uLnTx/>
                <a:uFillTx/>
                <a:latin typeface="PFDinDisplayPro-Regular"/>
                <a:ea typeface="PFDinDisplayPro-Regular"/>
                <a:cs typeface="PFDinDisplayPro-Regular"/>
                <a:sym typeface="Stem"/>
              </a:rPr>
              <a:t>ТЕМА 5. ИТОГОВЫЙ КОНТРОЛЬ</a:t>
            </a:r>
          </a:p>
        </p:txBody>
      </p:sp>
      <p:sp>
        <p:nvSpPr>
          <p:cNvPr id="22" name="Rectangle 29"/>
          <p:cNvSpPr/>
          <p:nvPr/>
        </p:nvSpPr>
        <p:spPr bwMode="auto">
          <a:xfrm>
            <a:off x="2061267" y="2604670"/>
            <a:ext cx="9188103" cy="72000"/>
          </a:xfrm>
          <a:prstGeom prst="rect">
            <a:avLst/>
          </a:prstGeom>
          <a:gradFill>
            <a:gsLst>
              <a:gs pos="0">
                <a:srgbClr val="656565"/>
              </a:gs>
              <a:gs pos="50000">
                <a:schemeClr val="accent6"/>
              </a:gs>
              <a:gs pos="100000">
                <a:srgbClr val="444444"/>
              </a:gs>
            </a:gsLst>
            <a:lin ang="5400000" scaled="1"/>
          </a:gradFill>
          <a:ln w="6350">
            <a:solidFill>
              <a:srgbClr val="DDDDDD"/>
            </a:solidFill>
            <a:miter/>
          </a:ln>
          <a:effectLst>
            <a:outerShdw blurRad="63500" dist="19050" dir="5400000" rotWithShape="0">
              <a:srgbClr val="000000">
                <a:alpha val="63000"/>
              </a:srgbClr>
            </a:outerShdw>
          </a:effectLst>
        </p:spPr>
        <p:txBody>
          <a:bodyPr lIns="45720" rIns="45720" anchor="ctr"/>
          <a:lstStyle/>
          <a:p>
            <a:pPr marL="0" marR="0" lvl="0" indent="0" algn="l" defTabSz="1828434" rtl="0" eaLnBrk="1" fontAlgn="auto" latinLnBrk="0" hangingPunct="1">
              <a:lnSpc>
                <a:spcPct val="100000"/>
              </a:lnSpc>
              <a:spcBef>
                <a:spcPts val="0"/>
              </a:spcBef>
              <a:spcAft>
                <a:spcPts val="0"/>
              </a:spcAft>
              <a:buClrTx/>
              <a:buSzTx/>
              <a:buFontTx/>
              <a:buNone/>
              <a:tabLst/>
              <a:defRPr>
                <a:solidFill>
                  <a:srgbClr val="FFFFFF"/>
                </a:solidFill>
              </a:defRPr>
            </a:pPr>
            <a:endParaRPr kumimoji="0" sz="3500" b="0" i="0" u="none" strike="noStrike" kern="0" cap="none" spc="0" normalizeH="0" baseline="0" noProof="0">
              <a:ln>
                <a:noFill/>
              </a:ln>
              <a:solidFill>
                <a:srgbClr val="FFFFFF"/>
              </a:solidFill>
              <a:effectLst/>
              <a:uLnTx/>
              <a:uFillTx/>
              <a:latin typeface="Open Sans Light"/>
              <a:cs typeface="Calibri"/>
              <a:sym typeface="Open Sans"/>
            </a:endParaRPr>
          </a:p>
        </p:txBody>
      </p:sp>
      <p:sp>
        <p:nvSpPr>
          <p:cNvPr id="8" name="Подзаголовок 2"/>
          <p:cNvSpPr txBox="1">
            <a:spLocks/>
          </p:cNvSpPr>
          <p:nvPr/>
        </p:nvSpPr>
        <p:spPr bwMode="auto">
          <a:xfrm>
            <a:off x="1894856" y="2743743"/>
            <a:ext cx="6898072" cy="681807"/>
          </a:xfrm>
          <a:prstGeom prst="rect">
            <a:avLst/>
          </a:prstGeom>
          <a:ln w="25400">
            <a:miter lim="400000"/>
          </a:ln>
        </p:spPr>
        <p:txBody>
          <a:bodyPr tIns="91439" bIns="91439" anchor="ctr">
            <a:normAutofit fontScale="92500"/>
          </a:bodyPr>
          <a:lstStyle>
            <a:lvl1pPr marL="0" marR="0" indent="0" algn="r" defTabSz="1828800">
              <a:lnSpc>
                <a:spcPct val="110000"/>
              </a:lnSpc>
              <a:spcBef>
                <a:spcPts val="0"/>
              </a:spcBef>
              <a:spcAft>
                <a:spcPts val="0"/>
              </a:spcAft>
              <a:buClrTx/>
              <a:buSzTx/>
              <a:buFontTx/>
              <a:buNone/>
              <a:defRPr sz="2800" b="0" i="0" u="none" strike="noStrike" cap="none" spc="0">
                <a:solidFill>
                  <a:srgbClr val="535353"/>
                </a:solidFill>
                <a:latin typeface="Open Sans"/>
                <a:ea typeface="Open Sans"/>
                <a:cs typeface="Open Sans"/>
              </a:defRPr>
            </a:lvl1pPr>
            <a:lvl2pPr marL="0" marR="0" indent="457200" algn="l" defTabSz="1828800">
              <a:lnSpc>
                <a:spcPct val="110000"/>
              </a:lnSpc>
              <a:spcBef>
                <a:spcPts val="0"/>
              </a:spcBef>
              <a:spcAft>
                <a:spcPts val="0"/>
              </a:spcAft>
              <a:buClrTx/>
              <a:buSzTx/>
              <a:buFontTx/>
              <a:buNone/>
              <a:defRPr sz="2400" b="0" i="0" u="none" strike="noStrike" cap="none" spc="0">
                <a:solidFill>
                  <a:srgbClr val="535353"/>
                </a:solidFill>
                <a:latin typeface="Open Sans"/>
                <a:ea typeface="Open Sans"/>
                <a:cs typeface="Open Sans"/>
              </a:defRPr>
            </a:lvl2pPr>
            <a:lvl3pPr marL="0" marR="0" indent="914400" algn="l" defTabSz="1828800">
              <a:lnSpc>
                <a:spcPct val="110000"/>
              </a:lnSpc>
              <a:spcBef>
                <a:spcPts val="0"/>
              </a:spcBef>
              <a:spcAft>
                <a:spcPts val="0"/>
              </a:spcAft>
              <a:buClrTx/>
              <a:buSzTx/>
              <a:buFontTx/>
              <a:buNone/>
              <a:defRPr sz="2400" b="0" i="0" u="none" strike="noStrike" cap="none" spc="0">
                <a:solidFill>
                  <a:srgbClr val="535353"/>
                </a:solidFill>
                <a:latin typeface="Open Sans"/>
                <a:ea typeface="Open Sans"/>
                <a:cs typeface="Open Sans"/>
              </a:defRPr>
            </a:lvl3pPr>
            <a:lvl4pPr marL="0" marR="0" indent="1371600" algn="l" defTabSz="1828800">
              <a:lnSpc>
                <a:spcPct val="110000"/>
              </a:lnSpc>
              <a:spcBef>
                <a:spcPts val="0"/>
              </a:spcBef>
              <a:spcAft>
                <a:spcPts val="0"/>
              </a:spcAft>
              <a:buClrTx/>
              <a:buSzTx/>
              <a:buFontTx/>
              <a:buNone/>
              <a:defRPr sz="2400" b="0" i="0" u="none" strike="noStrike" cap="none" spc="0">
                <a:solidFill>
                  <a:srgbClr val="535353"/>
                </a:solidFill>
                <a:latin typeface="Open Sans"/>
                <a:ea typeface="Open Sans"/>
                <a:cs typeface="Open Sans"/>
              </a:defRPr>
            </a:lvl4pPr>
            <a:lvl5pPr marL="0" marR="0" indent="1828800" algn="l" defTabSz="1828800">
              <a:lnSpc>
                <a:spcPct val="110000"/>
              </a:lnSpc>
              <a:spcBef>
                <a:spcPts val="0"/>
              </a:spcBef>
              <a:spcAft>
                <a:spcPts val="0"/>
              </a:spcAft>
              <a:buClrTx/>
              <a:buSzTx/>
              <a:buFontTx/>
              <a:buNone/>
              <a:defRPr sz="2400" b="0" i="0" u="none" strike="noStrike" cap="none" spc="0">
                <a:solidFill>
                  <a:srgbClr val="535353"/>
                </a:solidFill>
                <a:latin typeface="Open Sans"/>
                <a:ea typeface="Open Sans"/>
                <a:cs typeface="Open Sans"/>
              </a:defRPr>
            </a:lvl5pPr>
            <a:lvl6pPr marL="0" marR="0" indent="2286000" algn="l" defTabSz="1828800">
              <a:lnSpc>
                <a:spcPct val="110000"/>
              </a:lnSpc>
              <a:spcBef>
                <a:spcPts val="0"/>
              </a:spcBef>
              <a:spcAft>
                <a:spcPts val="0"/>
              </a:spcAft>
              <a:buClrTx/>
              <a:buSzTx/>
              <a:buFontTx/>
              <a:buNone/>
              <a:defRPr sz="2400" b="0" i="0" u="none" strike="noStrike" cap="none" spc="0">
                <a:solidFill>
                  <a:srgbClr val="0082B9"/>
                </a:solidFill>
                <a:latin typeface="Open Sans"/>
                <a:ea typeface="Open Sans"/>
                <a:cs typeface="Open Sans"/>
              </a:defRPr>
            </a:lvl6pPr>
            <a:lvl7pPr marL="0" marR="0" indent="2743200" algn="l" defTabSz="1828800">
              <a:lnSpc>
                <a:spcPct val="110000"/>
              </a:lnSpc>
              <a:spcBef>
                <a:spcPts val="0"/>
              </a:spcBef>
              <a:spcAft>
                <a:spcPts val="0"/>
              </a:spcAft>
              <a:buClrTx/>
              <a:buSzTx/>
              <a:buFontTx/>
              <a:buNone/>
              <a:defRPr sz="2400" b="0" i="0" u="none" strike="noStrike" cap="none" spc="0">
                <a:solidFill>
                  <a:srgbClr val="0082B9"/>
                </a:solidFill>
                <a:latin typeface="Open Sans"/>
                <a:ea typeface="Open Sans"/>
                <a:cs typeface="Open Sans"/>
              </a:defRPr>
            </a:lvl7pPr>
            <a:lvl8pPr marL="0" marR="0" indent="3200400" algn="l" defTabSz="1828800">
              <a:lnSpc>
                <a:spcPct val="110000"/>
              </a:lnSpc>
              <a:spcBef>
                <a:spcPts val="0"/>
              </a:spcBef>
              <a:spcAft>
                <a:spcPts val="0"/>
              </a:spcAft>
              <a:buClrTx/>
              <a:buSzTx/>
              <a:buFontTx/>
              <a:buNone/>
              <a:defRPr sz="2400" b="0" i="0" u="none" strike="noStrike" cap="none" spc="0">
                <a:solidFill>
                  <a:srgbClr val="0082B9"/>
                </a:solidFill>
                <a:latin typeface="Open Sans"/>
                <a:ea typeface="Open Sans"/>
                <a:cs typeface="Open Sans"/>
              </a:defRPr>
            </a:lvl8pPr>
            <a:lvl9pPr marL="0" marR="0" indent="3657600" algn="l" defTabSz="1828800">
              <a:lnSpc>
                <a:spcPct val="110000"/>
              </a:lnSpc>
              <a:spcBef>
                <a:spcPts val="0"/>
              </a:spcBef>
              <a:spcAft>
                <a:spcPts val="0"/>
              </a:spcAft>
              <a:buClrTx/>
              <a:buSzTx/>
              <a:buFontTx/>
              <a:buNone/>
              <a:defRPr sz="2400" b="0" i="0" u="none" strike="noStrike" cap="none" spc="0">
                <a:solidFill>
                  <a:srgbClr val="0082B9"/>
                </a:solidFill>
                <a:latin typeface="Open Sans"/>
                <a:ea typeface="Open Sans"/>
                <a:cs typeface="Open Sans"/>
              </a:defRPr>
            </a:lvl9pPr>
          </a:lstStyle>
          <a:p>
            <a:pPr marL="0" marR="0" lvl="0" indent="0" algn="r" defTabSz="1828800" eaLnBrk="1" fontAlgn="auto" latinLnBrk="0" hangingPunct="1">
              <a:lnSpc>
                <a:spcPct val="110000"/>
              </a:lnSpc>
              <a:spcBef>
                <a:spcPts val="0"/>
              </a:spcBef>
              <a:spcAft>
                <a:spcPts val="0"/>
              </a:spcAft>
              <a:buClrTx/>
              <a:buSzTx/>
              <a:buFontTx/>
              <a:buNone/>
              <a:tabLst/>
              <a:defRPr/>
            </a:pPr>
            <a:r>
              <a:rPr kumimoji="0" lang="ru-RU" sz="2800" b="0" i="0" u="none" strike="noStrike" kern="0" cap="none" spc="0" normalizeH="0" baseline="0" noProof="0">
                <a:ln>
                  <a:noFill/>
                </a:ln>
                <a:solidFill>
                  <a:srgbClr val="535353"/>
                </a:solidFill>
                <a:effectLst/>
                <a:uLnTx/>
                <a:uFillTx/>
                <a:latin typeface="Open Sans"/>
              </a:rPr>
              <a:t>Методика разработки учебного занятия</a:t>
            </a:r>
          </a:p>
        </p:txBody>
      </p:sp>
      <p:sp>
        <p:nvSpPr>
          <p:cNvPr id="9" name="Прямоугольник 8"/>
          <p:cNvSpPr/>
          <p:nvPr/>
        </p:nvSpPr>
        <p:spPr bwMode="auto">
          <a:xfrm>
            <a:off x="3568251" y="4168446"/>
            <a:ext cx="9775877" cy="8601778"/>
          </a:xfrm>
          <a:prstGeom prst="rect">
            <a:avLst/>
          </a:prstGeom>
        </p:spPr>
        <p:txBody>
          <a:bodyPr wrap="square">
            <a:spAutoFit/>
          </a:bodyPr>
          <a:lstStyle/>
          <a:p>
            <a:pPr>
              <a:defRPr/>
            </a:pPr>
            <a:r>
              <a:rPr lang="ru-RU" b="1" dirty="0"/>
              <a:t>Рекомендации по проведению занятия</a:t>
            </a:r>
            <a:endParaRPr lang="ru-RU" dirty="0"/>
          </a:p>
          <a:p>
            <a:pPr>
              <a:defRPr/>
            </a:pPr>
            <a:r>
              <a:rPr lang="ru-RU" dirty="0"/>
              <a:t> </a:t>
            </a:r>
            <a:endParaRPr dirty="0"/>
          </a:p>
          <a:p>
            <a:pPr>
              <a:defRPr/>
            </a:pPr>
            <a:r>
              <a:rPr lang="ru-RU" dirty="0"/>
              <a:t>При решении ситуационных задач, помимо контроля правильности выполнения тех или иных мероприятий первой помощи, преподавателю надо внимательно следить за соблюдением простых правил техники безопасности:</a:t>
            </a:r>
            <a:endParaRPr dirty="0"/>
          </a:p>
          <a:p>
            <a:pPr>
              <a:defRPr/>
            </a:pPr>
            <a:r>
              <a:rPr lang="ru-RU" dirty="0"/>
              <a:t> </a:t>
            </a:r>
            <a:endParaRPr dirty="0"/>
          </a:p>
          <a:p>
            <a:pPr marL="457200" lvl="0" indent="-457200">
              <a:buFont typeface="+mj-lt"/>
              <a:buAutoNum type="arabicPeriod"/>
              <a:defRPr/>
            </a:pPr>
            <a:r>
              <a:rPr lang="ru-RU" dirty="0"/>
              <a:t>Сердечно-легочная реанимация и извлечение инородных тел из верхних дыхательных путей проводится только на специальном манекене!</a:t>
            </a:r>
            <a:endParaRPr dirty="0"/>
          </a:p>
          <a:p>
            <a:pPr marL="457200" lvl="0" indent="-457200">
              <a:buFont typeface="+mj-lt"/>
              <a:buAutoNum type="arabicPeriod"/>
              <a:defRPr/>
            </a:pPr>
            <a:r>
              <a:rPr lang="ru-RU" dirty="0"/>
              <a:t>Во время решения ситуационной задачи участник должен убрать изо рта все посторонние предметы (жевательная резинка и пр.).</a:t>
            </a:r>
            <a:endParaRPr dirty="0"/>
          </a:p>
          <a:p>
            <a:pPr marL="457200" lvl="0" indent="-457200">
              <a:buFont typeface="+mj-lt"/>
              <a:buAutoNum type="arabicPeriod"/>
              <a:defRPr/>
            </a:pPr>
            <a:r>
              <a:rPr lang="ru-RU" dirty="0"/>
              <a:t>Все действия, демонстрируемые на «условном пострадавшем», выполняются максимально аккуратно и осторожно, некоторые действия выполняются в имитационном режиме, например, наложение кровоостанавливающего жгута.</a:t>
            </a:r>
            <a:endParaRPr dirty="0"/>
          </a:p>
          <a:p>
            <a:pPr>
              <a:defRPr/>
            </a:pPr>
            <a:r>
              <a:rPr lang="ru-RU" dirty="0"/>
              <a:t> </a:t>
            </a:r>
            <a:endParaRPr dirty="0"/>
          </a:p>
          <a:p>
            <a:pPr>
              <a:defRPr/>
            </a:pPr>
            <a:r>
              <a:rPr lang="ru-RU" dirty="0"/>
              <a:t>Оценивать результаты можно с помощью «экспертов» и таблицы штрафных баллов.</a:t>
            </a:r>
            <a:endParaRPr dirty="0"/>
          </a:p>
        </p:txBody>
      </p:sp>
      <p:pic>
        <p:nvPicPr>
          <p:cNvPr id="10" name="Picture 2" descr="Picture background">
            <a:extLst>
              <a:ext uri="{FF2B5EF4-FFF2-40B4-BE49-F238E27FC236}">
                <a16:creationId xmlns:a16="http://schemas.microsoft.com/office/drawing/2014/main" id="{DB09B9ED-3EC2-4638-BE14-3842270975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20192" y="4282630"/>
            <a:ext cx="8495928" cy="8495928"/>
          </a:xfrm>
          <a:prstGeom prst="rect">
            <a:avLst/>
          </a:prstGeom>
          <a:noFill/>
          <a:extLst>
            <a:ext uri="{909E8E84-426E-40DD-AFC4-6F175D3DCCD1}">
              <a14:hiddenFill xmlns:a14="http://schemas.microsoft.com/office/drawing/2010/main">
                <a:solidFill>
                  <a:srgbClr val="FFFFFF"/>
                </a:solidFill>
              </a14:hiddenFill>
            </a:ext>
          </a:extLst>
        </p:spPr>
      </p:pic>
      <p:pic>
        <p:nvPicPr>
          <p:cNvPr id="12" name="Рисунок 11">
            <a:extLst>
              <a:ext uri="{FF2B5EF4-FFF2-40B4-BE49-F238E27FC236}">
                <a16:creationId xmlns:a16="http://schemas.microsoft.com/office/drawing/2014/main" id="{A3937C1E-A81F-4B9D-A164-7C9488E8244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auto">
          <a:xfrm>
            <a:off x="2084184" y="4168446"/>
            <a:ext cx="1470026" cy="1456793"/>
          </a:xfrm>
          <a:prstGeom prst="rect">
            <a:avLst/>
          </a:prstGeom>
        </p:spPr>
      </p:pic>
    </p:spTree>
    <p:extLst>
      <p:ext uri="{BB962C8B-B14F-4D97-AF65-F5344CB8AC3E}">
        <p14:creationId xmlns:p14="http://schemas.microsoft.com/office/powerpoint/2010/main" val="24116723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9" name="Rectangle 13"/>
          <p:cNvSpPr/>
          <p:nvPr/>
        </p:nvSpPr>
        <p:spPr bwMode="auto">
          <a:xfrm>
            <a:off x="6350" y="0"/>
            <a:ext cx="24371300" cy="13716000"/>
          </a:xfrm>
          <a:prstGeom prst="rect">
            <a:avLst/>
          </a:prstGeom>
          <a:solidFill>
            <a:srgbClr val="DDDDDD"/>
          </a:solidFill>
          <a:ln w="12700">
            <a:miter lim="400000"/>
          </a:ln>
        </p:spPr>
        <p:txBody>
          <a:bodyPr lIns="45720" rIns="45720" anchor="ctr"/>
          <a:lstStyle/>
          <a:p>
            <a:pPr algn="ctr" defTabSz="1828434" rtl="0">
              <a:lnSpc>
                <a:spcPct val="100000"/>
              </a:lnSpc>
              <a:defRPr>
                <a:solidFill>
                  <a:srgbClr val="FFFFFF"/>
                </a:solidFill>
              </a:defRPr>
            </a:pPr>
            <a:endParaRPr sz="3500">
              <a:solidFill>
                <a:srgbClr val="FFFFFF"/>
              </a:solidFill>
              <a:latin typeface="Open Sans Light"/>
              <a:cs typeface="Calibri"/>
              <a:sym typeface="Open Sans"/>
            </a:endParaRPr>
          </a:p>
        </p:txBody>
      </p:sp>
      <p:sp>
        <p:nvSpPr>
          <p:cNvPr id="937" name="Rectangle 10"/>
          <p:cNvSpPr/>
          <p:nvPr/>
        </p:nvSpPr>
        <p:spPr bwMode="auto">
          <a:xfrm>
            <a:off x="6352" y="0"/>
            <a:ext cx="7435516" cy="13716000"/>
          </a:xfrm>
          <a:prstGeom prst="rect">
            <a:avLst/>
          </a:prstGeom>
          <a:solidFill>
            <a:srgbClr val="6F6F6F">
              <a:alpha val="50195"/>
            </a:srgbClr>
          </a:solidFill>
          <a:ln w="12700">
            <a:miter lim="400000"/>
          </a:ln>
        </p:spPr>
        <p:txBody>
          <a:bodyPr lIns="45720" rIns="45720" anchor="ctr"/>
          <a:lstStyle/>
          <a:p>
            <a:pPr algn="ctr" defTabSz="1828434" rtl="0">
              <a:lnSpc>
                <a:spcPct val="100000"/>
              </a:lnSpc>
              <a:defRPr sz="8600">
                <a:solidFill>
                  <a:srgbClr val="FFFFFF"/>
                </a:solidFill>
              </a:defRPr>
            </a:pPr>
            <a:endParaRPr sz="8600">
              <a:solidFill>
                <a:srgbClr val="FFFFFF"/>
              </a:solidFill>
              <a:latin typeface="Open Sans Light"/>
              <a:cs typeface="Calibri"/>
              <a:sym typeface="Open Sans"/>
            </a:endParaRPr>
          </a:p>
        </p:txBody>
      </p:sp>
      <p:sp>
        <p:nvSpPr>
          <p:cNvPr id="10" name="Text Placeholder 1"/>
          <p:cNvSpPr txBox="1"/>
          <p:nvPr/>
        </p:nvSpPr>
        <p:spPr bwMode="auto">
          <a:xfrm>
            <a:off x="9221446" y="5351780"/>
            <a:ext cx="14011088" cy="3012440"/>
          </a:xfrm>
          <a:prstGeom prst="rect">
            <a:avLst/>
          </a:prstGeom>
          <a:ln w="12700">
            <a:miter lim="400000"/>
          </a:ln>
        </p:spPr>
        <p:txBody>
          <a:bodyPr lIns="0" tIns="0" rIns="0" bIns="0" anchor="ctr">
            <a:normAutofit/>
          </a:bodyPr>
          <a:lstStyle/>
          <a:p>
            <a:pPr defTabSz="914400" rtl="0">
              <a:lnSpc>
                <a:spcPct val="90000"/>
              </a:lnSpc>
              <a:spcBef>
                <a:spcPts val="1000"/>
              </a:spcBef>
              <a:defRPr sz="7200" spc="300">
                <a:solidFill>
                  <a:srgbClr val="4D4D4D"/>
                </a:solidFill>
                <a:latin typeface="Montserrat Semi Bold"/>
                <a:ea typeface="Montserrat Semi Bold"/>
                <a:cs typeface="Montserrat Semi Bold"/>
              </a:defRPr>
            </a:pPr>
            <a:r>
              <a:rPr lang="ru-RU" sz="6600" b="1" spc="300" dirty="0">
                <a:solidFill>
                  <a:srgbClr val="4D4D4D"/>
                </a:solidFill>
                <a:latin typeface="Montserrat Semi Bold"/>
                <a:ea typeface="Montserrat Semi Bold"/>
                <a:cs typeface="Montserrat Semi Bold"/>
                <a:sym typeface="Open Sans"/>
              </a:rPr>
              <a:t>БЛАГОДАРИМ ЗА ВНИМАНИЕ</a:t>
            </a:r>
            <a:endParaRPr sz="7200" spc="300" dirty="0">
              <a:solidFill>
                <a:srgbClr val="4D4D4D"/>
              </a:solidFill>
              <a:latin typeface="Montserrat Semi Bold"/>
              <a:sym typeface="Open Sans"/>
            </a:endParaRPr>
          </a:p>
        </p:txBody>
      </p:sp>
    </p:spTree>
    <p:extLst>
      <p:ext uri="{BB962C8B-B14F-4D97-AF65-F5344CB8AC3E}">
        <p14:creationId xmlns:p14="http://schemas.microsoft.com/office/powerpoint/2010/main" val="3467174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fill="hold" nodeType="afterEffect">
                                  <p:stCondLst>
                                    <p:cond delay="0"/>
                                  </p:stCondLst>
                                  <p:iterate>
                                    <p:tmAbs val="0"/>
                                  </p:iterate>
                                  <p:childTnLst>
                                    <p:set>
                                      <p:cBhvr>
                                        <p:cTn id="6" fill="hold"/>
                                        <p:tgtEl>
                                          <p:spTgt spid="10">
                                            <p:bg/>
                                          </p:spTgt>
                                        </p:tgtEl>
                                        <p:attrNameLst>
                                          <p:attrName>style.visibility</p:attrName>
                                        </p:attrNameLst>
                                      </p:cBhvr>
                                      <p:to>
                                        <p:strVal val="visible"/>
                                      </p:to>
                                    </p:set>
                                    <p:animEffect transition="in" filter="fade">
                                      <p:cBhvr>
                                        <p:cTn id="7" dur="500"/>
                                        <p:tgtEl>
                                          <p:spTgt spid="10">
                                            <p:bg/>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fill="hold" nodeType="clickEffect">
                                  <p:stCondLst>
                                    <p:cond delay="0"/>
                                  </p:stCondLst>
                                  <p:iterate>
                                    <p:tmAbs val="0"/>
                                  </p:iterate>
                                  <p:childTnLst>
                                    <p:set>
                                      <p:cBhvr>
                                        <p:cTn id="11" fill="hold"/>
                                        <p:tgtEl>
                                          <p:spTgt spid="10">
                                            <p:txEl>
                                              <p:pRg st="0" end="0"/>
                                            </p:txEl>
                                          </p:spTgt>
                                        </p:tgtEl>
                                        <p:attrNameLst>
                                          <p:attrName>style.visibility</p:attrName>
                                        </p:attrNameLst>
                                      </p:cBhvr>
                                      <p:to>
                                        <p:strVal val="visible"/>
                                      </p:to>
                                    </p:set>
                                    <p:animEffect transition="in" filter="fade">
                                      <p:cBhvr>
                                        <p:cTn id="12"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11_Office Theme">
  <a:themeElements>
    <a:clrScheme name="Office Theme">
      <a:dk1>
        <a:srgbClr val="000000"/>
      </a:dk1>
      <a:lt1>
        <a:srgbClr val="F8F8F8"/>
      </a:lt1>
      <a:dk2>
        <a:srgbClr val="A7A7A7"/>
      </a:dk2>
      <a:lt2>
        <a:srgbClr val="535353"/>
      </a:lt2>
      <a:accent1>
        <a:srgbClr val="7C7C7C"/>
      </a:accent1>
      <a:accent2>
        <a:srgbClr val="B2B2B2"/>
      </a:accent2>
      <a:accent3>
        <a:srgbClr val="969696"/>
      </a:accent3>
      <a:accent4>
        <a:srgbClr val="808080"/>
      </a:accent4>
      <a:accent5>
        <a:srgbClr val="5F5F5F"/>
      </a:accent5>
      <a:accent6>
        <a:srgbClr val="4D4D4D"/>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prstGeom prst="rect">
          <a:avLst/>
        </a:prstGeom>
        <a:solidFill>
          <a:srgbClr val="FFFFFF"/>
        </a:solidFill>
        <a:ln w="12700" cap="flat">
          <a:solidFill>
            <a:srgbClr val="DDDDDD"/>
          </a:solidFill>
          <a:prstDash val="solid"/>
          <a:miter lim="800000"/>
        </a:ln>
      </a:spPr>
      <a:bodyPr/>
      <a:lstStyle/>
      <a:style>
        <a:lnRef idx="0">
          <a:srgbClr val="000000"/>
        </a:lnRef>
        <a:fillRef idx="0">
          <a:srgbClr val="000000"/>
        </a:fillRef>
        <a:effectRef idx="0">
          <a:srgbClr val="000000"/>
        </a:effectRef>
        <a:fontRef idx="none"/>
      </a:style>
    </a:spDef>
    <a:lnDef>
      <a:spPr bwMode="auto">
        <a:prstGeom prst="rect">
          <a:avLst/>
        </a:prstGeom>
        <a:noFill/>
        <a:ln w="12700" cap="flat">
          <a:solidFill>
            <a:srgbClr val="DDDDDD"/>
          </a:solidFill>
          <a:prstDash val="solid"/>
          <a:miter lim="800000"/>
        </a:ln>
      </a:spPr>
      <a:bodyPr/>
      <a:lstStyle/>
      <a:style>
        <a:lnRef idx="0">
          <a:srgbClr val="000000"/>
        </a:lnRef>
        <a:fillRef idx="0">
          <a:srgbClr val="000000"/>
        </a:fillRef>
        <a:effectRef idx="0">
          <a:srgbClr val="000000"/>
        </a:effectRef>
        <a:fontRef idx="none"/>
      </a:style>
    </a:lnDef>
    <a:txDef>
      <a:spPr bwMode="auto">
        <a:prstGeom prst="rect">
          <a:avLst/>
        </a:prstGeom>
        <a:noFill/>
        <a:ln w="12700" cap="flat">
          <a:noFill/>
          <a:miter lim="400000"/>
        </a:ln>
      </a:spPr>
      <a:bodyPr/>
      <a:lstStyle/>
      <a:style>
        <a:lnRef idx="0">
          <a:srgbClr val="000000"/>
        </a:lnRef>
        <a:fillRef idx="0">
          <a:srgbClr val="000000"/>
        </a:fillRef>
        <a:effectRef idx="0">
          <a:srgbClr val="000000"/>
        </a:effectRef>
        <a:fontRef idx="none"/>
      </a:style>
    </a:txDef>
  </a:objectDefaults>
  <a:extraClrSchemeLst/>
</a:theme>
</file>

<file path=ppt/theme/theme2.xml><?xml version="1.0" encoding="utf-8"?>
<a:theme xmlns:a="http://schemas.openxmlformats.org/drawingml/2006/main" name="13_Office Theme">
  <a:themeElements>
    <a:clrScheme name="Office Theme">
      <a:dk1>
        <a:srgbClr val="000000"/>
      </a:dk1>
      <a:lt1>
        <a:srgbClr val="F8F8F8"/>
      </a:lt1>
      <a:dk2>
        <a:srgbClr val="A7A7A7"/>
      </a:dk2>
      <a:lt2>
        <a:srgbClr val="535353"/>
      </a:lt2>
      <a:accent1>
        <a:srgbClr val="7C7C7C"/>
      </a:accent1>
      <a:accent2>
        <a:srgbClr val="B2B2B2"/>
      </a:accent2>
      <a:accent3>
        <a:srgbClr val="969696"/>
      </a:accent3>
      <a:accent4>
        <a:srgbClr val="808080"/>
      </a:accent4>
      <a:accent5>
        <a:srgbClr val="5F5F5F"/>
      </a:accent5>
      <a:accent6>
        <a:srgbClr val="4D4D4D"/>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prstGeom prst="rect">
          <a:avLst/>
        </a:prstGeom>
        <a:solidFill>
          <a:srgbClr val="FFFFFF"/>
        </a:solidFill>
        <a:ln w="12700" cap="flat">
          <a:solidFill>
            <a:srgbClr val="DDDDDD"/>
          </a:solidFill>
          <a:prstDash val="solid"/>
          <a:miter lim="800000"/>
        </a:ln>
      </a:spPr>
      <a:bodyPr/>
      <a:lstStyle/>
      <a:style>
        <a:lnRef idx="0">
          <a:srgbClr val="000000"/>
        </a:lnRef>
        <a:fillRef idx="0">
          <a:srgbClr val="000000"/>
        </a:fillRef>
        <a:effectRef idx="0">
          <a:srgbClr val="000000"/>
        </a:effectRef>
        <a:fontRef idx="none"/>
      </a:style>
    </a:spDef>
    <a:lnDef>
      <a:spPr bwMode="auto">
        <a:prstGeom prst="rect">
          <a:avLst/>
        </a:prstGeom>
        <a:noFill/>
        <a:ln w="12700" cap="flat">
          <a:solidFill>
            <a:srgbClr val="DDDDDD"/>
          </a:solidFill>
          <a:prstDash val="solid"/>
          <a:miter lim="800000"/>
        </a:ln>
      </a:spPr>
      <a:bodyPr/>
      <a:lstStyle/>
      <a:style>
        <a:lnRef idx="0">
          <a:srgbClr val="000000"/>
        </a:lnRef>
        <a:fillRef idx="0">
          <a:srgbClr val="000000"/>
        </a:fillRef>
        <a:effectRef idx="0">
          <a:srgbClr val="000000"/>
        </a:effectRef>
        <a:fontRef idx="none"/>
      </a:style>
    </a:lnDef>
    <a:txDef>
      <a:spPr bwMode="auto">
        <a:prstGeom prst="rect">
          <a:avLst/>
        </a:prstGeom>
        <a:noFill/>
        <a:ln w="12700" cap="flat">
          <a:noFill/>
          <a:miter lim="400000"/>
        </a:ln>
      </a:spPr>
      <a:bodyPr/>
      <a:lstStyle/>
      <a:style>
        <a:lnRef idx="0">
          <a:srgbClr val="000000"/>
        </a:lnRef>
        <a:fillRef idx="0">
          <a:srgbClr val="000000"/>
        </a:fillRef>
        <a:effectRef idx="0">
          <a:srgbClr val="000000"/>
        </a:effectRef>
        <a:fontRef idx="none"/>
      </a:style>
    </a:txDef>
  </a:objectDefaults>
  <a:extraClrSchemeLst/>
</a:theme>
</file>

<file path=ppt/theme/theme3.xml><?xml version="1.0" encoding="utf-8"?>
<a:theme xmlns:a="http://schemas.openxmlformats.org/drawingml/2006/main" name="14_Office Theme">
  <a:themeElements>
    <a:clrScheme name="Office Theme">
      <a:dk1>
        <a:srgbClr val="000000"/>
      </a:dk1>
      <a:lt1>
        <a:srgbClr val="F8F8F8"/>
      </a:lt1>
      <a:dk2>
        <a:srgbClr val="A7A7A7"/>
      </a:dk2>
      <a:lt2>
        <a:srgbClr val="535353"/>
      </a:lt2>
      <a:accent1>
        <a:srgbClr val="7C7C7C"/>
      </a:accent1>
      <a:accent2>
        <a:srgbClr val="B2B2B2"/>
      </a:accent2>
      <a:accent3>
        <a:srgbClr val="969696"/>
      </a:accent3>
      <a:accent4>
        <a:srgbClr val="808080"/>
      </a:accent4>
      <a:accent5>
        <a:srgbClr val="5F5F5F"/>
      </a:accent5>
      <a:accent6>
        <a:srgbClr val="4D4D4D"/>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prstGeom prst="rect">
          <a:avLst/>
        </a:prstGeom>
        <a:solidFill>
          <a:srgbClr val="FFFFFF"/>
        </a:solidFill>
        <a:ln w="12700" cap="flat">
          <a:solidFill>
            <a:srgbClr val="DDDDDD"/>
          </a:solidFill>
          <a:prstDash val="solid"/>
          <a:miter lim="800000"/>
        </a:ln>
      </a:spPr>
      <a:bodyPr/>
      <a:lstStyle/>
      <a:style>
        <a:lnRef idx="0">
          <a:srgbClr val="000000"/>
        </a:lnRef>
        <a:fillRef idx="0">
          <a:srgbClr val="000000"/>
        </a:fillRef>
        <a:effectRef idx="0">
          <a:srgbClr val="000000"/>
        </a:effectRef>
        <a:fontRef idx="none"/>
      </a:style>
    </a:spDef>
    <a:lnDef>
      <a:spPr bwMode="auto">
        <a:prstGeom prst="rect">
          <a:avLst/>
        </a:prstGeom>
        <a:noFill/>
        <a:ln w="12700" cap="flat">
          <a:solidFill>
            <a:srgbClr val="DDDDDD"/>
          </a:solidFill>
          <a:prstDash val="solid"/>
          <a:miter lim="800000"/>
        </a:ln>
      </a:spPr>
      <a:bodyPr/>
      <a:lstStyle/>
      <a:style>
        <a:lnRef idx="0">
          <a:srgbClr val="000000"/>
        </a:lnRef>
        <a:fillRef idx="0">
          <a:srgbClr val="000000"/>
        </a:fillRef>
        <a:effectRef idx="0">
          <a:srgbClr val="000000"/>
        </a:effectRef>
        <a:fontRef idx="none"/>
      </a:style>
    </a:lnDef>
    <a:txDef>
      <a:spPr bwMode="auto">
        <a:prstGeom prst="rect">
          <a:avLst/>
        </a:prstGeom>
        <a:noFill/>
        <a:ln w="12700" cap="flat">
          <a:noFill/>
          <a:miter lim="400000"/>
        </a:ln>
      </a:spPr>
      <a:bodyPr/>
      <a:lstStyle/>
      <a:style>
        <a:lnRef idx="0">
          <a:srgbClr val="000000"/>
        </a:lnRef>
        <a:fillRef idx="0">
          <a:srgbClr val="000000"/>
        </a:fillRef>
        <a:effectRef idx="0">
          <a:srgbClr val="000000"/>
        </a:effectRef>
        <a:fontRef idx="none"/>
      </a:style>
    </a:txDef>
  </a:objectDefaults>
  <a:extraClrSchemeLst/>
</a:theme>
</file>

<file path=ppt/theme/theme4.xml><?xml version="1.0" encoding="utf-8"?>
<a:theme xmlns:a="http://schemas.openxmlformats.org/drawingml/2006/main" name="Тема Office">
  <a:themeElements>
    <a:clrScheme name="Тема Office">
      <a:dk1>
        <a:srgbClr val="000000"/>
      </a:dk1>
      <a:lt1>
        <a:srgbClr val="FFFFFF"/>
      </a:lt1>
      <a:dk2>
        <a:srgbClr val="A7A7A7"/>
      </a:dk2>
      <a:lt2>
        <a:srgbClr val="535353"/>
      </a:lt2>
      <a:accent1>
        <a:srgbClr val="5B9BD5"/>
      </a:accent1>
      <a:accent2>
        <a:srgbClr val="ED7D31"/>
      </a:accent2>
      <a:accent3>
        <a:srgbClr val="A5A5A5"/>
      </a:accent3>
      <a:accent4>
        <a:srgbClr val="FFC000"/>
      </a:accent4>
      <a:accent5>
        <a:srgbClr val="4472C4"/>
      </a:accent5>
      <a:accent6>
        <a:srgbClr val="70AD47"/>
      </a:accent6>
      <a:hlink>
        <a:srgbClr val="0000FF"/>
      </a:hlink>
      <a:folHlink>
        <a:srgbClr val="FF00FF"/>
      </a:folHlink>
    </a:clrScheme>
    <a:fontScheme name="Тема Office">
      <a:majorFont>
        <a:latin typeface="Helvetica"/>
        <a:ea typeface="Helvetica"/>
        <a:cs typeface="Helvetica"/>
      </a:majorFont>
      <a:minorFont>
        <a:latin typeface="Calibri"/>
        <a:ea typeface="Calibri"/>
        <a:cs typeface="Calibri"/>
      </a:minorFont>
    </a:fontScheme>
    <a:fmtScheme name="Тема 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prstGeom prst="rect">
          <a:avLst/>
        </a:prstGeom>
        <a:solidFill>
          <a:srgbClr val="FFFFFF"/>
        </a:solidFill>
        <a:ln w="25400" cap="flat">
          <a:solidFill>
            <a:schemeClr val="accent1"/>
          </a:solidFill>
          <a:prstDash val="solid"/>
          <a:miter lim="800000"/>
        </a:ln>
      </a:spPr>
      <a:bodyPr/>
      <a:lstStyle/>
      <a:style>
        <a:lnRef idx="0">
          <a:srgbClr val="000000"/>
        </a:lnRef>
        <a:fillRef idx="0">
          <a:srgbClr val="000000"/>
        </a:fillRef>
        <a:effectRef idx="0">
          <a:srgbClr val="000000"/>
        </a:effectRef>
        <a:fontRef idx="none"/>
      </a:style>
    </a:spDef>
    <a:lnDef>
      <a:spPr bwMode="auto">
        <a:prstGeom prst="rect">
          <a:avLst/>
        </a:prstGeom>
        <a:noFill/>
        <a:ln w="25400" cap="flat">
          <a:solidFill>
            <a:schemeClr val="accent1"/>
          </a:solidFill>
          <a:prstDash val="solid"/>
          <a:miter lim="800000"/>
        </a:ln>
      </a:spPr>
      <a:bodyPr/>
      <a:lstStyle/>
      <a:style>
        <a:lnRef idx="0">
          <a:srgbClr val="000000"/>
        </a:lnRef>
        <a:fillRef idx="0">
          <a:srgbClr val="000000"/>
        </a:fillRef>
        <a:effectRef idx="0">
          <a:srgbClr val="000000"/>
        </a:effectRef>
        <a:fontRef idx="none"/>
      </a:style>
    </a:lnDef>
    <a:txDef>
      <a:spPr bwMode="auto">
        <a:prstGeom prst="rect">
          <a:avLst/>
        </a:prstGeom>
        <a:noFill/>
        <a:ln w="25400" cap="flat">
          <a:noFill/>
          <a:miter lim="400000"/>
        </a:ln>
      </a:spPr>
      <a:bodyPr/>
      <a:lstStyle/>
      <a:style>
        <a:lnRef idx="0">
          <a:srgbClr val="000000"/>
        </a:lnRef>
        <a:fillRef idx="0">
          <a:srgbClr val="000000"/>
        </a:fillRef>
        <a:effectRef idx="0">
          <a:srgbClr val="00000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
  <TotalTime>79</TotalTime>
  <Words>2355</Words>
  <Application>Microsoft Office PowerPoint</Application>
  <DocSecurity>0</DocSecurity>
  <PresentationFormat>Произвольный</PresentationFormat>
  <Paragraphs>260</Paragraphs>
  <Slides>19</Slides>
  <Notes>2</Notes>
  <HiddenSlides>0</HiddenSlides>
  <MMClips>0</MMClips>
  <ScaleCrop>false</ScaleCrop>
  <HeadingPairs>
    <vt:vector size="6" baseType="variant">
      <vt:variant>
        <vt:lpstr>Использованные шрифты</vt:lpstr>
      </vt:variant>
      <vt:variant>
        <vt:i4>8</vt:i4>
      </vt:variant>
      <vt:variant>
        <vt:lpstr>Тема</vt:lpstr>
      </vt:variant>
      <vt:variant>
        <vt:i4>3</vt:i4>
      </vt:variant>
      <vt:variant>
        <vt:lpstr>Заголовки слайдов</vt:lpstr>
      </vt:variant>
      <vt:variant>
        <vt:i4>19</vt:i4>
      </vt:variant>
    </vt:vector>
  </HeadingPairs>
  <TitlesOfParts>
    <vt:vector size="30" baseType="lpstr">
      <vt:lpstr>Arial</vt:lpstr>
      <vt:lpstr>Calibri</vt:lpstr>
      <vt:lpstr>Montserrat Semi Bold</vt:lpstr>
      <vt:lpstr>Open Sans</vt:lpstr>
      <vt:lpstr>Open Sans Light</vt:lpstr>
      <vt:lpstr>PFDinDisplayPro-Regular</vt:lpstr>
      <vt:lpstr>Stem</vt:lpstr>
      <vt:lpstr>Wingdings</vt:lpstr>
      <vt:lpstr>11_Office Theme</vt:lpstr>
      <vt:lpstr>13_Office Theme</vt:lpstr>
      <vt:lpstr>14_Office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ИНТЕЛЛЕКТУАЛЬНОЕ ОБУЧЕНИЕ ЗАГОЛОВОК</dc:title>
  <dc:subject/>
  <dc:creator>ASUS</dc:creator>
  <cp:keywords/>
  <dc:description/>
  <cp:lastModifiedBy>Lukina Marina</cp:lastModifiedBy>
  <cp:revision>169</cp:revision>
  <dcterms:modified xsi:type="dcterms:W3CDTF">2026-08-20T11:48:26Z</dcterms:modified>
  <cp:category/>
  <dc:identifier/>
  <cp:contentStatus/>
  <dc:language/>
  <cp:version/>
</cp:coreProperties>
</file>