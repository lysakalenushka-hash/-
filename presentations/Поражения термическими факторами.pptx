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ПОРАЖЕНИЯ
ТЕРМИЧЕСКИМИ ФАКТОРАМИ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Общие и местные поражения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Ожоги: глубина и площадь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Охлаждение и защита раны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Перегревание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Холодовые поражения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МЕСТНЫЕ И ОБЩИЕ ПОРАЖЕНИЯ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Местное повреждение тканей высокой температурой, паром, горячей жидкостью или пламенем.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Местное повреждение тканей при действии низкой температуры и нарушении кровообращения.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Перегревание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Общее состояние из-за накопления тепла и недостаточной теплоотдачи.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Общее снижение температуры организма при длительном или интенсивном охлаждении.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ПОВЕРХНОСТНЫЙ И ГЛУБОКИЙ ОЖОГ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Поверхностный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Глубокий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покраснение, отек и выраженная болезненность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возможно образование пузырей с прозрачным содержимым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кожа обычно сохраняет чувствительность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пузыри не вскрывают и приставшую одежду не отрывают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повреждается вся толщина кожи и более глубокие ткани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кожа может быть белой, бурой, обугленной или сухой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болезненность в центре иногда снижена из-за повреждения нервов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окончательную глубину определяют медицинские специалисты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ПЛОЩАДИ ОЖОГА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Ладонь пострадавшего вместе с пальцами — примерно 1% поверхности его тела.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Метод ладони удобен для небольших или разбросанных участков.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 правилу девяток крупные области тела оценивают долями, кратными 9%.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Опасен поверхностный ожог более 15% поверхности тела.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Опасен глубокий ожог более 5% поверхности тела.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Особенно опасны ожоги лица, шеи, дыхательных путей, кистей, стоп и промежности.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оценке не задерживайте охлаждение и вызов скорой медицинской помощи.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ПЕРВАЯ ПОМОЩЬ ПРИ ОЖОГЕ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Прекратите действие тепла и обеспечьте безопасность.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Снимите украшения и свободную одежду до развития отека.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Немедленно охлаждайте ожог прохладной проточной водой не менее 20 минут.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отрывайте прилипшую одежду и не вскрывайте пузыри.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охлаждения закройте участок свободной стерильной сухой повязкой.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Согрейте пострадавшего в целом и вызовите скорую помощь по показаниям.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000" y="58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00" y="60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Охлаждайте поврежденный участок, но не допускайте общего переохлаждения, особенно у детей.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ЧЕГО НЕЛЬЗЯ НАНОСИТЬ НА ОЖОГ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Лед непосредственно на кожу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Масло, жир, крем, мазь или зубную пасту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Спирт, йод и другие раздражающие растворы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Вату и материалы, прилипающие к ране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Тугую повязку, создающую давление при отеке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Эти действия усиливают повреждение, загрязняют рану или затрудняют последующее лечение.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ДЫХАТЕЛЬНЫХ ПУТЕЙ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Возможен после вдыхания дыма, пара, горячего воздуха и продуктов горения.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Признаки: ожоги лица, опаленные волосы, копоть у носа и рта.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Осиплость, кашель, боль при глотании и шумное дыхание особенно опасны.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Отек дыхательных путей способен быстро нарастать даже при ясном сознании.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Выведите на свежий воздух, обеспечьте покой и немедленно вызовите скорую помощь.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Постоянно контролируйте дыхание и будьте готовы к реанимации.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ПЕРЕГРЕВАНИЕ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pic>
        <p:nvPicPr>
          <p:cNvPr id="8" name="Picture 7" descr="fig7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93594"/>
            <a:ext cx="5200000" cy="2912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Признаки: слабость, головная боль, жажда, тошнота, покраснение и горячая кожа.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тяжелом состоянии возможны спутанность, судороги и потеря сознания.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Переместите пострадавшего в тень или прохладное проветриваемое место.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лишнюю одежду, охлаждайте голову, шею и туловище влажной тканью.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ясном сознании давайте прохладное питье небольшими порциями.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нарушении сознания не давайте пить; при нормальном дыхании уложите на бок и вызовите скорую помощь.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ОТМОРОЖЕНИЕ: РАСПОЗНАТЬ И ЗАЩИТИТЬ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Кожа бледнеет, немеет; появляются покалывание, боль или потеря чувствительности.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Перенесите пострадавшего в защищенное от холода место.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мокрую и тесную одежду, украшения, если они удаляются свободно.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Наложите сухую объемную теплоизолирующую повязку.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Обездвижьте поврежденную часть и исключите нагрузку на отмороженную стопу.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растирайте снегом или руками, не массируйте и не согревайте у огня.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начинайте активное отогревание, если возможно повторное замерзание поврежденного участка.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ПЕРЕОХЛАЖДЕНИЕ: ПОСТЕПЕННОЕ СОГРЕВАНИЕ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1450000"/>
            <a:ext cx="5200000" cy="4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1450000"/>
            <a:ext cx="5200000" cy="4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[fig77.jpeg]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Ранние признаки: дрожь, бледность, неловкость движений и замедленная речь.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ухудшении дрожь может прекратиться, нарастают сонливость и спутанность.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Переместите человека в тепло, изолируйте от земли и замените мокрую одежду.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Укутайте одеялами, особенно туловище, шею и голову; согревайте постепенно.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Теплое сладкое питье разрешено только при полном сознании и сохраненном глотании.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используйте алкоголь, не растирайте кожу и не помещайте человека сразу в очень горячую ванну.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ПЕРЕОХЛАЖДЕННЫЙ БЕЗ СОЗНАНИЯ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pic>
        <p:nvPicPr>
          <p:cNvPr id="8" name="Picture 7" descr="fig7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93594"/>
            <a:ext cx="5200000" cy="2912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Немедленно вызовите скорую медицинскую помощь.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Осторожно откройте дыхательные пути и оцените нормальное дыхание.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отсутствии нормального дыхания начинайте сердечно-легочную реанимацию.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сохраненном дыхании придайте устойчивое боковое положение.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Обращайтесь бережно, продолжайте утепление и постоянно контролируйте дыхание.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Любое питье человеку с нарушенным сознанием запрещено из-за опасности попадания жидкости в дыхательные пути.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прекратите действие высокой или низкой температуры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6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6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43333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охлаждайте проточной водой не менее 20 минут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27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27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56666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Ладонь пострадавшего соответствует примерно 1% поверхности тела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18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18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269999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Отмороженный участок изолируйте, но не растирайте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0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0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183332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Переохлажденного согревайте постепенно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0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0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096665"/>
            <a:ext cx="10400000" cy="67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сознания, но при нормальном дыхании — на бок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</a:t>
            </a:r>
          </a:p>
        </p:txBody>
      </p:sp>
      <p:pic>
        <p:nvPicPr>
          <p:cNvPr id="8" name="Picture 7" descr="pamyatka-tema4-termicheski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