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Добро пожаловать на занятие по подготовке преподавателей первой помощи.</a:t>
            </a:r>
          </a:p>
          <a:p>
            <a:r>
              <a:t>Сегодня мы разберём тему отсутствия сознания, остановки дыхания и кровообращения — не как текст для заучивания, а как то, на что важно опираться, когда вы сами будете вести это занятие.</a:t>
            </a:r>
          </a:p>
          <a:p>
            <a:r>
              <a:t>Мы посмотрим, какие акценты держать на практике, какие ошибки чаще всего допускают слушатели и как выстроить обучение так, чтобы навык реально сохранился.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Сегодняшняя тема — оказание первой помощи при отсутствии сознания, остановке дыхания и кровообращения.</a:t>
            </a:r>
          </a:p>
          <a:p>
            <a:r>
              <a:t>Цель занятия — сформировать готовность действовать: проводить сердечно-лёгочную реанимацию, помогать при нарушении проходимости дыхательных путей и укладывать пострадавшего в устойчивое боковое положение.</a:t>
            </a:r>
          </a:p>
          <a:p>
            <a:r>
              <a:t>Обычно на это отводят четыре часа: два часа теории и два часа практики, с демонстрацией и четырёхступенчатым методом отработки.</a:t>
            </a:r>
          </a:p>
          <a:p>
            <a:r>
              <a:t>Уже во введении подчеркните: без практики на манекене эта тема «не закрывается».</a:t>
            </a:r>
          </a:p>
          <a:p>
            <a:r>
              <a:t>Обязательно отработайте СЛР и извлечение инородного тела, и отдельно покажите особенности у детей.</a:t>
            </a:r>
          </a:p>
          <a:p>
            <a:r>
              <a:t>Качество давления руками на грудину нужно контролировать визуально или по датчикам манекена: глубина, частота и полное расправление грудной клетки после каждого надавливания.</a:t>
            </a:r>
          </a:p>
          <a:p>
            <a:r>
              <a:t>Ошибка в обучении — оставить всё на уровне теории.</a:t>
            </a:r>
          </a:p>
          <a:p>
            <a:r>
              <a:t>Вторая — не проверять, как слушатели считают и давят.</a:t>
            </a:r>
          </a:p>
          <a:p>
            <a:r>
              <a:t>Третья — пройти мимо особенностей помощи детям, беременным и тучным пострадавшим.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Сначала объясните цену времени.</a:t>
            </a:r>
          </a:p>
          <a:p>
            <a:r>
              <a:t>Остановка дыхания и кровообращения приводит к смерти за считанные минуты, и именно своевременная сердечно-лёгочная реанимация даёт пострадавшему шанс остаться в живых.</a:t>
            </a:r>
          </a:p>
          <a:p>
            <a:r>
              <a:t>Так же критична ситуация с инородным телом в верхних дыхательных путях: без помощи исход почти всегда трагический, а простые действия могут его предотвратить.</a:t>
            </a:r>
          </a:p>
          <a:p>
            <a:r>
              <a:t>Поэтому страх «сделаю хуже» нельзя оставлять висеть в воздухе — его нужно спокойно разобрать и заменить понятным алгоритмом.</a:t>
            </a:r>
          </a:p>
          <a:p>
            <a:r>
              <a:t>Навык действительно несложный, но от степени владения им часто зависит, останется человек в живых или нет.</a:t>
            </a:r>
          </a:p>
          <a:p>
            <a:r>
              <a:t>Типичные ошибки слушателей — ждать скорую вместо немедленного начала реанимации, считать, что без медицинского образования «нельзя», и тратить время на сложные проверки вместо простых признаков жизни.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Переходим к признакам жизни.</a:t>
            </a:r>
          </a:p>
          <a:p>
            <a:r>
              <a:t>В первой помощи используют простые способы: сознание проверяют словесным и тактильным контактом, дыхание — слухом, зрением и осязанием примерно за десять секунд.</a:t>
            </a:r>
          </a:p>
          <a:p>
            <a:r>
              <a:t>Для решения о начале сердечно-лёгочной реанимации ориентируются на отсутствие сознания и нормального дыхания.</a:t>
            </a:r>
          </a:p>
          <a:p>
            <a:r>
              <a:t>Проверку пульса на магистральных артериях не рекомендуют: она недостаточно точна для неспециалиста и только затягивает помощь.</a:t>
            </a:r>
          </a:p>
          <a:p>
            <a:r>
              <a:t>Так же не нужно хлопать по щекам или давить на болевые точки, чтобы «проверить сознание».</a:t>
            </a:r>
          </a:p>
          <a:p>
            <a:r>
              <a:t>Ошибки слушателей здесь очень устойчивые: возвращать пульс как обязательный шаг, принимать агональное дыхание за нормальное и грубо тормошить пострадавшего.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Дальше соберите действия в чёткую последовательность.</a:t>
            </a:r>
          </a:p>
          <a:p>
            <a:r>
              <a:t>Сначала безопасность, затем проверка сознания, восстановление проходимости дыхательных путей, проверка дыхания, вызов скорой и только потом сердечно-лёгочная реанимация.</a:t>
            </a:r>
          </a:p>
          <a:p>
            <a:r>
              <a:t>Пострадавший должен лежать на спине на твёрдой ровной поверхности.</a:t>
            </a:r>
          </a:p>
          <a:p>
            <a:r>
              <a:t>Базовый цикл — тридцать надавливаний на грудину и два вдоха искусственного дыхания, частота надавливаний от ста до ста двадцати в минуту.</a:t>
            </a:r>
          </a:p>
          <a:p>
            <a:r>
              <a:t>Руки выпрямлены, давление идёт вертикально вниз, после каждого надавливания грудная клетка полностью расправляется.</a:t>
            </a:r>
          </a:p>
          <a:p>
            <a:r>
              <a:t>Если вдохи выполнить невозможно, продолжают только надавливания руками на грудину без лишних пауз.</a:t>
            </a:r>
          </a:p>
          <a:p>
            <a:r>
              <a:t>Используйте устройство для искусственного дыхания из аптечки — это снижает риск заражения и брезгливость.</a:t>
            </a:r>
          </a:p>
          <a:p>
            <a:r>
              <a:t>Ошибки слушателей: нарушенная последовательность, неправильная глубина или частота давления и паузы длиннее десяти секунд между циклами.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Отдельно разберите, когда реанимацию продолжают и когда останавливают.</a:t>
            </a:r>
          </a:p>
          <a:p>
            <a:r>
              <a:t>Мероприятия идут до прибытия скорой или других служб, сотрудники которых обязаны оказывать первую помощь, и до их распоряжения о прекращении.</a:t>
            </a:r>
          </a:p>
          <a:p>
            <a:r>
              <a:t>Остановить СЛР можно при появлении явных признаков жизни — самостоятельного дыхания, кашля, движений — либо при угрозе для самого оказывающего помощь.</a:t>
            </a:r>
          </a:p>
          <a:p>
            <a:r>
              <a:t>При длительной работе и усталости привлекают помощника: смена примерно каждые две минуты помогает сохранить качество надавливаний.</a:t>
            </a:r>
          </a:p>
          <a:p>
            <a:r>
              <a:t>На этом же слайде полезно пройтись по типичным ошибкам: неправильное положение рук, плохая глубина, сбитая частота, неполное расправление груди, неверное открытие дыхательных путей, плохое соотношение 30 к 2.</a:t>
            </a:r>
          </a:p>
          <a:p>
            <a:r>
              <a:t>Да, осложнения возможны, но бездействие при остановке кровообращения гораздо опаснее.</a:t>
            </a:r>
          </a:p>
          <a:p>
            <a:r>
              <a:t>Ошибки слушателей — бросать реанимацию просто от усталости, останавливаться на сомнительных признаках и бояться осложнений сильнее самой остановки сердца.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Особенности важны и их нельзя «досказать между делом».</a:t>
            </a:r>
          </a:p>
          <a:p>
            <a:r>
              <a:t>У детей усилие и положение рук или пальцев дозируют по возрасту; взрослый приём без адаптации может навредить.</a:t>
            </a:r>
          </a:p>
          <a:p>
            <a:r>
              <a:t>При утоплении пострадавшего извлекают из воды и сразу начинают реанимацию по общим правилам.</a:t>
            </a:r>
          </a:p>
          <a:p>
            <a:r>
              <a:t>Если используют автоматический наружный дефибриллятор, грудь должна быть сухой.</a:t>
            </a:r>
          </a:p>
          <a:p>
            <a:r>
              <a:t>Для детей от года до восьми лет предпочтительны детские электроды и «детские» настройки; если их нет, стандартные электроды размещают по инструкции, часто на груди и спине.</a:t>
            </a:r>
          </a:p>
          <a:p>
            <a:r>
              <a:t>Нельзя тратить драгоценные минуты на попытки «вылить воду из лёгких» вместо начала СЛР.</a:t>
            </a:r>
          </a:p>
          <a:p>
            <a:r>
              <a:t>Ошибки слушателей — давить на ребёнка как на взрослого, долго заниматься водой вместо реанимации и клеить электроды на мокрую грудь.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Автоматический наружный дефибриллятор — мощное дополнение к СЛР, если он есть рядом.</a:t>
            </a:r>
          </a:p>
          <a:p>
            <a:r>
              <a:t>Как только АНД доступен, его включают и дальше идут по голосовым и экранным подсказкам.</a:t>
            </a:r>
          </a:p>
          <a:p>
            <a:r>
              <a:t>Пока накладывают электроды, надавливания на грудину по возможности не прерывают.</a:t>
            </a:r>
          </a:p>
          <a:p>
            <a:r>
              <a:t>Грудь готовят: если она мокрая — вытирают, если сильно покрыта волосами — сбривают зону под электроды; на область импланта или лекарственного пластыря электроды не ставят.</a:t>
            </a:r>
          </a:p>
          <a:p>
            <a:r>
              <a:t>Перед анализом ритма и перед разрядом никто, включая самого оказывающего помощь, не должен касаться пострадавшего.</a:t>
            </a:r>
          </a:p>
          <a:p>
            <a:r>
              <a:t>После разряда — или если разряд не рекомендован — немедленно возвращаются к реанимации и снова слушают команды АНД.</a:t>
            </a:r>
          </a:p>
          <a:p>
            <a:r>
              <a:t>Ошибки слушателей: надолго останавливать СЛР ради настройки прибора, касаться пострадавшего во время анализа или разряда и игнорировать команды устройства.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Если у пострадавшего нет сознания, но дыхание есть, задача меняется: нужно поддерживать проходимость дыхательных путей.</a:t>
            </a:r>
          </a:p>
          <a:p>
            <a:r>
              <a:t>Самый надёжный способ — устойчивое боковое положение.</a:t>
            </a:r>
          </a:p>
          <a:p>
            <a:r>
              <a:t>Перед поворотом снимите очки и уберите острые предметы из карманов и с пояса.</a:t>
            </a:r>
          </a:p>
          <a:p>
            <a:r>
              <a:t>Технику отрабатывайте медленно и аккуратно: разогнуть пальцы ладони, на которой будет лежать человек; брать колено только с наружной стороны; не отрывать ногу от пола; выполнять поворот и подтягивание колена единым движением.</a:t>
            </a:r>
          </a:p>
          <a:p>
            <a:r>
              <a:t>После поворота слегка запрокидывают голову и дальше регулярно контролируют дыхание.</a:t>
            </a:r>
          </a:p>
          <a:p>
            <a:r>
              <a:t>Если из-за травмы боковое положение невозможно, поддерживают проходимость дыхательных путей запрокидыванием головы с подъёмом подбородка.</a:t>
            </a:r>
          </a:p>
          <a:p>
            <a:r>
              <a:t>Ошибки слушателей — оставлять человека без сознания на спине при сохранённом дыхании, переворачивать грубо и забывать снова проверять дыхание.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Инородное тело в дыхательных путях требует быстрого различия двух ситуаций.</a:t>
            </a:r>
          </a:p>
          <a:p>
            <a:r>
              <a:t>При частичном нарушении человек может отвечать и кашлять — тогда предложите ему кашлять и не мешайте эффективному кашлю.</a:t>
            </a:r>
          </a:p>
          <a:p>
            <a:r>
              <a:t>При полном нарушении он не говорит, почти или совсем не дышит, может хвататься за горло.</a:t>
            </a:r>
          </a:p>
          <a:p>
            <a:r>
              <a:t>Тогда встают сбоку и чуть сзади, наклоняют пострадавшего вперёд и наносят пять резких ударов между лопатками, проверяя эффект после каждого.</a:t>
            </a:r>
          </a:p>
          <a:p>
            <a:r>
              <a:t>Если не помогло — пять надавливаний на верхнюю часть живота внутрь и кверху, снова с наклоном вперёд.</a:t>
            </a:r>
          </a:p>
          <a:p>
            <a:r>
              <a:t>Циклы чередуют, пока инородное тело не выйдет или человек не потеряет сознание.</a:t>
            </a:r>
          </a:p>
          <a:p>
            <a:r>
              <a:t>При потере сознания сразу начинают СЛР и следят, не появился ли предмет во рту, чтобы вовремя его удалить.</a:t>
            </a:r>
          </a:p>
          <a:p>
            <a:r>
              <a:t>Ошибки слушателей — бить по спине при ещё эффективном кашле, давить на живот без наклона вперёд и терять темп на лишних обсуждениях.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Отдельный блок, который часто «схлопывают», — особенности у беременных, тучных и детей.</a:t>
            </a:r>
          </a:p>
          <a:p>
            <a:r>
              <a:t>Если дыхательные пути полностью перекрыты у беременной или тучного человека, начинают так же с пяти ударов между лопатками.</a:t>
            </a:r>
          </a:p>
          <a:p>
            <a:r>
              <a:t>Но вместо давления на живот делают надавливания предплечьями на нижнюю часть груди.</a:t>
            </a:r>
          </a:p>
          <a:p>
            <a:r>
              <a:t>У ребёнка до года помогают иначе: удары по спине в положении головой вниз на предплечье и надавливания двумя пальцами в центр груди, с дозированием усилия.</a:t>
            </a:r>
          </a:p>
          <a:p>
            <a:r>
              <a:t>Детям старше года удары и надавливания адаптируют по возрасту.</a:t>
            </a:r>
          </a:p>
          <a:p>
            <a:r>
              <a:t>Категорически нельзя держать ребёнка вниз головой за ноги и трясти: это травмоопасно для позвоночника.</a:t>
            </a:r>
          </a:p>
          <a:p>
            <a:r>
              <a:t>Если сознание потеряно — переходят к сердечно-лёгочной реанимации.</a:t>
            </a:r>
          </a:p>
          <a:p>
            <a:r>
              <a:t>Ошибки слушателей здесь особенно опасны: давление на живот беременной, «вытряхивание» младенца и взрослые усилия на детском теле.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Наконец, иные угрожающие нарушения дыхания — например, при острых или хронических заболеваниях.</a:t>
            </a:r>
          </a:p>
          <a:p>
            <a:r>
              <a:t>Обычно это одышка, бледность или синюшность кожи, особенно лица, и общее плохое самочувствие.</a:t>
            </a:r>
          </a:p>
          <a:p>
            <a:r>
              <a:t>Здесь алгоритм спокойный и практичный: помочь человеку принять препараты, которые ему уже назначил врач; придать удобное, оптимальное положение тела; вызвать скорую; контролировать состояние и поддерживать психологически до передачи бригаде.</a:t>
            </a:r>
          </a:p>
          <a:p>
            <a:r>
              <a:t>Важно не уходить в самодеятельное «лечение» и не давать чужие лекарства.</a:t>
            </a:r>
          </a:p>
          <a:p>
            <a:r>
              <a:t>Ошибки слушателей — предлагать случайные препараты, не вызывать скорую при нарастающей одышке и прекращать наблюдение после первого улучшения.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 финале — методические акценты для вас как для преподавателей.</a:t>
            </a:r>
          </a:p>
          <a:p>
            <a:r>
              <a:t>Сначала уверенно отработайте проверку сознания и дыхания, затем технику СЛР и устойчивое боковое положение.</a:t>
            </a:r>
          </a:p>
          <a:p>
            <a:r>
              <a:t>Частоту надавливаний удобно сверять по времени: примерно тридцать надавливаний за пятнадцать–восемнадцать секунд дают нужный диапазон.</a:t>
            </a:r>
          </a:p>
          <a:p>
            <a:r>
              <a:t>Если отрабатываете реанимацию вдвоём, один давит, второй делает вдохи в соотношении тридцать к двум, смена около каждых двух минут; при вдохах руки с груди не отрывают, а ведущий громко считает и командует.</a:t>
            </a:r>
          </a:p>
          <a:p>
            <a:r>
              <a:t>Боковое положение слушатели отрабатывают аккуратно в парах друг на друге.</a:t>
            </a:r>
          </a:p>
          <a:p>
            <a:r>
              <a:t>Блок про инородное тело и особенности у детей должен быть не «на словах», а на практике.</a:t>
            </a:r>
          </a:p>
          <a:p>
            <a:r>
              <a:t>Ошибки в обучении: голая лекция без манекена, отсутствие отработки смены и команд, пропуск различия частичной и полной закупорки и обратная связь без конкретики.</a:t>
            </a:r>
          </a:p>
          <a:p>
            <a:r>
              <a:t>Помните: обратную связь лучше давать в позитивном ключе, но по делу.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темы отсутствия сознания, остановки дыхания и кровообращения для преподавателей завершён.</a:t>
            </a:r>
          </a:p>
          <a:p>
            <a:r>
              <a:t>Спасибо за внимание, и удачи вам в проведении практических занятий.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6.jp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2.png"/><Relationship Id="rId6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165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ТЕМА 3. ОТСУТСТВИЕ СОЗНАНИЯ, ОСТАНОВКА ДЫХАНИЯ И КРОВООБРАЩЕНИЯ</a:t>
            </a:r>
            <a:endParaRPr/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Цель: готовность к СЛР, помощь при инородном теле, устойчивое боковое положение;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Формат: 4 часа (2 теория + 2 практика), демонстрация и четырёхступенчатый метод;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Обязательно отработать СЛР и извлечение инородного тела на практике;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Отдельно разобрать особенности у детей разного возраста;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Контролировать качество давления: глубина, частота, полное расправление груди.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Свести занятие к теории без манекена и отработки навыка;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проверять частоту и глубину надавливаний у слушателей;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Пропустить особенности помощи детям, беременным и тучным.</a:t>
            </a:r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ПОЧЕМУ ЭТА ТЕМА КРИТИЧНА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Остановка дыхания и кровообращения убивает за минуты;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Своевременная СЛР даёт пострадавшему шанс на выживание;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Инородное тело в дыхательных путях без помощи почти всегда смертельно;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Страх «сделать хуже» нельзя оставлять без разбора;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Навык простой, но именно от него зависит жизнь рядом с вами.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Ждать скорую вместо немедленного начала СЛР;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Считать, что «без медицинского образования реанимация запрещена»;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Терять время на сложные проверки вместо простых признаков жизни.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ЖИЗНИ И ПРАВИЛА ИХ ОПРЕДЕЛЕНИЯ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Сознание: словесный и тактильный контакт, реакция на обращение;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Дыхание: слух, зрение и осязание в течение ~10 секунд;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Для решения о СЛР — отсутствие сознания и нормального дыхания;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Пульс на магистральных артериях не рекомендуется проверять;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хлопать по щекам и не давить на болевые точки «для проверки».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Проверять пульс как обязательный шаг перед СЛР;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Путать агональное дыхание с «нормальным дыханием»;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Тормошить пострадавшего грубо или искать «болевые точки».</a:t>
            </a: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СЛР: ПОСЛЕДОВАТЕЛЬНОСТЬ И ТЕХНИКА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Безопасность → сознание → дыхательные пути → дыхание → вызов СМП → СЛР;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Пострадавший на твёрдой ровной поверхности, на спине;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30 надавливаний на грудину + 2 вдоха; частота 100–120/мин;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Руки прямые, давление строго вертикально, грудь полностью расправляется;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невозможности вдохов — только непрерывные надавливания.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Нарушать последовательность и начинать «не с того конца»;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Давить слишком слабо/глубоко или с частотой вне 100–120;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Делать паузы между циклами дольше 10 секунд.</a:t>
            </a: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ПРЕКРАЩЕНИЕ СЛР, ОШИБКИ И ОСЛОЖНЕНИЯ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Продолжать до СМП/спецслужб или их команды о прекращении;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Остановить при явных признаках жизни или угрозе оказывающему;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усталости — смена помощников примерно каждые 2 минуты;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Разбирать типичные ошибки техники давления и вдохов;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Помнить: возможны осложнения, но бездействие опаснее.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Прекращать СЛР «по усталости» без попытки смены;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Останавливаться при сомнительных «признаках», не убедившись;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Бояться осложнений сильнее, чем остановки кровообращения.</a:t>
            </a: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ОСОБЕННОСТИ СЛР У ДЕТЕЙ И ПРИ УТОПЛЕНИИ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У детей — дозирование усилия и правильное положение рук/пальцев;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переносить «взрослые» приёмы на ребёнка без адаптации;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утоплении: извлечь из воды, начать СЛР по общим правилам;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Для АНД грудь должна быть сухой; у детей — детские электроды/настройки;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тратить время на «выливание воды» вместо реанимации.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Давить на ребёнка «как на взрослого» без дозирования;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Долго пытаться «освободить лёгкие от воды» до СЛР;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Накладывать электроды АНД на мокрую грудь.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АВТОМАТИЧЕСКИЙ НАРУЖНОЙ ДЕФИБРИЛЛЯТОР (АНД)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АНД включать сразу, как только он доступен; следовать голосовым подсказкам;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Пока клеят электроды — по возможности продолжать надавливания;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Подготовка груди: сухо, без лишних волос; не на имплант/пластырь;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Перед разрядом никто не касается пострадавшего;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После разряда или если разряд не нужен — сразу снова СЛР по командам АНД.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Останавливать СЛР надолго, пока «настраивают» АНД;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Касаться пострадавшего в момент анализа/разряда;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Игнорировать команды устройства и действовать «по памяти».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УСТОЙЧИВОЕ БОКОВОЕ ПОЛОЖЕНИЕ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Нужно при наличии дыхания и отсутствии сознания;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Снять очки и убрать острые предметы до поворота;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Аккуратная техника: разогнуть пальцы, брать колено снаружи, не отрывать ногу от пола;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После поворота — слегка запрокинуть голову и контролировать дыхание;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Если боковое невозможно из-за травмы — удерживать запрокинутую голову с подъёмом подбородка.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Класть без сознания «на спину и ждать» при сохранённом дыхании;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Грубо переворачивать, не убрав очки и острые предметы;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Забыть повторно оценивать дыхание после укладки.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ИНОРОДНОЕ ТЕЛО В ДЫХАТЕЛЬНЫХ ПУТЯХ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Отличать частичное нарушение (может говорить/кашлять) от полного;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частичном — предложить кашлять, не мешать эффективному кашлю;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полном: 5 ударов между лопатками → 5 надавливаний на живот;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Чередовать циклы, пока предмет не выйдет или не потеряет сознание;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потере сознания — сразу СЛР, следить за появлением предмета во рту.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Бить по спине при эффективном кашле «на всякий случай»;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Делать давление на живот без наклона вперёд;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Тратить время на разговоры вместо чередования ударов и надавливаний.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6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ОСОБЕННОСТИ: БЕРЕМЕННЫЕ, ТУЧНЫЕ, ДЕТИ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У беременных и тучных после ударов по спине — надавливания на нижнюю часть груди, не на живот;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У детей до 1 года — удары по спине и надавливания двумя пальцами в центр груди;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Дозировать усилие по возрасту; детям старше года — адаптированные удары/надавливания;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Нельзя держать ребёнка вниз головой за ноги и трясти;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потере сознания у ребёнка — переход к СЛР.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Давить на живот беременной или выраженно тучному пострадавшему;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Трясти младенца вниз головой «чтобы вытрясти» предмет;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Применять взрослые усилия без дозирования ребёнку.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ИНЫЕ УГРОЖАЮЩИЕ НАРУШЕНИЯ ДЫХАНИЯ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Одышка, бледность/синюшность, плохое самочувствие — сигнал к действию;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Помочь принять свои препараты, назначенные врачом ранее;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Придать оптимальное положение тела и вызвать СМП;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Контролировать состояние и давать психологическую поддержку до передачи бригаде;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подменять лечение «чужими» лекарствами и самодеятельностью.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Давать чужие или «случайные» препараты;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Оставлять человека без вызова скорой при нарастающей одышке;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Прекращать наблюдение после первого улучшения самочувствия.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5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ТИПИЧНЫЕ ОШИБКИ ПРИ ОБУЧЕНИИ ТЕМЕ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Сначала отработать проверку сознания/дыхания, затем СЛР и боковое положение;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Контролировать частоту: ориентир 30 надавливаний за 15–18 секунд;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При СЛР вдвоём: ведущий считает, смена ~каждые 2 мин, руки не отрывать на вдохах;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Боковое положение отрабатывать аккуратно в парах на слушателях;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Инородное тело и особенности у детей — обязательный практический блок.</a:t>
            </a:r>
          </a:p>
          <a:p>
            <a:pPr/>
            <a:r>
              <a:rPr sz="165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5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Давать только лекцию без манекена и обратной связи по технике;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отрабатывать смену реаниматоров и команды при работе вдвоём;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Пропустить различие частичной и полной закупорки дыхательных путей;</a:t>
            </a:r>
          </a:p>
          <a:p>
            <a:pPr>
              <a:spcBef>
                <a:spcPts val="220"/>
              </a:spcBef>
            </a:pPr>
            <a:r>
              <a:rPr sz="1650" b="0">
                <a:latin typeface="Open Sans Light"/>
                <a:ea typeface="Open Sans Light"/>
                <a:cs typeface="Open Sans Light"/>
              </a:rPr>
              <a:t>Не давать позитивную, но точную обратную связь каждому слушателю.</a:t>
            </a: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