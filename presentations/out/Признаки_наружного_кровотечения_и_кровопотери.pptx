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НАРУЖНОГО
КРОВОТЕЧЕНИЯ И КРОВОПОТЕРИ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Кровопотеря: что происходит с организмом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 и скрытая потеря крови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Как распознать виды наружного кровотечения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Смешанное кровотечение и интенсивность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Маскировка признаков и ориентиры по объёму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КРОВОПОТЕРЯ — ЧТО ПРОИСХОДИТ С ОРГАНИЗМОМ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pic>
        <p:nvPicPr>
          <p:cNvPr id="8" name="Picture 7" descr="def_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500000"/>
            <a:ext cx="2400000" cy="50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400000" y="1600000"/>
            <a:ext cx="8600000" cy="22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000" y="1800000"/>
            <a:ext cx="8100000" cy="1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кровь покидает сосуды, снижается доставка кислорода и питательных веществ к органам. Это и есть кровопотеря — безвозвратная утрата части крови, из‑за которой органы начинают хуже работать или перестают функционировать.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0000" y="4200000"/>
            <a:ext cx="8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Тяжесть зависит от объёма потери, вида сосуда и органа, который он питал.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Самое опасное — острая массивная кровопотеря (быстрая большая потеря).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Даже «умеренная» потеря без остановки ведёт к поздним осложнениям.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00000"/>
            <a:ext cx="4000000" cy="4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500000"/>
            <a:ext cx="4000000" cy="7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1600000"/>
            <a:ext cx="3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Самочувствие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000" y="2450000"/>
            <a:ext cx="37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резкая общая слабость;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чувство жажды;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головокружение;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мелькание «мушек»;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обморок при попытке встать.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0000" y="1500000"/>
            <a:ext cx="3200000" cy="4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0000" y="1500000"/>
            <a:ext cx="3200000" cy="7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0000" y="1600000"/>
            <a:ext cx="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Кожа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0000" y="2450000"/>
            <a:ext cx="29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бледная;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влажная;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холодная на ощупь.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0000" y="1500000"/>
            <a:ext cx="3400000" cy="4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00000" y="1500000"/>
            <a:ext cx="3400000" cy="7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0000" y="1600000"/>
            <a:ext cx="3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Дыхание и сердце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0000" y="2450000"/>
            <a:ext cx="31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учащённое сердцебиение;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частое дыхание.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0000" y="5900000"/>
            <a:ext cx="11000000" cy="8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000" y="6100000"/>
            <a:ext cx="10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Эти признаки возможны при продолжающемся, уже остановленном кровотечении и даже при отсутствии видимой крови.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КРОВИ «НЕ ВИДНО»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Наружное кровотечение — кровь изливается наружу. Но кровопотеря бывает и скрытой (внутренней): снаружи крови нет, а состояние ухудшается.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2600000"/>
            <a:ext cx="110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Настораживают: удар в живот/грудь, падение с высоты, ДТП.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Смотрите на слабость, бледность, холодный пот, жажду, боль в животе.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Внутреннее кровотечение на месте не останавливают — нужны СМП, покой, контроль.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54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000" y="56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Нет видимой крови ≠ нет угрозы. Оценивайте состояние пострадавшего.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НАРУЖНОЕ КРОВОТЕЧЕНИЕ: КАК РАСПОЗНАТЬ ВИД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</a:t>
            </a:r>
          </a:p>
        </p:txBody>
      </p:sp>
      <p:pic>
        <p:nvPicPr>
          <p:cNvPr id="9" name="Picture 8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672" y="2000000"/>
            <a:ext cx="2360655" cy="2999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Пульсирующая алая струя; лужа алого цвета; одежда быстро пропитывается. Наиболее опасно.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</a:t>
            </a:r>
          </a:p>
        </p:txBody>
      </p:sp>
      <p:pic>
        <p:nvPicPr>
          <p:cNvPr id="12" name="Picture 11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672" y="2000000"/>
            <a:ext cx="2360655" cy="29999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тёмно-вишнёвая, вытекает «ручьём». Скорость меньше, но остановка обязательна.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0000" y="14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</a:t>
            </a:r>
          </a:p>
        </p:txBody>
      </p:sp>
      <p:pic>
        <p:nvPicPr>
          <p:cNvPr id="15" name="Picture 14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1311" y="2000000"/>
            <a:ext cx="2557377" cy="2999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00000" y="5200000"/>
            <a:ext cx="36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Ссадины, порезы, царапины. Как правило, без непосредственной угрозы жизни.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СРАВНЕНИЕ ПРИЗНАКОВ ПО ВИДАМ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0000" y="1600000"/>
          <a:ext cx="110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8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Пульсирующая струя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Равномерный «ручей»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00000" y="5900000"/>
            <a:ext cx="11000000" cy="8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6100000"/>
            <a:ext cx="105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 месте вид определить сложно — ориентируйтесь на интенсивность истечения.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СМЕШАННОЕ И ИНТЕНСИВНОСТЬ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00000"/>
            <a:ext cx="54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500000"/>
            <a:ext cx="5400000" cy="7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60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Смешанное кровотечение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000" y="245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Одновременно артерия + вена + капилляры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Часто при отрыве конечности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Опасно из‑за артериального компонента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00000" y="1500000"/>
            <a:ext cx="54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0000" y="1500000"/>
            <a:ext cx="54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0000" y="160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Интенсивность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0000" y="245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Слабая — сочение, ссадины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Средняя — стойкий «ручей», мокнет повязка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Интенсивная — струя, лужа, быстро мокнет одежда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МАСКИРУЕТ ПРИЗНАКИ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00000"/>
            <a:ext cx="11000000" cy="1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000" y="165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Тёмная одежда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00" y="2050000"/>
            <a:ext cx="10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Кровь плохо видна — ощупайте, приподнимите ткань.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700000"/>
            <a:ext cx="11000000" cy="1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00" y="285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под телом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000" y="3250000"/>
            <a:ext cx="10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Лужа сзади / под пострадавшим — осмотрите вокруг.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900000"/>
            <a:ext cx="11000000" cy="1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000" y="405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Холод, дождь, грязь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000" y="4450000"/>
            <a:ext cx="10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Цвет кожи обманчив — смотрите слабость, пульс, дыхание.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5100000"/>
            <a:ext cx="11000000" cy="1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000" y="5250000"/>
            <a:ext cx="104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Самопомощь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00" y="5650000"/>
            <a:ext cx="10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Пострадавший может прижать рану — кровь «скрыта» рукой/тканью.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ОРИЕНТИРЫ ПО ОБЪЁМУ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0000" y="1550000"/>
          <a:ext cx="11000000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666"/>
                <a:gridCol w="3666666"/>
                <a:gridCol w="3666668"/>
              </a:tblGrid>
              <a:tr h="76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Типичное состояние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учащённый пульс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0000" y="5600000"/>
            <a:ext cx="11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Точный объём на месте не измерить — таблица помогает понять тяжесть по признакам состояния.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550000"/>
            <a:ext cx="90000" cy="10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75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Кровопотеря — угроза органам из‑за нехватки кислорода и питательных веществ.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7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700000"/>
            <a:ext cx="90000" cy="10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90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Признаки: слабость, жажда, бледность, холодный пот, частый пульс и дыхание.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8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850000"/>
            <a:ext cx="90000" cy="10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405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/ венозное / капиллярное различают по цвету и характеру струи.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50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5000000"/>
            <a:ext cx="90000" cy="10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520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Интенсивность важнее «точного вида»; крови может не быть видно снаружи.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