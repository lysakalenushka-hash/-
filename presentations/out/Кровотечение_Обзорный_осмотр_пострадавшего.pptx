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КРОВОТЕЧЕНИЕ.
ОБЗОРНЫЙ ОСМОТР ПОСТРАДАВШЕГО
(ПОСТРАДАВШИХ)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 в алгоритме первой помощи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обзорного осмотра и сигналы к действию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проводится обзорный осмотр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Несколько пострадавших и порядок действий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и подробный осмотр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 В АЛГОРИТМЕ ПЕРВОЙ ПОМОЩИ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50000"/>
            <a:ext cx="11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оценки обстановки и безопасности участник оказания первой помощи сначала ищет угрожающее жизни наружное кровотечение — и только потом переходит к подробному осмотру и другим мероприятиям.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2800000"/>
            <a:ext cx="27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50000" y="300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30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4000000"/>
            <a:ext cx="24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" y="4700000"/>
            <a:ext cx="24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Оценить обстановку, защитить себя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0" y="2800000"/>
            <a:ext cx="27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0000" y="300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0000" y="30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0000" y="4000000"/>
            <a:ext cx="24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000" y="4700000"/>
            <a:ext cx="24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Быстро найти интенсивное кровотечение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0000" y="2800000"/>
            <a:ext cx="27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0000" y="300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0000" y="30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0000" y="4000000"/>
            <a:ext cx="24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Остановка крови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0000" y="4700000"/>
            <a:ext cx="24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Начать временную остановку сразу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00" y="2800000"/>
            <a:ext cx="27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50000" y="300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0000" y="30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0000" y="4000000"/>
            <a:ext cx="24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Далее по алгоритму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0000" y="4700000"/>
            <a:ext cx="24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Признаки жизни, СМП, подробный осмотр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ОБЗОРНОГО ОСМОТРА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550000"/>
            <a:ext cx="11000000" cy="16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000" y="1750000"/>
            <a:ext cx="105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пострадавшего (пострадавших) нужен, чтобы определить наличие и расположение ранений с интенсивным наружным кровотечением, требующим немедленной остановки.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5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Сигналы «остановить кровь сейчас»: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4200000"/>
            <a:ext cx="360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4200000"/>
            <a:ext cx="90000" cy="18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00" y="4600000"/>
            <a:ext cx="32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одежда, пропитанная кровью;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0" y="4200000"/>
            <a:ext cx="360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0000" y="4200000"/>
            <a:ext cx="90000" cy="18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0000" y="4600000"/>
            <a:ext cx="32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лужа / скопление крови возле пострадавшего;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0000" y="4200000"/>
            <a:ext cx="360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0000" y="4200000"/>
            <a:ext cx="90000" cy="18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0000" y="4600000"/>
            <a:ext cx="32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рана с интенсивно вытекающей кровью.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ПРОВОДИТСЯ ОБЗОРНЫЙ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pic>
        <p:nvPicPr>
          <p:cNvPr id="8" name="Picture 7" descr="overview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33333"/>
            <a:ext cx="6000000" cy="51333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00000" y="2200000"/>
            <a:ext cx="56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  <a:r>
              <a:rPr sz="1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производится очень быстро, в течение </a:t>
            </a:r>
            <a:r>
              <a:rPr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нескольких секунд</a:t>
            </a:r>
            <a:r>
              <a:rPr sz="1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с головы до ног.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0000" y="4600000"/>
            <a:ext cx="5600000" cy="18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0000" y="4800000"/>
            <a:ext cx="51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только найдены признаки угрожающего жизни кровотечения — сразу переходите к его остановке всеми доступными способами.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НЕСКОЛЬКО ПОСТРАДАВШИХ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Сначала быстро «пройдите» всех глазами: у кого кровь течёт сильнее.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Приоритет — тот, у кого интенсивное наружное кровотечение.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 возможности дайте указание на самопомощь (прямое давление на рану), пока помогаете другому.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застревайте на подробном осмотре одного, пока не закрыли угрожающие жизни кровотечения у остальных.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4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6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— инструмент сортировки: сначала жизнь, потом детали.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ДЕЙСТВИЯ ПРИ ОБНАРУЖЕНИИ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Убедиться в безопасности для себя и пострадавшего.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Найти источник интенсивного наружного кровотечения (обзорный осмотр).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Начать временную остановку: давление на рану → повязка → жгут по показаниям.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Вызвать скорую медицинскую помощь (если ещё не вызвана).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Контролировать состояние до прибытия бригады СМП.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И ПОДРОБНЫЙ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50000"/>
            <a:ext cx="54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50000"/>
            <a:ext cx="5400000" cy="7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6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00" y="250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Цель: найти интенсивное кровотечение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Время: несколько секунд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Объём: быстро с головы до ног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Когда: сразу после оценки обстановки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0000" y="1550000"/>
            <a:ext cx="54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550000"/>
            <a:ext cx="5400000" cy="7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000" y="16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0000" y="250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Цель: выявить травмы и другие угрозы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Время: несколько минут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Объём: голова → шея → грудь → … → руки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Когда: после остановки кровотечения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5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75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 алгоритме первой помощи угрожающее жизни кровотечение ищут сразу.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7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70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90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 — за несколько секунд, с головы до ног.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8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85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405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Нашли интенсивное истечение крови — сразу останавливайте.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50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500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520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— только после остановки угрожающего жизни кровотечения.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