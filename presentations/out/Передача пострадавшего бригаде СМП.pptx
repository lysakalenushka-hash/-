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ПЕРЕДАЧА ПОСТРАДАВШЕГО
БРИГАДЕ СКОРОЙ ПОМОЩИ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Момент передачи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Краткий доклад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Ответы на вопросы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бригаде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ПОМОЩЬ ПЕРЕДАНА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прибытия бригады продолжайте помощь до устного распоряжения медицинского работника о передаче пострадавшего специалистам.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КРАТКИЙ ДОКЛАД БРИГАДЕ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Сообщите, что, где и когда произошло.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Опишите первоначальное состояние пострадавшего.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Перечислите обнаруженные травмы и жалобы.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Расскажите, какую помощь и когда оказали.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Отметьте изменения сознания, дыхания и кровотечения.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580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58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0000" y="580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0000" y="580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Сообщите о принятых пострадавшим лекарствах.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ОТВЕЧАЙТЕ ТОЧНО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Говорите кратко и по порядку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Отделяйте увиденное от предположений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Покажите упаковки веществ или лекарств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Назовите известные сведения о пострадавшем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Ответьте на уточняющие вопросы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чего-то не знаете, прямо скажите об этом.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ПОСЛЕ ПЕРЕДАЧИ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Освободите доступ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Уберите лишних людей и предметы с пути бригады.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5000" y="14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5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5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5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Принесите нужное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5000" y="23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Передайте документы, упаковки и личные лекарства.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000" y="41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000" y="41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42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Помогите перенести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48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Участвуйте только по просьбе и командам специалистов.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5000" y="39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5000" y="41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5000" y="41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5000" y="42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Следуйте указаниям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5000" y="48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Не мешайте медицинским действиям бригады.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Передавайте после устного распоряжения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3333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3333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83333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Расскажите, что произошло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6666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6666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16666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Назовите найденные травмы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9999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9999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49999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Перечислите оказанную помощь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83332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83332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83332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Сообщите об изменениях состояния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6116665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6116665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6216665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Помогите перенести по просьбе бригады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pamyatka-tema4-peredacha-smp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