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ТРАНСПОРТИРОВКА
ПОСТРАДАВШЕГО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00000"/>
            <a:ext cx="52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900000"/>
            <a:ext cx="75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4 · Травмы, ранения, поражения и прочие состояния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5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5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транспортировать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4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4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Куда доставлять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32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32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Подготовка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41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41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 в пути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9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9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Контроль состояния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ГЛАВНЫЙ ВЫБОР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600000"/>
            <a:ext cx="110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Предпочтительно дождаться бригады скорой медицинской помощи. Самостоятельная транспортировка допустима только при обоснованной необходимости и безопасной возможности.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ВОЗМОЖНА САМОСТОЯТЕЛЬНАЯ ДОСТАВКА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50000"/>
            <a:ext cx="3500000" cy="4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000" y="16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000" y="16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0000" y="1700000"/>
            <a:ext cx="2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Нет связи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000" y="2300000"/>
            <a:ext cx="3200000" cy="3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Невозможно вызвать скорую медицинскую помощь.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0000" y="1450000"/>
            <a:ext cx="3500000" cy="4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00000" y="16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0000" y="16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0000" y="1700000"/>
            <a:ext cx="2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Бригада не доберется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0000" y="2300000"/>
            <a:ext cx="3200000" cy="3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Мешают расстояние, погода или особенности местности.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0000" y="1450000"/>
            <a:ext cx="3500000" cy="4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0000" y="16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0000" y="16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0000" y="1700000"/>
            <a:ext cx="2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Легкая травма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0000" y="2300000"/>
            <a:ext cx="3200000" cy="3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Состояние позволяет безопасно доехать без специализированной перевозки.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КУДА ДОСТАВЛЯТЬ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 ближайшую медицинскую организацию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 травматологический пункт при соответствующей травме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 месту, указанному диспетчером скорой помощи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маршруту с минимальным риском задержки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Если связь доступна, уточните порядок действий у диспетчера.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ПОДГОТОВКА К ТРАНСПОРТИРОВКЕ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450000"/>
            <a:ext cx="550000" cy="55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45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50000" y="145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0000" y="145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Остановите кровотечение и закройте раны.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32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32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50000" y="232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50000" y="232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Обездвижьте предполагаемые переломы.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19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19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50000" y="319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50000" y="319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Выберите безопасное положение.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06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06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50000" y="406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50000" y="406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Укройте пострадавшего и обеспечьте удобство.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3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3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0000" y="493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50000" y="493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Подготовьте сведения о происшествии и помощи.</a:t>
            </a:r>
          </a:p>
        </p:txBody>
      </p:sp>
      <p:sp>
        <p:nvSpPr>
          <p:cNvPr id="28" name="Oval 27"/>
          <p:cNvSpPr/>
          <p:nvPr/>
        </p:nvSpPr>
        <p:spPr>
          <a:xfrm>
            <a:off x="700000" y="58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58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0000" y="580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50000" y="580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 возможности обеспечьте сопровождающего.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ВО ВРЕМЯ ПУТИ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оставляйте пострадавшего без наблюдения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Контролируйте сознание и дыхание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Следите за повязками и кровотечением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Избегайте резких движений и перегрева или охлаждения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При резком ухудшении остановитесь и вызовите скорую помощь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4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55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Предпочтительно дождаться скорой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40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40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50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Тяжелые травмы без нужды не перемещают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3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3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345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Перед дорогой зафиксируйте переломы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430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430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440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Выберите ближайшую медорганизацию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000" y="52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000" y="52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000" y="535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 пути контролируйте дыхание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ПАМЯТКА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pic>
        <p:nvPicPr>
          <p:cNvPr id="8" name="Picture 7" descr="pamyatka-tema4-transportirovka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000" y="1400000"/>
            <a:ext cx="7800000" cy="52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0000" y="0"/>
            <a:ext cx="88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