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000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00000"/>
            <a:ext cx="2800000" cy="18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3000000"/>
            <a:ext cx="78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ТРАВМЫ РАЗЛИЧНЫХ
ОБЛАСТЕЙ ТЕЛА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4700000"/>
            <a:ext cx="52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4900000"/>
            <a:ext cx="75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Тема 4 · Травмы, ранения, поражения и прочие состояния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5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5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5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5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Голова и глаза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4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4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4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4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Шея и позвоночник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2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2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32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32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Грудь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1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1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41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41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Живот и таз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9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9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Конечности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ГЛАВНЫЙ ПРИНЦИП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600000"/>
            <a:ext cx="110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 травме сначала устраняют угрозу жизни: проверяют дыхание и останавливают сильное кровотечение. Затем защищают рану и предупреждают лишние движения.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ТРАВМЫ ГОЛОВЫ И ГЛАЗ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Голова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45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Глаза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19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подозревайте черепно-мозговую травму при потере сознания, тошноте, рвоте или спутанности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остановите кровотечение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возможном повреждении черепа наложите круговую повязку без давления на повреждение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контролируйте сознание и дыхание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00" y="19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давите на глаз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извлекайте инородное тело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закройте повязкой оба глаза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успокаивайте и сопровождайте пострадавшего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ШЕЯ И ПОЗВОНОЧНИК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Шея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45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Позвоночник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19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учитывайте риск повреждения сосудов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подозревайте травму шейного отдела позвоночника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удерживайте голову руками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необходимости используйте импровизированный воротник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00" y="19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сгибайте и не скручивайте тело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перемещайте только при необходимости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укладывайте на твердую ровную поверхность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перемещайте силами нескольких человек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фиксируйте шею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ТРАВМА ГРУДИ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500000"/>
            <a:ext cx="110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ране груди наложите герметичную повязку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Закрепите ее с трех сторон — свободный край действует как клапан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травме ребер придайте полусидячее положение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Не извлекайте инородный предмет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Контролируйте дыхание до прибытия скорой помощи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ТРАВМЫ ЖИВОТА И ТАЗА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Закрытая травма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45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Открытая травма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19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синяки и ссадины могут указывать на внутреннее повреждение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обеспечьте покой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наблюдайте за сознанием и дыханием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давайте еду и питье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00" y="19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вправляйте выпавшие органы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накладывайте на них давящую повязку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накройте влажной стерильной салфеткой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защитите салфетку от высыхания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ТРАВМА КОНЕЧНОСТИ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8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450000"/>
            <a:ext cx="550000" cy="550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45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50000" y="145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50000" y="145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Остановите сильное кровотечение.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32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32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50000" y="232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50000" y="232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Закройте рану повязкой.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19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19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50000" y="319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50000" y="319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 исправляйте деформацию.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06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06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50000" y="406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50000" y="406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Обездвижьте поврежденную часть.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3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3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50000" y="493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50000" y="493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 отсутствии шины прибинтуйте руку к туловищу, ногу — к здоровой ноге.</a:t>
            </a:r>
          </a:p>
        </p:txBody>
      </p:sp>
      <p:sp>
        <p:nvSpPr>
          <p:cNvPr id="28" name="Oval 27"/>
          <p:cNvSpPr/>
          <p:nvPr/>
        </p:nvSpPr>
        <p:spPr>
          <a:xfrm>
            <a:off x="700000" y="580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0000" y="580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50000" y="580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50000" y="580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После фиксации проверьте цвет, тепло и чувствительность пальцев.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ГЛАВНОЕ ЗАПОМНИТЬ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50000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450000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1550000"/>
            <a:ext cx="10400000" cy="63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Сначала остановите кровотечение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2383333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2383333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2483333"/>
            <a:ext cx="10400000" cy="63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Голову и шею удерживайте руками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3316666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0000" y="3316666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000" y="3416666"/>
            <a:ext cx="10400000" cy="63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Инородные тела не извлекайте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000" y="4249999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0000" y="4249999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000" y="4349999"/>
            <a:ext cx="10400000" cy="63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Выпавшие органы не вправляйте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0000" y="5183332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0000" y="5183332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000" y="5283332"/>
            <a:ext cx="10400000" cy="63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Поврежденную часть обездвижьте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0000" y="6116665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0000" y="6116665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000" y="6216665"/>
            <a:ext cx="10400000" cy="63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Позвоночник перемещают несколько человек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ПАМЯТКА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10</a:t>
            </a:r>
          </a:p>
        </p:txBody>
      </p:sp>
      <p:pic>
        <p:nvPicPr>
          <p:cNvPr id="8" name="Picture 7" descr="pamyatka-tema4-travmy-oblastey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000" y="1400000"/>
            <a:ext cx="78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0000" y="0"/>
            <a:ext cx="8800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0" y="3000000"/>
            <a:ext cx="75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0" y="4100000"/>
            <a:ext cx="45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