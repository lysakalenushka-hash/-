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ОСНОВНЫЕ СОСТОЯНИЯ,
ТРЕБУЮЩИЕ ПЕРВОЙ ПОМОЩИ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4 · Травмы, ранения, поражения и прочие состояния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Травмы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Температурные поражения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Отравления и укусы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Судороги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9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9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Реакции на стресс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ЧТО МОЖЕТ ВЫЯВИТЬ ОСМОТР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600000"/>
            <a:ext cx="110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Подробный осмотр и опрос помогают распознать основные состояния, выбрать безопасные действия и вовремя вызвать скорую медицинскую помощь.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ТРАВМЫ И ТЕМПЕРАТУРНЫЕ ПОРАЖЕНИЯ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5375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000" y="16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000" y="16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0000" y="1700000"/>
            <a:ext cx="4475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Травмы областей тела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2300000"/>
            <a:ext cx="5075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Остановить кровотечение, закрыть рану, обеспечить покой и неподвижность.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5000" y="1450000"/>
            <a:ext cx="5375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5000" y="16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5000" y="16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5000" y="1700000"/>
            <a:ext cx="4475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Ожоги и перегревание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5000" y="2300000"/>
            <a:ext cx="5075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Прекратить действие тепла, охлаждать ожог, переместить пострадавшего в прохладу.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0000" y="3950000"/>
            <a:ext cx="5375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0000" y="41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000" y="41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0000" y="4200000"/>
            <a:ext cx="4475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Отморожение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000" y="4800000"/>
            <a:ext cx="5075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Укрыть поврежденный участок теплоизолирующей повязкой, не растирать.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5000" y="3950000"/>
            <a:ext cx="5375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5000" y="41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5000" y="41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5000" y="4200000"/>
            <a:ext cx="4475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Переохлаждение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5000" y="4800000"/>
            <a:ext cx="5075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Защитить от холода, постепенно согревать, дать теплое питье при сохраненном сознании.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ВЕЩЕСТВА, ЖИВОТНЫЕ И НАСЕКОМЫЕ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5375000" cy="4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000" y="16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000" y="16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0000" y="1700000"/>
            <a:ext cx="4475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Отравления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2300000"/>
            <a:ext cx="5075000" cy="3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Прекратить поступление яда, выяснить вещество, путь, количество и время воздействия.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5000" y="1450000"/>
            <a:ext cx="5375000" cy="4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5000" y="16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5000" y="16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5000" y="1700000"/>
            <a:ext cx="4475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Укусы и ужаливания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5000" y="2300000"/>
            <a:ext cx="5075000" cy="3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Обеспечить безопасность, приложить холод, ограничить движение укушенной части.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СУДОРОГИ И ОСТРЫЕ РЕАКЦИИ НА СТРЕСС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Судорожный приступ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Реакция на стресс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уберите опасные предметы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удерживайте силой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после приступа проверьте дыхание и травмы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дыхании уложите на бок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говорите спокойно и кратко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выслушайте без давления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объясняйте происходящее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оставляйте человека одного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ОБЩИЙ ПОРЯДОК ДЕЙСТВИЙ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450000"/>
            <a:ext cx="550000" cy="55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5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50000" y="145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50000" y="145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Убедитесь в безопасности места.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32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32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50000" y="232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50000" y="232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Проведите обзорный осмотр.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19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19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50000" y="319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50000" y="319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Вызовите скорую медицинскую помощь.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06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06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50000" y="406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50000" y="406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Проведите подробный осмотр и опрос.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3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3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50000" y="493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50000" y="493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Окажите помощь по выявленным состояниям.</a:t>
            </a:r>
          </a:p>
        </p:txBody>
      </p:sp>
      <p:sp>
        <p:nvSpPr>
          <p:cNvPr id="28" name="Oval 27"/>
          <p:cNvSpPr/>
          <p:nvPr/>
        </p:nvSpPr>
        <p:spPr>
          <a:xfrm>
            <a:off x="700000" y="580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000" y="580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50000" y="580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50000" y="580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Контролируйте состояние до передачи специалистам.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4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55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Сначала устраните опасность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40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40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50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Оцените сознание и дыхание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3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3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45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Остановите сильное кровотечение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30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30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440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Вызовите скорую помощь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52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52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535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Наблюдайте и поддерживайте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ПАМЯТКА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9</a:t>
            </a:r>
          </a:p>
        </p:txBody>
      </p:sp>
      <p:pic>
        <p:nvPicPr>
          <p:cNvPr id="8" name="Picture 7" descr="pamyatka-tema4-osnovnye-sostoyaniya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00" y="1400000"/>
            <a:ext cx="78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