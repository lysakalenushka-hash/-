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СУДОРОЖНЫЙ
ПРИСТУП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Риски во время приступа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Запрещенные действия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после приступа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Поддержка и наблюдение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ГЛАВНАЯ ОПАСНОСТЬ — ВТОРИЧНАЯ ТРАВМА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 время непроизвольных судорожных движений человек может удариться о твердые предметы, получить рану, ожог или упасть с высоты. После приступа возможны нарушение сознания, западение языка и попадание крови или рвотных масс в дыхательные пути.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ОСВОБОДИТЕ ПРОСТРАНСТВО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Сохраняйте спокойствие и отметьте время начала судорог.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Уберите острые, стеклянные, горячие и тяжелые предметы.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Отодвиньте мебель и предупредите окружающих.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Защитите человека от дороги, воды, огня, лестницы и высоты.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Подложите под голову мягкую сложенную одежду.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Ослабьте тесную одежду вокруг шеи, не мешая движениям.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000" y="58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00" y="60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Перемещайте человека во время приступа только из зоны непосредственной опасности.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 ВРЕМЯ ПРИСТУПА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Оставайтесь рядом и наблюдайте за характером судорог.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препятствуйте свободным движениям грудной клетки.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пытайтесь открыть рот или вытянуть язык.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давайте воду, пищу или лекарство.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Следите за продолжительностью и повторением приступов.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Подготовьтесь после прекращения судорог оценить дыхание.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ЗАПРЕЩЕННЫЕ ДЕЙСТВИЯ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Удерживать руки, ноги или туловище силой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Разжимать зубы ложкой, пальцами или другим предметом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Класть что-либо в рот для «защиты языка»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Пытаться напоить или дать таблетку во время судорог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Оставлять человека одного сразу после приступа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Насильственные действия не прекращают приступ, но могут причинить перелом, повреждение зубов или дыхательных путей.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СРАЗУ ПОСЛЕ ОКОНЧАНИЯ СУДОРОГ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Откройте дыхательные пути и оцените нормальное дыхание.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отсутствии нормального дыхания начинайте реанимацию.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сохраненном дыхании осмотрите рот и лицо на наличие крови и рвотных масс.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Проведите краткий обзорный осмотр и найдите сильное кровотечение.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помощь и сообщите длительность приступа.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Продолжайте наблюдение: приступ может повториться.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ПРОВЕРЬТЕ ТРАВМЫ И КРОВОТЕЧЕНИЕ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голову, лицо и область вокруг пострадавшего.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кровь, ожоги, деформацию и болезненность.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Сильное наружное кровотечение остановите немедленно.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Небольшие раны закройте чистой повязкой.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подозрении на перелом не выпрямляйте конечность и обеспечьте покой.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падении учитывайте возможность травмы головы и позвоночника.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ВОССТАНОВИТЕЛЬНОЕ ПОЛОЖЕНИЕ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pic>
        <p:nvPicPr>
          <p:cNvPr id="8" name="Picture 7" descr="fig7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993594"/>
            <a:ext cx="5200000" cy="2912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Человека без сознания, но с нормальным дыханием осторожно уложите на бок.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Обеспечьте устойчивость положения и свободное оттекание жидкости изо рта.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запрокидывайте голову чрезмерно при подозрении на травму шеи.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Регулярно проверяйте дыхание и цвет кожи.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Если дыхание стало ненормальным, переверните на спину и начинайте реанимацию.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приступа человек может быть сонливым, растерянным и не помнить произошедшее.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 И ПСИХОЛОГИЧЕСКАЯ ПОДДЕРЖКА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Вызовите скорую помощь при первом приступе, травме, беременности или повторных судорогах.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Особенно опасен длительный приступ или несколько приступов без восстановления сознания.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пробуждения представьтесь и коротко объясните, что произошло.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Говорите спокойно, не стыдите человека и не привлекайте лишнего внимания.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позволяйте сразу вставать; обеспечьте отдых в безопасном положении.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Передайте специалистам длительность, число приступов, травмы и оказанную помощь.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Уберите опасные предметы и защитите голову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удерживайте человека и ничего не кладите ему в рот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Отметьте продолжительность приступа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судорог проверьте дыхание и травмы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Дышит — уложите на бок и оставайтесь рядом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pic>
        <p:nvPicPr>
          <p:cNvPr id="8" name="Picture 7" descr="pamyatka-tema4-sudorogi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