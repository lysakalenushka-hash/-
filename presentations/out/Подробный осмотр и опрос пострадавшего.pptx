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
И ОПРОС ПОСТРАДАВШЕГО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осмотра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искать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Последовательность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Опрос пострадавшего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Опасные находки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ЗАЧЕМ НУЖЕН ПОДРОБНЫЙ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Его проводят после обзорного осмотра, чтобы найти травмы и состояния, при которых нужна первая помощь. Подробный осмотр дополняют опросом о жалобах.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ОСМАТРИВАЙТЕ И СПРАШИВАЙТЕ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Обращайте внимание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Уточняйте у пострадавшего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цвет и состояние кожи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пузыри, синяки и ссадины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раны и кровотечение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инородные тела и костные отломки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необычную форму частей тела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где болит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 появилась боль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что произошло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усиливается ли боль при движении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есть ли другие жалобы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ПОСЛЕДОВАТЕЛЬНОСТЬ ОСМОТРА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Голова: осмотрите лицо, волосистую часть и уши.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Шея: осматривайте и ощупывайте очень осторожно.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Грудь: проверьте спереди и с боков.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Спина: прощупайте без лишнего поворачивания.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таз: ищите боль, ссадины и синяки.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Ноги, затем руки: сравните форму и болезненность.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НАХОДКИ, ТРЕБУЮЩИЕ ОСОБОГО ВНИМАНИЯ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Бледность или синюшность кожи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Пузыри и обширное покраснение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Рана с инородным телом или костными отломками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Синяки и ссадины на животе или тазе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Деформация и резкая боль в конечности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ОСМАТРИВАЙТЕ БЕРЕЖНО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Объясняйте каждое действие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причиняйте дополнительную боль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поворачивайте пострадавшего без необходимости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вынимайте инородные тела из ран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 результатам сразу оказывайте нужную помощь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Деформация и боль при движении — возможные признаки перелома.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Осматривайте с головы до рук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5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Шею проверяйте особенно осторожно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Спину прощупывайте без лишних поворотов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4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Синяки на животе — признак скрытой травмы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3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Спрашивайте, где и как болит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pic>
        <p:nvPicPr>
          <p:cNvPr id="8" name="Picture 7" descr="pamyatka-tema4-podrobnyy-osmot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