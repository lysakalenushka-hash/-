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0000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00000"/>
            <a:ext cx="2800000" cy="1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3000000"/>
            <a:ext cx="78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УКУСЫ
И УЖАЛИВАНИЯ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700000"/>
            <a:ext cx="52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900000"/>
            <a:ext cx="75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Тема 4 · Травмы, ранения, поражения и прочие состояния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5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5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5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Безопасность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4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4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4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4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Общий порядок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2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32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32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32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Холод и неподвижность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1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1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41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41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Запрещенные действия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9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9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9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9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ухудшения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УКУС И УЖАЛИВАНИЕ КАК ПУТЬ ОТРАВЛЕНИЯ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500000"/>
            <a:ext cx="11000000" cy="4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укусе или ужаливании яд, слюна либо другое биологическое вещество может попасть непосредственно в ткани. Местное повреждение способно сочетаться с общей токсической или аллергической реакцией, поэтому помощь строится по принципам действий при отравлении.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ОБЕСПЕЧЬТЕ БЕЗОПАСНОСТЬ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приближайтесь к агрессивному животному, змее или скоплению насекомых.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Предупредите окружающих и при необходимости вызовите специальные службы.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ловите и не убивайте животное ради опознания.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Запомните внешний вид или сфотографируйте источник с безопасного расстояния.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Переместите пострадавшего только после устранения непосредственной угрозы.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 допускайте повторного укуса пострадавшего или помощника.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ОБЩАЯ ПОСЛЕДОВАТЕЛЬНОСТЬ ДЕЙСТВИЙ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400000"/>
            <a:ext cx="500000" cy="50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4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4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4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Оцените сознание и нормальное дыхание.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1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1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1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1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Вызовите скорую медицинскую помощь.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28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28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28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28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Осмотрите место укуса, отметьте боль, отек и изменение цвета.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35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35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35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35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Уточните время, вид животного или насекомого и прежние аллергические реакции.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2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2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2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2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Обеспечьте покой, приложите холод и ограничьте движения конечности.</a:t>
            </a:r>
          </a:p>
        </p:txBody>
      </p:sp>
      <p:sp>
        <p:nvSpPr>
          <p:cNvPr id="28" name="Oval 27"/>
          <p:cNvSpPr/>
          <p:nvPr/>
        </p:nvSpPr>
        <p:spPr>
          <a:xfrm>
            <a:off x="700000" y="49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49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00000" y="49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00000" y="49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Наблюдайте за состоянием до передачи специалистам.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ХОЛОД НА МЕСТО ПОВРЕЖДЕНИЯ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Оберните холодный пакет тканью, чтобы не повредить кожу.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Прикладывайте к области укуса или ужаливания с перерывами.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Холод уменьшает боль, отек и скорость местных процессов.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прижимайте пакет чрезмерно и не нарушайте кровообращение.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Следите за цветом, чувствительностью и температурой кожи.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Лед нельзя прикладывать непосредственно к коже.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ПОКОЙ И ОГРАНИЧЕНИЕ ДВИЖЕНИЙ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Уложите или усадите человека и объясните необходимость покоя.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Поврежденной конечности придайте удобное устойчивое положение.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Снимите кольца, браслеты, часы и тесную обувь до появления выраженного отека.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 возможности обездвижьте конечность без тугого перетягивания.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позволяйте пострадавшему идти или активно двигать поврежденной частью.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Движение усиливает кровообращение и может ускорить распространение вещества.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ЧЕГО ДЕЛАТЬ НЕЛЬЗЯ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Разрезать, прокалывать или прижигать место укуса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Высасывать яд ртом или выдавливать содержимое раны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Накладывать тугой жгут без показаний для остановки кровотечения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Растирать и активно массировать поврежденную область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Давать алкоголь, неизвестные лекарства или пищу человеку с ухудшением сознания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МЕСТНАЯ И ОБЩАЯ РЕАКЦИЯ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00000"/>
            <a:ext cx="5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Местная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400000"/>
            <a:ext cx="5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Общая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18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боль, жжение и зуд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покраснение и припухлость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следы зубов, жала или небольшая рана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постепенное увеличение отека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18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слабость, тошнота и головокружение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распространенная сыпь и отек лица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осиплость, свистящее или затрудненное дыхание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судороги, спутанность или потеря сознания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ОПАСНОГО УХУДШЕНИЯ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Быстро нарастающий отек лица, губ, языка или шеи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Затрудненное, шумное дыхание или невозможность говорить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Резкая слабость, бледность, холодный пот и потеря сознания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Повторная рвота, судороги или быстро распространяющаяся сыпь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Отсутствие нормального дыхания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Немедленно сообщите об ухудшении диспетчеру. При отсутствии нормального дыхания начинайте сердечно-легочную реанимацию.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4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4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153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устраните угрозу повторного укуса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38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238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246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Действуйте по общим принципам помощи при отравлении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31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31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339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Приложите холод через ткань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424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424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432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Ограничьте движения укушенной части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000" y="517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000" y="517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000" y="525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Следите за сознанием, дыханием и нарастанием отека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ПАМЯТКА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12</a:t>
            </a:r>
          </a:p>
        </p:txBody>
      </p:sp>
      <p:pic>
        <p:nvPicPr>
          <p:cNvPr id="8" name="Picture 7" descr="pamyatka-tema4-ukusy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000" y="1400000"/>
            <a:ext cx="7800000" cy="52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00000" y="0"/>
            <a:ext cx="88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0" y="3000000"/>
            <a:ext cx="75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0" y="4100000"/>
            <a:ext cx="4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