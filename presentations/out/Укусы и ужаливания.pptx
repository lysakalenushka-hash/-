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УКУСЫ
И УЖАЛИВАНИЯ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состояния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Общие действия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Холод и покой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УКУС ИЛИ УЖАЛИВАНИЕ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Яд может попасть в организм при укусе или ужаливании. Помощь строится по общим принципам действий при отравлении и постоянной оценке состояния.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ПОСЛЕДОВАТЕЛЬНОСТЬ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Убедитесь, что животное или насекомое больше не угрожает.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сознание, дыхание и место повреждения.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Окажите помощь и обеспечьте покой.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Контролируйте состояние до прибытия специалистов.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НА МЕСТЕ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Уложите или усадите пострадавшего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Приложите холод через ткань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Ограничьте подвижность укушенной части тела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кольца и браслеты до появления отека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Отметьте время укуса или ужаливания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разрезайте рану и не пытайтесь высасывать яд.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УХУДШЕНИЯ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Быстро нарастающий отек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Сыпь по всему телу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Осиплость или затрудненное дыхание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Резкая слабость или потеря сознания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Судороги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приближайтесь к источнику опасности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5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помощь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Приложите холод через ткань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4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Ограничьте движение укушенной части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3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Следите за дыханием и сознанием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pamyatka-tema4-ukusy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