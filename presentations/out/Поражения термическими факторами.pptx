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ПОРАЖЕНИЯ
ТЕРМИЧЕСКИМИ ФАКТОРАМИ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Виды поражений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Ожоги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Перегревание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Отморожение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Переохлаждение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ТЕРМИЧЕСКИЕ ПОРАЖЕНИЯ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5375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000" y="17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Местные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300000"/>
            <a:ext cx="5075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Ожог или отморожение отдельного участка тела.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5000" y="1450000"/>
            <a:ext cx="5375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5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5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5000" y="17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Общие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5000" y="2300000"/>
            <a:ext cx="5075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Перегревание или общее переохлаждение организма.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ГЛУБИНА И ПЛОЩАДЬ ОЖОГА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 глубине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 площади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поверхностный: покраснение, боль, пузыри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глубокий: повреждение всей толщины кожи и глубже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глубину окончательно оценивает специалист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ладонь пострадавшего — примерно 1%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правило девяток — оценка крупных областей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опасны поверхностные ожоги более 15%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опасны глубокие ожоги более 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ПЕРВАЯ ПОМОЩЬ ПРИ ОЖОГЕ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50000"/>
            <a:ext cx="550000" cy="55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0000" y="145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145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Прекратите действие повреждающего фактора.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2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2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232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000" y="232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Охлаждайте место прохладной проточной водой не менее 20 минут.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19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19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0000" y="319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000" y="319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Снимите украшения и свободную одежду до развития отека.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6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6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0000" y="406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0000" y="406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Наложите свободную стерильную повязку.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3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3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0000" y="493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0000" y="493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помощь при опасной площади, глубине или локализации.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 ДЫХАТЕЛЬНЫХ ПУТЕЙ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Возможен после дыма, пара или горячего воздуха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Признаки: осиплость, кашель, копоть у рта и носа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Отек дыхательных путей может быстро нарастать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Обеспечьте свежий воздух и покой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Немедленно вызовите скорую медицинскую помощь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ПЕРЕГРЕВАНИЕ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Переместите пострадавшего в прохладное место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Ослабьте или снимите лишнюю одежду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Охлаждайте голову, шею и тело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ясном сознании давайте прохладное питье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Контролируйте сознание и дыхание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потере сознания и сохраненном дыхании уложите на бок.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ХОЛОДОВЫЕ ПОРАЖЕНИЯ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Отморожение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Переохлаждение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перенесите в теплое место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наложите сухую теплоизолирующую повязку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обездвижьте поврежденный участок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растирайте и не отогревайте у огня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замените мокрую одежду сухой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укройте и согревайте постепенно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дайте теплое питье при ясном сознании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без сознания, но при дыхании — устойчивое боковое положение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50000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Прекратите действие температуры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3333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3333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83333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 охлаждайте не менее 20 минут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6666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6666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416666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Ладонь пострадавшего — около 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9999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9999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49999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Отморожение не растирайте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83332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83332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83332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Согревайте постепенно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000" y="6116665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000" y="6116665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000" y="6216665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 сознания, но дышит — на бок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pic>
        <p:nvPicPr>
          <p:cNvPr id="8" name="Picture 7" descr="pamyatka-tema4-termicheski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