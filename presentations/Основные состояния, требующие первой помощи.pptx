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ОСНОВНЫЕ СОСТОЯНИЯ,
ТРЕБУЮЩИЕ ПЕРВОЙ ПОМОЩИ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Общий порядок действий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Травмы и поражения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Отравления и укусы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Судороги и лекарства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Поддержка и наблюдение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ЕДИНЫЙ ПОРЯДОК ПЕРВОЙ ПОМОЩИ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0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4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4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Оцените обстановку, определите опасности и обеспечьте безопасность.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1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1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1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1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Проверьте сознание; восстановите проходимость дыхательных путей.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28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28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28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28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Оцените нормальное дыхание и при его отсутствии начните реанимацию.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35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35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35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35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Найдите и остановите массивное наружное кровотечение.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2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2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2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2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Вызовите скорую медицинскую помощь самостоятельно или через помощника.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49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49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00000" y="49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000" y="49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Проведите подробный осмотр, окажите помощь и контролируйте состояние.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0000" y="5800000"/>
            <a:ext cx="11000000" cy="9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000" y="6000000"/>
            <a:ext cx="10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Новая угроза жизни всегда важнее продолжения подробного осмотра.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КАКИЕ СОСТОЯНИЯ МОЖНО ОБНАРУЖИТЬ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0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0000" y="155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155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0000" y="158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00" y="210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Повреждения головы, шеи, груди, живота, таза, позвоночника и конечностей.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40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0000" y="155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0000" y="155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0000" y="158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Поражения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0000" y="210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Ожоги, перегревание, отморожение, переохлаждение, действие химических веществ и тока.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000" y="398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0000" y="413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000" y="413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0000" y="416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Отравления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000" y="468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Поступление яда через рот, дыхательные пути, кожу, при укусе или введении.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0000" y="398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20000" y="413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0000" y="413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0000" y="416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Прочие состояния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0000" y="468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Судорожный приступ, острая реакция на стресс и необходимость помочь с лекарством.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ТРАВМЫ ГОЛОВЫ, ШЕИ И ПОЗВОНОЧНИКА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Что делает помощник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Чего избегает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останавливает наружное кровотечение и закрывает раны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контролирует сознание и дыхание при признаках травмы головы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давит на поврежденный глаз и закрывает повязкой оба глаза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удерживает голову при подозрении на травму шеи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извлекает инородные тела и костные отломки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поворачивает и не запрокидывает голову без необходимости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сгибает и не скручивает позвоночник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перемещает пострадавшего, если место безопасно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ТРАВМЫ ГРУДИ, ЖИВОТА И ТАЗА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Грудь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Живот и таз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открытую рану закрывает герметизирующей повязкой с фиксацией по трем сторонам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травме ребер помогает занять полусидячее положение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следит за нарастанием одышки и изменением цвета кожи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обеспечивает покой и не дает пищу или питье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вправляет выпавшие органы и не давит на них повязкой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травме таза укладывает на спину с согнутыми и разведенными ногами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ТРАВМЫ КОНЕЧНОСТЕЙ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Сначала остановите сильное кровотечение и наложите повязку на рану.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Снимите украшения с поврежденной конечности до развития отека.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исправляйте деформацию и не сопоставляйте костные отломки.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Обездвижьте поврежденную часть в найденном положении.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отсутствии шины фиксируйте руку к туловищу, ногу — к здоровой ноге.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После фиксации проверяйте цвет, тепло и чувствительность пальцев.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ТЕРМИЧЕСКИЕ ПОРАЖЕНИЯ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Тепло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Холод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ожоге прекратите действие тепла и охлаждайте участок водой не менее 20 минут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перегревании перенесите человека в прохладу, снимите лишнюю одежду и охлаждайте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ясном сознании предлагайте пить небольшими порциями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отморожении наложите сухую теплоизолирующую повязку и обездвижьте участок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переохлаждении замените мокрую одежду, укройте и согревайте постепенно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растирайте отмороженную кожу и не согревайте ее у огня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ХИМИЧЕСКОЕ ПОРАЖЕНИЕ И ЭЛЕКТРОТРАВМА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Химическое вещество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Электрический ток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защитите себя и удалите загрязненную одежду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промывайте пораженную кожу водой не менее 20 минут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проглатывании едкого вещества не вызывайте рвоту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сохраните упаковку или название вещества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касайтесь пострадавшего до надежного отключения источника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 высоковольтным проводам не приближайтесь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после отключения сразу оцените сознание и дыхание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будьте готовы начать сердечно-легочную реанимацию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ОТРАВЛЕНИЕ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Прекратите поступление яда, не подвергая опасности себя.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Выясните вещество, путь поступления, примерное количество и время.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Оцените сознание и дыхание, вызовите скорую медицинскую помощь.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вдыхании выведите на свежий воздух только из безопасной зоны.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попадании на кожу снимите загрязненную одежду и тщательно промойте кожу.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вызывайте рвоту у человека без сознания или при химическом ожоге пищевода.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Сохраните упаковку, этикетку или фотографию вещества для специалистов.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УКУСЫ И УЖАЛИВАНИЯ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Убедитесь, что животное или насекомое больше не представляет угрозы.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Действуйте по общим принципам помощи при отравлении.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Обеспечьте покой и ограничьте движение поврежденной части.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Приложите холод через ткань; заранее снимите кольца и браслеты.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разрезайте рану, не прижигайте ее и не пытайтесь высасывать яд.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Следите за нарастающим отеком, сыпью, осиплостью и затруднением дыхания.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СУДОРОГИ И ПОМОЩЬ С ЛЕКАРСТВОМ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Судорожный приступ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Лекарство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освободите пространство и защитите голову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удерживайте человека и ничего не кладите ему в рот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после приступа проверьте дыхание и травмы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нормальном дыхании уложите на бок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помогайте только с препаратом самого пострадавшего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убедитесь, что препарат назначен врачом для медицинской цели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выбирайте препарат и не меняйте дозу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ничего не давайте через рот человеку без сознания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НАБЛЮДЕНИЕ И ПСИХОЛОГИЧЕСКАЯ ПОДДЕРЖКА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Придайте положение, соответствующее травме и облегчающее дыхание.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Регулярно проверяйте сознание, дыхание, цвет кожи и жалобы.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Следите за повязками, кровотечением и состоянием обездвиженных конечностей.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Говорите спокойно, представьтесь и объясняйте каждое действие.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обесценивайте страх, не спорьте и не давайте ложных обещаний.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Оставайтесь рядом до передачи пострадавшего специалистам.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3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Сначала устраните опасность для себя и пострадавшего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38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38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46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Оцените сознание, дыхание и сильное кровотечение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1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1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39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Вызовите скорую помощь и следуйте указаниям диспетчера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24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24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32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Помогайте по найденным состояниям в порядке срочности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17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17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25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Наблюдайте и поддерживайте до передачи специалистам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15</a:t>
            </a:r>
          </a:p>
        </p:txBody>
      </p:sp>
      <p:pic>
        <p:nvPicPr>
          <p:cNvPr id="8" name="Picture 7" descr="pamyatka-tema4-osnovnye-sostoyaniya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