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ОСТАНОВКА КРОВОТЕЧЕНИЯ ПРИ РАНЕНИЯХ
РАЗЛИЧНЫХ ОБЛАСТЕЙ ТЕЛА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2 · Оказание первой помощи при наружных кровотечениях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Карта зон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Голова и нос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Шея, грудь, живот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Конечности, смежные зоны, сводка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ЗОНЫ, КОТОРЫЕ РАЗБИРАЕМ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500000"/>
            <a:ext cx="34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000" y="175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7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0000" y="1800000"/>
            <a:ext cx="23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Голова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500000"/>
            <a:ext cx="30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Давление, повязка, осторожность при черепе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0000" y="1500000"/>
            <a:ext cx="34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0000" y="175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0000" y="17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0000" y="1800000"/>
            <a:ext cx="23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Шея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000" y="2500000"/>
            <a:ext cx="30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Давление + повязка через противоположную подмышку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0000" y="1500000"/>
            <a:ext cx="34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50000" y="175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0000" y="17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0000" y="1800000"/>
            <a:ext cx="23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Грудь и спина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0000" y="2500000"/>
            <a:ext cx="30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Только поверхностные сосуды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000" y="4200000"/>
            <a:ext cx="34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000" y="445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000" y="4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0000" y="4500000"/>
            <a:ext cx="23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Живот и таз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00" y="5200000"/>
            <a:ext cx="30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Не давить на выпавшие органы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00000" y="4200000"/>
            <a:ext cx="34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50000" y="445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0000" y="4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0000" y="4500000"/>
            <a:ext cx="23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Конечности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000" y="5200000"/>
            <a:ext cx="30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Все способы; при отрыве — жгут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0000" y="4200000"/>
            <a:ext cx="34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50000" y="445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0000" y="4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0000" y="4500000"/>
            <a:ext cx="235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Смежные зоны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0000" y="5200000"/>
            <a:ext cx="30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Предпочтительно прямое давление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РАНЕНИЕ ГОЛОВЫ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pic>
        <p:nvPicPr>
          <p:cNvPr id="8" name="Picture 7" descr="head_band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12" y="1500000"/>
            <a:ext cx="4341176" cy="4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0000" y="1550000"/>
            <a:ext cx="64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Ранения головы (особенно волосистой части) часто дают сильное кровотечение.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Кровотечение из скальпа часто не останавливается само — действовать быстро.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Обычный порядок: прямое давление на рану, при необходимости — повязка.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Инородный предмет в ране — зафиксировать валиками, не извлекать.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0000" y="5000000"/>
            <a:ext cx="6400000" cy="14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0000" y="5200000"/>
            <a:ext cx="59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возможном повреждении костей черепа — не давить на рану и не усиливать давление тампоном: только циркулярная давящая повязка.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НОСОВОЕ КРОВОТЕЧЕНИЕ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550000"/>
            <a:ext cx="110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550000"/>
            <a:ext cx="90000" cy="14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75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 сознании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000" y="2200000"/>
            <a:ext cx="104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Усадить со слегка наклонённой вперёд головой. Зажать крылья носа на 15–20 минут. Холод на переносицу.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0000" y="3150000"/>
            <a:ext cx="110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0000" y="3150000"/>
            <a:ext cx="90000" cy="14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00" y="335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 сознания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00" y="3800000"/>
            <a:ext cx="104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Устойчивое боковое положение, контроль дыхательных путей, вызвать скорую медицинскую помощь.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000" y="4750000"/>
            <a:ext cx="110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0000" y="4750000"/>
            <a:ext cx="90000" cy="14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000" y="495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Если не остановилось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000" y="5400000"/>
            <a:ext cx="104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Вызвать СМП; до приезда продолжать те же мероприятия. Самостоятельное вправление переломов носа недопустимо.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РАНЕНИЕ ШЕИ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pic>
        <p:nvPicPr>
          <p:cNvPr id="8" name="Picture 7" descr="neck_pressur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561263"/>
            <a:ext cx="4200000" cy="4677473"/>
          </a:xfrm>
          <a:prstGeom prst="rect">
            <a:avLst/>
          </a:prstGeom>
        </p:spPr>
      </p:pic>
      <p:pic>
        <p:nvPicPr>
          <p:cNvPr id="9" name="Picture 8" descr="neck_bandage_axill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211" y="1500000"/>
            <a:ext cx="2231578" cy="4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00000" y="1550000"/>
            <a:ext cx="4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Повреждение крупных сосудов шеи (в т.ч. сонных артерий) — угроза жизни.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Сразу после обнаружения — остановка крови.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Быстрый способ: прямое давление на рану.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Затем давящая повязка через противоположную подмышку.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Можно использовать жгут достаточного размера как материал повязки.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ГРУДЬ И СПИНА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pic>
        <p:nvPicPr>
          <p:cNvPr id="8" name="Picture 7" descr="multi_pressur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00" y="1500000"/>
            <a:ext cx="4800000" cy="4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000" y="1600000"/>
            <a:ext cx="58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 грудной полости — сердце, лёгкие, крупные сосуды.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Кровотечение из внутренних крупных сосудов на этапе первой помощи остановить нельзя — нужна хирургия.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Поверхностные сосуды: прямое давление на рану или давящая повязка.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000" y="5100000"/>
            <a:ext cx="5800000" cy="13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0000" y="5300000"/>
            <a:ext cx="53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Задача первой помощи при груди — поверхностное кровотечение и быстрый вызов медпомощи при тяжёлой травме.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ЖИВОТ И ТАЗ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50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500000"/>
            <a:ext cx="90000" cy="110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65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Закрытая травма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000" y="205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Может оставаться незамеченной, пока внутреннее кровотечение не вызовет резкого ухудшения состояния.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0000" y="275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0000" y="2750000"/>
            <a:ext cx="90000" cy="110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00" y="290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Открытая травма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00" y="330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Может сопровождаться выпадением внутренних органов и кровотечением.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000" y="400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0000" y="4000000"/>
            <a:ext cx="90000" cy="110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000" y="415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Остановка крови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000" y="455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Прямое давление на рану и/или наложение давящей повязки.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25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250000"/>
            <a:ext cx="90000" cy="11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40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Важно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000" y="580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При выпадении внутренних органов накладывать на них давящую повязку не рекомендуется.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РАНЕНИЯ КОНЕЧНОСТЕЙ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Применяются все способы: давление → повязка → жгут — по общей последовательности.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0000" y="2200000"/>
            <a:ext cx="11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200000"/>
            <a:ext cx="45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Вид / интенсивность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0" y="2200000"/>
            <a:ext cx="59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Артериальное, венозное, капиллярное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0000" y="3000000"/>
            <a:ext cx="11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3000000"/>
            <a:ext cx="45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Место ранения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0" y="3000000"/>
            <a:ext cx="59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Где расположена рана на конечности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0000" y="3800000"/>
            <a:ext cx="11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3800000"/>
            <a:ext cx="45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Срок прибытия СМП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000" y="3800000"/>
            <a:ext cx="59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Близко — достаточно простых способов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4600000"/>
            <a:ext cx="11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4600000"/>
            <a:ext cx="45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Оснащение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0000" y="4600000"/>
            <a:ext cx="59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Табельный жгут или подручные средства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000" y="5400000"/>
            <a:ext cx="11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" y="5400000"/>
            <a:ext cx="45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Состояние кровотечения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0000" y="5400000"/>
            <a:ext cx="59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Остановилось или продолжается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ОТРЫВ ЧАСТИ КОНЕЧНОСТИ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pic>
        <p:nvPicPr>
          <p:cNvPr id="8" name="Picture 7" descr="tournique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07" y="1500000"/>
            <a:ext cx="4136585" cy="4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600000"/>
            <a:ext cx="62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Одно из наиболее тяжёлых повреждений конечностей.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Сначала — остановить кровотечение.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Отрыв крупных частей (кисть или стопа и выше) — накладывать кровоостанавливающий жгут.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 остальных случаях допустимы прямое давление или давящая повязка.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300000"/>
            <a:ext cx="6200000" cy="12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500000"/>
            <a:ext cx="57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Выбор способа зависит от уровня ампутации и интенсивности кровотечения.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СМЕЖНЫЕ ЗОНЫ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Смежные зоны — места сочленения конечностей и шеи с туловищем (подмышки, пах, основание шеи).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0000" y="250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000" y="2500000"/>
            <a:ext cx="90000" cy="11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00" y="265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Почему опасно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305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Там проходят крупные сосуды — ранения часто дают сильное кровотечение.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000" y="375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0000" y="3750000"/>
            <a:ext cx="90000" cy="11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000" y="390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Почему сложно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000" y="430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Давящую повязку или жгут в этих местах трудно наложить и зафиксировать.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500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5000000"/>
            <a:ext cx="90000" cy="11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515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предпочесть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000" y="555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Для остановки кровотечения предпочтительно прямое давление на рану.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СВОДКА ПО ОБЛАСТЯМ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00000"/>
            <a:ext cx="2800000" cy="580000"/>
          </a:xfrm>
          <a:prstGeom prst="rect">
            <a:avLst/>
          </a:prstGeom>
          <a:solidFill>
            <a:srgbClr val="55555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00000" y="1400000"/>
            <a:ext cx="3500000" cy="580000"/>
          </a:xfrm>
          <a:prstGeom prst="rect">
            <a:avLst/>
          </a:prstGeom>
          <a:solidFill>
            <a:srgbClr val="55555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0000" y="1400000"/>
            <a:ext cx="5000000" cy="580000"/>
          </a:xfrm>
          <a:prstGeom prst="rect">
            <a:avLst/>
          </a:prstGeom>
          <a:solidFill>
            <a:srgbClr val="55555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000" y="1400000"/>
            <a:ext cx="2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Область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0000" y="1400000"/>
            <a:ext cx="32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Ключевой приём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000" y="1400000"/>
            <a:ext cx="47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Особая оговорка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1980000"/>
            <a:ext cx="28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1980000"/>
            <a:ext cx="35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00000" y="1980000"/>
            <a:ext cx="5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000" y="1980000"/>
            <a:ext cx="2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Голова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0000" y="1980000"/>
            <a:ext cx="32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/ повязка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000" y="1980000"/>
            <a:ext cx="47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риске перелома черепа — без усиленного давления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2560000"/>
            <a:ext cx="2800000" cy="5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0000" y="2560000"/>
            <a:ext cx="3500000" cy="5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00000" y="2560000"/>
            <a:ext cx="5000000" cy="5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000" y="2560000"/>
            <a:ext cx="2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Нос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0000" y="2560000"/>
            <a:ext cx="32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Зажим крыльев 15–20 мин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000" y="2560000"/>
            <a:ext cx="47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 сознания — боковое положение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0000" y="3140000"/>
            <a:ext cx="28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00000" y="3140000"/>
            <a:ext cx="35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00000" y="3140000"/>
            <a:ext cx="5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000" y="3140000"/>
            <a:ext cx="2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Шея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0000" y="3140000"/>
            <a:ext cx="32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→ повязка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000" y="3140000"/>
            <a:ext cx="47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Повязка через противоположную подмышку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0000" y="3720000"/>
            <a:ext cx="2800000" cy="5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00000" y="3720000"/>
            <a:ext cx="3500000" cy="5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00000" y="3720000"/>
            <a:ext cx="5000000" cy="5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000" y="3720000"/>
            <a:ext cx="2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Грудь / спина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0000" y="3720000"/>
            <a:ext cx="32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/ повязка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000" y="3720000"/>
            <a:ext cx="47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Внутренние крупные сосуды — только СМП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0000" y="4300000"/>
            <a:ext cx="28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00000" y="4300000"/>
            <a:ext cx="35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00000" y="4300000"/>
            <a:ext cx="5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000" y="4300000"/>
            <a:ext cx="2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Живот / таз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0000" y="4300000"/>
            <a:ext cx="32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/ повязка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0000" y="4300000"/>
            <a:ext cx="47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давить на выпавшие органы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0000" y="4880000"/>
            <a:ext cx="2800000" cy="5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00000" y="4880000"/>
            <a:ext cx="3500000" cy="5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00000" y="4880000"/>
            <a:ext cx="5000000" cy="5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000" y="4880000"/>
            <a:ext cx="2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Конечности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0000" y="4880000"/>
            <a:ext cx="32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Все способы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50000" y="4880000"/>
            <a:ext cx="47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Отрыв крупных частей — жгут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0000" y="5460000"/>
            <a:ext cx="28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00000" y="5460000"/>
            <a:ext cx="35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00000" y="5460000"/>
            <a:ext cx="5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000" y="5460000"/>
            <a:ext cx="2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Смежные зоны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0000" y="5460000"/>
            <a:ext cx="32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000" y="5460000"/>
            <a:ext cx="47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Повязка и жгут трудно зафиксировать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7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70000"/>
            <a:ext cx="104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Голова: быстро останавливать; при риске перелома черепа — без усиленного давления.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00000"/>
            <a:ext cx="1100000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00000"/>
            <a:ext cx="90000" cy="7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20000"/>
            <a:ext cx="104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Шея: давление, затем повязка через противоположную подмышку.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150000"/>
            <a:ext cx="1100000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150000"/>
            <a:ext cx="90000" cy="7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270000"/>
            <a:ext cx="104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Грудь: останавливаем только поверхностное кровотечение.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000000"/>
            <a:ext cx="1100000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000000"/>
            <a:ext cx="90000" cy="7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120000"/>
            <a:ext cx="104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Живот: не накладывать давящую повязку на выпавшие органы.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4850000"/>
            <a:ext cx="1100000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4850000"/>
            <a:ext cx="90000" cy="7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4970000"/>
            <a:ext cx="104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Конечности: полный набор способов; крупные отрывы — жгут.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000" y="5700000"/>
            <a:ext cx="11000000" cy="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000" y="5700000"/>
            <a:ext cx="90000" cy="7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000" y="5820000"/>
            <a:ext cx="104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Смежные зоны: предпочтительно прямое давление на рану.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