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2" r:id="rId4"/>
    <p:sldId id="263" r:id="rId5"/>
    <p:sldId id="264" r:id="rId6"/>
    <p:sldId id="265" r:id="rId7"/>
    <p:sldId id="266" r:id="rId8"/>
    <p:sldId id="261" r:id="rId9"/>
  </p:sldIdLst>
  <p:sldSz cx="243713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1828433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5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en Sans Light"/>
        <a:ea typeface="Open Sans Light"/>
        <a:cs typeface="Open Sans Light"/>
        <a:sym typeface="Open Sans Light"/>
      </a:defRPr>
    </a:lvl1pPr>
    <a:lvl2pPr marL="0" marR="0" indent="914216" algn="l" defTabSz="1828433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5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en Sans Light"/>
        <a:ea typeface="Open Sans Light"/>
        <a:cs typeface="Open Sans Light"/>
        <a:sym typeface="Open Sans Light"/>
      </a:defRPr>
    </a:lvl2pPr>
    <a:lvl3pPr marL="0" marR="0" indent="1828433" algn="l" defTabSz="1828433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5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en Sans Light"/>
        <a:ea typeface="Open Sans Light"/>
        <a:cs typeface="Open Sans Light"/>
        <a:sym typeface="Open Sans Light"/>
      </a:defRPr>
    </a:lvl3pPr>
    <a:lvl4pPr marL="0" marR="0" indent="2742651" algn="l" defTabSz="1828433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5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en Sans Light"/>
        <a:ea typeface="Open Sans Light"/>
        <a:cs typeface="Open Sans Light"/>
        <a:sym typeface="Open Sans Light"/>
      </a:defRPr>
    </a:lvl4pPr>
    <a:lvl5pPr marL="0" marR="0" indent="3656867" algn="l" defTabSz="1828433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5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en Sans Light"/>
        <a:ea typeface="Open Sans Light"/>
        <a:cs typeface="Open Sans Light"/>
        <a:sym typeface="Open Sans Light"/>
      </a:defRPr>
    </a:lvl5pPr>
    <a:lvl6pPr marL="0" marR="0" indent="4571086" algn="l" defTabSz="1828433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5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en Sans Light"/>
        <a:ea typeface="Open Sans Light"/>
        <a:cs typeface="Open Sans Light"/>
        <a:sym typeface="Open Sans Light"/>
      </a:defRPr>
    </a:lvl6pPr>
    <a:lvl7pPr marL="0" marR="0" indent="5485303" algn="l" defTabSz="1828433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5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en Sans Light"/>
        <a:ea typeface="Open Sans Light"/>
        <a:cs typeface="Open Sans Light"/>
        <a:sym typeface="Open Sans Light"/>
      </a:defRPr>
    </a:lvl7pPr>
    <a:lvl8pPr marL="0" marR="0" indent="6399519" algn="l" defTabSz="1828433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5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en Sans Light"/>
        <a:ea typeface="Open Sans Light"/>
        <a:cs typeface="Open Sans Light"/>
        <a:sym typeface="Open Sans Light"/>
      </a:defRPr>
    </a:lvl8pPr>
    <a:lvl9pPr marL="0" marR="0" indent="7313737" algn="l" defTabSz="1828433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5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Open Sans Light"/>
        <a:ea typeface="Open Sans Light"/>
        <a:cs typeface="Open Sans Light"/>
        <a:sym typeface="Open Sans Light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F0C4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2F2F2"/>
          </a:solidFill>
        </a:fill>
      </a:tcStyle>
    </a:wholeTbl>
    <a:band2H>
      <a:tcTxStyle/>
      <a:tcStyle>
        <a:tcBdr/>
        <a:fill>
          <a:solidFill>
            <a:srgbClr val="F9F9F9"/>
          </a:solidFill>
        </a:fill>
      </a:tcStyle>
    </a:band2H>
    <a:firstCol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DDDDD"/>
          </a:solidFill>
        </a:fill>
      </a:tcStyle>
    </a:firstCol>
    <a:lastRow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DDDDD"/>
          </a:solidFill>
        </a:fill>
      </a:tcStyle>
    </a:lastRow>
    <a:firstRow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DDDDD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CDCDC"/>
          </a:solidFill>
        </a:fill>
      </a:tcStyle>
    </a:wholeTbl>
    <a:band2H>
      <a:tcTxStyle/>
      <a:tcStyle>
        <a:tcBdr/>
        <a:fill>
          <a:solidFill>
            <a:srgbClr val="EEEEEE"/>
          </a:solidFill>
        </a:fill>
      </a:tcStyle>
    </a:band2H>
    <a:firstCol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CFCF"/>
          </a:solidFill>
        </a:fill>
      </a:tcStyle>
    </a:wholeTbl>
    <a:band2H>
      <a:tcTxStyle/>
      <a:tcStyle>
        <a:tcBdr/>
        <a:fill>
          <a:solidFill>
            <a:srgbClr val="E8E8E8"/>
          </a:solidFill>
        </a:fill>
      </a:tcStyle>
    </a:band2H>
    <a:firstCol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DDDDDD"/>
          </a:solidFill>
        </a:fill>
      </a:tcStyle>
    </a:firstCol>
    <a:lastRow>
      <a:tcTxStyle b="on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DDDDDD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>
              <a:lumOff val="9410"/>
            </a:schemeClr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Open Sans Light"/>
          <a:ea typeface="Open Sans Light"/>
          <a:cs typeface="Open Sans Light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Open Sans Light"/>
          <a:ea typeface="Open Sans Light"/>
          <a:cs typeface="Open Sans Light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76163" autoAdjust="0"/>
  </p:normalViewPr>
  <p:slideViewPr>
    <p:cSldViewPr snapToGrid="0">
      <p:cViewPr varScale="1">
        <p:scale>
          <a:sx n="50" d="100"/>
          <a:sy n="50" d="100"/>
        </p:scale>
        <p:origin x="78" y="324"/>
      </p:cViewPr>
      <p:guideLst>
        <p:guide orient="horz" pos="4320"/>
        <p:guide pos="767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4AF113-E272-40FD-818E-C705D345122E}" type="doc">
      <dgm:prSet loTypeId="urn:microsoft.com/office/officeart/2005/8/layout/default" loCatId="list" qsTypeId="urn:microsoft.com/office/officeart/2005/8/quickstyle/simple1" qsCatId="simple" csTypeId="urn:microsoft.com/office/officeart/2005/8/colors/accent0_1" csCatId="mainScheme"/>
      <dgm:spPr/>
      <dgm:t>
        <a:bodyPr/>
        <a:lstStyle/>
        <a:p>
          <a:endParaRPr lang="ru-RU"/>
        </a:p>
      </dgm:t>
    </dgm:pt>
    <dgm:pt modelId="{182656CB-9178-4839-8060-BDA5C137C299}">
      <dgm:prSet custT="1"/>
      <dgm:spPr/>
      <dgm:t>
        <a:bodyPr/>
        <a:lstStyle/>
        <a:p>
          <a:r>
            <a:rPr lang="ru-RU" sz="3200" b="0" i="0" baseline="0" dirty="0">
              <a:latin typeface="Open Sans" pitchFamily="2" charset="0"/>
              <a:ea typeface="Open Sans" pitchFamily="2" charset="0"/>
              <a:cs typeface="Open Sans" pitchFamily="2" charset="0"/>
            </a:rPr>
            <a:t>Формирование психологической готовности к оказанию первой  помощи в реальных (природных, техногенных и социальных)  условиях.</a:t>
          </a:r>
          <a:endParaRPr lang="ru-RU" sz="3200" dirty="0">
            <a:latin typeface="Open Sans" pitchFamily="2" charset="0"/>
            <a:ea typeface="Open Sans" pitchFamily="2" charset="0"/>
            <a:cs typeface="Open Sans" pitchFamily="2" charset="0"/>
          </a:endParaRPr>
        </a:p>
      </dgm:t>
    </dgm:pt>
    <dgm:pt modelId="{7170662A-8690-4782-BDBF-CA1246664B8B}" type="parTrans" cxnId="{1703E279-05AA-4DC0-B83E-23B5C6DB0CFD}">
      <dgm:prSet/>
      <dgm:spPr/>
      <dgm:t>
        <a:bodyPr/>
        <a:lstStyle/>
        <a:p>
          <a:endParaRPr lang="ru-RU"/>
        </a:p>
      </dgm:t>
    </dgm:pt>
    <dgm:pt modelId="{3E5EFE41-3B3C-4B5E-AD43-5C2E94B0FBCF}" type="sibTrans" cxnId="{1703E279-05AA-4DC0-B83E-23B5C6DB0CFD}">
      <dgm:prSet/>
      <dgm:spPr/>
      <dgm:t>
        <a:bodyPr/>
        <a:lstStyle/>
        <a:p>
          <a:endParaRPr lang="ru-RU"/>
        </a:p>
      </dgm:t>
    </dgm:pt>
    <dgm:pt modelId="{71DD936B-2AAE-434F-8276-6C70F6488299}">
      <dgm:prSet custT="1"/>
      <dgm:spPr/>
      <dgm:t>
        <a:bodyPr/>
        <a:lstStyle/>
        <a:p>
          <a:r>
            <a:rPr lang="ru-RU" sz="3200" b="0" i="0" baseline="0">
              <a:latin typeface="Open Sans" pitchFamily="2" charset="0"/>
              <a:ea typeface="Open Sans" pitchFamily="2" charset="0"/>
              <a:cs typeface="Open Sans" pitchFamily="2" charset="0"/>
            </a:rPr>
            <a:t>Формирование устойчивых навыков применения приемов оказания  первой помощи.</a:t>
          </a:r>
          <a:endParaRPr lang="ru-RU" sz="3200">
            <a:latin typeface="Open Sans" pitchFamily="2" charset="0"/>
            <a:ea typeface="Open Sans" pitchFamily="2" charset="0"/>
            <a:cs typeface="Open Sans" pitchFamily="2" charset="0"/>
          </a:endParaRPr>
        </a:p>
      </dgm:t>
    </dgm:pt>
    <dgm:pt modelId="{A4247E36-DA1A-445E-B93D-50CCF3238CE7}" type="parTrans" cxnId="{BE1535BB-15C9-4E4F-82A4-3C8B89415904}">
      <dgm:prSet/>
      <dgm:spPr/>
      <dgm:t>
        <a:bodyPr/>
        <a:lstStyle/>
        <a:p>
          <a:endParaRPr lang="ru-RU"/>
        </a:p>
      </dgm:t>
    </dgm:pt>
    <dgm:pt modelId="{DA0126AA-4B4A-4A21-8AEC-E598F78C6CA9}" type="sibTrans" cxnId="{BE1535BB-15C9-4E4F-82A4-3C8B89415904}">
      <dgm:prSet/>
      <dgm:spPr/>
      <dgm:t>
        <a:bodyPr/>
        <a:lstStyle/>
        <a:p>
          <a:endParaRPr lang="ru-RU"/>
        </a:p>
      </dgm:t>
    </dgm:pt>
    <dgm:pt modelId="{6D73FEE0-76BB-48FA-8751-ADE899C799BC}" type="pres">
      <dgm:prSet presAssocID="{C34AF113-E272-40FD-818E-C705D345122E}" presName="diagram" presStyleCnt="0">
        <dgm:presLayoutVars>
          <dgm:dir/>
          <dgm:resizeHandles val="exact"/>
        </dgm:presLayoutVars>
      </dgm:prSet>
      <dgm:spPr/>
    </dgm:pt>
    <dgm:pt modelId="{857BCF1B-B0C2-42D6-BD29-E1FBDE3DC027}" type="pres">
      <dgm:prSet presAssocID="{182656CB-9178-4839-8060-BDA5C137C299}" presName="node" presStyleLbl="node1" presStyleIdx="0" presStyleCnt="2">
        <dgm:presLayoutVars>
          <dgm:bulletEnabled val="1"/>
        </dgm:presLayoutVars>
      </dgm:prSet>
      <dgm:spPr/>
    </dgm:pt>
    <dgm:pt modelId="{8F7A6D4C-D2A3-4875-959B-415D969DFE26}" type="pres">
      <dgm:prSet presAssocID="{3E5EFE41-3B3C-4B5E-AD43-5C2E94B0FBCF}" presName="sibTrans" presStyleCnt="0"/>
      <dgm:spPr/>
    </dgm:pt>
    <dgm:pt modelId="{0CC8EE50-D6E6-4EE6-BECD-233802E2EC77}" type="pres">
      <dgm:prSet presAssocID="{71DD936B-2AAE-434F-8276-6C70F6488299}" presName="node" presStyleLbl="node1" presStyleIdx="1" presStyleCnt="2">
        <dgm:presLayoutVars>
          <dgm:bulletEnabled val="1"/>
        </dgm:presLayoutVars>
      </dgm:prSet>
      <dgm:spPr/>
    </dgm:pt>
  </dgm:ptLst>
  <dgm:cxnLst>
    <dgm:cxn modelId="{2AA60432-86D0-4AD4-812E-29AE434E575C}" type="presOf" srcId="{182656CB-9178-4839-8060-BDA5C137C299}" destId="{857BCF1B-B0C2-42D6-BD29-E1FBDE3DC027}" srcOrd="0" destOrd="0" presId="urn:microsoft.com/office/officeart/2005/8/layout/default"/>
    <dgm:cxn modelId="{CB798B75-DF5A-41C2-888C-A4518191F7E1}" type="presOf" srcId="{71DD936B-2AAE-434F-8276-6C70F6488299}" destId="{0CC8EE50-D6E6-4EE6-BECD-233802E2EC77}" srcOrd="0" destOrd="0" presId="urn:microsoft.com/office/officeart/2005/8/layout/default"/>
    <dgm:cxn modelId="{1703E279-05AA-4DC0-B83E-23B5C6DB0CFD}" srcId="{C34AF113-E272-40FD-818E-C705D345122E}" destId="{182656CB-9178-4839-8060-BDA5C137C299}" srcOrd="0" destOrd="0" parTransId="{7170662A-8690-4782-BDBF-CA1246664B8B}" sibTransId="{3E5EFE41-3B3C-4B5E-AD43-5C2E94B0FBCF}"/>
    <dgm:cxn modelId="{F4875297-9C73-4302-9DC0-C5EED22E7EA1}" type="presOf" srcId="{C34AF113-E272-40FD-818E-C705D345122E}" destId="{6D73FEE0-76BB-48FA-8751-ADE899C799BC}" srcOrd="0" destOrd="0" presId="urn:microsoft.com/office/officeart/2005/8/layout/default"/>
    <dgm:cxn modelId="{BE1535BB-15C9-4E4F-82A4-3C8B89415904}" srcId="{C34AF113-E272-40FD-818E-C705D345122E}" destId="{71DD936B-2AAE-434F-8276-6C70F6488299}" srcOrd="1" destOrd="0" parTransId="{A4247E36-DA1A-445E-B93D-50CCF3238CE7}" sibTransId="{DA0126AA-4B4A-4A21-8AEC-E598F78C6CA9}"/>
    <dgm:cxn modelId="{C8E5FAF1-C7AA-460B-AE2F-6F56EA4E6914}" type="presParOf" srcId="{6D73FEE0-76BB-48FA-8751-ADE899C799BC}" destId="{857BCF1B-B0C2-42D6-BD29-E1FBDE3DC027}" srcOrd="0" destOrd="0" presId="urn:microsoft.com/office/officeart/2005/8/layout/default"/>
    <dgm:cxn modelId="{5606AA65-4295-4CBA-BDCD-F796DAFE0A59}" type="presParOf" srcId="{6D73FEE0-76BB-48FA-8751-ADE899C799BC}" destId="{8F7A6D4C-D2A3-4875-959B-415D969DFE26}" srcOrd="1" destOrd="0" presId="urn:microsoft.com/office/officeart/2005/8/layout/default"/>
    <dgm:cxn modelId="{2954A1FA-FDD8-4C2F-BA35-46ADFC02EE05}" type="presParOf" srcId="{6D73FEE0-76BB-48FA-8751-ADE899C799BC}" destId="{0CC8EE50-D6E6-4EE6-BECD-233802E2EC77}" srcOrd="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AD2D479-7BD0-4483-A26A-B41151DABF8F}" type="doc">
      <dgm:prSet loTypeId="urn:microsoft.com/office/officeart/2005/8/layout/default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ru-RU"/>
        </a:p>
      </dgm:t>
    </dgm:pt>
    <dgm:pt modelId="{B89F2F48-1453-4477-BAA2-CEFA6984480B}">
      <dgm:prSet/>
      <dgm:spPr/>
      <dgm:t>
        <a:bodyPr/>
        <a:lstStyle/>
        <a:p>
          <a:r>
            <a:rPr lang="ru-RU" b="0" i="0" baseline="0"/>
            <a:t>ДИСТАНЦИОННОЕ ОБУЧЕНИЕ </a:t>
          </a:r>
          <a:endParaRPr lang="ru-RU"/>
        </a:p>
      </dgm:t>
    </dgm:pt>
    <dgm:pt modelId="{B7F24A1B-2123-4E0E-B95F-BA0F26D81D2C}" type="parTrans" cxnId="{6BBFB2B7-2ABD-4BB5-BA50-3C51A0C798E2}">
      <dgm:prSet/>
      <dgm:spPr/>
      <dgm:t>
        <a:bodyPr/>
        <a:lstStyle/>
        <a:p>
          <a:endParaRPr lang="ru-RU"/>
        </a:p>
      </dgm:t>
    </dgm:pt>
    <dgm:pt modelId="{C1A99F2A-263D-43B2-9ED0-1AAA4A89548D}" type="sibTrans" cxnId="{6BBFB2B7-2ABD-4BB5-BA50-3C51A0C798E2}">
      <dgm:prSet/>
      <dgm:spPr/>
      <dgm:t>
        <a:bodyPr/>
        <a:lstStyle/>
        <a:p>
          <a:endParaRPr lang="ru-RU"/>
        </a:p>
      </dgm:t>
    </dgm:pt>
    <dgm:pt modelId="{6D4B12A8-0521-4422-B9B6-822E80903040}">
      <dgm:prSet/>
      <dgm:spPr/>
      <dgm:t>
        <a:bodyPr/>
        <a:lstStyle/>
        <a:p>
          <a:r>
            <a:rPr lang="ru-RU" b="0" i="0" baseline="0" dirty="0"/>
            <a:t>Плюсы – доступность, возможность использования  мультимедийных технологий. Минусы – нет отработки навыка действий, требуется  высокий уровень мотивации)</a:t>
          </a:r>
          <a:endParaRPr lang="ru-RU" dirty="0"/>
        </a:p>
      </dgm:t>
    </dgm:pt>
    <dgm:pt modelId="{8A65EF4E-9399-48E6-ABF4-6F87E9E1BC64}" type="parTrans" cxnId="{612D1746-AACF-429C-B1D7-9950E139C169}">
      <dgm:prSet/>
      <dgm:spPr/>
      <dgm:t>
        <a:bodyPr/>
        <a:lstStyle/>
        <a:p>
          <a:endParaRPr lang="ru-RU"/>
        </a:p>
      </dgm:t>
    </dgm:pt>
    <dgm:pt modelId="{A3634AE9-4A36-4E01-8627-0FBAC3483CB8}" type="sibTrans" cxnId="{612D1746-AACF-429C-B1D7-9950E139C169}">
      <dgm:prSet/>
      <dgm:spPr/>
      <dgm:t>
        <a:bodyPr/>
        <a:lstStyle/>
        <a:p>
          <a:endParaRPr lang="ru-RU"/>
        </a:p>
      </dgm:t>
    </dgm:pt>
    <dgm:pt modelId="{F0C66EB8-D3CD-4B1C-8F92-6137070584B7}">
      <dgm:prSet/>
      <dgm:spPr/>
      <dgm:t>
        <a:bodyPr/>
        <a:lstStyle/>
        <a:p>
          <a:r>
            <a:rPr lang="ru-RU" b="0" i="0" baseline="0" dirty="0"/>
            <a:t>ТРЕНИНГ</a:t>
          </a:r>
          <a:endParaRPr lang="ru-RU" dirty="0"/>
        </a:p>
      </dgm:t>
    </dgm:pt>
    <dgm:pt modelId="{F78EF443-AA84-4B07-A979-A8AB759CCFCE}" type="parTrans" cxnId="{369F81A1-123A-4557-A670-F06F7A6407CD}">
      <dgm:prSet/>
      <dgm:spPr/>
      <dgm:t>
        <a:bodyPr/>
        <a:lstStyle/>
        <a:p>
          <a:endParaRPr lang="ru-RU"/>
        </a:p>
      </dgm:t>
    </dgm:pt>
    <dgm:pt modelId="{3799529A-9916-4E7B-8EC5-FEDE0C31141D}" type="sibTrans" cxnId="{369F81A1-123A-4557-A670-F06F7A6407CD}">
      <dgm:prSet/>
      <dgm:spPr/>
      <dgm:t>
        <a:bodyPr/>
        <a:lstStyle/>
        <a:p>
          <a:endParaRPr lang="ru-RU"/>
        </a:p>
      </dgm:t>
    </dgm:pt>
    <dgm:pt modelId="{2ACD690D-EE83-4256-A7C7-9930AB739451}">
      <dgm:prSet/>
      <dgm:spPr/>
      <dgm:t>
        <a:bodyPr/>
        <a:lstStyle/>
        <a:p>
          <a:r>
            <a:rPr lang="ru-RU" b="0" i="0" baseline="0" dirty="0"/>
            <a:t>Служит для отработки навыков. Позволяет передать теоретические знания.</a:t>
          </a:r>
          <a:endParaRPr lang="ru-RU" dirty="0"/>
        </a:p>
      </dgm:t>
    </dgm:pt>
    <dgm:pt modelId="{2E0B99C0-FE9E-4E77-A802-9FAC740B7B4F}" type="parTrans" cxnId="{A66AB861-4F7C-41BE-9AE5-4F1D3F537152}">
      <dgm:prSet/>
      <dgm:spPr/>
      <dgm:t>
        <a:bodyPr/>
        <a:lstStyle/>
        <a:p>
          <a:endParaRPr lang="ru-RU"/>
        </a:p>
      </dgm:t>
    </dgm:pt>
    <dgm:pt modelId="{954EE632-CBAD-4ABB-A167-78D276EE3DBF}" type="sibTrans" cxnId="{A66AB861-4F7C-41BE-9AE5-4F1D3F537152}">
      <dgm:prSet/>
      <dgm:spPr/>
      <dgm:t>
        <a:bodyPr/>
        <a:lstStyle/>
        <a:p>
          <a:endParaRPr lang="ru-RU"/>
        </a:p>
      </dgm:t>
    </dgm:pt>
    <dgm:pt modelId="{D489CB9A-82DA-4964-84AD-35A08452FDC2}">
      <dgm:prSet/>
      <dgm:spPr/>
      <dgm:t>
        <a:bodyPr/>
        <a:lstStyle/>
        <a:p>
          <a:r>
            <a:rPr lang="ru-RU" b="0" i="0" baseline="0" dirty="0"/>
            <a:t>ИНТЕРАКТИВНЫЕ МЕТОДЫ (VR-ТЕХНОЛОГИИ)</a:t>
          </a:r>
          <a:endParaRPr lang="ru-RU" dirty="0"/>
        </a:p>
      </dgm:t>
    </dgm:pt>
    <dgm:pt modelId="{AD782272-9723-404C-87E2-1567E202A964}" type="parTrans" cxnId="{EBA5A009-4291-4396-BD61-0C6EAE0CAA51}">
      <dgm:prSet/>
      <dgm:spPr/>
      <dgm:t>
        <a:bodyPr/>
        <a:lstStyle/>
        <a:p>
          <a:endParaRPr lang="ru-RU"/>
        </a:p>
      </dgm:t>
    </dgm:pt>
    <dgm:pt modelId="{7A7D37C1-7C58-4B9A-934B-344FC550D579}" type="sibTrans" cxnId="{EBA5A009-4291-4396-BD61-0C6EAE0CAA51}">
      <dgm:prSet/>
      <dgm:spPr/>
      <dgm:t>
        <a:bodyPr/>
        <a:lstStyle/>
        <a:p>
          <a:endParaRPr lang="ru-RU"/>
        </a:p>
      </dgm:t>
    </dgm:pt>
    <dgm:pt modelId="{E349FEE5-4304-459C-908C-1AD5E83D0CF5}">
      <dgm:prSet/>
      <dgm:spPr/>
      <dgm:t>
        <a:bodyPr/>
        <a:lstStyle/>
        <a:p>
          <a:r>
            <a:rPr lang="ru-RU" b="0" i="0" baseline="0" dirty="0"/>
            <a:t>Предполагает самостоятельную  работу. Сильно зависят от качества контента.</a:t>
          </a:r>
          <a:endParaRPr lang="ru-RU" dirty="0"/>
        </a:p>
      </dgm:t>
    </dgm:pt>
    <dgm:pt modelId="{14856440-E9E2-4322-A1D6-EF98B94BC708}" type="parTrans" cxnId="{C9B492D7-A0A1-4D13-B4A4-C5C38D3B5175}">
      <dgm:prSet/>
      <dgm:spPr/>
      <dgm:t>
        <a:bodyPr/>
        <a:lstStyle/>
        <a:p>
          <a:endParaRPr lang="ru-RU"/>
        </a:p>
      </dgm:t>
    </dgm:pt>
    <dgm:pt modelId="{B85D72BE-3195-4687-882D-94702DEF724A}" type="sibTrans" cxnId="{C9B492D7-A0A1-4D13-B4A4-C5C38D3B5175}">
      <dgm:prSet/>
      <dgm:spPr/>
      <dgm:t>
        <a:bodyPr/>
        <a:lstStyle/>
        <a:p>
          <a:endParaRPr lang="ru-RU"/>
        </a:p>
      </dgm:t>
    </dgm:pt>
    <dgm:pt modelId="{A60C99AB-7A60-4EA7-B79B-0556F3DC5D76}">
      <dgm:prSet/>
      <dgm:spPr/>
      <dgm:t>
        <a:bodyPr/>
        <a:lstStyle/>
        <a:p>
          <a:r>
            <a:rPr lang="ru-RU" b="0" i="0" baseline="0" dirty="0"/>
            <a:t>ГЕЙМИФИКАЦИЯ (ИГОРТЕХНИКА НАСТОЛЬНЫЕ КОМПЬЮТЕРНЫЕ ИГРЫ)</a:t>
          </a:r>
          <a:endParaRPr lang="ru-RU" dirty="0"/>
        </a:p>
      </dgm:t>
    </dgm:pt>
    <dgm:pt modelId="{A1CAFB2E-A888-484E-8110-EB3410C82C16}" type="parTrans" cxnId="{294287A6-68A6-44E7-B7EF-220D6640C61F}">
      <dgm:prSet/>
      <dgm:spPr/>
      <dgm:t>
        <a:bodyPr/>
        <a:lstStyle/>
        <a:p>
          <a:endParaRPr lang="ru-RU"/>
        </a:p>
      </dgm:t>
    </dgm:pt>
    <dgm:pt modelId="{39393AE1-78EC-4FF7-BF22-37F5FE6922F3}" type="sibTrans" cxnId="{294287A6-68A6-44E7-B7EF-220D6640C61F}">
      <dgm:prSet/>
      <dgm:spPr/>
      <dgm:t>
        <a:bodyPr/>
        <a:lstStyle/>
        <a:p>
          <a:endParaRPr lang="ru-RU"/>
        </a:p>
      </dgm:t>
    </dgm:pt>
    <dgm:pt modelId="{8AF018CB-DC10-4813-A803-76EBA21FD263}">
      <dgm:prSet/>
      <dgm:spPr/>
      <dgm:t>
        <a:bodyPr/>
        <a:lstStyle/>
        <a:p>
          <a:r>
            <a:rPr lang="ru-RU" b="0" i="0" baseline="0" dirty="0"/>
            <a:t>Ассоциируется с обучением детей.</a:t>
          </a:r>
          <a:endParaRPr lang="ru-RU" dirty="0"/>
        </a:p>
      </dgm:t>
    </dgm:pt>
    <dgm:pt modelId="{F348B4A3-2533-4D44-BFD5-4F51C5DE6FA0}" type="parTrans" cxnId="{1C5CE86E-EA4D-4B1F-93ED-7DDAFFDAB5AA}">
      <dgm:prSet/>
      <dgm:spPr/>
      <dgm:t>
        <a:bodyPr/>
        <a:lstStyle/>
        <a:p>
          <a:endParaRPr lang="ru-RU"/>
        </a:p>
      </dgm:t>
    </dgm:pt>
    <dgm:pt modelId="{42A460CE-2128-4D97-A5A5-F142BECE4752}" type="sibTrans" cxnId="{1C5CE86E-EA4D-4B1F-93ED-7DDAFFDAB5AA}">
      <dgm:prSet/>
      <dgm:spPr/>
      <dgm:t>
        <a:bodyPr/>
        <a:lstStyle/>
        <a:p>
          <a:endParaRPr lang="ru-RU"/>
        </a:p>
      </dgm:t>
    </dgm:pt>
    <dgm:pt modelId="{CFC1439A-0B2B-4767-94C8-4CC1E40D79E1}">
      <dgm:prSet/>
      <dgm:spPr/>
      <dgm:t>
        <a:bodyPr/>
        <a:lstStyle/>
        <a:p>
          <a:r>
            <a:rPr lang="ru-RU" b="0" i="0" baseline="0" dirty="0"/>
            <a:t>ДЕЛОВАЯ ИГРА</a:t>
          </a:r>
          <a:endParaRPr lang="ru-RU" dirty="0"/>
        </a:p>
      </dgm:t>
    </dgm:pt>
    <dgm:pt modelId="{0628112B-5787-4508-A3B5-80B27082E2B8}" type="parTrans" cxnId="{92428CE5-CF0A-4F75-BD51-765869D969A7}">
      <dgm:prSet/>
      <dgm:spPr/>
      <dgm:t>
        <a:bodyPr/>
        <a:lstStyle/>
        <a:p>
          <a:endParaRPr lang="ru-RU"/>
        </a:p>
      </dgm:t>
    </dgm:pt>
    <dgm:pt modelId="{FD2C4065-1B34-4560-AD31-EBD7B4A13CC3}" type="sibTrans" cxnId="{92428CE5-CF0A-4F75-BD51-765869D969A7}">
      <dgm:prSet/>
      <dgm:spPr/>
      <dgm:t>
        <a:bodyPr/>
        <a:lstStyle/>
        <a:p>
          <a:endParaRPr lang="ru-RU"/>
        </a:p>
      </dgm:t>
    </dgm:pt>
    <dgm:pt modelId="{D149A357-CF15-488B-82A2-F3B31BDAA989}">
      <dgm:prSet/>
      <dgm:spPr/>
      <dgm:t>
        <a:bodyPr/>
        <a:lstStyle/>
        <a:p>
          <a:r>
            <a:rPr lang="ru-RU" b="0" i="0" baseline="0" dirty="0"/>
            <a:t>Имитация принятия решений. Служит для развития творческого подхода и воображения. </a:t>
          </a:r>
          <a:endParaRPr lang="ru-RU" dirty="0"/>
        </a:p>
      </dgm:t>
    </dgm:pt>
    <dgm:pt modelId="{53C9FAD3-7C55-47F6-92D3-8FF9DE74EA42}" type="parTrans" cxnId="{6E650414-7E4E-4CB8-81F4-496E35E101A7}">
      <dgm:prSet/>
      <dgm:spPr/>
      <dgm:t>
        <a:bodyPr/>
        <a:lstStyle/>
        <a:p>
          <a:endParaRPr lang="ru-RU"/>
        </a:p>
      </dgm:t>
    </dgm:pt>
    <dgm:pt modelId="{50AB85F0-3746-4583-AE9F-13D7EFE2125D}" type="sibTrans" cxnId="{6E650414-7E4E-4CB8-81F4-496E35E101A7}">
      <dgm:prSet/>
      <dgm:spPr/>
      <dgm:t>
        <a:bodyPr/>
        <a:lstStyle/>
        <a:p>
          <a:endParaRPr lang="ru-RU"/>
        </a:p>
      </dgm:t>
    </dgm:pt>
    <dgm:pt modelId="{5205F043-44CF-4B70-91F9-C747730EB328}">
      <dgm:prSet/>
      <dgm:spPr/>
      <dgm:t>
        <a:bodyPr/>
        <a:lstStyle/>
        <a:p>
          <a:r>
            <a:rPr lang="ru-RU" b="0" i="0" baseline="0"/>
            <a:t>КВЕСТЫ И ВИКТОРИНЫ</a:t>
          </a:r>
          <a:endParaRPr lang="ru-RU"/>
        </a:p>
      </dgm:t>
    </dgm:pt>
    <dgm:pt modelId="{C830BF46-AF35-4727-A58A-EE8C6712FC2F}" type="parTrans" cxnId="{916948E3-DA2F-4133-A850-BA635204496F}">
      <dgm:prSet/>
      <dgm:spPr/>
      <dgm:t>
        <a:bodyPr/>
        <a:lstStyle/>
        <a:p>
          <a:endParaRPr lang="ru-RU"/>
        </a:p>
      </dgm:t>
    </dgm:pt>
    <dgm:pt modelId="{BBF40A17-E87D-472C-9F56-A31616847E8E}" type="sibTrans" cxnId="{916948E3-DA2F-4133-A850-BA635204496F}">
      <dgm:prSet/>
      <dgm:spPr/>
      <dgm:t>
        <a:bodyPr/>
        <a:lstStyle/>
        <a:p>
          <a:endParaRPr lang="ru-RU"/>
        </a:p>
      </dgm:t>
    </dgm:pt>
    <dgm:pt modelId="{562C42C4-2F72-4A88-8FDC-D2957D1748D7}">
      <dgm:prSet/>
      <dgm:spPr/>
      <dgm:t>
        <a:bodyPr/>
        <a:lstStyle/>
        <a:p>
          <a:r>
            <a:rPr lang="ru-RU" b="0" i="0" baseline="0" dirty="0"/>
            <a:t>Оценка полученных в ходе обучения знаний.</a:t>
          </a:r>
          <a:endParaRPr lang="ru-RU" dirty="0"/>
        </a:p>
      </dgm:t>
    </dgm:pt>
    <dgm:pt modelId="{482FF665-A1E9-4255-B2DA-BC7AB96714F0}" type="parTrans" cxnId="{29E8E864-70EB-40B6-9065-F1D5A709B174}">
      <dgm:prSet/>
      <dgm:spPr/>
      <dgm:t>
        <a:bodyPr/>
        <a:lstStyle/>
        <a:p>
          <a:endParaRPr lang="ru-RU"/>
        </a:p>
      </dgm:t>
    </dgm:pt>
    <dgm:pt modelId="{A031767F-4504-43B5-8484-6DEAFF150AD8}" type="sibTrans" cxnId="{29E8E864-70EB-40B6-9065-F1D5A709B174}">
      <dgm:prSet/>
      <dgm:spPr/>
      <dgm:t>
        <a:bodyPr/>
        <a:lstStyle/>
        <a:p>
          <a:endParaRPr lang="ru-RU"/>
        </a:p>
      </dgm:t>
    </dgm:pt>
    <dgm:pt modelId="{7CC25A7A-9295-4E51-B6F7-8B9AE9E1563D}" type="pres">
      <dgm:prSet presAssocID="{4AD2D479-7BD0-4483-A26A-B41151DABF8F}" presName="diagram" presStyleCnt="0">
        <dgm:presLayoutVars>
          <dgm:dir/>
          <dgm:resizeHandles val="exact"/>
        </dgm:presLayoutVars>
      </dgm:prSet>
      <dgm:spPr/>
    </dgm:pt>
    <dgm:pt modelId="{0E9ED06D-E1D3-4E63-AACA-E34B4102BEE5}" type="pres">
      <dgm:prSet presAssocID="{B89F2F48-1453-4477-BAA2-CEFA6984480B}" presName="node" presStyleLbl="node1" presStyleIdx="0" presStyleCnt="6">
        <dgm:presLayoutVars>
          <dgm:bulletEnabled val="1"/>
        </dgm:presLayoutVars>
      </dgm:prSet>
      <dgm:spPr/>
    </dgm:pt>
    <dgm:pt modelId="{FC6D7A98-5486-4714-945C-B2DE3CCCD925}" type="pres">
      <dgm:prSet presAssocID="{C1A99F2A-263D-43B2-9ED0-1AAA4A89548D}" presName="sibTrans" presStyleCnt="0"/>
      <dgm:spPr/>
    </dgm:pt>
    <dgm:pt modelId="{7ADEB134-A9D7-4F4E-AF71-45BD5622E916}" type="pres">
      <dgm:prSet presAssocID="{F0C66EB8-D3CD-4B1C-8F92-6137070584B7}" presName="node" presStyleLbl="node1" presStyleIdx="1" presStyleCnt="6">
        <dgm:presLayoutVars>
          <dgm:bulletEnabled val="1"/>
        </dgm:presLayoutVars>
      </dgm:prSet>
      <dgm:spPr/>
    </dgm:pt>
    <dgm:pt modelId="{533D5D66-0259-46F1-B324-01CEFA6F75F8}" type="pres">
      <dgm:prSet presAssocID="{3799529A-9916-4E7B-8EC5-FEDE0C31141D}" presName="sibTrans" presStyleCnt="0"/>
      <dgm:spPr/>
    </dgm:pt>
    <dgm:pt modelId="{D635938C-62DA-4FA4-B025-C4F029F2D3C7}" type="pres">
      <dgm:prSet presAssocID="{D489CB9A-82DA-4964-84AD-35A08452FDC2}" presName="node" presStyleLbl="node1" presStyleIdx="2" presStyleCnt="6">
        <dgm:presLayoutVars>
          <dgm:bulletEnabled val="1"/>
        </dgm:presLayoutVars>
      </dgm:prSet>
      <dgm:spPr/>
    </dgm:pt>
    <dgm:pt modelId="{A24952C3-79D7-4298-9E8C-93CD9AF72025}" type="pres">
      <dgm:prSet presAssocID="{7A7D37C1-7C58-4B9A-934B-344FC550D579}" presName="sibTrans" presStyleCnt="0"/>
      <dgm:spPr/>
    </dgm:pt>
    <dgm:pt modelId="{43930895-4C73-4110-94DC-EC9E9B80FFCD}" type="pres">
      <dgm:prSet presAssocID="{A60C99AB-7A60-4EA7-B79B-0556F3DC5D76}" presName="node" presStyleLbl="node1" presStyleIdx="3" presStyleCnt="6">
        <dgm:presLayoutVars>
          <dgm:bulletEnabled val="1"/>
        </dgm:presLayoutVars>
      </dgm:prSet>
      <dgm:spPr/>
    </dgm:pt>
    <dgm:pt modelId="{0194C357-24F8-4E90-B16E-C75794F28011}" type="pres">
      <dgm:prSet presAssocID="{39393AE1-78EC-4FF7-BF22-37F5FE6922F3}" presName="sibTrans" presStyleCnt="0"/>
      <dgm:spPr/>
    </dgm:pt>
    <dgm:pt modelId="{279B0AC4-C8DE-4A78-B55C-48944B9BC98E}" type="pres">
      <dgm:prSet presAssocID="{CFC1439A-0B2B-4767-94C8-4CC1E40D79E1}" presName="node" presStyleLbl="node1" presStyleIdx="4" presStyleCnt="6">
        <dgm:presLayoutVars>
          <dgm:bulletEnabled val="1"/>
        </dgm:presLayoutVars>
      </dgm:prSet>
      <dgm:spPr/>
    </dgm:pt>
    <dgm:pt modelId="{2ECD578C-D09D-410A-B318-F7F1ADBB58C0}" type="pres">
      <dgm:prSet presAssocID="{FD2C4065-1B34-4560-AD31-EBD7B4A13CC3}" presName="sibTrans" presStyleCnt="0"/>
      <dgm:spPr/>
    </dgm:pt>
    <dgm:pt modelId="{E3759651-0CD2-45E2-999C-6A73CC41DBEA}" type="pres">
      <dgm:prSet presAssocID="{5205F043-44CF-4B70-91F9-C747730EB328}" presName="node" presStyleLbl="node1" presStyleIdx="5" presStyleCnt="6">
        <dgm:presLayoutVars>
          <dgm:bulletEnabled val="1"/>
        </dgm:presLayoutVars>
      </dgm:prSet>
      <dgm:spPr/>
    </dgm:pt>
  </dgm:ptLst>
  <dgm:cxnLst>
    <dgm:cxn modelId="{68097A07-7CF3-4080-B615-5C2ABE911D2B}" type="presOf" srcId="{D489CB9A-82DA-4964-84AD-35A08452FDC2}" destId="{D635938C-62DA-4FA4-B025-C4F029F2D3C7}" srcOrd="0" destOrd="0" presId="urn:microsoft.com/office/officeart/2005/8/layout/default"/>
    <dgm:cxn modelId="{A577B007-3442-4550-8B42-AA70DBA3BAAB}" type="presOf" srcId="{A60C99AB-7A60-4EA7-B79B-0556F3DC5D76}" destId="{43930895-4C73-4110-94DC-EC9E9B80FFCD}" srcOrd="0" destOrd="0" presId="urn:microsoft.com/office/officeart/2005/8/layout/default"/>
    <dgm:cxn modelId="{EBA5A009-4291-4396-BD61-0C6EAE0CAA51}" srcId="{4AD2D479-7BD0-4483-A26A-B41151DABF8F}" destId="{D489CB9A-82DA-4964-84AD-35A08452FDC2}" srcOrd="2" destOrd="0" parTransId="{AD782272-9723-404C-87E2-1567E202A964}" sibTransId="{7A7D37C1-7C58-4B9A-934B-344FC550D579}"/>
    <dgm:cxn modelId="{6E650414-7E4E-4CB8-81F4-496E35E101A7}" srcId="{CFC1439A-0B2B-4767-94C8-4CC1E40D79E1}" destId="{D149A357-CF15-488B-82A2-F3B31BDAA989}" srcOrd="0" destOrd="0" parTransId="{53C9FAD3-7C55-47F6-92D3-8FF9DE74EA42}" sibTransId="{50AB85F0-3746-4583-AE9F-13D7EFE2125D}"/>
    <dgm:cxn modelId="{E54CB015-258D-458A-8C7F-E4AE8F0CF6B0}" type="presOf" srcId="{562C42C4-2F72-4A88-8FDC-D2957D1748D7}" destId="{E3759651-0CD2-45E2-999C-6A73CC41DBEA}" srcOrd="0" destOrd="1" presId="urn:microsoft.com/office/officeart/2005/8/layout/default"/>
    <dgm:cxn modelId="{B93A7421-2DB5-415E-BCF0-3D7615CDFCE5}" type="presOf" srcId="{2ACD690D-EE83-4256-A7C7-9930AB739451}" destId="{7ADEB134-A9D7-4F4E-AF71-45BD5622E916}" srcOrd="0" destOrd="1" presId="urn:microsoft.com/office/officeart/2005/8/layout/default"/>
    <dgm:cxn modelId="{A66AB861-4F7C-41BE-9AE5-4F1D3F537152}" srcId="{F0C66EB8-D3CD-4B1C-8F92-6137070584B7}" destId="{2ACD690D-EE83-4256-A7C7-9930AB739451}" srcOrd="0" destOrd="0" parTransId="{2E0B99C0-FE9E-4E77-A802-9FAC740B7B4F}" sibTransId="{954EE632-CBAD-4ABB-A167-78D276EE3DBF}"/>
    <dgm:cxn modelId="{29E8E864-70EB-40B6-9065-F1D5A709B174}" srcId="{5205F043-44CF-4B70-91F9-C747730EB328}" destId="{562C42C4-2F72-4A88-8FDC-D2957D1748D7}" srcOrd="0" destOrd="0" parTransId="{482FF665-A1E9-4255-B2DA-BC7AB96714F0}" sibTransId="{A031767F-4504-43B5-8484-6DEAFF150AD8}"/>
    <dgm:cxn modelId="{612D1746-AACF-429C-B1D7-9950E139C169}" srcId="{B89F2F48-1453-4477-BAA2-CEFA6984480B}" destId="{6D4B12A8-0521-4422-B9B6-822E80903040}" srcOrd="0" destOrd="0" parTransId="{8A65EF4E-9399-48E6-ABF4-6F87E9E1BC64}" sibTransId="{A3634AE9-4A36-4E01-8627-0FBAC3483CB8}"/>
    <dgm:cxn modelId="{51459066-8E38-4729-826B-A999B4B3688C}" type="presOf" srcId="{4AD2D479-7BD0-4483-A26A-B41151DABF8F}" destId="{7CC25A7A-9295-4E51-B6F7-8B9AE9E1563D}" srcOrd="0" destOrd="0" presId="urn:microsoft.com/office/officeart/2005/8/layout/default"/>
    <dgm:cxn modelId="{1C5CE86E-EA4D-4B1F-93ED-7DDAFFDAB5AA}" srcId="{A60C99AB-7A60-4EA7-B79B-0556F3DC5D76}" destId="{8AF018CB-DC10-4813-A803-76EBA21FD263}" srcOrd="0" destOrd="0" parTransId="{F348B4A3-2533-4D44-BFD5-4F51C5DE6FA0}" sibTransId="{42A460CE-2128-4D97-A5A5-F142BECE4752}"/>
    <dgm:cxn modelId="{E931666F-014D-40F9-B964-22966BC65F62}" type="presOf" srcId="{8AF018CB-DC10-4813-A803-76EBA21FD263}" destId="{43930895-4C73-4110-94DC-EC9E9B80FFCD}" srcOrd="0" destOrd="1" presId="urn:microsoft.com/office/officeart/2005/8/layout/default"/>
    <dgm:cxn modelId="{DF0D9081-5D72-4842-9FF9-9C1436C8082F}" type="presOf" srcId="{5205F043-44CF-4B70-91F9-C747730EB328}" destId="{E3759651-0CD2-45E2-999C-6A73CC41DBEA}" srcOrd="0" destOrd="0" presId="urn:microsoft.com/office/officeart/2005/8/layout/default"/>
    <dgm:cxn modelId="{EB68598D-8376-413D-B509-29196DD4B6AA}" type="presOf" srcId="{F0C66EB8-D3CD-4B1C-8F92-6137070584B7}" destId="{7ADEB134-A9D7-4F4E-AF71-45BD5622E916}" srcOrd="0" destOrd="0" presId="urn:microsoft.com/office/officeart/2005/8/layout/default"/>
    <dgm:cxn modelId="{D55C1496-CDAD-4B06-AA8E-95C63278767D}" type="presOf" srcId="{6D4B12A8-0521-4422-B9B6-822E80903040}" destId="{0E9ED06D-E1D3-4E63-AACA-E34B4102BEE5}" srcOrd="0" destOrd="1" presId="urn:microsoft.com/office/officeart/2005/8/layout/default"/>
    <dgm:cxn modelId="{00ADEFA0-F182-4BCF-AB05-16CA5FA3F776}" type="presOf" srcId="{B89F2F48-1453-4477-BAA2-CEFA6984480B}" destId="{0E9ED06D-E1D3-4E63-AACA-E34B4102BEE5}" srcOrd="0" destOrd="0" presId="urn:microsoft.com/office/officeart/2005/8/layout/default"/>
    <dgm:cxn modelId="{369F81A1-123A-4557-A670-F06F7A6407CD}" srcId="{4AD2D479-7BD0-4483-A26A-B41151DABF8F}" destId="{F0C66EB8-D3CD-4B1C-8F92-6137070584B7}" srcOrd="1" destOrd="0" parTransId="{F78EF443-AA84-4B07-A979-A8AB759CCFCE}" sibTransId="{3799529A-9916-4E7B-8EC5-FEDE0C31141D}"/>
    <dgm:cxn modelId="{4573D2A1-05D9-4666-A985-68084C15632F}" type="presOf" srcId="{D149A357-CF15-488B-82A2-F3B31BDAA989}" destId="{279B0AC4-C8DE-4A78-B55C-48944B9BC98E}" srcOrd="0" destOrd="1" presId="urn:microsoft.com/office/officeart/2005/8/layout/default"/>
    <dgm:cxn modelId="{294287A6-68A6-44E7-B7EF-220D6640C61F}" srcId="{4AD2D479-7BD0-4483-A26A-B41151DABF8F}" destId="{A60C99AB-7A60-4EA7-B79B-0556F3DC5D76}" srcOrd="3" destOrd="0" parTransId="{A1CAFB2E-A888-484E-8110-EB3410C82C16}" sibTransId="{39393AE1-78EC-4FF7-BF22-37F5FE6922F3}"/>
    <dgm:cxn modelId="{6BBFB2B7-2ABD-4BB5-BA50-3C51A0C798E2}" srcId="{4AD2D479-7BD0-4483-A26A-B41151DABF8F}" destId="{B89F2F48-1453-4477-BAA2-CEFA6984480B}" srcOrd="0" destOrd="0" parTransId="{B7F24A1B-2123-4E0E-B95F-BA0F26D81D2C}" sibTransId="{C1A99F2A-263D-43B2-9ED0-1AAA4A89548D}"/>
    <dgm:cxn modelId="{8879A6BC-393A-41AD-B3BF-252B63F944EE}" type="presOf" srcId="{E349FEE5-4304-459C-908C-1AD5E83D0CF5}" destId="{D635938C-62DA-4FA4-B025-C4F029F2D3C7}" srcOrd="0" destOrd="1" presId="urn:microsoft.com/office/officeart/2005/8/layout/default"/>
    <dgm:cxn modelId="{C9B492D7-A0A1-4D13-B4A4-C5C38D3B5175}" srcId="{D489CB9A-82DA-4964-84AD-35A08452FDC2}" destId="{E349FEE5-4304-459C-908C-1AD5E83D0CF5}" srcOrd="0" destOrd="0" parTransId="{14856440-E9E2-4322-A1D6-EF98B94BC708}" sibTransId="{B85D72BE-3195-4687-882D-94702DEF724A}"/>
    <dgm:cxn modelId="{916948E3-DA2F-4133-A850-BA635204496F}" srcId="{4AD2D479-7BD0-4483-A26A-B41151DABF8F}" destId="{5205F043-44CF-4B70-91F9-C747730EB328}" srcOrd="5" destOrd="0" parTransId="{C830BF46-AF35-4727-A58A-EE8C6712FC2F}" sibTransId="{BBF40A17-E87D-472C-9F56-A31616847E8E}"/>
    <dgm:cxn modelId="{92428CE5-CF0A-4F75-BD51-765869D969A7}" srcId="{4AD2D479-7BD0-4483-A26A-B41151DABF8F}" destId="{CFC1439A-0B2B-4767-94C8-4CC1E40D79E1}" srcOrd="4" destOrd="0" parTransId="{0628112B-5787-4508-A3B5-80B27082E2B8}" sibTransId="{FD2C4065-1B34-4560-AD31-EBD7B4A13CC3}"/>
    <dgm:cxn modelId="{49F5E4E9-71DB-4E2E-A964-5C4B700C0EDF}" type="presOf" srcId="{CFC1439A-0B2B-4767-94C8-4CC1E40D79E1}" destId="{279B0AC4-C8DE-4A78-B55C-48944B9BC98E}" srcOrd="0" destOrd="0" presId="urn:microsoft.com/office/officeart/2005/8/layout/default"/>
    <dgm:cxn modelId="{51E7E255-6BB7-4F2B-8882-F49DD22A3008}" type="presParOf" srcId="{7CC25A7A-9295-4E51-B6F7-8B9AE9E1563D}" destId="{0E9ED06D-E1D3-4E63-AACA-E34B4102BEE5}" srcOrd="0" destOrd="0" presId="urn:microsoft.com/office/officeart/2005/8/layout/default"/>
    <dgm:cxn modelId="{9F555B3F-A3EC-4B0E-B00E-2367F526EF58}" type="presParOf" srcId="{7CC25A7A-9295-4E51-B6F7-8B9AE9E1563D}" destId="{FC6D7A98-5486-4714-945C-B2DE3CCCD925}" srcOrd="1" destOrd="0" presId="urn:microsoft.com/office/officeart/2005/8/layout/default"/>
    <dgm:cxn modelId="{B68F1270-88CF-458D-8E40-FD7350C4FC34}" type="presParOf" srcId="{7CC25A7A-9295-4E51-B6F7-8B9AE9E1563D}" destId="{7ADEB134-A9D7-4F4E-AF71-45BD5622E916}" srcOrd="2" destOrd="0" presId="urn:microsoft.com/office/officeart/2005/8/layout/default"/>
    <dgm:cxn modelId="{7C739156-E2A3-45D2-A3B3-6F0B65FB0D22}" type="presParOf" srcId="{7CC25A7A-9295-4E51-B6F7-8B9AE9E1563D}" destId="{533D5D66-0259-46F1-B324-01CEFA6F75F8}" srcOrd="3" destOrd="0" presId="urn:microsoft.com/office/officeart/2005/8/layout/default"/>
    <dgm:cxn modelId="{C5431E47-F379-42A5-AB24-3CB58C4D651C}" type="presParOf" srcId="{7CC25A7A-9295-4E51-B6F7-8B9AE9E1563D}" destId="{D635938C-62DA-4FA4-B025-C4F029F2D3C7}" srcOrd="4" destOrd="0" presId="urn:microsoft.com/office/officeart/2005/8/layout/default"/>
    <dgm:cxn modelId="{07E6A1D9-7FD2-4F9D-A772-7F159ABA3705}" type="presParOf" srcId="{7CC25A7A-9295-4E51-B6F7-8B9AE9E1563D}" destId="{A24952C3-79D7-4298-9E8C-93CD9AF72025}" srcOrd="5" destOrd="0" presId="urn:microsoft.com/office/officeart/2005/8/layout/default"/>
    <dgm:cxn modelId="{2B28FB40-4FED-4683-A7EC-FEAA071927A4}" type="presParOf" srcId="{7CC25A7A-9295-4E51-B6F7-8B9AE9E1563D}" destId="{43930895-4C73-4110-94DC-EC9E9B80FFCD}" srcOrd="6" destOrd="0" presId="urn:microsoft.com/office/officeart/2005/8/layout/default"/>
    <dgm:cxn modelId="{1E5BA8C4-6E7C-4A31-8FEB-C0C37F228098}" type="presParOf" srcId="{7CC25A7A-9295-4E51-B6F7-8B9AE9E1563D}" destId="{0194C357-24F8-4E90-B16E-C75794F28011}" srcOrd="7" destOrd="0" presId="urn:microsoft.com/office/officeart/2005/8/layout/default"/>
    <dgm:cxn modelId="{887611DF-8673-4D11-9C54-56FA6B831D30}" type="presParOf" srcId="{7CC25A7A-9295-4E51-B6F7-8B9AE9E1563D}" destId="{279B0AC4-C8DE-4A78-B55C-48944B9BC98E}" srcOrd="8" destOrd="0" presId="urn:microsoft.com/office/officeart/2005/8/layout/default"/>
    <dgm:cxn modelId="{035584AF-602F-4D2F-9BE8-5F4849C8AA3C}" type="presParOf" srcId="{7CC25A7A-9295-4E51-B6F7-8B9AE9E1563D}" destId="{2ECD578C-D09D-410A-B318-F7F1ADBB58C0}" srcOrd="9" destOrd="0" presId="urn:microsoft.com/office/officeart/2005/8/layout/default"/>
    <dgm:cxn modelId="{EFD4DDF9-B611-4333-AB86-DE2D18217CEB}" type="presParOf" srcId="{7CC25A7A-9295-4E51-B6F7-8B9AE9E1563D}" destId="{E3759651-0CD2-45E2-999C-6A73CC41DBEA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57BCF1B-B0C2-42D6-BD29-E1FBDE3DC027}">
      <dsp:nvSpPr>
        <dsp:cNvPr id="0" name=""/>
        <dsp:cNvSpPr/>
      </dsp:nvSpPr>
      <dsp:spPr>
        <a:xfrm>
          <a:off x="74644" y="926"/>
          <a:ext cx="7130311" cy="427818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200" b="0" i="0" kern="1200" baseline="0" dirty="0">
              <a:latin typeface="Open Sans" pitchFamily="2" charset="0"/>
              <a:ea typeface="Open Sans" pitchFamily="2" charset="0"/>
              <a:cs typeface="Open Sans" pitchFamily="2" charset="0"/>
            </a:rPr>
            <a:t>Формирование психологической готовности к оказанию первой  помощи в реальных (природных, техногенных и социальных)  условиях.</a:t>
          </a:r>
          <a:endParaRPr lang="ru-RU" sz="3200" kern="1200" dirty="0">
            <a:latin typeface="Open Sans" pitchFamily="2" charset="0"/>
            <a:ea typeface="Open Sans" pitchFamily="2" charset="0"/>
            <a:cs typeface="Open Sans" pitchFamily="2" charset="0"/>
          </a:endParaRPr>
        </a:p>
      </dsp:txBody>
      <dsp:txXfrm>
        <a:off x="74644" y="926"/>
        <a:ext cx="7130311" cy="4278186"/>
      </dsp:txXfrm>
    </dsp:sp>
    <dsp:sp modelId="{0CC8EE50-D6E6-4EE6-BECD-233802E2EC77}">
      <dsp:nvSpPr>
        <dsp:cNvPr id="0" name=""/>
        <dsp:cNvSpPr/>
      </dsp:nvSpPr>
      <dsp:spPr>
        <a:xfrm>
          <a:off x="74644" y="4992144"/>
          <a:ext cx="7130311" cy="427818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200" b="0" i="0" kern="1200" baseline="0">
              <a:latin typeface="Open Sans" pitchFamily="2" charset="0"/>
              <a:ea typeface="Open Sans" pitchFamily="2" charset="0"/>
              <a:cs typeface="Open Sans" pitchFamily="2" charset="0"/>
            </a:rPr>
            <a:t>Формирование устойчивых навыков применения приемов оказания  первой помощи.</a:t>
          </a:r>
          <a:endParaRPr lang="ru-RU" sz="3200" kern="1200">
            <a:latin typeface="Open Sans" pitchFamily="2" charset="0"/>
            <a:ea typeface="Open Sans" pitchFamily="2" charset="0"/>
            <a:cs typeface="Open Sans" pitchFamily="2" charset="0"/>
          </a:endParaRPr>
        </a:p>
      </dsp:txBody>
      <dsp:txXfrm>
        <a:off x="74644" y="4992144"/>
        <a:ext cx="7130311" cy="427818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E9ED06D-E1D3-4E63-AACA-E34B4102BEE5}">
      <dsp:nvSpPr>
        <dsp:cNvPr id="0" name=""/>
        <dsp:cNvSpPr/>
      </dsp:nvSpPr>
      <dsp:spPr>
        <a:xfrm>
          <a:off x="774566" y="4059"/>
          <a:ext cx="6251255" cy="375075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700" b="0" i="0" kern="1200" baseline="0"/>
            <a:t>ДИСТАНЦИОННОЕ ОБУЧЕНИЕ </a:t>
          </a:r>
          <a:endParaRPr lang="ru-RU" sz="37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900" b="0" i="0" kern="1200" baseline="0" dirty="0"/>
            <a:t>Плюсы – доступность, возможность использования  мультимедийных технологий. Минусы – нет отработки навыка действий, требуется  высокий уровень мотивации)</a:t>
          </a:r>
          <a:endParaRPr lang="ru-RU" sz="2900" kern="1200" dirty="0"/>
        </a:p>
      </dsp:txBody>
      <dsp:txXfrm>
        <a:off x="774566" y="4059"/>
        <a:ext cx="6251255" cy="3750753"/>
      </dsp:txXfrm>
    </dsp:sp>
    <dsp:sp modelId="{7ADEB134-A9D7-4F4E-AF71-45BD5622E916}">
      <dsp:nvSpPr>
        <dsp:cNvPr id="0" name=""/>
        <dsp:cNvSpPr/>
      </dsp:nvSpPr>
      <dsp:spPr>
        <a:xfrm>
          <a:off x="7650947" y="4059"/>
          <a:ext cx="6251255" cy="375075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700" b="0" i="0" kern="1200" baseline="0" dirty="0"/>
            <a:t>ТРЕНИНГ</a:t>
          </a:r>
          <a:endParaRPr lang="ru-RU" sz="37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900" b="0" i="0" kern="1200" baseline="0" dirty="0"/>
            <a:t>Служит для отработки навыков. Позволяет передать теоретические знания.</a:t>
          </a:r>
          <a:endParaRPr lang="ru-RU" sz="2900" kern="1200" dirty="0"/>
        </a:p>
      </dsp:txBody>
      <dsp:txXfrm>
        <a:off x="7650947" y="4059"/>
        <a:ext cx="6251255" cy="3750753"/>
      </dsp:txXfrm>
    </dsp:sp>
    <dsp:sp modelId="{D635938C-62DA-4FA4-B025-C4F029F2D3C7}">
      <dsp:nvSpPr>
        <dsp:cNvPr id="0" name=""/>
        <dsp:cNvSpPr/>
      </dsp:nvSpPr>
      <dsp:spPr>
        <a:xfrm>
          <a:off x="14527328" y="4059"/>
          <a:ext cx="6251255" cy="375075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700" b="0" i="0" kern="1200" baseline="0" dirty="0"/>
            <a:t>ИНТЕРАКТИВНЫЕ МЕТОДЫ (VR-ТЕХНОЛОГИИ)</a:t>
          </a:r>
          <a:endParaRPr lang="ru-RU" sz="37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900" b="0" i="0" kern="1200" baseline="0" dirty="0"/>
            <a:t>Предполагает самостоятельную  работу. Сильно зависят от качества контента.</a:t>
          </a:r>
          <a:endParaRPr lang="ru-RU" sz="2900" kern="1200" dirty="0"/>
        </a:p>
      </dsp:txBody>
      <dsp:txXfrm>
        <a:off x="14527328" y="4059"/>
        <a:ext cx="6251255" cy="3750753"/>
      </dsp:txXfrm>
    </dsp:sp>
    <dsp:sp modelId="{43930895-4C73-4110-94DC-EC9E9B80FFCD}">
      <dsp:nvSpPr>
        <dsp:cNvPr id="0" name=""/>
        <dsp:cNvSpPr/>
      </dsp:nvSpPr>
      <dsp:spPr>
        <a:xfrm>
          <a:off x="774566" y="4379938"/>
          <a:ext cx="6251255" cy="375075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700" b="0" i="0" kern="1200" baseline="0" dirty="0"/>
            <a:t>ГЕЙМИФИКАЦИЯ (ИГОРТЕХНИКА НАСТОЛЬНЫЕ КОМПЬЮТЕРНЫЕ ИГРЫ)</a:t>
          </a:r>
          <a:endParaRPr lang="ru-RU" sz="37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900" b="0" i="0" kern="1200" baseline="0" dirty="0"/>
            <a:t>Ассоциируется с обучением детей.</a:t>
          </a:r>
          <a:endParaRPr lang="ru-RU" sz="2900" kern="1200" dirty="0"/>
        </a:p>
      </dsp:txBody>
      <dsp:txXfrm>
        <a:off x="774566" y="4379938"/>
        <a:ext cx="6251255" cy="3750753"/>
      </dsp:txXfrm>
    </dsp:sp>
    <dsp:sp modelId="{279B0AC4-C8DE-4A78-B55C-48944B9BC98E}">
      <dsp:nvSpPr>
        <dsp:cNvPr id="0" name=""/>
        <dsp:cNvSpPr/>
      </dsp:nvSpPr>
      <dsp:spPr>
        <a:xfrm>
          <a:off x="7650947" y="4379938"/>
          <a:ext cx="6251255" cy="375075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700" b="0" i="0" kern="1200" baseline="0" dirty="0"/>
            <a:t>ДЕЛОВАЯ ИГРА</a:t>
          </a:r>
          <a:endParaRPr lang="ru-RU" sz="3700" kern="1200" dirty="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900" b="0" i="0" kern="1200" baseline="0" dirty="0"/>
            <a:t>Имитация принятия решений. Служит для развития творческого подхода и воображения. </a:t>
          </a:r>
          <a:endParaRPr lang="ru-RU" sz="2900" kern="1200" dirty="0"/>
        </a:p>
      </dsp:txBody>
      <dsp:txXfrm>
        <a:off x="7650947" y="4379938"/>
        <a:ext cx="6251255" cy="3750753"/>
      </dsp:txXfrm>
    </dsp:sp>
    <dsp:sp modelId="{E3759651-0CD2-45E2-999C-6A73CC41DBEA}">
      <dsp:nvSpPr>
        <dsp:cNvPr id="0" name=""/>
        <dsp:cNvSpPr/>
      </dsp:nvSpPr>
      <dsp:spPr>
        <a:xfrm>
          <a:off x="14527328" y="4379938"/>
          <a:ext cx="6251255" cy="3750753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0970" tIns="140970" rIns="140970" bIns="140970" numCol="1" spcCol="1270" anchor="t" anchorCtr="0">
          <a:noAutofit/>
        </a:bodyPr>
        <a:lstStyle/>
        <a:p>
          <a:pPr marL="0" lvl="0" indent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ru-RU" sz="3700" b="0" i="0" kern="1200" baseline="0"/>
            <a:t>КВЕСТЫ И ВИКТОРИНЫ</a:t>
          </a:r>
          <a:endParaRPr lang="ru-RU" sz="3700" kern="1200"/>
        </a:p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ru-RU" sz="2900" b="0" i="0" kern="1200" baseline="0" dirty="0"/>
            <a:t>Оценка полученных в ходе обучения знаний.</a:t>
          </a:r>
          <a:endParaRPr lang="ru-RU" sz="2900" kern="1200" dirty="0"/>
        </a:p>
      </dsp:txBody>
      <dsp:txXfrm>
        <a:off x="14527328" y="4379938"/>
        <a:ext cx="6251255" cy="375075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Shape 84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42" name="Shape 84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Calibri"/>
      </a:defRPr>
    </a:lvl1pPr>
    <a:lvl2pPr indent="228600" latinLnBrk="0">
      <a:defRPr sz="1200">
        <a:latin typeface="+mn-lt"/>
        <a:ea typeface="+mn-ea"/>
        <a:cs typeface="+mn-cs"/>
        <a:sym typeface="Calibri"/>
      </a:defRPr>
    </a:lvl2pPr>
    <a:lvl3pPr indent="457200" latinLnBrk="0">
      <a:defRPr sz="1200">
        <a:latin typeface="+mn-lt"/>
        <a:ea typeface="+mn-ea"/>
        <a:cs typeface="+mn-cs"/>
        <a:sym typeface="Calibri"/>
      </a:defRPr>
    </a:lvl3pPr>
    <a:lvl4pPr indent="685800" latinLnBrk="0">
      <a:defRPr sz="1200">
        <a:latin typeface="+mn-lt"/>
        <a:ea typeface="+mn-ea"/>
        <a:cs typeface="+mn-cs"/>
        <a:sym typeface="Calibri"/>
      </a:defRPr>
    </a:lvl4pPr>
    <a:lvl5pPr indent="914400" latinLnBrk="0">
      <a:defRPr sz="1200">
        <a:latin typeface="+mn-lt"/>
        <a:ea typeface="+mn-ea"/>
        <a:cs typeface="+mn-cs"/>
        <a:sym typeface="Calibri"/>
      </a:defRPr>
    </a:lvl5pPr>
    <a:lvl6pPr indent="1143000" latinLnBrk="0">
      <a:defRPr sz="1200">
        <a:latin typeface="+mn-lt"/>
        <a:ea typeface="+mn-ea"/>
        <a:cs typeface="+mn-cs"/>
        <a:sym typeface="Calibri"/>
      </a:defRPr>
    </a:lvl6pPr>
    <a:lvl7pPr indent="1371600" latinLnBrk="0">
      <a:defRPr sz="1200">
        <a:latin typeface="+mn-lt"/>
        <a:ea typeface="+mn-ea"/>
        <a:cs typeface="+mn-cs"/>
        <a:sym typeface="Calibri"/>
      </a:defRPr>
    </a:lvl7pPr>
    <a:lvl8pPr indent="1600200" latinLnBrk="0">
      <a:defRPr sz="1200">
        <a:latin typeface="+mn-lt"/>
        <a:ea typeface="+mn-ea"/>
        <a:cs typeface="+mn-cs"/>
        <a:sym typeface="Calibri"/>
      </a:defRPr>
    </a:lvl8pPr>
    <a:lvl9pPr indent="18288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Добрый день.</a:t>
            </a:r>
          </a:p>
          <a:p>
            <a:r>
              <a:t>Сегодня мы разберём особенности организации учебного процесса при обучении преподавателей оказанию первой помощи.</a:t>
            </a:r>
          </a:p>
          <a:p>
            <a:r>
              <a:t>Фокус не на медицинских приёмах, а на том, как выстроить само обучение так, чтобы взрослые слушатели включились, поняли цель и реально отработали навыки.</a:t>
            </a:r>
          </a:p>
        </p:txBody>
      </p:sp>
    </p:spTree>
    <p:extLst>
      <p:ext uri="{BB962C8B-B14F-4D97-AF65-F5344CB8AC3E}">
        <p14:creationId xmlns:p14="http://schemas.microsoft.com/office/powerpoint/2010/main" val="196284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Начнём с целей и задач обучения.</a:t>
            </a:r>
          </a:p>
          <a:p>
            <a:r>
              <a:t>Их две главные линии.</a:t>
            </a:r>
          </a:p>
          <a:p>
            <a:r>
              <a:t>Первая — сформировать психологическую готовность оказывать первую помощь в реальных условиях: природных, техногенных и социальных.</a:t>
            </a:r>
          </a:p>
          <a:p>
            <a:r>
              <a:t>Вторая — сформировать устойчивые навыки применения приёмов первой помощи.</a:t>
            </a:r>
          </a:p>
          <a:p>
            <a:r>
              <a:t>То есть недостаточно просто «рассказать тему».</a:t>
            </a:r>
          </a:p>
          <a:p>
            <a:r>
              <a:t>Нужно, чтобы человек и был готов действовать, и умел действовать уверенно.</a:t>
            </a:r>
          </a:p>
        </p:txBody>
      </p:sp>
    </p:spTree>
    <p:extLst>
      <p:ext uri="{BB962C8B-B14F-4D97-AF65-F5344CB8AC3E}">
        <p14:creationId xmlns:p14="http://schemas.microsoft.com/office/powerpoint/2010/main" val="880581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Теперь об особенностях взрослой аудитории.</a:t>
            </a:r>
          </a:p>
          <a:p>
            <a:r>
              <a:t>Взрослые обладают свободой выбора и приходят со своими знаниями и личным опытом.</a:t>
            </a:r>
          </a:p>
          <a:p>
            <a:r>
              <a:t>Потребность в подготовке они определяют сами и лучше усваивают материал, если видят смысл.</a:t>
            </a:r>
          </a:p>
          <a:p>
            <a:r>
              <a:t>При этом они могут переживать из-за слабых ответов или демонстраций, поэтому атмосфера безопасности очень важна.</a:t>
            </a:r>
          </a:p>
          <a:p>
            <a:r>
              <a:t>Им нужно, чтобы время использовалось качественно, а знания имели практическую пользу.</a:t>
            </a:r>
          </a:p>
          <a:p>
            <a:r>
              <a:t>Кроме того, в группе часто встречаются люди из разных социокультурных слоёв, и информацию они воспринимают по-разному.</a:t>
            </a:r>
          </a:p>
          <a:p>
            <a:r>
              <a:t>Значит, занятие нужно строить уважительно к опыту слушателей, с понятной практической ценностью и без публичного давления.</a:t>
            </a:r>
          </a:p>
        </p:txBody>
      </p:sp>
    </p:spTree>
    <p:extLst>
      <p:ext uri="{BB962C8B-B14F-4D97-AF65-F5344CB8AC3E}">
        <p14:creationId xmlns:p14="http://schemas.microsoft.com/office/powerpoint/2010/main" val="280705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Отдельный блок — как работать с теми, кто мешает учебному процессу.</a:t>
            </a:r>
          </a:p>
          <a:p>
            <a:r>
              <a:t>Критик прерывает занятие агрессивными замечаниями: с ним не спорят в лоб и не дают увести группу в конфликт.</a:t>
            </a:r>
          </a:p>
          <a:p>
            <a:r>
              <a:t>Всезнайка уверен, что знает всё лучше всех: его не превращают в оппонента, а мягко возвращают к теме и дают слово другим.</a:t>
            </a:r>
          </a:p>
          <a:p>
            <a:r>
              <a:t>«Занятой» не хочет учиться и подчёркивает свою занятость: здесь помогают короткий практический смысл и уважительная, но твёрдая рамка участия.</a:t>
            </a:r>
          </a:p>
          <a:p>
            <a:r>
              <a:t>Застенчивый молчит и боится выглядеть глупо: его не вызывают «в лоб», а аккуратно включают через посильные задания и поддержку.</a:t>
            </a:r>
          </a:p>
          <a:p>
            <a:r>
              <a:t>Шутник шутит постоянно и сбивает ритм: юмор можно коротко принять, но сразу вернуть внимание к задаче.</a:t>
            </a:r>
          </a:p>
          <a:p>
            <a:r>
              <a:t>Помощник подсказывает преподавателю: его полезно задействовать, но не позволять перехватывать ведение занятия.</a:t>
            </a:r>
          </a:p>
          <a:p>
            <a:r>
              <a:t>В каждом случае цель одна — сохранить достоинство человека и не потерять учебный процесс группы.</a:t>
            </a:r>
          </a:p>
        </p:txBody>
      </p:sp>
    </p:spTree>
    <p:extLst>
      <p:ext uri="{BB962C8B-B14F-4D97-AF65-F5344CB8AC3E}">
        <p14:creationId xmlns:p14="http://schemas.microsoft.com/office/powerpoint/2010/main" val="17232708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Дальше — разный уровень подготовки.</a:t>
            </a:r>
          </a:p>
          <a:p>
            <a:r>
              <a:t>В одной аудитории почти всегда есть и новички, и те, у кого уже есть опыт.</a:t>
            </a:r>
          </a:p>
          <a:p>
            <a:r>
              <a:t>Поэтому обмен опытом нужно сделать частью обучения, а не помехой.</a:t>
            </a:r>
          </a:p>
          <a:p>
            <a:r>
              <a:t>Работают три направления.</a:t>
            </a:r>
          </a:p>
          <a:p>
            <a:r>
              <a:t>Преподаватель передаёт слушателю структуру, правильные алгоритмы и критерии качества.</a:t>
            </a:r>
          </a:p>
          <a:p>
            <a:r>
              <a:t>Слушатель делится с преподавателем реальными кейсами и вопросами с практики.</a:t>
            </a:r>
          </a:p>
          <a:p>
            <a:r>
              <a:t>И слушатели обмениваются опытом между собой — это особенно сильно включает взрослых.</a:t>
            </a:r>
          </a:p>
          <a:p>
            <a:r>
              <a:t>Так разный уровень перестаёт быть проблемой и становится ресурсом группы.</a:t>
            </a:r>
          </a:p>
        </p:txBody>
      </p:sp>
    </p:spTree>
    <p:extLst>
      <p:ext uri="{BB962C8B-B14F-4D97-AF65-F5344CB8AC3E}">
        <p14:creationId xmlns:p14="http://schemas.microsoft.com/office/powerpoint/2010/main" val="34867242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Как вовлекать в процесс.</a:t>
            </a:r>
          </a:p>
          <a:p>
            <a:r>
              <a:t>Один из самых рабочих инструментов — ситуационные задачи.</a:t>
            </a:r>
          </a:p>
          <a:p>
            <a:r>
              <a:t>Они превращают теорию в действие: человек не просто слушает, а принимает решение в условиях, похожих на реальные.</a:t>
            </a:r>
          </a:p>
          <a:p>
            <a:r>
              <a:t>Через задачи видно, где слушатель теряется, где действует шаблонно и где уже готов помочь уверенно.</a:t>
            </a:r>
          </a:p>
          <a:p>
            <a:r>
              <a:t>Поэтому ситуационные задачи — не «дополнение в конце», а центральный способ вовлечения и проверки понимания.</a:t>
            </a:r>
          </a:p>
        </p:txBody>
      </p:sp>
    </p:spTree>
    <p:extLst>
      <p:ext uri="{BB962C8B-B14F-4D97-AF65-F5344CB8AC3E}">
        <p14:creationId xmlns:p14="http://schemas.microsoft.com/office/powerpoint/2010/main" val="30122827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 ещё один важный акцент по вовлечению.</a:t>
            </a:r>
          </a:p>
          <a:p>
            <a:r>
              <a:t>Поскольку ценность самих знаний иногда сложно «почувствовать» сразу, интерес нужно повышать не только к предмету, но и к процессу обучения.</a:t>
            </a:r>
          </a:p>
          <a:p>
            <a:r>
              <a:t>Форматы здесь разные.</a:t>
            </a:r>
          </a:p>
          <a:p>
            <a:r>
              <a:t>Дистанционное обучение даёт доступность и мультимедиа, но почти не отрабатывает навык действия и требует высокой мотивации.</a:t>
            </a:r>
          </a:p>
          <a:p>
            <a:r>
              <a:t>Тренинг как раз служит отработке навыков и передаче практики.</a:t>
            </a:r>
          </a:p>
          <a:p>
            <a:r>
              <a:t>Интерактив и VR дают самостоятельную работу, но сильно зависят от качества контента.</a:t>
            </a:r>
          </a:p>
          <a:p>
            <a:r>
              <a:t>Геймификация ассоциируется с детским обучением, поэтому у взрослых её нужно применять осторожно и по делу.</a:t>
            </a:r>
          </a:p>
          <a:p>
            <a:r>
              <a:t>Деловая игра помогает имитировать принятие решений и развивать гибкость мышления.</a:t>
            </a:r>
          </a:p>
          <a:p>
            <a:r>
              <a:t>Квесты и викторины удобны для оценки знаний.</a:t>
            </a:r>
          </a:p>
          <a:p>
            <a:r>
              <a:t>Вывод простой: выбирайте формат под задачу — знание, навык или проверка — и делайте сам процесс обучения живым.</a:t>
            </a:r>
          </a:p>
        </p:txBody>
      </p:sp>
    </p:spTree>
    <p:extLst>
      <p:ext uri="{BB962C8B-B14F-4D97-AF65-F5344CB8AC3E}">
        <p14:creationId xmlns:p14="http://schemas.microsoft.com/office/powerpoint/2010/main" val="35373297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2588" y="685800"/>
            <a:ext cx="6092825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этом разбор особенностей организации учебного процесса завершён.</a:t>
            </a:r>
          </a:p>
          <a:p>
            <a:r>
              <a:t>Спасибо за внимание.</a:t>
            </a:r>
          </a:p>
        </p:txBody>
      </p:sp>
    </p:spTree>
    <p:extLst>
      <p:ext uri="{BB962C8B-B14F-4D97-AF65-F5344CB8AC3E}">
        <p14:creationId xmlns:p14="http://schemas.microsoft.com/office/powerpoint/2010/main" val="352649796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>
          <a:xfrm>
            <a:off x="0" y="0"/>
            <a:ext cx="2437765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3047206" y="5006973"/>
            <a:ext cx="18283238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3047206" y="7204075"/>
            <a:ext cx="18283238" cy="595219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712040" y="3708960"/>
            <a:ext cx="21025723" cy="1405967"/>
          </a:xfrm>
          <a:prstGeom prst="rect">
            <a:avLst/>
          </a:prstGeom>
        </p:spPr>
        <p:txBody>
          <a:bodyPr/>
          <a:lstStyle>
            <a:lvl1pPr algn="ctr"/>
          </a:lstStyle>
          <a:p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712040" y="5817082"/>
            <a:ext cx="21025723" cy="755169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4" name="Rectangle 8"/>
          <p:cNvSpPr/>
          <p:nvPr/>
        </p:nvSpPr>
        <p:spPr>
          <a:xfrm>
            <a:off x="11448381" y="5305985"/>
            <a:ext cx="1553039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chemeClr val="accent2"/>
                </a:solidFill>
              </a:defRPr>
            </a:pPr>
            <a:endParaRPr/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3171825" y="7458075"/>
            <a:ext cx="18030826" cy="2400300"/>
          </a:xfrm>
          <a:prstGeom prst="rect">
            <a:avLst/>
          </a:prstGeom>
        </p:spPr>
        <p:txBody>
          <a:bodyPr/>
          <a:lstStyle/>
          <a:p>
            <a:pPr algn="ctr"/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5759952" y="3938096"/>
            <a:ext cx="6923155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8061844" y="3938096"/>
            <a:ext cx="7124369" cy="550330"/>
          </a:xfrm>
          <a:prstGeom prst="rect">
            <a:avLst/>
          </a:prstGeom>
        </p:spPr>
        <p:txBody>
          <a:bodyPr/>
          <a:lstStyle>
            <a:lvl1pPr defTabSz="1700359">
              <a:spcBef>
                <a:spcPts val="1800"/>
              </a:spcBef>
              <a:defRPr sz="29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>
          <a:xfrm>
            <a:off x="15759952" y="8556336"/>
            <a:ext cx="6977810" cy="1461779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>
          <a:xfrm>
            <a:off x="8061844" y="4700099"/>
            <a:ext cx="7124369" cy="329104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657225"/>
            <a:ext cx="10058839" cy="1057275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55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1714500"/>
            <a:ext cx="10058839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5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7" name="Straight Connector 7"/>
          <p:cNvSpPr/>
          <p:nvPr/>
        </p:nvSpPr>
        <p:spPr>
          <a:xfrm>
            <a:off x="1675963" y="2400300"/>
            <a:ext cx="5484973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>
          <a:xfrm>
            <a:off x="-1" y="1457323"/>
            <a:ext cx="22737764" cy="10872329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>
          <a:xfrm>
            <a:off x="-349625" y="1864518"/>
            <a:ext cx="22541411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>
          <a:xfrm>
            <a:off x="-349626" y="1864518"/>
            <a:ext cx="22541410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03375" y="2775885"/>
            <a:ext cx="10512863" cy="144649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03375" y="2260787"/>
            <a:ext cx="10512863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628650"/>
            <a:ext cx="10058839" cy="1057275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1685925"/>
            <a:ext cx="10058839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9" name="Straight Connector 7"/>
          <p:cNvSpPr/>
          <p:nvPr/>
        </p:nvSpPr>
        <p:spPr>
          <a:xfrm>
            <a:off x="1675963" y="2371725"/>
            <a:ext cx="5484973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>
          <a:xfrm>
            <a:off x="5236333" y="3918317"/>
            <a:ext cx="2938097" cy="293809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>
          <a:xfrm>
            <a:off x="0" y="0"/>
            <a:ext cx="14799733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799732" y="0"/>
            <a:ext cx="957791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302553" y="2931885"/>
            <a:ext cx="6399134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373475" y="4875212"/>
            <a:ext cx="6328212" cy="457201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>
          <a:xfrm>
            <a:off x="-228601" y="-235852"/>
            <a:ext cx="6921904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>
          <a:xfrm>
            <a:off x="4016362" y="-235858"/>
            <a:ext cx="8737907" cy="14104257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>
          <a:xfrm>
            <a:off x="9998092" y="-235854"/>
            <a:ext cx="9853494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>
          <a:xfrm>
            <a:off x="17257400" y="-235855"/>
            <a:ext cx="7234551" cy="14104257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>
          <a:xfrm>
            <a:off x="-831273" y="-651331"/>
            <a:ext cx="25783598" cy="149352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5759451"/>
            <a:ext cx="21025723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6858000"/>
            <a:ext cx="21025723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618565"/>
            <a:ext cx="21025723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000250"/>
            <a:ext cx="21025723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885825" y="3899646"/>
            <a:ext cx="5077199" cy="575870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719234" y="3899646"/>
            <a:ext cx="5077199" cy="575870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552643" y="3899646"/>
            <a:ext cx="5077199" cy="575870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18386052" y="3899646"/>
            <a:ext cx="5077199" cy="575870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>
          <a:xfrm>
            <a:off x="3467101" y="7772400"/>
            <a:ext cx="2673509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>
          <a:xfrm>
            <a:off x="9272347" y="7772399"/>
            <a:ext cx="2673510" cy="6159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>
          <a:xfrm>
            <a:off x="15091243" y="7772399"/>
            <a:ext cx="2673509" cy="6159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>
          <a:xfrm>
            <a:off x="20924651" y="7772399"/>
            <a:ext cx="2673509" cy="6159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>
          <a:xfrm>
            <a:off x="3651249" y="7897810"/>
            <a:ext cx="2311776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>
          <a:xfrm>
            <a:off x="9448172" y="7897810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>
          <a:xfrm>
            <a:off x="15272109" y="7897810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>
          <a:xfrm>
            <a:off x="21105519" y="7897810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885825" y="10004425"/>
            <a:ext cx="5077200" cy="415925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184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885825" y="10614027"/>
            <a:ext cx="5077200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6682748" y="10004425"/>
            <a:ext cx="5077199" cy="415925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184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6682748" y="10614027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2552643" y="10001050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184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12552643" y="10610653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18349566" y="10001050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184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18349566" y="10610653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479052"/>
            <a:ext cx="21025723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000250"/>
            <a:ext cx="21025723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603375" y="3978647"/>
            <a:ext cx="4178861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212539" y="3978647"/>
            <a:ext cx="4178861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603375" y="8104093"/>
            <a:ext cx="4178861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6212539" y="8104093"/>
            <a:ext cx="4178861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12214225" y="5293097"/>
            <a:ext cx="5077199" cy="415926"/>
          </a:xfrm>
          <a:prstGeom prst="rect">
            <a:avLst/>
          </a:prstGeom>
        </p:spPr>
        <p:txBody>
          <a:bodyPr/>
          <a:lstStyle>
            <a:lvl1pPr algn="ctr" defTabSz="1243273">
              <a:spcBef>
                <a:spcPts val="1300"/>
              </a:spcBef>
              <a:defRPr sz="21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>
          <a:xfrm>
            <a:off x="12214224" y="6475348"/>
            <a:ext cx="5077200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12214225" y="5884223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44391">
              <a:spcBef>
                <a:spcPts val="1500"/>
              </a:spcBef>
              <a:defRPr sz="1896">
                <a:solidFill>
                  <a:srgbClr val="404040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7667940" y="5293097"/>
            <a:ext cx="5077199" cy="415926"/>
          </a:xfrm>
          <a:prstGeom prst="rect">
            <a:avLst/>
          </a:prstGeom>
        </p:spPr>
        <p:txBody>
          <a:bodyPr/>
          <a:lstStyle>
            <a:lvl1pPr algn="ctr" defTabSz="1243273">
              <a:spcBef>
                <a:spcPts val="1300"/>
              </a:spcBef>
              <a:defRPr sz="21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7667938" y="6475348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7667940" y="5884223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44391">
              <a:spcBef>
                <a:spcPts val="1500"/>
              </a:spcBef>
              <a:defRPr sz="1896">
                <a:solidFill>
                  <a:srgbClr val="404040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2206851" y="8097287"/>
            <a:ext cx="5077199" cy="415926"/>
          </a:xfrm>
          <a:prstGeom prst="rect">
            <a:avLst/>
          </a:prstGeom>
        </p:spPr>
        <p:txBody>
          <a:bodyPr/>
          <a:lstStyle>
            <a:lvl1pPr algn="ctr" defTabSz="1243273">
              <a:spcBef>
                <a:spcPts val="1300"/>
              </a:spcBef>
              <a:defRPr sz="21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2206850" y="9279536"/>
            <a:ext cx="5077200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12206851" y="8688412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44391">
              <a:spcBef>
                <a:spcPts val="1500"/>
              </a:spcBef>
              <a:defRPr sz="1896">
                <a:solidFill>
                  <a:srgbClr val="404040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17660565" y="8097287"/>
            <a:ext cx="5077199" cy="415926"/>
          </a:xfrm>
          <a:prstGeom prst="rect">
            <a:avLst/>
          </a:prstGeom>
        </p:spPr>
        <p:txBody>
          <a:bodyPr/>
          <a:lstStyle>
            <a:lvl1pPr algn="ctr" defTabSz="1243273">
              <a:spcBef>
                <a:spcPts val="1300"/>
              </a:spcBef>
              <a:defRPr sz="21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17660565" y="9279536"/>
            <a:ext cx="5077199" cy="111351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17660565" y="8688412"/>
            <a:ext cx="5077199" cy="415926"/>
          </a:xfrm>
          <a:prstGeom prst="rect">
            <a:avLst/>
          </a:prstGeom>
        </p:spPr>
        <p:txBody>
          <a:bodyPr/>
          <a:lstStyle>
            <a:lvl1pPr algn="ctr" defTabSz="1444391">
              <a:spcBef>
                <a:spcPts val="1500"/>
              </a:spcBef>
              <a:defRPr sz="1896">
                <a:solidFill>
                  <a:srgbClr val="404040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529290"/>
            <a:ext cx="21025723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000250"/>
            <a:ext cx="21025723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1216180" y="3997140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>
          <a:xfrm>
            <a:off x="5859540" y="3997140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>
          <a:xfrm>
            <a:off x="10502899" y="3997140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>
          <a:xfrm>
            <a:off x="15146258" y="3997140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>
          <a:xfrm>
            <a:off x="19789616" y="3936819"/>
            <a:ext cx="3371851" cy="33718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>
          <a:xfrm>
            <a:off x="966289" y="8074521"/>
            <a:ext cx="3723342" cy="415926"/>
          </a:xfrm>
          <a:prstGeom prst="rect">
            <a:avLst/>
          </a:prstGeom>
        </p:spPr>
        <p:txBody>
          <a:bodyPr/>
          <a:lstStyle>
            <a:lvl1pPr algn="ctr" defTabSz="1243273">
              <a:spcBef>
                <a:spcPts val="1300"/>
              </a:spcBef>
              <a:defRPr sz="21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966289" y="9418135"/>
            <a:ext cx="3723341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966289" y="8665647"/>
            <a:ext cx="3723342" cy="415926"/>
          </a:xfrm>
          <a:prstGeom prst="rect">
            <a:avLst/>
          </a:prstGeom>
        </p:spPr>
        <p:txBody>
          <a:bodyPr/>
          <a:lstStyle>
            <a:lvl1pPr algn="ctr" defTabSz="1444391">
              <a:spcBef>
                <a:spcPts val="1500"/>
              </a:spcBef>
              <a:defRPr sz="1896">
                <a:solidFill>
                  <a:srgbClr val="404040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5615042" y="8074521"/>
            <a:ext cx="3723342" cy="415926"/>
          </a:xfrm>
          <a:prstGeom prst="rect">
            <a:avLst/>
          </a:prstGeom>
        </p:spPr>
        <p:txBody>
          <a:bodyPr/>
          <a:lstStyle>
            <a:lvl1pPr algn="ctr" defTabSz="1243273">
              <a:spcBef>
                <a:spcPts val="1300"/>
              </a:spcBef>
              <a:defRPr sz="21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5615041" y="9418135"/>
            <a:ext cx="3723341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5615042" y="8665647"/>
            <a:ext cx="3723342" cy="415926"/>
          </a:xfrm>
          <a:prstGeom prst="rect">
            <a:avLst/>
          </a:prstGeom>
        </p:spPr>
        <p:txBody>
          <a:bodyPr/>
          <a:lstStyle>
            <a:lvl1pPr algn="ctr" defTabSz="1444391">
              <a:spcBef>
                <a:spcPts val="1500"/>
              </a:spcBef>
              <a:defRPr sz="1896">
                <a:solidFill>
                  <a:srgbClr val="404040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>
          <a:xfrm>
            <a:off x="10263792" y="8074521"/>
            <a:ext cx="3723342" cy="415926"/>
          </a:xfrm>
          <a:prstGeom prst="rect">
            <a:avLst/>
          </a:prstGeom>
        </p:spPr>
        <p:txBody>
          <a:bodyPr/>
          <a:lstStyle>
            <a:lvl1pPr algn="ctr" defTabSz="1243273">
              <a:spcBef>
                <a:spcPts val="1300"/>
              </a:spcBef>
              <a:defRPr sz="21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>
          <a:xfrm>
            <a:off x="10263792" y="9418135"/>
            <a:ext cx="372334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>
          <a:xfrm>
            <a:off x="10263792" y="8665647"/>
            <a:ext cx="3723342" cy="415926"/>
          </a:xfrm>
          <a:prstGeom prst="rect">
            <a:avLst/>
          </a:prstGeom>
        </p:spPr>
        <p:txBody>
          <a:bodyPr/>
          <a:lstStyle>
            <a:lvl1pPr algn="ctr" defTabSz="1444391">
              <a:spcBef>
                <a:spcPts val="1500"/>
              </a:spcBef>
              <a:defRPr sz="1896">
                <a:solidFill>
                  <a:srgbClr val="404040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>
          <a:xfrm>
            <a:off x="14912544" y="8044360"/>
            <a:ext cx="3723341" cy="415926"/>
          </a:xfrm>
          <a:prstGeom prst="rect">
            <a:avLst/>
          </a:prstGeom>
        </p:spPr>
        <p:txBody>
          <a:bodyPr/>
          <a:lstStyle>
            <a:lvl1pPr algn="ctr" defTabSz="1243273">
              <a:spcBef>
                <a:spcPts val="1300"/>
              </a:spcBef>
              <a:defRPr sz="21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>
          <a:xfrm>
            <a:off x="14912542" y="9387974"/>
            <a:ext cx="372334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>
          <a:xfrm>
            <a:off x="14912544" y="8635486"/>
            <a:ext cx="3723341" cy="415926"/>
          </a:xfrm>
          <a:prstGeom prst="rect">
            <a:avLst/>
          </a:prstGeom>
        </p:spPr>
        <p:txBody>
          <a:bodyPr/>
          <a:lstStyle>
            <a:lvl1pPr algn="ctr" defTabSz="1444391">
              <a:spcBef>
                <a:spcPts val="1500"/>
              </a:spcBef>
              <a:defRPr sz="1896">
                <a:solidFill>
                  <a:srgbClr val="404040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19561294" y="8074521"/>
            <a:ext cx="3723342" cy="415926"/>
          </a:xfrm>
          <a:prstGeom prst="rect">
            <a:avLst/>
          </a:prstGeom>
        </p:spPr>
        <p:txBody>
          <a:bodyPr/>
          <a:lstStyle>
            <a:lvl1pPr algn="ctr" defTabSz="1243273">
              <a:spcBef>
                <a:spcPts val="1300"/>
              </a:spcBef>
              <a:defRPr sz="21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19561292" y="9418135"/>
            <a:ext cx="372334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19561294" y="8665647"/>
            <a:ext cx="3723342" cy="415926"/>
          </a:xfrm>
          <a:prstGeom prst="rect">
            <a:avLst/>
          </a:prstGeom>
        </p:spPr>
        <p:txBody>
          <a:bodyPr/>
          <a:lstStyle>
            <a:lvl1pPr algn="ctr" defTabSz="1444391">
              <a:spcBef>
                <a:spcPts val="1500"/>
              </a:spcBef>
              <a:defRPr sz="1896">
                <a:solidFill>
                  <a:srgbClr val="404040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695883"/>
            <a:ext cx="10058839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1753159"/>
            <a:ext cx="10058839" cy="457201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3854543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454588" y="3854543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0" y="7567613"/>
            <a:ext cx="6454589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6454588" y="7567613"/>
            <a:ext cx="6454589" cy="37130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3927309" y="6974299"/>
            <a:ext cx="2527279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>
          <a:xfrm>
            <a:off x="4046680" y="7073899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>
          <a:xfrm>
            <a:off x="6454588" y="7567613"/>
            <a:ext cx="2527279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>
          <a:xfrm>
            <a:off x="6573957" y="7667212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>
          <a:xfrm>
            <a:off x="6454588" y="6974299"/>
            <a:ext cx="2527279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>
          <a:xfrm>
            <a:off x="6573957" y="7073899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>
          <a:xfrm>
            <a:off x="3927309" y="7567613"/>
            <a:ext cx="2527279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>
          <a:xfrm>
            <a:off x="4046680" y="7667212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-2" y="0"/>
            <a:ext cx="12226927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150725" y="0"/>
            <a:ext cx="122269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0" y="4572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12150725" y="4572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0" y="9144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>
          <a:xfrm>
            <a:off x="12132422" y="9144000"/>
            <a:ext cx="1224523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>
          <a:xfrm>
            <a:off x="4811722" y="1989342"/>
            <a:ext cx="2527279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931092" y="2088943"/>
            <a:ext cx="2311775" cy="365127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r>
              <a:t>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>
          <a:xfrm>
            <a:off x="17000548" y="6561342"/>
            <a:ext cx="2527279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>
          <a:xfrm>
            <a:off x="17119919" y="6660943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>
          <a:xfrm>
            <a:off x="4907857" y="11133342"/>
            <a:ext cx="2527278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>
          <a:xfrm>
            <a:off x="5027226" y="11232943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-2" y="0"/>
            <a:ext cx="12226927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150725" y="0"/>
            <a:ext cx="122269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0" y="4572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12150725" y="4572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17062450" y="1989342"/>
            <a:ext cx="2527278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7181819" y="2088943"/>
            <a:ext cx="2311775" cy="365127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r>
              <a:t>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>
          <a:xfrm>
            <a:off x="4811724" y="6575837"/>
            <a:ext cx="2527279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>
          <a:xfrm>
            <a:off x="4931093" y="6675436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>
          <a:xfrm>
            <a:off x="5090857" y="12257089"/>
            <a:ext cx="2311775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37863" y="9466729"/>
            <a:ext cx="21025723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>
          <a:xfrm>
            <a:off x="-5" y="-1"/>
            <a:ext cx="24377655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>
          <a:xfrm>
            <a:off x="-39319204" y="-17373600"/>
            <a:ext cx="243776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526473"/>
            <a:ext cx="21025723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083377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20050281" y="7347745"/>
            <a:ext cx="2088356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>
          <a:xfrm>
            <a:off x="12188825" y="0"/>
            <a:ext cx="12188825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>
          <a:xfrm>
            <a:off x="-2" y="0"/>
            <a:ext cx="12226927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03375" y="5349299"/>
            <a:ext cx="9120044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75" name="Rectangle 6"/>
          <p:cNvSpPr/>
          <p:nvPr/>
        </p:nvSpPr>
        <p:spPr>
          <a:xfrm>
            <a:off x="0" y="0"/>
            <a:ext cx="12188825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03375" y="5444897"/>
            <a:ext cx="9120044" cy="3406775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2188824" y="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188824" y="4572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188824" y="9144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18545175" y="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18545175" y="4572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>
          <a:xfrm>
            <a:off x="18545175" y="9144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9005097" y="1041400"/>
            <a:ext cx="4783818" cy="415925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5pPr>
          </a:lstStyle>
          <a:p>
            <a:r>
              <a:t>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19005097" y="1651000"/>
            <a:ext cx="4783818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9005097" y="5499100"/>
            <a:ext cx="4783818" cy="415925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9005097" y="6108701"/>
            <a:ext cx="4783818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9005097" y="10127799"/>
            <a:ext cx="4783818" cy="415926"/>
          </a:xfrm>
          <a:prstGeom prst="rect">
            <a:avLst/>
          </a:prstGeom>
        </p:spPr>
        <p:txBody>
          <a:bodyPr/>
          <a:lstStyle>
            <a:lvl1pPr algn="ctr"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9005097" y="10737401"/>
            <a:ext cx="4783818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86125" y="4229193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446520" y="7348949"/>
            <a:ext cx="3294194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>
          <a:xfrm>
            <a:off x="6631285" y="7448549"/>
            <a:ext cx="3013294" cy="365127"/>
          </a:xfrm>
          <a:prstGeom prst="rect">
            <a:avLst/>
          </a:prstGeom>
        </p:spPr>
        <p:txBody>
          <a:bodyPr/>
          <a:lstStyle>
            <a:lvl1pPr defTabSz="1243273">
              <a:spcBef>
                <a:spcPts val="1300"/>
              </a:spcBef>
              <a:defRPr sz="1632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286125" y="4040935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438900" y="7160690"/>
            <a:ext cx="3301814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>
          <a:xfrm>
            <a:off x="6624315" y="7260290"/>
            <a:ext cx="3020264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24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14496698" y="4040935"/>
            <a:ext cx="6454589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3286124" y="8762999"/>
            <a:ext cx="6454590" cy="550866"/>
          </a:xfrm>
          <a:prstGeom prst="rect">
            <a:avLst/>
          </a:prstGeom>
        </p:spPr>
        <p:txBody>
          <a:bodyPr/>
          <a:lstStyle>
            <a:lvl1pPr defTabSz="1700359">
              <a:spcBef>
                <a:spcPts val="1800"/>
              </a:spcBef>
              <a:defRPr sz="29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>
          <a:xfrm>
            <a:off x="3286124" y="9442452"/>
            <a:ext cx="6454590" cy="2114921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14496697" y="8716309"/>
            <a:ext cx="6454590" cy="550865"/>
          </a:xfrm>
          <a:prstGeom prst="rect">
            <a:avLst/>
          </a:prstGeom>
        </p:spPr>
        <p:txBody>
          <a:bodyPr/>
          <a:lstStyle>
            <a:lvl1pPr defTabSz="1700359">
              <a:spcBef>
                <a:spcPts val="1800"/>
              </a:spcBef>
              <a:defRPr sz="29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4496697" y="9395762"/>
            <a:ext cx="6454590" cy="2114921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>
          <a:xfrm>
            <a:off x="14496698" y="7160690"/>
            <a:ext cx="3301814" cy="59331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>
          <a:xfrm>
            <a:off x="14682114" y="7260290"/>
            <a:ext cx="3020264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24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>
          <a:xfrm>
            <a:off x="5543550" y="4145279"/>
            <a:ext cx="5286375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>
          <a:xfrm>
            <a:off x="5543550" y="4886323"/>
            <a:ext cx="5286375" cy="203722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>
          <a:xfrm>
            <a:off x="2571749" y="4145279"/>
            <a:ext cx="2338023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>
          <a:xfrm>
            <a:off x="5543550" y="8208864"/>
            <a:ext cx="5286375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5543550" y="8949908"/>
            <a:ext cx="5286375" cy="203722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>
          <a:xfrm>
            <a:off x="2571749" y="8208863"/>
            <a:ext cx="2338023" cy="233802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16302553" y="4145279"/>
            <a:ext cx="5286376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6302553" y="4886323"/>
            <a:ext cx="5286376" cy="203722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>
          <a:xfrm>
            <a:off x="13330753" y="4145279"/>
            <a:ext cx="233802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6302553" y="8208864"/>
            <a:ext cx="5286376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6302553" y="8949908"/>
            <a:ext cx="5286376" cy="203722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>
          <a:xfrm>
            <a:off x="13330753" y="8208863"/>
            <a:ext cx="2338022" cy="233802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0"/>
            <a:ext cx="1445895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4458950" y="0"/>
            <a:ext cx="991870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>
          <a:xfrm>
            <a:off x="0" y="6858000"/>
            <a:ext cx="991870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>
          <a:xfrm>
            <a:off x="9918700" y="6858000"/>
            <a:ext cx="1445895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>
          <a:xfrm>
            <a:off x="4506257" y="3390901"/>
            <a:ext cx="15331143" cy="6858001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5181163" y="3950260"/>
            <a:ext cx="13818037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5181163" y="5007535"/>
            <a:ext cx="13818037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6252449" y="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8125200" y="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-2050" y="685800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16250400" y="6858000"/>
            <a:ext cx="8125201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>
          <a:xfrm>
            <a:off x="8123149" y="6858000"/>
            <a:ext cx="8125202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>
          <a:xfrm>
            <a:off x="6431624" y="5873750"/>
            <a:ext cx="11506201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7064375" y="6329362"/>
            <a:ext cx="10248900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</p:spTree>
  </p:cSld>
  <p:clrMapOvr>
    <a:masterClrMapping/>
  </p:clrMapOvr>
  <p:transition spd="med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2188824" y="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188824" y="4572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188824" y="9144000"/>
            <a:ext cx="1218882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18545175" y="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18545175" y="4572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>
          <a:xfrm>
            <a:off x="18545175" y="9144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9005097" y="1041400"/>
            <a:ext cx="4783818" cy="415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5pPr>
          </a:lstStyle>
          <a:p>
            <a:r>
              <a:t>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19005097" y="1651000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9005097" y="5499100"/>
            <a:ext cx="4783818" cy="415925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9005097" y="61087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9005097" y="10127799"/>
            <a:ext cx="4783818" cy="415926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9005097" y="107374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>
          <a:xfrm>
            <a:off x="0" y="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>
          <a:xfrm>
            <a:off x="0" y="4572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>
          <a:xfrm>
            <a:off x="0" y="9144000"/>
            <a:ext cx="12188825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>
          <a:xfrm>
            <a:off x="6356351" y="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>
          <a:xfrm>
            <a:off x="6356351" y="4572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>
          <a:xfrm>
            <a:off x="6356351" y="9144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6816273" y="1041400"/>
            <a:ext cx="4783818" cy="415925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6816273" y="1651000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6816273" y="5499100"/>
            <a:ext cx="4783818" cy="415925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>
          <a:xfrm>
            <a:off x="6816273" y="61087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>
          <a:xfrm>
            <a:off x="6816273" y="10127799"/>
            <a:ext cx="4783818" cy="415926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>
          <a:xfrm>
            <a:off x="6816273" y="107374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>
          <a:xfrm>
            <a:off x="0" y="11145"/>
            <a:ext cx="12188825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-2" y="8040913"/>
            <a:ext cx="12188826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>
          <a:xfrm>
            <a:off x="12188825" y="1"/>
            <a:ext cx="12188828" cy="1371599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>
          <a:xfrm>
            <a:off x="12188824" y="8036300"/>
            <a:ext cx="12188828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675963" y="9174289"/>
            <a:ext cx="8582462" cy="800141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5pPr>
          </a:lstStyle>
          <a:p>
            <a:r>
              <a:t>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1675964" y="10014856"/>
            <a:ext cx="8582461" cy="1883457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>
          <a:xfrm>
            <a:off x="1675964" y="8510327"/>
            <a:ext cx="8582461" cy="51353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14119225" y="9144810"/>
            <a:ext cx="8582461" cy="800141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4119225" y="9985378"/>
            <a:ext cx="8582461" cy="1883457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4119225" y="8480849"/>
            <a:ext cx="8582461" cy="513537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1"/>
            <a:ext cx="12188825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>
          <a:xfrm>
            <a:off x="12188825" y="1"/>
            <a:ext cx="12188825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>
          <a:xfrm>
            <a:off x="0" y="6858000"/>
            <a:ext cx="12188825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>
          <a:xfrm>
            <a:off x="12188825" y="6858000"/>
            <a:ext cx="12188825" cy="6858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2634813" y="4572000"/>
            <a:ext cx="955401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>
          <a:xfrm>
            <a:off x="12188825" y="4572000"/>
            <a:ext cx="9554011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>
          <a:xfrm>
            <a:off x="2634813" y="6829425"/>
            <a:ext cx="9554012" cy="225742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>
          <a:xfrm>
            <a:off x="12188825" y="6829425"/>
            <a:ext cx="9554011" cy="225742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>
          <a:xfrm>
            <a:off x="0" y="-1"/>
            <a:ext cx="13865870" cy="800837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>
          <a:xfrm>
            <a:off x="11649281" y="0"/>
            <a:ext cx="12728369" cy="800836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>
          <a:xfrm>
            <a:off x="0" y="8977930"/>
            <a:ext cx="1164928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>
          <a:xfrm>
            <a:off x="12592050" y="8978151"/>
            <a:ext cx="11785600" cy="473784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48797" y="7922741"/>
            <a:ext cx="21080055" cy="1231527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9154268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2188824" y="0"/>
            <a:ext cx="635635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2188824" y="4572000"/>
            <a:ext cx="635635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188825" y="9144000"/>
            <a:ext cx="635635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18545175" y="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18545175" y="4572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>
          <a:xfrm>
            <a:off x="18545175" y="9144000"/>
            <a:ext cx="583247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9005097" y="1041400"/>
            <a:ext cx="4783818" cy="4159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5pPr>
          </a:lstStyle>
          <a:p>
            <a:r>
              <a:t>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>
          <a:xfrm>
            <a:off x="19005097" y="1651000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>
          <a:xfrm>
            <a:off x="19005097" y="5499100"/>
            <a:ext cx="4783818" cy="415925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>
          <a:xfrm>
            <a:off x="19005097" y="61087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>
          <a:xfrm>
            <a:off x="19005097" y="10127799"/>
            <a:ext cx="4783818" cy="415926"/>
          </a:xfrm>
          <a:prstGeom prst="rect">
            <a:avLst/>
          </a:prstGeom>
        </p:spPr>
        <p:txBody>
          <a:bodyPr/>
          <a:lstStyle>
            <a:lvl1pPr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>
          <a:xfrm>
            <a:off x="19005097" y="10737401"/>
            <a:ext cx="4783818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>
          <a:xfrm>
            <a:off x="5832471" y="0"/>
            <a:ext cx="635635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>
          <a:xfrm>
            <a:off x="5832471" y="4572000"/>
            <a:ext cx="635635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>
          <a:xfrm>
            <a:off x="5832471" y="9144000"/>
            <a:ext cx="635635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>
          <a:xfrm>
            <a:off x="-2" y="31300"/>
            <a:ext cx="5832475" cy="4572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>
          <a:xfrm>
            <a:off x="-2" y="4603301"/>
            <a:ext cx="5832475" cy="4572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>
          <a:xfrm>
            <a:off x="-2" y="9175301"/>
            <a:ext cx="5832475" cy="4572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>
          <a:xfrm>
            <a:off x="459921" y="1072700"/>
            <a:ext cx="4783817" cy="415926"/>
          </a:xfrm>
          <a:prstGeom prst="rect">
            <a:avLst/>
          </a:prstGeom>
        </p:spPr>
        <p:txBody>
          <a:bodyPr/>
          <a:lstStyle>
            <a:lvl1pPr algn="r"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>
          <a:xfrm>
            <a:off x="459921" y="1682301"/>
            <a:ext cx="4783817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>
          <a:xfrm>
            <a:off x="459921" y="5530401"/>
            <a:ext cx="4783817" cy="415926"/>
          </a:xfrm>
          <a:prstGeom prst="rect">
            <a:avLst/>
          </a:prstGeom>
        </p:spPr>
        <p:txBody>
          <a:bodyPr/>
          <a:lstStyle>
            <a:lvl1pPr algn="r"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>
          <a:xfrm>
            <a:off x="459921" y="6140001"/>
            <a:ext cx="4783817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>
          <a:xfrm>
            <a:off x="459921" y="10159100"/>
            <a:ext cx="4783817" cy="415926"/>
          </a:xfrm>
          <a:prstGeom prst="rect">
            <a:avLst/>
          </a:prstGeom>
        </p:spPr>
        <p:txBody>
          <a:bodyPr/>
          <a:lstStyle>
            <a:lvl1pPr algn="r" defTabSz="1426107">
              <a:spcBef>
                <a:spcPts val="1500"/>
              </a:spcBef>
              <a:defRPr sz="2184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>
          <a:xfrm>
            <a:off x="459921" y="10768702"/>
            <a:ext cx="4783817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3973605"/>
            <a:ext cx="12188825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>
          <a:xfrm>
            <a:off x="-792441" y="7220229"/>
            <a:ext cx="7953376" cy="1704883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>
          <a:xfrm>
            <a:off x="779184" y="7543240"/>
            <a:ext cx="5657851" cy="1087905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>
          <a:xfrm>
            <a:off x="13559677" y="3973605"/>
            <a:ext cx="7928723" cy="550865"/>
          </a:xfrm>
          <a:prstGeom prst="rect">
            <a:avLst/>
          </a:prstGeom>
        </p:spPr>
        <p:txBody>
          <a:bodyPr/>
          <a:lstStyle>
            <a:lvl1pPr defTabSz="1700359">
              <a:spcBef>
                <a:spcPts val="1800"/>
              </a:spcBef>
              <a:defRPr sz="2976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>
          <a:xfrm>
            <a:off x="13559677" y="4653057"/>
            <a:ext cx="7928723" cy="428073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>
          <a:xfrm>
            <a:off x="1675963" y="10220322"/>
            <a:ext cx="10512861" cy="1629899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r>
              <a:t>Text</a:t>
            </a:r>
          </a:p>
        </p:txBody>
      </p:sp>
    </p:spTree>
  </p:cSld>
  <p:clrMapOvr>
    <a:masterClrMapping/>
  </p:clrMapOvr>
  <p:transition spd="med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6795751" y="3993777"/>
            <a:ext cx="7591425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9525" y="3993777"/>
            <a:ext cx="7572375" cy="385603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>
          <a:xfrm>
            <a:off x="6147003" y="3993777"/>
            <a:ext cx="12083644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400050"/>
            <a:ext cx="10058839" cy="1057275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1457325"/>
            <a:ext cx="10058839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>
          <a:xfrm>
            <a:off x="1675963" y="2143125"/>
            <a:ext cx="5484973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2188825" y="-2"/>
            <a:ext cx="304920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5238091" y="-2"/>
            <a:ext cx="3049201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8287291" y="-2"/>
            <a:ext cx="3049201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21336556" y="-2"/>
            <a:ext cx="3049201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12188825" y="3441598"/>
            <a:ext cx="3049200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>
          <a:xfrm>
            <a:off x="15238091" y="3441598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>
          <a:xfrm>
            <a:off x="18287291" y="3441598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>
          <a:xfrm>
            <a:off x="21336556" y="3441598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>
          <a:xfrm>
            <a:off x="12188825" y="6832799"/>
            <a:ext cx="3049200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>
          <a:xfrm>
            <a:off x="15238091" y="6832799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>
          <a:xfrm>
            <a:off x="18287291" y="6832799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>
          <a:xfrm>
            <a:off x="21336556" y="6832799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>
          <a:xfrm>
            <a:off x="12188825" y="10274399"/>
            <a:ext cx="3049200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>
          <a:xfrm>
            <a:off x="15238091" y="10274399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>
          <a:xfrm>
            <a:off x="18287291" y="10274399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>
          <a:xfrm>
            <a:off x="21336556" y="10274399"/>
            <a:ext cx="3049201" cy="34416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1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>
          <a:xfrm>
            <a:off x="0" y="4622612"/>
            <a:ext cx="24368125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>
          <a:xfrm>
            <a:off x="0" y="3665156"/>
            <a:ext cx="24368125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>
          <a:xfrm>
            <a:off x="1" y="3665156"/>
            <a:ext cx="24377651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>
          <a:xfrm>
            <a:off x="1603375" y="5850387"/>
            <a:ext cx="21134388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03375" y="7232071"/>
            <a:ext cx="21134388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>
          <a:xfrm>
            <a:off x="0" y="0"/>
            <a:ext cx="24377650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18947606" y="6130925"/>
            <a:ext cx="2533652" cy="42640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981200" y="2514600"/>
            <a:ext cx="10207625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981200" y="5673725"/>
            <a:ext cx="10207625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1023600" y="6261101"/>
            <a:ext cx="2527300" cy="42545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13509567" y="5902876"/>
            <a:ext cx="5560205" cy="282966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9753028" y="7389627"/>
            <a:ext cx="5545289" cy="4220309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9038942" y="4658203"/>
            <a:ext cx="6231945" cy="4551507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3726179" y="5610225"/>
            <a:ext cx="6370321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3034"/>
            <a:ext cx="21025723" cy="1381687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3" y="2134720"/>
            <a:ext cx="21025723" cy="457201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>
          <a:xfrm>
            <a:off x="-1" y="0"/>
            <a:ext cx="24377650" cy="1371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03375" y="5476314"/>
            <a:ext cx="21134388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03375" y="6858000"/>
            <a:ext cx="21134388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8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29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03375" y="5400675"/>
            <a:ext cx="10585450" cy="2028825"/>
          </a:xfrm>
          <a:prstGeom prst="rect">
            <a:avLst/>
          </a:prstGeom>
        </p:spPr>
        <p:txBody>
          <a:bodyPr/>
          <a:lstStyle>
            <a:lvl1pPr>
              <a:defRPr sz="66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630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03375" y="7429500"/>
            <a:ext cx="10585450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2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3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2188825" y="860612"/>
            <a:ext cx="10512861" cy="1623733"/>
          </a:xfrm>
          <a:prstGeom prst="rect">
            <a:avLst/>
          </a:prstGeom>
        </p:spPr>
        <p:txBody>
          <a:bodyPr/>
          <a:lstStyle>
            <a:lvl1pPr algn="r">
              <a:defRPr sz="72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639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2188825" y="2484345"/>
            <a:ext cx="10512861" cy="457201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>
          <a:xfrm>
            <a:off x="-1" y="0"/>
            <a:ext cx="24377650" cy="137160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03374" y="6429375"/>
            <a:ext cx="21098311" cy="2028825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03374" y="8458200"/>
            <a:ext cx="21098311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03375" y="4829175"/>
            <a:ext cx="21098311" cy="2028825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03375" y="6858000"/>
            <a:ext cx="21098311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Ovr>
    <a:masterClrMapping/>
  </p:clrMapOvr>
  <p:transition spd="med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557247"/>
            <a:ext cx="5988862" cy="680199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5964" y="8237445"/>
            <a:ext cx="5988861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>
          <a:xfrm>
            <a:off x="0" y="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>
          <a:xfrm>
            <a:off x="6102000" y="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>
          <a:xfrm>
            <a:off x="12204000" y="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>
          <a:xfrm>
            <a:off x="18306000" y="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>
          <a:xfrm>
            <a:off x="0" y="4572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>
          <a:xfrm>
            <a:off x="6102000" y="4572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>
          <a:xfrm>
            <a:off x="12204000" y="4572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>
          <a:xfrm>
            <a:off x="18306000" y="4572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>
          <a:xfrm>
            <a:off x="0" y="9144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>
          <a:xfrm>
            <a:off x="6102000" y="9144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>
          <a:xfrm>
            <a:off x="12204000" y="9144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>
          <a:xfrm>
            <a:off x="18306000" y="9144000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>
          <a:xfrm>
            <a:off x="12333103" y="6994525"/>
            <a:ext cx="6102001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</p:spTree>
  </p:cSld>
  <p:clrMapOvr>
    <a:masterClrMapping/>
  </p:clrMapOvr>
  <p:transition spd="med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30251"/>
            <a:ext cx="21025724" cy="2651126"/>
          </a:xfrm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>
          <a:xfrm>
            <a:off x="1675963" y="3651250"/>
            <a:ext cx="10360502" cy="8702676"/>
          </a:xfrm>
          <a:prstGeom prst="rect">
            <a:avLst/>
          </a:prstGeom>
        </p:spPr>
        <p:txBody>
          <a:bodyPr/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9138" y="730251"/>
            <a:ext cx="21025724" cy="2651126"/>
          </a:xfrm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9138" y="3362326"/>
            <a:ext cx="10312890" cy="1647825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12341186" y="3362326"/>
            <a:ext cx="10363677" cy="1647825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5963" y="730251"/>
            <a:ext cx="21025724" cy="2651126"/>
          </a:xfrm>
          <a:prstGeom prst="rect">
            <a:avLst/>
          </a:prstGeom>
        </p:spPr>
        <p:txBody>
          <a:bodyPr/>
          <a:lstStyle/>
          <a:p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2554288" y="5297487"/>
            <a:ext cx="5299076" cy="1828801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  <a:sym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  <a:sym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  <a:sym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  <a:sym typeface="Montserrat Semi Bold"/>
              </a:defRPr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2581275" y="7423150"/>
            <a:ext cx="5272088" cy="1531938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>
          <a:xfrm>
            <a:off x="8793722" y="5303839"/>
            <a:ext cx="5299076" cy="18288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  <a:sym typeface="Montserrat Semi Bold"/>
              </a:defRPr>
            </a:pPr>
            <a:endParaRPr/>
          </a:p>
        </p:txBody>
      </p:sp>
    </p:spTree>
  </p:cSld>
  <p:clrMapOvr>
    <a:masterClrMapping/>
  </p:clrMapOvr>
  <p:transition spd="med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9139" y="914400"/>
            <a:ext cx="7862428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>
          <a:xfrm>
            <a:off x="10363676" y="1974850"/>
            <a:ext cx="12341186" cy="9747251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1679139" y="4114800"/>
            <a:ext cx="7862428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679139" y="914400"/>
            <a:ext cx="7862428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10363676" y="1974850"/>
            <a:ext cx="12341186" cy="974725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>
          <a:xfrm>
            <a:off x="1679139" y="4114800"/>
            <a:ext cx="7862428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5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>
          <a:xfrm>
            <a:off x="14932026" y="4114800"/>
            <a:ext cx="8229601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6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>
          <a:xfrm>
            <a:off x="15236031" y="4297679"/>
            <a:ext cx="9141619" cy="5486401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>
          <a:xfrm>
            <a:off x="0" y="0"/>
            <a:ext cx="2437765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>
          <a:xfrm>
            <a:off x="0" y="0"/>
            <a:ext cx="24377650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11779461" y="12344400"/>
            <a:ext cx="5686638" cy="7366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>
          <a:xfrm>
            <a:off x="22264084" y="12828905"/>
            <a:ext cx="437603" cy="4978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>
          <a:xfrm>
            <a:off x="1218565" y="184149"/>
            <a:ext cx="21934170" cy="30162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>
          <a:xfrm>
            <a:off x="1218565" y="3200400"/>
            <a:ext cx="21934170" cy="10515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Уровень текста 1</a:t>
            </a:r>
          </a:p>
          <a:p>
            <a:pPr lvl="1"/>
            <a:r>
              <a:t>Уровень текста 2</a:t>
            </a:r>
          </a:p>
          <a:p>
            <a:pPr lvl="2"/>
            <a:r>
              <a:t>Уровень текста 3</a:t>
            </a:r>
          </a:p>
          <a:p>
            <a:pPr lvl="3"/>
            <a:r>
              <a:t>Уровень текста 4</a:t>
            </a:r>
          </a:p>
          <a:p>
            <a:pPr lvl="4"/>
            <a:r>
              <a:t>Уровень текста 5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6" r:id="rId27"/>
    <p:sldLayoutId id="2147483677" r:id="rId28"/>
    <p:sldLayoutId id="2147483678" r:id="rId29"/>
    <p:sldLayoutId id="2147483679" r:id="rId30"/>
    <p:sldLayoutId id="2147483680" r:id="rId31"/>
    <p:sldLayoutId id="2147483681" r:id="rId32"/>
    <p:sldLayoutId id="2147483682" r:id="rId33"/>
    <p:sldLayoutId id="2147483683" r:id="rId34"/>
    <p:sldLayoutId id="2147483684" r:id="rId35"/>
    <p:sldLayoutId id="2147483685" r:id="rId36"/>
    <p:sldLayoutId id="2147483686" r:id="rId37"/>
    <p:sldLayoutId id="2147483687" r:id="rId38"/>
    <p:sldLayoutId id="2147483688" r:id="rId39"/>
    <p:sldLayoutId id="2147483689" r:id="rId40"/>
    <p:sldLayoutId id="2147483690" r:id="rId41"/>
    <p:sldLayoutId id="2147483691" r:id="rId42"/>
    <p:sldLayoutId id="2147483692" r:id="rId43"/>
    <p:sldLayoutId id="2147483693" r:id="rId44"/>
    <p:sldLayoutId id="2147483694" r:id="rId45"/>
    <p:sldLayoutId id="2147483695" r:id="rId46"/>
    <p:sldLayoutId id="2147483696" r:id="rId47"/>
    <p:sldLayoutId id="2147483697" r:id="rId48"/>
    <p:sldLayoutId id="2147483698" r:id="rId49"/>
    <p:sldLayoutId id="2147483699" r:id="rId50"/>
    <p:sldLayoutId id="2147483700" r:id="rId51"/>
    <p:sldLayoutId id="2147483701" r:id="rId52"/>
    <p:sldLayoutId id="2147483702" r:id="rId53"/>
    <p:sldLayoutId id="2147483706" r:id="rId54"/>
    <p:sldLayoutId id="2147483710" r:id="rId55"/>
  </p:sldLayoutIdLst>
  <p:transition spd="med"/>
  <p:txStyles>
    <p:titleStyle>
      <a:lvl1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000000"/>
          </a:solidFill>
          <a:uFillTx/>
          <a:latin typeface="Montserrat Semi Bold"/>
          <a:ea typeface="Montserrat Semi Bold"/>
          <a:cs typeface="Montserrat Semi Bold"/>
          <a:sym typeface="Montserrat Semi Bold"/>
        </a:defRPr>
      </a:lvl1pPr>
      <a:lvl2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000000"/>
          </a:solidFill>
          <a:uFillTx/>
          <a:latin typeface="Montserrat Semi Bold"/>
          <a:ea typeface="Montserrat Semi Bold"/>
          <a:cs typeface="Montserrat Semi Bold"/>
          <a:sym typeface="Montserrat Semi Bold"/>
        </a:defRPr>
      </a:lvl2pPr>
      <a:lvl3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000000"/>
          </a:solidFill>
          <a:uFillTx/>
          <a:latin typeface="Montserrat Semi Bold"/>
          <a:ea typeface="Montserrat Semi Bold"/>
          <a:cs typeface="Montserrat Semi Bold"/>
          <a:sym typeface="Montserrat Semi Bold"/>
        </a:defRPr>
      </a:lvl3pPr>
      <a:lvl4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000000"/>
          </a:solidFill>
          <a:uFillTx/>
          <a:latin typeface="Montserrat Semi Bold"/>
          <a:ea typeface="Montserrat Semi Bold"/>
          <a:cs typeface="Montserrat Semi Bold"/>
          <a:sym typeface="Montserrat Semi Bold"/>
        </a:defRPr>
      </a:lvl4pPr>
      <a:lvl5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000000"/>
          </a:solidFill>
          <a:uFillTx/>
          <a:latin typeface="Montserrat Semi Bold"/>
          <a:ea typeface="Montserrat Semi Bold"/>
          <a:cs typeface="Montserrat Semi Bold"/>
          <a:sym typeface="Montserrat Semi Bold"/>
        </a:defRPr>
      </a:lvl5pPr>
      <a:lvl6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000000"/>
          </a:solidFill>
          <a:uFillTx/>
          <a:latin typeface="Montserrat Semi Bold"/>
          <a:ea typeface="Montserrat Semi Bold"/>
          <a:cs typeface="Montserrat Semi Bold"/>
          <a:sym typeface="Montserrat Semi Bold"/>
        </a:defRPr>
      </a:lvl6pPr>
      <a:lvl7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000000"/>
          </a:solidFill>
          <a:uFillTx/>
          <a:latin typeface="Montserrat Semi Bold"/>
          <a:ea typeface="Montserrat Semi Bold"/>
          <a:cs typeface="Montserrat Semi Bold"/>
          <a:sym typeface="Montserrat Semi Bold"/>
        </a:defRPr>
      </a:lvl7pPr>
      <a:lvl8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000000"/>
          </a:solidFill>
          <a:uFillTx/>
          <a:latin typeface="Montserrat Semi Bold"/>
          <a:ea typeface="Montserrat Semi Bold"/>
          <a:cs typeface="Montserrat Semi Bold"/>
          <a:sym typeface="Montserrat Semi Bold"/>
        </a:defRPr>
      </a:lvl8pPr>
      <a:lvl9pPr marL="0" marR="0" indent="0" algn="l" defTabSz="1828343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700" b="0" i="0" u="none" strike="noStrike" cap="none" spc="0" baseline="0">
          <a:solidFill>
            <a:srgbClr val="000000"/>
          </a:solidFill>
          <a:uFillTx/>
          <a:latin typeface="Montserrat Semi Bold"/>
          <a:ea typeface="Montserrat Semi Bold"/>
          <a:cs typeface="Montserrat Semi Bold"/>
          <a:sym typeface="Montserrat Semi Bold"/>
        </a:defRPr>
      </a:lvl9pPr>
    </p:titleStyle>
    <p:bodyStyle>
      <a:lvl1pPr marL="0" marR="0" indent="0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Open Sans Light"/>
          <a:ea typeface="Open Sans Light"/>
          <a:cs typeface="Open Sans Light"/>
          <a:sym typeface="Open Sans Light"/>
        </a:defRPr>
      </a:lvl1pPr>
      <a:lvl2pPr marL="0" marR="0" indent="914171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Open Sans Light"/>
          <a:ea typeface="Open Sans Light"/>
          <a:cs typeface="Open Sans Light"/>
          <a:sym typeface="Open Sans Light"/>
        </a:defRPr>
      </a:lvl2pPr>
      <a:lvl3pPr marL="0" marR="0" indent="1828343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Open Sans Light"/>
          <a:ea typeface="Open Sans Light"/>
          <a:cs typeface="Open Sans Light"/>
          <a:sym typeface="Open Sans Light"/>
        </a:defRPr>
      </a:lvl3pPr>
      <a:lvl4pPr marL="0" marR="0" indent="2742513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Open Sans Light"/>
          <a:ea typeface="Open Sans Light"/>
          <a:cs typeface="Open Sans Light"/>
          <a:sym typeface="Open Sans Light"/>
        </a:defRPr>
      </a:lvl4pPr>
      <a:lvl5pPr marL="0" marR="0" indent="3656684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tabLst/>
        <a:defRPr sz="2800" b="0" i="0" u="none" strike="noStrike" cap="none" spc="0" baseline="0">
          <a:solidFill>
            <a:srgbClr val="000000"/>
          </a:solidFill>
          <a:uFillTx/>
          <a:latin typeface="Open Sans Light"/>
          <a:ea typeface="Open Sans Light"/>
          <a:cs typeface="Open Sans Light"/>
          <a:sym typeface="Open Sans Light"/>
        </a:defRPr>
      </a:lvl5pPr>
      <a:lvl6pPr marL="4936525" marR="0" indent="-365668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en Sans Light"/>
          <a:ea typeface="Open Sans Light"/>
          <a:cs typeface="Open Sans Light"/>
          <a:sym typeface="Open Sans Light"/>
        </a:defRPr>
      </a:lvl6pPr>
      <a:lvl7pPr marL="5850696" marR="0" indent="-365668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en Sans Light"/>
          <a:ea typeface="Open Sans Light"/>
          <a:cs typeface="Open Sans Light"/>
          <a:sym typeface="Open Sans Light"/>
        </a:defRPr>
      </a:lvl7pPr>
      <a:lvl8pPr marL="6764869" marR="0" indent="-365669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en Sans Light"/>
          <a:ea typeface="Open Sans Light"/>
          <a:cs typeface="Open Sans Light"/>
          <a:sym typeface="Open Sans Light"/>
        </a:defRPr>
      </a:lvl8pPr>
      <a:lvl9pPr marL="7679039" marR="0" indent="-365669" algn="l" defTabSz="1828343" rtl="0" latinLnBrk="0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Open Sans Light"/>
          <a:ea typeface="Open Sans Light"/>
          <a:cs typeface="Open Sans Light"/>
          <a:sym typeface="Open Sans Light"/>
        </a:defRPr>
      </a:lvl9pPr>
    </p:bodyStyle>
    <p:otherStyle>
      <a:lvl1pPr marL="0" marR="0" indent="0" algn="r" defTabSz="182843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en Sans Light"/>
        </a:defRPr>
      </a:lvl1pPr>
      <a:lvl2pPr marL="0" marR="0" indent="914216" algn="r" defTabSz="182843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en Sans Light"/>
        </a:defRPr>
      </a:lvl2pPr>
      <a:lvl3pPr marL="0" marR="0" indent="1828433" algn="r" defTabSz="182843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en Sans Light"/>
        </a:defRPr>
      </a:lvl3pPr>
      <a:lvl4pPr marL="0" marR="0" indent="2742651" algn="r" defTabSz="182843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en Sans Light"/>
        </a:defRPr>
      </a:lvl4pPr>
      <a:lvl5pPr marL="0" marR="0" indent="3656867" algn="r" defTabSz="182843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en Sans Light"/>
        </a:defRPr>
      </a:lvl5pPr>
      <a:lvl6pPr marL="0" marR="0" indent="4571086" algn="r" defTabSz="182843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en Sans Light"/>
        </a:defRPr>
      </a:lvl6pPr>
      <a:lvl7pPr marL="0" marR="0" indent="5485303" algn="r" defTabSz="182843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en Sans Light"/>
        </a:defRPr>
      </a:lvl7pPr>
      <a:lvl8pPr marL="0" marR="0" indent="6399519" algn="r" defTabSz="182843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en Sans Light"/>
        </a:defRPr>
      </a:lvl8pPr>
      <a:lvl9pPr marL="0" marR="0" indent="7313737" algn="r" defTabSz="1828433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3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Open Sans Ligh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e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7.xml"/><Relationship Id="rId3" Type="http://schemas.openxmlformats.org/officeDocument/2006/relationships/diagramData" Target="../diagrams/data2.xml"/><Relationship Id="rId4" Type="http://schemas.openxmlformats.org/officeDocument/2006/relationships/diagramLayout" Target="../diagrams/layout2.xml"/><Relationship Id="rId5" Type="http://schemas.openxmlformats.org/officeDocument/2006/relationships/diagramQuickStyle" Target="../diagrams/quickStyle2.xml"/><Relationship Id="rId6" Type="http://schemas.openxmlformats.org/officeDocument/2006/relationships/diagramColors" Target="../diagrams/colors2.xml"/><Relationship Id="rId7" Type="http://schemas.microsoft.com/office/2007/relationships/diagramDrawing" Target="../diagrams/drawing2.xml"/><Relationship Id="rId8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>
          <a:xfrm>
            <a:off x="931443" y="5481332"/>
            <a:ext cx="4621489" cy="4445001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45" name="Rectangle 13"/>
          <p:cNvSpPr/>
          <p:nvPr/>
        </p:nvSpPr>
        <p:spPr>
          <a:xfrm>
            <a:off x="13924280" y="0"/>
            <a:ext cx="1063625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46" name="Rectangle 5"/>
          <p:cNvSpPr/>
          <p:nvPr/>
        </p:nvSpPr>
        <p:spPr>
          <a:xfrm>
            <a:off x="1664241" y="8700653"/>
            <a:ext cx="11649423" cy="108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55" name="Text Placeholder 1"/>
          <p:cNvSpPr txBox="1"/>
          <p:nvPr/>
        </p:nvSpPr>
        <p:spPr>
          <a:xfrm>
            <a:off x="1664241" y="6712005"/>
            <a:ext cx="12903097" cy="198365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pPr>
            <a:r>
              <a:rPr lang="ru-RU" sz="5400" b="1" spc="300" dirty="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</a:rPr>
              <a:t>ОБУЧЕНИЕ ПРЕПОДАВАТЕЛЕЙ </a:t>
            </a:r>
          </a:p>
          <a:p>
            <a:pPr defTabSz="91440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pPr>
            <a:r>
              <a:rPr lang="ru-RU" sz="5400" b="1" spc="300" dirty="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</a:rPr>
              <a:t>ПО ОКАЗАНИЮ ПЕРВОЙ  ПОМОЩИ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8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5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55" grpId="3" build="p" bldLvl="5" animBg="1" advAuto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2EC31362-A480-458A-BCA5-49130CC31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3000" y="2236046"/>
            <a:ext cx="15608300" cy="113476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/>
            <a:fld id="{86CB4B4D-7CA3-9044-876B-883B54F8677D}" type="slidenum">
              <a:pPr algn="ctr"/>
              <a:t>2</a:t>
            </a:fld>
            <a:endParaRPr/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CCA45252-FC9F-4EB1-C733-0ED1C6A33B3A}"/>
              </a:ext>
            </a:extLst>
          </p:cNvPr>
          <p:cNvSpPr txBox="1"/>
          <p:nvPr/>
        </p:nvSpPr>
        <p:spPr>
          <a:xfrm>
            <a:off x="2054901" y="1370612"/>
            <a:ext cx="10130749" cy="1107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rPr lang="ru-RU" dirty="0">
                <a:solidFill>
                  <a:schemeClr val="accent6"/>
                </a:solidFill>
              </a:rPr>
              <a:t>ЦЕЛИ И ЗАДАЧИ ОБУЧЕНИЯ</a:t>
            </a:r>
          </a:p>
        </p:txBody>
      </p:sp>
      <p:sp>
        <p:nvSpPr>
          <p:cNvPr id="15" name="Rectangle 29">
            <a:extLst>
              <a:ext uri="{FF2B5EF4-FFF2-40B4-BE49-F238E27FC236}">
                <a16:creationId xmlns:a16="http://schemas.microsoft.com/office/drawing/2014/main" id="{0C11DD3A-6124-C2F3-A8A5-C91349B53694}"/>
              </a:ext>
            </a:extLst>
          </p:cNvPr>
          <p:cNvSpPr/>
          <p:nvPr/>
        </p:nvSpPr>
        <p:spPr>
          <a:xfrm flipV="1">
            <a:off x="2054901" y="2452826"/>
            <a:ext cx="10130749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aphicFrame>
        <p:nvGraphicFramePr>
          <p:cNvPr id="2" name="Схема 1">
            <a:extLst>
              <a:ext uri="{FF2B5EF4-FFF2-40B4-BE49-F238E27FC236}">
                <a16:creationId xmlns:a16="http://schemas.microsoft.com/office/drawing/2014/main" id="{95844AC3-8A53-4FD5-9702-D398BDA8D6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4114736"/>
              </p:ext>
            </p:extLst>
          </p:nvPr>
        </p:nvGraphicFramePr>
        <p:xfrm>
          <a:off x="2626401" y="3344042"/>
          <a:ext cx="7279600" cy="927125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Picture background">
            <a:extLst>
              <a:ext uri="{FF2B5EF4-FFF2-40B4-BE49-F238E27FC236}">
                <a16:creationId xmlns:a16="http://schemas.microsoft.com/office/drawing/2014/main" id="{EF2076FD-64A1-49D0-8764-123817008E9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70"/>
          <a:stretch/>
        </p:blipFill>
        <p:spPr bwMode="auto">
          <a:xfrm>
            <a:off x="11100402" y="5260950"/>
            <a:ext cx="13270898" cy="8455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/>
            <a:fld id="{86CB4B4D-7CA3-9044-876B-883B54F8677D}" type="slidenum">
              <a:pPr algn="ctr"/>
              <a:t>3</a:t>
            </a:fld>
            <a:endParaRPr/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CCA45252-FC9F-4EB1-C733-0ED1C6A33B3A}"/>
              </a:ext>
            </a:extLst>
          </p:cNvPr>
          <p:cNvSpPr txBox="1"/>
          <p:nvPr/>
        </p:nvSpPr>
        <p:spPr>
          <a:xfrm>
            <a:off x="2054901" y="401168"/>
            <a:ext cx="14370432" cy="2123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rPr lang="ru-RU" dirty="0">
                <a:solidFill>
                  <a:schemeClr val="accent6"/>
                </a:solidFill>
              </a:rPr>
              <a:t>ОСОБЕННОСТИ ПРОВЕДЕНИЯ ЗАНЯТИЙ </a:t>
            </a:r>
          </a:p>
          <a:p>
            <a:r>
              <a:rPr lang="ru-RU" dirty="0">
                <a:solidFill>
                  <a:schemeClr val="accent6"/>
                </a:solidFill>
              </a:rPr>
              <a:t>СО ВЗРОСЛЫМИ ОБУЧАЮЩИМИСЯ</a:t>
            </a:r>
          </a:p>
        </p:txBody>
      </p:sp>
      <p:sp>
        <p:nvSpPr>
          <p:cNvPr id="15" name="Rectangle 29">
            <a:extLst>
              <a:ext uri="{FF2B5EF4-FFF2-40B4-BE49-F238E27FC236}">
                <a16:creationId xmlns:a16="http://schemas.microsoft.com/office/drawing/2014/main" id="{0C11DD3A-6124-C2F3-A8A5-C91349B53694}"/>
              </a:ext>
            </a:extLst>
          </p:cNvPr>
          <p:cNvSpPr/>
          <p:nvPr/>
        </p:nvSpPr>
        <p:spPr>
          <a:xfrm flipV="1">
            <a:off x="2054899" y="2452826"/>
            <a:ext cx="14370431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" name="object 7">
            <a:extLst>
              <a:ext uri="{FF2B5EF4-FFF2-40B4-BE49-F238E27FC236}">
                <a16:creationId xmlns:a16="http://schemas.microsoft.com/office/drawing/2014/main" id="{E88EDE00-1F6D-3C16-D115-1CD4726DD3E7}"/>
              </a:ext>
            </a:extLst>
          </p:cNvPr>
          <p:cNvSpPr txBox="1"/>
          <p:nvPr/>
        </p:nvSpPr>
        <p:spPr>
          <a:xfrm>
            <a:off x="2054899" y="3951610"/>
            <a:ext cx="10130751" cy="649677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z="2800" b="1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Особенности</a:t>
            </a:r>
            <a:r>
              <a:rPr sz="2800" b="1" spc="1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b="1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взрослой</a:t>
            </a:r>
            <a:r>
              <a:rPr sz="2800" b="1" spc="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b="1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аудитории: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algn="just">
              <a:lnSpc>
                <a:spcPct val="100000"/>
              </a:lnSpc>
            </a:pP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 algn="just">
              <a:lnSpc>
                <a:spcPct val="100000"/>
              </a:lnSpc>
              <a:spcBef>
                <a:spcPts val="5"/>
              </a:spcBef>
              <a:buFont typeface="Wingdings"/>
              <a:buChar char=""/>
              <a:tabLst>
                <a:tab pos="389890" algn="l"/>
              </a:tabLst>
            </a:pPr>
            <a:r>
              <a:rPr sz="28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Обладают</a:t>
            </a:r>
            <a:r>
              <a:rPr sz="2800" spc="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свободой</a:t>
            </a:r>
            <a:r>
              <a:rPr sz="2800" spc="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выбора</a:t>
            </a:r>
          </a:p>
          <a:p>
            <a:pPr marL="389255" marR="257810" indent="-377190" algn="just">
              <a:lnSpc>
                <a:spcPct val="110400"/>
              </a:lnSpc>
              <a:buFont typeface="Wingdings"/>
              <a:buChar char=""/>
              <a:tabLst>
                <a:tab pos="389890" algn="l"/>
              </a:tabLst>
            </a:pPr>
            <a:r>
              <a:rPr sz="28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Являются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самостоятельными</a:t>
            </a:r>
            <a:r>
              <a:rPr sz="2800" spc="5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личностями,</a:t>
            </a:r>
            <a:r>
              <a:rPr sz="2800" spc="5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имеющими </a:t>
            </a:r>
            <a:r>
              <a:rPr sz="2800" spc="-59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определенные</a:t>
            </a:r>
            <a:r>
              <a:rPr sz="2800" spc="5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знания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и</a:t>
            </a:r>
            <a:r>
              <a:rPr sz="2800" spc="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личный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опыт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 algn="just">
              <a:lnSpc>
                <a:spcPct val="100000"/>
              </a:lnSpc>
              <a:spcBef>
                <a:spcPts val="285"/>
              </a:spcBef>
              <a:buFont typeface="Wingdings"/>
              <a:buChar char=""/>
              <a:tabLst>
                <a:tab pos="389890" algn="l"/>
              </a:tabLst>
            </a:pP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Самостоятельно</a:t>
            </a:r>
            <a:r>
              <a:rPr sz="2800" spc="7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определяют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потребность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</a:t>
            </a:r>
            <a:r>
              <a:rPr sz="2800" spc="2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подготовке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 algn="just">
              <a:lnSpc>
                <a:spcPct val="100000"/>
              </a:lnSpc>
              <a:spcBef>
                <a:spcPts val="290"/>
              </a:spcBef>
              <a:buFont typeface="Wingdings"/>
              <a:buChar char=""/>
              <a:tabLst>
                <a:tab pos="389890" algn="l"/>
              </a:tabLst>
            </a:pP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Значительно</a:t>
            </a:r>
            <a:r>
              <a:rPr sz="2800" spc="5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лучше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усваивают</a:t>
            </a:r>
            <a:r>
              <a:rPr sz="2800" spc="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знания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marR="76200" indent="-377190" algn="just">
              <a:lnSpc>
                <a:spcPct val="110400"/>
              </a:lnSpc>
              <a:buFont typeface="Wingdings"/>
              <a:buChar char=""/>
              <a:tabLst>
                <a:tab pos="389890" algn="l"/>
              </a:tabLst>
            </a:pP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Могут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переживать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из-за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возможно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слабых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выступлений </a:t>
            </a:r>
            <a:r>
              <a:rPr sz="2800" spc="-59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(ответов,</a:t>
            </a:r>
            <a:r>
              <a:rPr sz="2800" spc="2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демонстраций)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marR="5080" indent="-377190" algn="just">
              <a:lnSpc>
                <a:spcPct val="110400"/>
              </a:lnSpc>
              <a:buFont typeface="Wingdings"/>
              <a:buChar char=""/>
              <a:tabLst>
                <a:tab pos="389890" algn="l"/>
              </a:tabLst>
            </a:pPr>
            <a:r>
              <a:rPr sz="28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Хотели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бы,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чтобы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их</a:t>
            </a:r>
            <a:r>
              <a:rPr sz="2800" spc="3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время,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затраченное</a:t>
            </a:r>
            <a:r>
              <a:rPr sz="2800" spc="6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на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подготовку, </a:t>
            </a:r>
            <a:r>
              <a:rPr sz="2800" spc="-59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использовалось</a:t>
            </a:r>
            <a:r>
              <a:rPr sz="2800" spc="5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качественно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 algn="just">
              <a:lnSpc>
                <a:spcPct val="100000"/>
              </a:lnSpc>
              <a:spcBef>
                <a:spcPts val="285"/>
              </a:spcBef>
              <a:buFont typeface="Wingdings"/>
              <a:buChar char=""/>
              <a:tabLst>
                <a:tab pos="389890" algn="l"/>
              </a:tabLst>
            </a:pP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Ожидают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3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практической</a:t>
            </a:r>
            <a:r>
              <a:rPr sz="2800" spc="5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значимости</a:t>
            </a:r>
            <a:r>
              <a:rPr sz="2800" spc="5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полученных</a:t>
            </a:r>
            <a:r>
              <a:rPr sz="2800" spc="5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знаний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 algn="just">
              <a:lnSpc>
                <a:spcPct val="100000"/>
              </a:lnSpc>
              <a:spcBef>
                <a:spcPts val="290"/>
              </a:spcBef>
              <a:buFont typeface="Wingdings"/>
              <a:buChar char=""/>
              <a:tabLst>
                <a:tab pos="389890" algn="l"/>
              </a:tabLst>
            </a:pP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Могут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относиться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к</a:t>
            </a:r>
            <a:r>
              <a:rPr sz="2800" spc="3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3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разным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социокультурным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слоям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 algn="just">
              <a:lnSpc>
                <a:spcPct val="100000"/>
              </a:lnSpc>
              <a:spcBef>
                <a:spcPts val="290"/>
              </a:spcBef>
              <a:buFont typeface="Wingdings"/>
              <a:buChar char=""/>
              <a:tabLst>
                <a:tab pos="389890" algn="l"/>
              </a:tabLst>
            </a:pP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Могут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воспринимать</a:t>
            </a:r>
            <a:r>
              <a:rPr sz="2800" spc="5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информацию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разными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путями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388142"/>
      </p:ext>
    </p:extLst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/>
            <a:fld id="{86CB4B4D-7CA3-9044-876B-883B54F8677D}" type="slidenum">
              <a:pPr algn="ctr"/>
              <a:t>4</a:t>
            </a:fld>
            <a:endParaRPr/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CCA45252-FC9F-4EB1-C733-0ED1C6A33B3A}"/>
              </a:ext>
            </a:extLst>
          </p:cNvPr>
          <p:cNvSpPr txBox="1"/>
          <p:nvPr/>
        </p:nvSpPr>
        <p:spPr>
          <a:xfrm>
            <a:off x="2054899" y="401168"/>
            <a:ext cx="16436299" cy="21236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rPr lang="ru-RU" dirty="0">
                <a:solidFill>
                  <a:schemeClr val="accent6"/>
                </a:solidFill>
              </a:rPr>
              <a:t>КАК РАБОТАТЬ С УЧЕНИКАМИ, </a:t>
            </a:r>
          </a:p>
          <a:p>
            <a:r>
              <a:rPr lang="ru-RU" dirty="0">
                <a:solidFill>
                  <a:schemeClr val="accent6"/>
                </a:solidFill>
              </a:rPr>
              <a:t>КОТОРЫЕ МЕШАЮТ УЧЕБНОМУ ПРОЦЕССУ</a:t>
            </a:r>
          </a:p>
        </p:txBody>
      </p:sp>
      <p:sp>
        <p:nvSpPr>
          <p:cNvPr id="15" name="Rectangle 29">
            <a:extLst>
              <a:ext uri="{FF2B5EF4-FFF2-40B4-BE49-F238E27FC236}">
                <a16:creationId xmlns:a16="http://schemas.microsoft.com/office/drawing/2014/main" id="{0C11DD3A-6124-C2F3-A8A5-C91349B53694}"/>
              </a:ext>
            </a:extLst>
          </p:cNvPr>
          <p:cNvSpPr/>
          <p:nvPr/>
        </p:nvSpPr>
        <p:spPr>
          <a:xfrm flipV="1">
            <a:off x="2054898" y="2452826"/>
            <a:ext cx="1548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" name="object 7">
            <a:extLst>
              <a:ext uri="{FF2B5EF4-FFF2-40B4-BE49-F238E27FC236}">
                <a16:creationId xmlns:a16="http://schemas.microsoft.com/office/drawing/2014/main" id="{8B18DD2C-D9A4-B258-F764-C061A5E5B285}"/>
              </a:ext>
            </a:extLst>
          </p:cNvPr>
          <p:cNvSpPr txBox="1"/>
          <p:nvPr/>
        </p:nvSpPr>
        <p:spPr>
          <a:xfrm>
            <a:off x="2683548" y="4024852"/>
            <a:ext cx="7660602" cy="7389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9255" indent="-377190">
              <a:lnSpc>
                <a:spcPct val="100000"/>
              </a:lnSpc>
              <a:spcBef>
                <a:spcPts val="105"/>
              </a:spcBef>
              <a:buFont typeface="Microsoft Sans Serif"/>
              <a:buChar char="•"/>
              <a:tabLst>
                <a:tab pos="389255" algn="l"/>
                <a:tab pos="389890" algn="l"/>
              </a:tabLst>
            </a:pPr>
            <a:r>
              <a:rPr sz="2800" b="1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Критик</a:t>
            </a:r>
            <a:r>
              <a:rPr sz="2800" b="1" spc="5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60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–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прерывает</a:t>
            </a:r>
            <a:r>
              <a:rPr sz="2800" spc="5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обучение</a:t>
            </a:r>
            <a:r>
              <a:rPr sz="2800" spc="6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агрессивными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замечаниями.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>
              <a:lnSpc>
                <a:spcPct val="100000"/>
              </a:lnSpc>
              <a:buClr>
                <a:srgbClr val="525252"/>
              </a:buClr>
              <a:buFont typeface="Microsoft Sans Serif"/>
              <a:buChar char="•"/>
            </a:pP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>
              <a:lnSpc>
                <a:spcPct val="100000"/>
              </a:lnSpc>
              <a:buFont typeface="Microsoft Sans Serif"/>
              <a:buChar char="•"/>
              <a:tabLst>
                <a:tab pos="389255" algn="l"/>
                <a:tab pos="389890" algn="l"/>
              </a:tabLst>
            </a:pPr>
            <a:r>
              <a:rPr sz="2800" b="1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Всезнайка</a:t>
            </a:r>
            <a:r>
              <a:rPr sz="2800" b="1" spc="1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60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–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думает,</a:t>
            </a:r>
            <a:r>
              <a:rPr sz="2800" spc="3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что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знает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все</a:t>
            </a:r>
            <a:r>
              <a:rPr sz="2800" spc="2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лучше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всех.</a:t>
            </a:r>
          </a:p>
          <a:p>
            <a:pPr>
              <a:lnSpc>
                <a:spcPct val="100000"/>
              </a:lnSpc>
              <a:spcBef>
                <a:spcPts val="50"/>
              </a:spcBef>
              <a:buClr>
                <a:srgbClr val="525252"/>
              </a:buClr>
              <a:buFont typeface="Microsoft Sans Serif"/>
              <a:buChar char="•"/>
            </a:pP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>
              <a:lnSpc>
                <a:spcPct val="100000"/>
              </a:lnSpc>
              <a:buFont typeface="Microsoft Sans Serif"/>
              <a:buChar char="•"/>
              <a:tabLst>
                <a:tab pos="389255" algn="l"/>
                <a:tab pos="389890" algn="l"/>
              </a:tabLst>
            </a:pPr>
            <a:r>
              <a:rPr sz="2800" b="1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Занятой</a:t>
            </a:r>
            <a:r>
              <a:rPr sz="2800" b="1" spc="5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60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–</a:t>
            </a:r>
            <a:r>
              <a:rPr sz="2800" spc="3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не</a:t>
            </a:r>
            <a:r>
              <a:rPr sz="2800" spc="3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хочет</a:t>
            </a:r>
            <a:r>
              <a:rPr sz="2800" spc="2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учиться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и</a:t>
            </a:r>
            <a:r>
              <a:rPr sz="2800" spc="1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«очень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занят».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Clr>
                <a:srgbClr val="525252"/>
              </a:buClr>
              <a:buFont typeface="Microsoft Sans Serif"/>
              <a:buChar char="•"/>
            </a:pP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>
              <a:lnSpc>
                <a:spcPct val="100000"/>
              </a:lnSpc>
              <a:buFont typeface="Microsoft Sans Serif"/>
              <a:buChar char="•"/>
              <a:tabLst>
                <a:tab pos="389255" algn="l"/>
                <a:tab pos="389890" algn="l"/>
              </a:tabLst>
            </a:pPr>
            <a:r>
              <a:rPr sz="2800" b="1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Застенчивый</a:t>
            </a:r>
            <a:r>
              <a:rPr sz="2800" b="1" spc="6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60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–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не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участвует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процессе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обучения.</a:t>
            </a:r>
            <a:r>
              <a:rPr sz="2800" spc="5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Боится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выглядеть</a:t>
            </a:r>
            <a:r>
              <a:rPr sz="2800" spc="6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глупо.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Clr>
                <a:srgbClr val="525252"/>
              </a:buClr>
              <a:buFont typeface="Microsoft Sans Serif"/>
              <a:buChar char="•"/>
            </a:pP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>
              <a:lnSpc>
                <a:spcPct val="100000"/>
              </a:lnSpc>
              <a:buFont typeface="Microsoft Sans Serif"/>
              <a:buChar char="•"/>
              <a:tabLst>
                <a:tab pos="389255" algn="l"/>
                <a:tab pos="389890" algn="l"/>
              </a:tabLst>
            </a:pPr>
            <a:r>
              <a:rPr sz="2800" b="1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Шутник</a:t>
            </a:r>
            <a:r>
              <a:rPr sz="2800" b="1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60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–</a:t>
            </a:r>
            <a:r>
              <a:rPr sz="2800" spc="4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думает,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что</a:t>
            </a:r>
            <a:r>
              <a:rPr sz="28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умеет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хорошо</a:t>
            </a:r>
            <a:r>
              <a:rPr sz="2800" spc="5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шутить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и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делает</a:t>
            </a:r>
            <a:r>
              <a:rPr sz="2800" spc="6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это</a:t>
            </a:r>
            <a:r>
              <a:rPr sz="2800" spc="2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постоянно.</a:t>
            </a: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>
              <a:lnSpc>
                <a:spcPct val="100000"/>
              </a:lnSpc>
              <a:spcBef>
                <a:spcPts val="55"/>
              </a:spcBef>
              <a:buClr>
                <a:srgbClr val="525252"/>
              </a:buClr>
              <a:buFont typeface="Microsoft Sans Serif"/>
              <a:buChar char="•"/>
            </a:pPr>
            <a:endParaRPr sz="28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>
              <a:lnSpc>
                <a:spcPct val="100000"/>
              </a:lnSpc>
              <a:buFont typeface="Microsoft Sans Serif"/>
              <a:buChar char="•"/>
              <a:tabLst>
                <a:tab pos="389255" algn="l"/>
                <a:tab pos="389890" algn="l"/>
              </a:tabLst>
            </a:pPr>
            <a:r>
              <a:rPr sz="2800" b="1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Помощник</a:t>
            </a:r>
            <a:r>
              <a:rPr sz="2800" b="1" spc="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60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–</a:t>
            </a:r>
            <a:r>
              <a:rPr sz="2800" spc="1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подсказывает</a:t>
            </a:r>
            <a:r>
              <a:rPr sz="2800" spc="3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преподавателю.</a:t>
            </a:r>
          </a:p>
        </p:txBody>
      </p:sp>
      <p:pic>
        <p:nvPicPr>
          <p:cNvPr id="3076" name="Picture 4" descr="Picture background">
            <a:extLst>
              <a:ext uri="{FF2B5EF4-FFF2-40B4-BE49-F238E27FC236}">
                <a16:creationId xmlns:a16="http://schemas.microsoft.com/office/drawing/2014/main" id="{1DAF43C3-FF02-4AB9-A923-96AEB864FD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44150" y="3837675"/>
            <a:ext cx="11134649" cy="702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006971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Picture background">
            <a:extLst>
              <a:ext uri="{FF2B5EF4-FFF2-40B4-BE49-F238E27FC236}">
                <a16:creationId xmlns:a16="http://schemas.microsoft.com/office/drawing/2014/main" id="{3B0B4147-67F9-4F55-9693-1FC39E1DD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9950" y="2740826"/>
            <a:ext cx="14760861" cy="9840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/>
            <a:fld id="{86CB4B4D-7CA3-9044-876B-883B54F8677D}" type="slidenum">
              <a:pPr algn="ctr"/>
              <a:t>5</a:t>
            </a:fld>
            <a:endParaRPr/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CCA45252-FC9F-4EB1-C733-0ED1C6A33B3A}"/>
              </a:ext>
            </a:extLst>
          </p:cNvPr>
          <p:cNvSpPr txBox="1"/>
          <p:nvPr/>
        </p:nvSpPr>
        <p:spPr>
          <a:xfrm>
            <a:off x="2054899" y="1344830"/>
            <a:ext cx="13451801" cy="1107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rPr lang="ru-RU" dirty="0">
                <a:solidFill>
                  <a:schemeClr val="accent6"/>
                </a:solidFill>
              </a:rPr>
              <a:t>РАЗЛИЧНЫЙ УРОВЕНЬ ПОДГОТОВКИ</a:t>
            </a:r>
          </a:p>
        </p:txBody>
      </p:sp>
      <p:sp>
        <p:nvSpPr>
          <p:cNvPr id="15" name="Rectangle 29">
            <a:extLst>
              <a:ext uri="{FF2B5EF4-FFF2-40B4-BE49-F238E27FC236}">
                <a16:creationId xmlns:a16="http://schemas.microsoft.com/office/drawing/2014/main" id="{0C11DD3A-6124-C2F3-A8A5-C91349B53694}"/>
              </a:ext>
            </a:extLst>
          </p:cNvPr>
          <p:cNvSpPr/>
          <p:nvPr/>
        </p:nvSpPr>
        <p:spPr>
          <a:xfrm>
            <a:off x="2054898" y="2524826"/>
            <a:ext cx="13392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" name="object 9">
            <a:extLst>
              <a:ext uri="{FF2B5EF4-FFF2-40B4-BE49-F238E27FC236}">
                <a16:creationId xmlns:a16="http://schemas.microsoft.com/office/drawing/2014/main" id="{BCAAECF1-A2BD-4400-694B-700AB642EF44}"/>
              </a:ext>
            </a:extLst>
          </p:cNvPr>
          <p:cNvSpPr txBox="1"/>
          <p:nvPr/>
        </p:nvSpPr>
        <p:spPr>
          <a:xfrm>
            <a:off x="14589648" y="5241451"/>
            <a:ext cx="8463134" cy="391709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600" b="1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Обмен</a:t>
            </a:r>
            <a:r>
              <a:rPr sz="3600" b="1" spc="-3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3600" b="1" spc="-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опытом:</a:t>
            </a:r>
            <a:endParaRPr sz="36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>
              <a:lnSpc>
                <a:spcPct val="100000"/>
              </a:lnSpc>
            </a:pPr>
            <a:endParaRPr sz="36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>
              <a:lnSpc>
                <a:spcPct val="100000"/>
              </a:lnSpc>
              <a:buFont typeface="Wingdings"/>
              <a:buChar char=""/>
              <a:tabLst>
                <a:tab pos="389890" algn="l"/>
              </a:tabLst>
            </a:pPr>
            <a:r>
              <a:rPr sz="36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Преподаватель</a:t>
            </a:r>
            <a:r>
              <a:rPr sz="36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3600" spc="60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–</a:t>
            </a:r>
            <a:r>
              <a:rPr sz="36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36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слушатель</a:t>
            </a:r>
            <a:endParaRPr sz="36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Clr>
                <a:srgbClr val="525252"/>
              </a:buClr>
              <a:buFont typeface="Wingdings"/>
              <a:buChar char=""/>
            </a:pPr>
            <a:endParaRPr sz="36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>
              <a:lnSpc>
                <a:spcPct val="100000"/>
              </a:lnSpc>
              <a:buFont typeface="Wingdings"/>
              <a:buChar char=""/>
              <a:tabLst>
                <a:tab pos="389890" algn="l"/>
              </a:tabLst>
            </a:pPr>
            <a:r>
              <a:rPr sz="36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Слушатель</a:t>
            </a:r>
            <a:r>
              <a:rPr sz="3600" spc="2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3600" spc="60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–</a:t>
            </a:r>
            <a:r>
              <a:rPr sz="3600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преподаватель</a:t>
            </a:r>
          </a:p>
          <a:p>
            <a:pPr>
              <a:lnSpc>
                <a:spcPct val="100000"/>
              </a:lnSpc>
              <a:spcBef>
                <a:spcPts val="55"/>
              </a:spcBef>
              <a:buClr>
                <a:srgbClr val="525252"/>
              </a:buClr>
              <a:buFont typeface="Wingdings"/>
              <a:buChar char=""/>
            </a:pPr>
            <a:endParaRPr sz="36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  <a:p>
            <a:pPr marL="389255" indent="-377190">
              <a:lnSpc>
                <a:spcPct val="100000"/>
              </a:lnSpc>
              <a:buFont typeface="Wingdings"/>
              <a:buChar char=""/>
              <a:tabLst>
                <a:tab pos="389890" algn="l"/>
              </a:tabLst>
            </a:pPr>
            <a:r>
              <a:rPr sz="36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Слушатель</a:t>
            </a:r>
            <a:r>
              <a:rPr sz="3600" spc="4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3600" spc="60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–</a:t>
            </a:r>
            <a:r>
              <a:rPr sz="3600" spc="1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3600" spc="5" dirty="0">
                <a:solidFill>
                  <a:schemeClr val="accent6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слушатель</a:t>
            </a:r>
            <a:endParaRPr sz="3600" dirty="0">
              <a:solidFill>
                <a:schemeClr val="accent6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2256489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Picture background">
            <a:extLst>
              <a:ext uri="{FF2B5EF4-FFF2-40B4-BE49-F238E27FC236}">
                <a16:creationId xmlns:a16="http://schemas.microsoft.com/office/drawing/2014/main" id="{278832C8-5D90-490F-BAB4-40857ED03A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9524" y="914558"/>
            <a:ext cx="18856325" cy="125708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/>
            <a:fld id="{86CB4B4D-7CA3-9044-876B-883B54F8677D}" type="slidenum">
              <a:pPr algn="ctr"/>
              <a:t>6</a:t>
            </a:fld>
            <a:endParaRPr/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CCA45252-FC9F-4EB1-C733-0ED1C6A33B3A}"/>
              </a:ext>
            </a:extLst>
          </p:cNvPr>
          <p:cNvSpPr txBox="1"/>
          <p:nvPr/>
        </p:nvSpPr>
        <p:spPr>
          <a:xfrm>
            <a:off x="2054899" y="1344830"/>
            <a:ext cx="9184601" cy="1107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rPr lang="ru-RU" dirty="0">
                <a:solidFill>
                  <a:schemeClr val="accent6"/>
                </a:solidFill>
              </a:rPr>
              <a:t>ВОВЛЕЧЕНИЕ В ПРОЦЕСС</a:t>
            </a:r>
          </a:p>
        </p:txBody>
      </p:sp>
      <p:sp>
        <p:nvSpPr>
          <p:cNvPr id="15" name="Rectangle 29">
            <a:extLst>
              <a:ext uri="{FF2B5EF4-FFF2-40B4-BE49-F238E27FC236}">
                <a16:creationId xmlns:a16="http://schemas.microsoft.com/office/drawing/2014/main" id="{0C11DD3A-6124-C2F3-A8A5-C91349B53694}"/>
              </a:ext>
            </a:extLst>
          </p:cNvPr>
          <p:cNvSpPr/>
          <p:nvPr/>
        </p:nvSpPr>
        <p:spPr>
          <a:xfrm flipV="1">
            <a:off x="2054898" y="2452825"/>
            <a:ext cx="936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10760E6E-FA03-E88E-D35C-1E97DCCD5820}"/>
              </a:ext>
            </a:extLst>
          </p:cNvPr>
          <p:cNvSpPr txBox="1"/>
          <p:nvPr/>
        </p:nvSpPr>
        <p:spPr>
          <a:xfrm>
            <a:off x="2054898" y="2994641"/>
            <a:ext cx="7258435" cy="56618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600" b="1" spc="-1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Ситуационные</a:t>
            </a:r>
            <a:r>
              <a:rPr sz="3600" b="1" spc="-3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3600" b="1" spc="-1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задачи</a:t>
            </a:r>
            <a:endParaRPr sz="3600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4319491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>
          <a:xfrm>
            <a:off x="0" y="6516000"/>
            <a:ext cx="684000" cy="684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algn="ctr"/>
            <a:fld id="{86CB4B4D-7CA3-9044-876B-883B54F8677D}" type="slidenum">
              <a:pPr algn="ctr"/>
              <a:t>7</a:t>
            </a:fld>
            <a:endParaRPr/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CCA45252-FC9F-4EB1-C733-0ED1C6A33B3A}"/>
              </a:ext>
            </a:extLst>
          </p:cNvPr>
          <p:cNvSpPr txBox="1"/>
          <p:nvPr/>
        </p:nvSpPr>
        <p:spPr>
          <a:xfrm>
            <a:off x="2054899" y="1344830"/>
            <a:ext cx="16436299" cy="11079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lvl1pPr>
          </a:lstStyle>
          <a:p>
            <a:r>
              <a:rPr lang="ru-RU" dirty="0">
                <a:solidFill>
                  <a:schemeClr val="accent6"/>
                </a:solidFill>
              </a:rPr>
              <a:t>ВОВЛЕЧЕНИЕ В ПРОЦЕСС</a:t>
            </a:r>
          </a:p>
        </p:txBody>
      </p:sp>
      <p:sp>
        <p:nvSpPr>
          <p:cNvPr id="14" name="object 11">
            <a:extLst>
              <a:ext uri="{FF2B5EF4-FFF2-40B4-BE49-F238E27FC236}">
                <a16:creationId xmlns:a16="http://schemas.microsoft.com/office/drawing/2014/main" id="{FA12C38D-821A-8229-3327-2DA509F01390}"/>
              </a:ext>
            </a:extLst>
          </p:cNvPr>
          <p:cNvSpPr txBox="1"/>
          <p:nvPr/>
        </p:nvSpPr>
        <p:spPr>
          <a:xfrm>
            <a:off x="2054898" y="2933911"/>
            <a:ext cx="20386002" cy="1009251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065">
              <a:spcBef>
                <a:spcPts val="90"/>
              </a:spcBef>
              <a:tabLst>
                <a:tab pos="295275" algn="l"/>
                <a:tab pos="295910" algn="l"/>
              </a:tabLst>
            </a:pPr>
            <a:r>
              <a:rPr lang="ru-RU" sz="3200" b="1" spc="-10" dirty="0">
                <a:solidFill>
                  <a:srgbClr val="40404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  </a:t>
            </a:r>
            <a:r>
              <a:rPr lang="ru-RU" sz="3600" b="1" spc="-10" dirty="0">
                <a:solidFill>
                  <a:srgbClr val="40404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ФОРМАТЫ</a:t>
            </a:r>
            <a:r>
              <a:rPr lang="ru-RU" sz="3600" b="1" spc="-95" dirty="0">
                <a:solidFill>
                  <a:srgbClr val="40404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lang="ru-RU" sz="3600" b="1" spc="-5" dirty="0">
                <a:solidFill>
                  <a:srgbClr val="40404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ОБУЧЕНИЯ</a:t>
            </a:r>
          </a:p>
          <a:p>
            <a:pPr marL="12065">
              <a:spcBef>
                <a:spcPts val="90"/>
              </a:spcBef>
              <a:tabLst>
                <a:tab pos="295275" algn="l"/>
                <a:tab pos="295910" algn="l"/>
              </a:tabLst>
            </a:pPr>
            <a:endParaRPr lang="ru-RU" sz="2800" b="1" spc="-15" dirty="0">
              <a:solidFill>
                <a:srgbClr val="404042"/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9" name="object 15">
            <a:extLst>
              <a:ext uri="{FF2B5EF4-FFF2-40B4-BE49-F238E27FC236}">
                <a16:creationId xmlns:a16="http://schemas.microsoft.com/office/drawing/2014/main" id="{816EA14F-3F1F-1625-0452-1A193092825B}"/>
              </a:ext>
            </a:extLst>
          </p:cNvPr>
          <p:cNvSpPr txBox="1"/>
          <p:nvPr/>
        </p:nvSpPr>
        <p:spPr>
          <a:xfrm>
            <a:off x="3529348" y="12166933"/>
            <a:ext cx="18568652" cy="913712"/>
          </a:xfrm>
          <a:prstGeom prst="rect">
            <a:avLst/>
          </a:prstGeom>
        </p:spPr>
        <p:txBody>
          <a:bodyPr vert="horz" wrap="square" lIns="0" tIns="514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405"/>
              </a:spcBef>
            </a:pPr>
            <a:r>
              <a:rPr lang="ru-RU" sz="2800" spc="-4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Поскольку создать ценность </a:t>
            </a:r>
            <a:r>
              <a:rPr lang="ru-RU" sz="2800" spc="-1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получаемых</a:t>
            </a:r>
            <a:r>
              <a:rPr sz="2800" spc="-1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68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lang="ru-RU" sz="2800" spc="-3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знаний</a:t>
            </a:r>
            <a:r>
              <a:rPr sz="2800" spc="-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lang="ru-RU" sz="2800" spc="-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достаточно</a:t>
            </a:r>
            <a:r>
              <a:rPr sz="2800" spc="-1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сложно, </a:t>
            </a:r>
            <a:r>
              <a:rPr lang="ru-RU" sz="2800" spc="-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то</a:t>
            </a:r>
            <a:r>
              <a:rPr sz="2800" spc="-1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lang="ru-RU" sz="2800" spc="-1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следует </a:t>
            </a:r>
            <a:r>
              <a:rPr lang="ru-RU" sz="2800" spc="-2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повышать </a:t>
            </a:r>
            <a:r>
              <a:rPr lang="ru-RU" sz="2800" spc="-1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интерес</a:t>
            </a:r>
            <a:r>
              <a:rPr sz="2800" spc="-1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69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не </a:t>
            </a:r>
            <a:r>
              <a:rPr sz="2800" spc="-17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к</a:t>
            </a:r>
            <a:r>
              <a:rPr sz="2800" spc="-16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2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предмету </a:t>
            </a:r>
            <a:r>
              <a:rPr sz="2800" spc="-1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обучения,</a:t>
            </a:r>
            <a:r>
              <a:rPr sz="2800" spc="-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а</a:t>
            </a:r>
            <a:r>
              <a:rPr sz="2800" spc="2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sz="2800" spc="-17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к</a:t>
            </a:r>
            <a:r>
              <a:rPr lang="ru-RU" sz="2800" spc="-170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</a:t>
            </a:r>
            <a:r>
              <a:rPr lang="ru-RU" sz="2800" spc="-1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процессу</a:t>
            </a:r>
            <a:r>
              <a:rPr sz="2800" spc="-15" dirty="0">
                <a:solidFill>
                  <a:srgbClr val="525252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 обучения.</a:t>
            </a:r>
            <a:endParaRPr sz="2800" dirty="0"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20" name="Rectangle 29">
            <a:extLst>
              <a:ext uri="{FF2B5EF4-FFF2-40B4-BE49-F238E27FC236}">
                <a16:creationId xmlns:a16="http://schemas.microsoft.com/office/drawing/2014/main" id="{4A1F07D6-EBE6-7139-8BEA-640D306CFE27}"/>
              </a:ext>
            </a:extLst>
          </p:cNvPr>
          <p:cNvSpPr/>
          <p:nvPr/>
        </p:nvSpPr>
        <p:spPr>
          <a:xfrm flipV="1">
            <a:off x="2054898" y="2452825"/>
            <a:ext cx="9360000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19" rIns="45719" anchor="ctr"/>
          <a:lstStyle/>
          <a:p>
            <a:pPr>
              <a:defRPr>
                <a:solidFill>
                  <a:srgbClr val="FFFFFF"/>
                </a:solidFill>
              </a:defRPr>
            </a:pPr>
            <a:endParaRPr/>
          </a:p>
        </p:txBody>
      </p:sp>
      <p:graphicFrame>
        <p:nvGraphicFramePr>
          <p:cNvPr id="3" name="Схема 2">
            <a:extLst>
              <a:ext uri="{FF2B5EF4-FFF2-40B4-BE49-F238E27FC236}">
                <a16:creationId xmlns:a16="http://schemas.microsoft.com/office/drawing/2014/main" id="{1D1F2681-0742-4725-9CD2-8A1C671019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71535952"/>
              </p:ext>
            </p:extLst>
          </p:nvPr>
        </p:nvGraphicFramePr>
        <p:xfrm>
          <a:off x="1409074" y="3735359"/>
          <a:ext cx="21553151" cy="813475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3792D68-26BB-4F3C-843E-C8F5716898D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853574" y="11839731"/>
            <a:ext cx="1470026" cy="145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711106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13">
            <a:extLst>
              <a:ext uri="{FF2B5EF4-FFF2-40B4-BE49-F238E27FC236}">
                <a16:creationId xmlns:a16="http://schemas.microsoft.com/office/drawing/2014/main" id="{A11FBE5E-F1E3-3B25-C262-1D7960CB38CE}"/>
              </a:ext>
            </a:extLst>
          </p:cNvPr>
          <p:cNvSpPr/>
          <p:nvPr/>
        </p:nvSpPr>
        <p:spPr>
          <a:xfrm>
            <a:off x="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37" name="Rectangle 10"/>
          <p:cNvSpPr/>
          <p:nvPr/>
        </p:nvSpPr>
        <p:spPr>
          <a:xfrm>
            <a:off x="0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 sz="86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0D6831AF-029B-BAB8-7154-50854AD562BF}"/>
              </a:ext>
            </a:extLst>
          </p:cNvPr>
          <p:cNvSpPr txBox="1"/>
          <p:nvPr/>
        </p:nvSpPr>
        <p:spPr>
          <a:xfrm>
            <a:off x="10078696" y="5351780"/>
            <a:ext cx="11649423" cy="30124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  <a:sym typeface="Montserrat Semi Bold"/>
              </a:defRPr>
            </a:pPr>
            <a:r>
              <a:rPr lang="ru-RU" sz="6600" b="1" spc="300" dirty="0">
                <a:solidFill>
                  <a:schemeClr val="accent6"/>
                </a:solidFill>
                <a:latin typeface="Montserrat Semi Bold"/>
                <a:ea typeface="Montserrat Semi Bold"/>
                <a:cs typeface="Montserrat Semi Bold"/>
              </a:rPr>
              <a:t>БЛАГОДАРИМ ЗА ВНИМАНИЕ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 bldLvl="5" animBg="1" advAuto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1828433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5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Open Sans Light"/>
            <a:ea typeface="Open Sans Light"/>
            <a:cs typeface="Open Sans Light"/>
            <a:sym typeface="Open Sans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DDDDDD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1828433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5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Open Sans Light"/>
            <a:ea typeface="Open Sans Light"/>
            <a:cs typeface="Open Sans Light"/>
            <a:sym typeface="Open Sans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1828433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5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Open Sans Light"/>
            <a:ea typeface="Open Sans Light"/>
            <a:cs typeface="Open Sans Light"/>
            <a:sym typeface="Open Sans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DDDDDD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1828433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5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Open Sans Light"/>
            <a:ea typeface="Open Sans Light"/>
            <a:cs typeface="Open Sans Light"/>
            <a:sym typeface="Open Sans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727</TotalTime>
  <Words>605</Words>
  <Application>Microsoft Office PowerPoint</Application>
  <PresentationFormat>Произвольный</PresentationFormat>
  <Paragraphs>87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6" baseType="lpstr">
      <vt:lpstr>Arial</vt:lpstr>
      <vt:lpstr>Calibri</vt:lpstr>
      <vt:lpstr>Microsoft Sans Serif</vt:lpstr>
      <vt:lpstr>Montserrat Semi Bold</vt:lpstr>
      <vt:lpstr>Open Sans</vt:lpstr>
      <vt:lpstr>Open Sans Light</vt:lpstr>
      <vt:lpstr>Wingdings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Lukina Marina</dc:creator>
  <cp:lastModifiedBy>Lukina Marina</cp:lastModifiedBy>
  <cp:revision>12</cp:revision>
  <dcterms:modified xsi:type="dcterms:W3CDTF">2026-08-20T08:40:21Z</dcterms:modified>
</cp:coreProperties>
</file>