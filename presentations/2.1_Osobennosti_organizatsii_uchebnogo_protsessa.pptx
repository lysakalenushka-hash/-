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diagrams/colors1.xml" ContentType="application/vnd.openxmlformats-officedocument.drawingml.diagramColors+xml"/>
  <Override PartName="/ppt/diagrams/colors2.xml" ContentType="application/vnd.openxmlformats-officedocument.drawingml.diagramColors+xml"/>
  <Override PartName="/ppt/diagrams/data1.xml" ContentType="application/vnd.openxmlformats-officedocument.drawingml.diagramData+xml"/>
  <Override PartName="/ppt/diagrams/data2.xml" ContentType="application/vnd.openxmlformats-officedocument.drawingml.diagramData+xml"/>
  <Override PartName="/ppt/diagrams/drawing1.xml" ContentType="application/vnd.ms-office.drawingml.diagramDrawing+xml"/>
  <Override PartName="/ppt/diagrams/drawing2.xml" ContentType="application/vnd.ms-office.drawingml.diagramDrawing+xml"/>
  <Override PartName="/ppt/diagrams/layout1.xml" ContentType="application/vnd.openxmlformats-officedocument.drawingml.diagramLayout+xml"/>
  <Override PartName="/ppt/diagrams/layout2.xml" ContentType="application/vnd.openxmlformats-officedocument.drawingml.diagramLayout+xml"/>
  <Override PartName="/ppt/diagrams/quickStyle1.xml" ContentType="application/vnd.openxmlformats-officedocument.drawingml.diagramStyle+xml"/>
  <Override PartName="/ppt/diagrams/quickStyle2.xml" ContentType="application/vnd.openxmlformats-officedocument.drawingml.diagramStyle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62" r:id="rId4"/>
    <p:sldId id="263" r:id="rId5"/>
    <p:sldId id="264" r:id="rId6"/>
    <p:sldId id="265" r:id="rId7"/>
    <p:sldId id="266" r:id="rId8"/>
    <p:sldId id="261" r:id="rId9"/>
  </p:sldIdLst>
  <p:sldSz cx="24371300" cy="13716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1828433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5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Open Sans Light"/>
        <a:ea typeface="Open Sans Light"/>
        <a:cs typeface="Open Sans Light"/>
        <a:sym typeface="Open Sans Light"/>
      </a:defRPr>
    </a:lvl1pPr>
    <a:lvl2pPr marL="0" marR="0" indent="914216" algn="l" defTabSz="1828433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5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Open Sans Light"/>
        <a:ea typeface="Open Sans Light"/>
        <a:cs typeface="Open Sans Light"/>
        <a:sym typeface="Open Sans Light"/>
      </a:defRPr>
    </a:lvl2pPr>
    <a:lvl3pPr marL="0" marR="0" indent="1828433" algn="l" defTabSz="1828433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5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Open Sans Light"/>
        <a:ea typeface="Open Sans Light"/>
        <a:cs typeface="Open Sans Light"/>
        <a:sym typeface="Open Sans Light"/>
      </a:defRPr>
    </a:lvl3pPr>
    <a:lvl4pPr marL="0" marR="0" indent="2742651" algn="l" defTabSz="1828433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5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Open Sans Light"/>
        <a:ea typeface="Open Sans Light"/>
        <a:cs typeface="Open Sans Light"/>
        <a:sym typeface="Open Sans Light"/>
      </a:defRPr>
    </a:lvl4pPr>
    <a:lvl5pPr marL="0" marR="0" indent="3656867" algn="l" defTabSz="1828433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5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Open Sans Light"/>
        <a:ea typeface="Open Sans Light"/>
        <a:cs typeface="Open Sans Light"/>
        <a:sym typeface="Open Sans Light"/>
      </a:defRPr>
    </a:lvl5pPr>
    <a:lvl6pPr marL="0" marR="0" indent="4571086" algn="l" defTabSz="1828433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5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Open Sans Light"/>
        <a:ea typeface="Open Sans Light"/>
        <a:cs typeface="Open Sans Light"/>
        <a:sym typeface="Open Sans Light"/>
      </a:defRPr>
    </a:lvl6pPr>
    <a:lvl7pPr marL="0" marR="0" indent="5485303" algn="l" defTabSz="1828433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5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Open Sans Light"/>
        <a:ea typeface="Open Sans Light"/>
        <a:cs typeface="Open Sans Light"/>
        <a:sym typeface="Open Sans Light"/>
      </a:defRPr>
    </a:lvl7pPr>
    <a:lvl8pPr marL="0" marR="0" indent="6399519" algn="l" defTabSz="1828433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5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Open Sans Light"/>
        <a:ea typeface="Open Sans Light"/>
        <a:cs typeface="Open Sans Light"/>
        <a:sym typeface="Open Sans Light"/>
      </a:defRPr>
    </a:lvl8pPr>
    <a:lvl9pPr marL="0" marR="0" indent="7313737" algn="l" defTabSz="1828433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5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Open Sans Light"/>
        <a:ea typeface="Open Sans Light"/>
        <a:cs typeface="Open Sans Light"/>
        <a:sym typeface="Open Sans Light"/>
      </a:defRPr>
    </a:lvl9pPr>
  </p:defaultTextStyle>
  <p:extLst>
    <p:ext uri="{EFAFB233-063F-42B5-8137-9DF3F51BA10A}">
      <p15:sldGuideLst xmlns:p15="http://schemas.microsoft.com/office/powerpoint/2012/main">
        <p15:guide id="1" orient="horz" pos="4320" userDrawn="1">
          <p15:clr>
            <a:srgbClr val="A4A3A4"/>
          </p15:clr>
        </p15:guide>
        <p15:guide id="2" pos="7676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F0C43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>
          <a:latin typeface="Open Sans Light"/>
          <a:ea typeface="Open Sans Light"/>
          <a:cs typeface="Open Sans Light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F2F2F2"/>
          </a:solidFill>
        </a:fill>
      </a:tcStyle>
    </a:wholeTbl>
    <a:band2H>
      <a:tcTxStyle/>
      <a:tcStyle>
        <a:tcBdr/>
        <a:fill>
          <a:solidFill>
            <a:srgbClr val="F9F9F9"/>
          </a:solidFill>
        </a:fill>
      </a:tcStyle>
    </a:band2H>
    <a:firstCol>
      <a:tcTxStyle b="on" i="off">
        <a:font>
          <a:latin typeface="Open Sans Light"/>
          <a:ea typeface="Open Sans Light"/>
          <a:cs typeface="Open Sans Light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DDDDD"/>
          </a:solidFill>
        </a:fill>
      </a:tcStyle>
    </a:firstCol>
    <a:lastRow>
      <a:tcTxStyle b="on" i="off">
        <a:font>
          <a:latin typeface="Open Sans Light"/>
          <a:ea typeface="Open Sans Light"/>
          <a:cs typeface="Open Sans Light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DDDDD"/>
          </a:solidFill>
        </a:fill>
      </a:tcStyle>
    </a:lastRow>
    <a:firstRow>
      <a:tcTxStyle b="on" i="off">
        <a:font>
          <a:latin typeface="Open Sans Light"/>
          <a:ea typeface="Open Sans Light"/>
          <a:cs typeface="Open Sans Light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DDDDD"/>
          </a:solidFill>
        </a:fill>
      </a:tcStyle>
    </a:firstRow>
  </a:tblStyle>
  <a:tblStyle styleId="{C7B018BB-80A7-4F77-B60F-C8B233D01FF8}" styleName="">
    <a:tblBg/>
    <a:wholeTbl>
      <a:tcTxStyle b="off" i="off">
        <a:font>
          <a:latin typeface="Open Sans Light"/>
          <a:ea typeface="Open Sans Light"/>
          <a:cs typeface="Open Sans Light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CDCDC"/>
          </a:solidFill>
        </a:fill>
      </a:tcStyle>
    </a:wholeTbl>
    <a:band2H>
      <a:tcTxStyle/>
      <a:tcStyle>
        <a:tcBdr/>
        <a:fill>
          <a:solidFill>
            <a:srgbClr val="EEEEEE"/>
          </a:solidFill>
        </a:fill>
      </a:tcStyle>
    </a:band2H>
    <a:firstCol>
      <a:tcTxStyle b="on" i="off">
        <a:font>
          <a:latin typeface="Open Sans Light"/>
          <a:ea typeface="Open Sans Light"/>
          <a:cs typeface="Open Sans Light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>
          <a:latin typeface="Open Sans Light"/>
          <a:ea typeface="Open Sans Light"/>
          <a:cs typeface="Open Sans Light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>
          <a:latin typeface="Open Sans Light"/>
          <a:ea typeface="Open Sans Light"/>
          <a:cs typeface="Open Sans Light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>
          <a:latin typeface="Open Sans Light"/>
          <a:ea typeface="Open Sans Light"/>
          <a:cs typeface="Open Sans Light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FCFCF"/>
          </a:solidFill>
        </a:fill>
      </a:tcStyle>
    </a:wholeTbl>
    <a:band2H>
      <a:tcTxStyle/>
      <a:tcStyle>
        <a:tcBdr/>
        <a:fill>
          <a:solidFill>
            <a:srgbClr val="E8E8E8"/>
          </a:solidFill>
        </a:fill>
      </a:tcStyle>
    </a:band2H>
    <a:firstCol>
      <a:tcTxStyle b="on" i="off">
        <a:font>
          <a:latin typeface="Open Sans Light"/>
          <a:ea typeface="Open Sans Light"/>
          <a:cs typeface="Open Sans Light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>
          <a:latin typeface="Open Sans Light"/>
          <a:ea typeface="Open Sans Light"/>
          <a:cs typeface="Open Sans Light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>
          <a:latin typeface="Open Sans Light"/>
          <a:ea typeface="Open Sans Light"/>
          <a:cs typeface="Open Sans Light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>
          <a:latin typeface="Open Sans Light"/>
          <a:ea typeface="Open Sans Light"/>
          <a:cs typeface="Open Sans Light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>
          <a:latin typeface="Open Sans Light"/>
          <a:ea typeface="Open Sans Light"/>
          <a:cs typeface="Open Sans Light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DDDDDD"/>
          </a:solidFill>
        </a:fill>
      </a:tcStyle>
    </a:firstCol>
    <a:lastRow>
      <a:tcTxStyle b="on" i="off">
        <a:font>
          <a:latin typeface="Open Sans Light"/>
          <a:ea typeface="Open Sans Light"/>
          <a:cs typeface="Open Sans Light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>
          <a:latin typeface="Open Sans Light"/>
          <a:ea typeface="Open Sans Light"/>
          <a:cs typeface="Open Sans Light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DDDDDD"/>
          </a:solidFill>
        </a:fill>
      </a:tcStyle>
    </a:firstRow>
  </a:tblStyle>
  <a:tblStyle styleId="{33BA23B1-9221-436E-865A-0063620EA4FD}" styleName="">
    <a:tblBg/>
    <a:wholeTbl>
      <a:tcTxStyle b="off" i="off">
        <a:font>
          <a:latin typeface="Open Sans Light"/>
          <a:ea typeface="Open Sans Light"/>
          <a:cs typeface="Open Sans Light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2">
              <a:lumOff val="9410"/>
            </a:schemeClr>
          </a:solidFill>
        </a:fill>
      </a:tcStyle>
    </a:wholeTbl>
    <a:band2H>
      <a:tcTxStyle/>
      <a:tcStyle>
        <a:tcBdr/>
        <a:fill>
          <a:solidFill>
            <a:srgbClr val="E6E6E6"/>
          </a:solidFill>
        </a:fill>
      </a:tcStyle>
    </a:band2H>
    <a:firstCol>
      <a:tcTxStyle b="on" i="off">
        <a:font>
          <a:latin typeface="Open Sans Light"/>
          <a:ea typeface="Open Sans Light"/>
          <a:cs typeface="Open Sans Light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>
          <a:latin typeface="Open Sans Light"/>
          <a:ea typeface="Open Sans Light"/>
          <a:cs typeface="Open Sans Light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>
          <a:latin typeface="Open Sans Light"/>
          <a:ea typeface="Open Sans Light"/>
          <a:cs typeface="Open Sans Light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>
          <a:latin typeface="Open Sans Light"/>
          <a:ea typeface="Open Sans Light"/>
          <a:cs typeface="Open Sans Light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>
          <a:latin typeface="Open Sans Light"/>
          <a:ea typeface="Open Sans Light"/>
          <a:cs typeface="Open Sans Light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>
          <a:latin typeface="Open Sans Light"/>
          <a:ea typeface="Open Sans Light"/>
          <a:cs typeface="Open Sans Light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>
          <a:latin typeface="Open Sans Light"/>
          <a:ea typeface="Open Sans Light"/>
          <a:cs typeface="Open Sans Light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79883" autoAdjust="0"/>
  </p:normalViewPr>
  <p:slideViewPr>
    <p:cSldViewPr snapToGrid="0">
      <p:cViewPr varScale="1">
        <p:scale>
          <a:sx n="44" d="100"/>
          <a:sy n="44" d="100"/>
        </p:scale>
        <p:origin x="1356" y="78"/>
      </p:cViewPr>
      <p:guideLst>
        <p:guide orient="horz" pos="4320"/>
        <p:guide pos="7676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0_1">
  <dgm:title val=""/>
  <dgm:desc val=""/>
  <dgm:catLst>
    <dgm:cat type="mainScheme" pri="10100"/>
  </dgm:catLst>
  <dgm:styleLbl name="node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3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4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dk1">
        <a:alpha val="4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1">
        <a:shade val="8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1">
        <a:tint val="50000"/>
        <a:alpha val="4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0_1">
  <dgm:title val=""/>
  <dgm:desc val=""/>
  <dgm:catLst>
    <dgm:cat type="mainScheme" pri="10100"/>
  </dgm:catLst>
  <dgm:styleLbl name="node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3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4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dk1">
        <a:alpha val="4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1">
        <a:shade val="8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1">
        <a:tint val="50000"/>
        <a:alpha val="4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C34AF113-E272-40FD-818E-C705D345122E}" type="doc">
      <dgm:prSet loTypeId="urn:microsoft.com/office/officeart/2005/8/layout/default" loCatId="list" qsTypeId="urn:microsoft.com/office/officeart/2005/8/quickstyle/simple1" qsCatId="simple" csTypeId="urn:microsoft.com/office/officeart/2005/8/colors/accent0_1" csCatId="mainScheme"/>
      <dgm:spPr/>
      <dgm:t>
        <a:bodyPr/>
        <a:lstStyle/>
        <a:p>
          <a:endParaRPr lang="ru-RU"/>
        </a:p>
      </dgm:t>
    </dgm:pt>
    <dgm:pt modelId="{182656CB-9178-4839-8060-BDA5C137C299}">
      <dgm:prSet custT="1"/>
      <dgm:spPr/>
      <dgm:t>
        <a:bodyPr/>
        <a:lstStyle/>
        <a:p>
          <a:r>
            <a:rPr lang="ru-RU" sz="3200" b="0" i="0" baseline="0" dirty="0">
              <a:latin typeface="Open Sans" pitchFamily="2" charset="0"/>
              <a:ea typeface="Open Sans" pitchFamily="2" charset="0"/>
              <a:cs typeface="Open Sans" pitchFamily="2" charset="0"/>
            </a:rPr>
            <a:t>Формирование психологической готовности к оказанию первой  помощи в реальных (природных, техногенных и социальных)  условиях.</a:t>
          </a:r>
          <a:endParaRPr lang="ru-RU" sz="3200" dirty="0">
            <a:latin typeface="Open Sans" pitchFamily="2" charset="0"/>
            <a:ea typeface="Open Sans" pitchFamily="2" charset="0"/>
            <a:cs typeface="Open Sans" pitchFamily="2" charset="0"/>
          </a:endParaRPr>
        </a:p>
      </dgm:t>
    </dgm:pt>
    <dgm:pt modelId="{7170662A-8690-4782-BDBF-CA1246664B8B}" type="parTrans" cxnId="{1703E279-05AA-4DC0-B83E-23B5C6DB0CFD}">
      <dgm:prSet/>
      <dgm:spPr/>
      <dgm:t>
        <a:bodyPr/>
        <a:lstStyle/>
        <a:p>
          <a:endParaRPr lang="ru-RU"/>
        </a:p>
      </dgm:t>
    </dgm:pt>
    <dgm:pt modelId="{3E5EFE41-3B3C-4B5E-AD43-5C2E94B0FBCF}" type="sibTrans" cxnId="{1703E279-05AA-4DC0-B83E-23B5C6DB0CFD}">
      <dgm:prSet/>
      <dgm:spPr/>
      <dgm:t>
        <a:bodyPr/>
        <a:lstStyle/>
        <a:p>
          <a:endParaRPr lang="ru-RU"/>
        </a:p>
      </dgm:t>
    </dgm:pt>
    <dgm:pt modelId="{71DD936B-2AAE-434F-8276-6C70F6488299}">
      <dgm:prSet custT="1"/>
      <dgm:spPr/>
      <dgm:t>
        <a:bodyPr/>
        <a:lstStyle/>
        <a:p>
          <a:r>
            <a:rPr lang="ru-RU" sz="3200" b="0" i="0" baseline="0">
              <a:latin typeface="Open Sans" pitchFamily="2" charset="0"/>
              <a:ea typeface="Open Sans" pitchFamily="2" charset="0"/>
              <a:cs typeface="Open Sans" pitchFamily="2" charset="0"/>
            </a:rPr>
            <a:t>Формирование устойчивых навыков применения приемов оказания  первой помощи.</a:t>
          </a:r>
          <a:endParaRPr lang="ru-RU" sz="3200">
            <a:latin typeface="Open Sans" pitchFamily="2" charset="0"/>
            <a:ea typeface="Open Sans" pitchFamily="2" charset="0"/>
            <a:cs typeface="Open Sans" pitchFamily="2" charset="0"/>
          </a:endParaRPr>
        </a:p>
      </dgm:t>
    </dgm:pt>
    <dgm:pt modelId="{A4247E36-DA1A-445E-B93D-50CCF3238CE7}" type="parTrans" cxnId="{BE1535BB-15C9-4E4F-82A4-3C8B89415904}">
      <dgm:prSet/>
      <dgm:spPr/>
      <dgm:t>
        <a:bodyPr/>
        <a:lstStyle/>
        <a:p>
          <a:endParaRPr lang="ru-RU"/>
        </a:p>
      </dgm:t>
    </dgm:pt>
    <dgm:pt modelId="{DA0126AA-4B4A-4A21-8AEC-E598F78C6CA9}" type="sibTrans" cxnId="{BE1535BB-15C9-4E4F-82A4-3C8B89415904}">
      <dgm:prSet/>
      <dgm:spPr/>
      <dgm:t>
        <a:bodyPr/>
        <a:lstStyle/>
        <a:p>
          <a:endParaRPr lang="ru-RU"/>
        </a:p>
      </dgm:t>
    </dgm:pt>
    <dgm:pt modelId="{6D73FEE0-76BB-48FA-8751-ADE899C799BC}" type="pres">
      <dgm:prSet presAssocID="{C34AF113-E272-40FD-818E-C705D345122E}" presName="diagram" presStyleCnt="0">
        <dgm:presLayoutVars>
          <dgm:dir/>
          <dgm:resizeHandles val="exact"/>
        </dgm:presLayoutVars>
      </dgm:prSet>
      <dgm:spPr/>
    </dgm:pt>
    <dgm:pt modelId="{857BCF1B-B0C2-42D6-BD29-E1FBDE3DC027}" type="pres">
      <dgm:prSet presAssocID="{182656CB-9178-4839-8060-BDA5C137C299}" presName="node" presStyleLbl="node1" presStyleIdx="0" presStyleCnt="2">
        <dgm:presLayoutVars>
          <dgm:bulletEnabled val="1"/>
        </dgm:presLayoutVars>
      </dgm:prSet>
      <dgm:spPr/>
    </dgm:pt>
    <dgm:pt modelId="{8F7A6D4C-D2A3-4875-959B-415D969DFE26}" type="pres">
      <dgm:prSet presAssocID="{3E5EFE41-3B3C-4B5E-AD43-5C2E94B0FBCF}" presName="sibTrans" presStyleCnt="0"/>
      <dgm:spPr/>
    </dgm:pt>
    <dgm:pt modelId="{0CC8EE50-D6E6-4EE6-BECD-233802E2EC77}" type="pres">
      <dgm:prSet presAssocID="{71DD936B-2AAE-434F-8276-6C70F6488299}" presName="node" presStyleLbl="node1" presStyleIdx="1" presStyleCnt="2">
        <dgm:presLayoutVars>
          <dgm:bulletEnabled val="1"/>
        </dgm:presLayoutVars>
      </dgm:prSet>
      <dgm:spPr/>
    </dgm:pt>
  </dgm:ptLst>
  <dgm:cxnLst>
    <dgm:cxn modelId="{2AA60432-86D0-4AD4-812E-29AE434E575C}" type="presOf" srcId="{182656CB-9178-4839-8060-BDA5C137C299}" destId="{857BCF1B-B0C2-42D6-BD29-E1FBDE3DC027}" srcOrd="0" destOrd="0" presId="urn:microsoft.com/office/officeart/2005/8/layout/default"/>
    <dgm:cxn modelId="{CB798B75-DF5A-41C2-888C-A4518191F7E1}" type="presOf" srcId="{71DD936B-2AAE-434F-8276-6C70F6488299}" destId="{0CC8EE50-D6E6-4EE6-BECD-233802E2EC77}" srcOrd="0" destOrd="0" presId="urn:microsoft.com/office/officeart/2005/8/layout/default"/>
    <dgm:cxn modelId="{1703E279-05AA-4DC0-B83E-23B5C6DB0CFD}" srcId="{C34AF113-E272-40FD-818E-C705D345122E}" destId="{182656CB-9178-4839-8060-BDA5C137C299}" srcOrd="0" destOrd="0" parTransId="{7170662A-8690-4782-BDBF-CA1246664B8B}" sibTransId="{3E5EFE41-3B3C-4B5E-AD43-5C2E94B0FBCF}"/>
    <dgm:cxn modelId="{F4875297-9C73-4302-9DC0-C5EED22E7EA1}" type="presOf" srcId="{C34AF113-E272-40FD-818E-C705D345122E}" destId="{6D73FEE0-76BB-48FA-8751-ADE899C799BC}" srcOrd="0" destOrd="0" presId="urn:microsoft.com/office/officeart/2005/8/layout/default"/>
    <dgm:cxn modelId="{BE1535BB-15C9-4E4F-82A4-3C8B89415904}" srcId="{C34AF113-E272-40FD-818E-C705D345122E}" destId="{71DD936B-2AAE-434F-8276-6C70F6488299}" srcOrd="1" destOrd="0" parTransId="{A4247E36-DA1A-445E-B93D-50CCF3238CE7}" sibTransId="{DA0126AA-4B4A-4A21-8AEC-E598F78C6CA9}"/>
    <dgm:cxn modelId="{C8E5FAF1-C7AA-460B-AE2F-6F56EA4E6914}" type="presParOf" srcId="{6D73FEE0-76BB-48FA-8751-ADE899C799BC}" destId="{857BCF1B-B0C2-42D6-BD29-E1FBDE3DC027}" srcOrd="0" destOrd="0" presId="urn:microsoft.com/office/officeart/2005/8/layout/default"/>
    <dgm:cxn modelId="{5606AA65-4295-4CBA-BDCD-F796DAFE0A59}" type="presParOf" srcId="{6D73FEE0-76BB-48FA-8751-ADE899C799BC}" destId="{8F7A6D4C-D2A3-4875-959B-415D969DFE26}" srcOrd="1" destOrd="0" presId="urn:microsoft.com/office/officeart/2005/8/layout/default"/>
    <dgm:cxn modelId="{2954A1FA-FDD8-4C2F-BA35-46ADFC02EE05}" type="presParOf" srcId="{6D73FEE0-76BB-48FA-8751-ADE899C799BC}" destId="{0CC8EE50-D6E6-4EE6-BECD-233802E2EC77}" srcOrd="2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4AD2D479-7BD0-4483-A26A-B41151DABF8F}" type="doc">
      <dgm:prSet loTypeId="urn:microsoft.com/office/officeart/2005/8/layout/default" loCatId="list" qsTypeId="urn:microsoft.com/office/officeart/2005/8/quickstyle/simple1" qsCatId="simple" csTypeId="urn:microsoft.com/office/officeart/2005/8/colors/accent0_1" csCatId="mainScheme" phldr="1"/>
      <dgm:spPr/>
      <dgm:t>
        <a:bodyPr/>
        <a:lstStyle/>
        <a:p>
          <a:endParaRPr lang="ru-RU"/>
        </a:p>
      </dgm:t>
    </dgm:pt>
    <dgm:pt modelId="{B89F2F48-1453-4477-BAA2-CEFA6984480B}">
      <dgm:prSet/>
      <dgm:spPr/>
      <dgm:t>
        <a:bodyPr/>
        <a:lstStyle/>
        <a:p>
          <a:r>
            <a:rPr lang="ru-RU" b="0" i="0" baseline="0"/>
            <a:t>ДИСТАНЦИОННОЕ ОБУЧЕНИЕ </a:t>
          </a:r>
          <a:endParaRPr lang="ru-RU"/>
        </a:p>
      </dgm:t>
    </dgm:pt>
    <dgm:pt modelId="{B7F24A1B-2123-4E0E-B95F-BA0F26D81D2C}" type="parTrans" cxnId="{6BBFB2B7-2ABD-4BB5-BA50-3C51A0C798E2}">
      <dgm:prSet/>
      <dgm:spPr/>
      <dgm:t>
        <a:bodyPr/>
        <a:lstStyle/>
        <a:p>
          <a:endParaRPr lang="ru-RU"/>
        </a:p>
      </dgm:t>
    </dgm:pt>
    <dgm:pt modelId="{C1A99F2A-263D-43B2-9ED0-1AAA4A89548D}" type="sibTrans" cxnId="{6BBFB2B7-2ABD-4BB5-BA50-3C51A0C798E2}">
      <dgm:prSet/>
      <dgm:spPr/>
      <dgm:t>
        <a:bodyPr/>
        <a:lstStyle/>
        <a:p>
          <a:endParaRPr lang="ru-RU"/>
        </a:p>
      </dgm:t>
    </dgm:pt>
    <dgm:pt modelId="{6D4B12A8-0521-4422-B9B6-822E80903040}">
      <dgm:prSet/>
      <dgm:spPr/>
      <dgm:t>
        <a:bodyPr/>
        <a:lstStyle/>
        <a:p>
          <a:r>
            <a:rPr lang="ru-RU" b="0" i="0" baseline="0" dirty="0"/>
            <a:t>Плюсы – доступность, возможность использования  мультимедийных технологий. Минусы – нет отработки навыка действий, требуется  высокий уровень мотивации)</a:t>
          </a:r>
          <a:endParaRPr lang="ru-RU" dirty="0"/>
        </a:p>
      </dgm:t>
    </dgm:pt>
    <dgm:pt modelId="{8A65EF4E-9399-48E6-ABF4-6F87E9E1BC64}" type="parTrans" cxnId="{612D1746-AACF-429C-B1D7-9950E139C169}">
      <dgm:prSet/>
      <dgm:spPr/>
      <dgm:t>
        <a:bodyPr/>
        <a:lstStyle/>
        <a:p>
          <a:endParaRPr lang="ru-RU"/>
        </a:p>
      </dgm:t>
    </dgm:pt>
    <dgm:pt modelId="{A3634AE9-4A36-4E01-8627-0FBAC3483CB8}" type="sibTrans" cxnId="{612D1746-AACF-429C-B1D7-9950E139C169}">
      <dgm:prSet/>
      <dgm:spPr/>
      <dgm:t>
        <a:bodyPr/>
        <a:lstStyle/>
        <a:p>
          <a:endParaRPr lang="ru-RU"/>
        </a:p>
      </dgm:t>
    </dgm:pt>
    <dgm:pt modelId="{F0C66EB8-D3CD-4B1C-8F92-6137070584B7}">
      <dgm:prSet/>
      <dgm:spPr/>
      <dgm:t>
        <a:bodyPr/>
        <a:lstStyle/>
        <a:p>
          <a:r>
            <a:rPr lang="ru-RU" b="0" i="0" baseline="0" dirty="0"/>
            <a:t>ТРЕНИНГ</a:t>
          </a:r>
          <a:endParaRPr lang="ru-RU" dirty="0"/>
        </a:p>
      </dgm:t>
    </dgm:pt>
    <dgm:pt modelId="{F78EF443-AA84-4B07-A979-A8AB759CCFCE}" type="parTrans" cxnId="{369F81A1-123A-4557-A670-F06F7A6407CD}">
      <dgm:prSet/>
      <dgm:spPr/>
      <dgm:t>
        <a:bodyPr/>
        <a:lstStyle/>
        <a:p>
          <a:endParaRPr lang="ru-RU"/>
        </a:p>
      </dgm:t>
    </dgm:pt>
    <dgm:pt modelId="{3799529A-9916-4E7B-8EC5-FEDE0C31141D}" type="sibTrans" cxnId="{369F81A1-123A-4557-A670-F06F7A6407CD}">
      <dgm:prSet/>
      <dgm:spPr/>
      <dgm:t>
        <a:bodyPr/>
        <a:lstStyle/>
        <a:p>
          <a:endParaRPr lang="ru-RU"/>
        </a:p>
      </dgm:t>
    </dgm:pt>
    <dgm:pt modelId="{2ACD690D-EE83-4256-A7C7-9930AB739451}">
      <dgm:prSet/>
      <dgm:spPr/>
      <dgm:t>
        <a:bodyPr/>
        <a:lstStyle/>
        <a:p>
          <a:r>
            <a:rPr lang="ru-RU" b="0" i="0" baseline="0" dirty="0"/>
            <a:t>Служит для отработки навыков. Позволяет передать теоретические знания.</a:t>
          </a:r>
          <a:endParaRPr lang="ru-RU" dirty="0"/>
        </a:p>
      </dgm:t>
    </dgm:pt>
    <dgm:pt modelId="{2E0B99C0-FE9E-4E77-A802-9FAC740B7B4F}" type="parTrans" cxnId="{A66AB861-4F7C-41BE-9AE5-4F1D3F537152}">
      <dgm:prSet/>
      <dgm:spPr/>
      <dgm:t>
        <a:bodyPr/>
        <a:lstStyle/>
        <a:p>
          <a:endParaRPr lang="ru-RU"/>
        </a:p>
      </dgm:t>
    </dgm:pt>
    <dgm:pt modelId="{954EE632-CBAD-4ABB-A167-78D276EE3DBF}" type="sibTrans" cxnId="{A66AB861-4F7C-41BE-9AE5-4F1D3F537152}">
      <dgm:prSet/>
      <dgm:spPr/>
      <dgm:t>
        <a:bodyPr/>
        <a:lstStyle/>
        <a:p>
          <a:endParaRPr lang="ru-RU"/>
        </a:p>
      </dgm:t>
    </dgm:pt>
    <dgm:pt modelId="{D489CB9A-82DA-4964-84AD-35A08452FDC2}">
      <dgm:prSet/>
      <dgm:spPr/>
      <dgm:t>
        <a:bodyPr/>
        <a:lstStyle/>
        <a:p>
          <a:r>
            <a:rPr lang="ru-RU" b="0" i="0" baseline="0" dirty="0"/>
            <a:t>ИНТЕРАКТИВНЫЕ МЕТОДЫ (VR-ТЕХНОЛОГИИ)</a:t>
          </a:r>
          <a:endParaRPr lang="ru-RU" dirty="0"/>
        </a:p>
      </dgm:t>
    </dgm:pt>
    <dgm:pt modelId="{AD782272-9723-404C-87E2-1567E202A964}" type="parTrans" cxnId="{EBA5A009-4291-4396-BD61-0C6EAE0CAA51}">
      <dgm:prSet/>
      <dgm:spPr/>
      <dgm:t>
        <a:bodyPr/>
        <a:lstStyle/>
        <a:p>
          <a:endParaRPr lang="ru-RU"/>
        </a:p>
      </dgm:t>
    </dgm:pt>
    <dgm:pt modelId="{7A7D37C1-7C58-4B9A-934B-344FC550D579}" type="sibTrans" cxnId="{EBA5A009-4291-4396-BD61-0C6EAE0CAA51}">
      <dgm:prSet/>
      <dgm:spPr/>
      <dgm:t>
        <a:bodyPr/>
        <a:lstStyle/>
        <a:p>
          <a:endParaRPr lang="ru-RU"/>
        </a:p>
      </dgm:t>
    </dgm:pt>
    <dgm:pt modelId="{E349FEE5-4304-459C-908C-1AD5E83D0CF5}">
      <dgm:prSet/>
      <dgm:spPr/>
      <dgm:t>
        <a:bodyPr/>
        <a:lstStyle/>
        <a:p>
          <a:r>
            <a:rPr lang="ru-RU" b="0" i="0" baseline="0" dirty="0"/>
            <a:t>Предполагает самостоятельную  работу. Сильно зависят от качества контента.</a:t>
          </a:r>
          <a:endParaRPr lang="ru-RU" dirty="0"/>
        </a:p>
      </dgm:t>
    </dgm:pt>
    <dgm:pt modelId="{14856440-E9E2-4322-A1D6-EF98B94BC708}" type="parTrans" cxnId="{C9B492D7-A0A1-4D13-B4A4-C5C38D3B5175}">
      <dgm:prSet/>
      <dgm:spPr/>
      <dgm:t>
        <a:bodyPr/>
        <a:lstStyle/>
        <a:p>
          <a:endParaRPr lang="ru-RU"/>
        </a:p>
      </dgm:t>
    </dgm:pt>
    <dgm:pt modelId="{B85D72BE-3195-4687-882D-94702DEF724A}" type="sibTrans" cxnId="{C9B492D7-A0A1-4D13-B4A4-C5C38D3B5175}">
      <dgm:prSet/>
      <dgm:spPr/>
      <dgm:t>
        <a:bodyPr/>
        <a:lstStyle/>
        <a:p>
          <a:endParaRPr lang="ru-RU"/>
        </a:p>
      </dgm:t>
    </dgm:pt>
    <dgm:pt modelId="{A60C99AB-7A60-4EA7-B79B-0556F3DC5D76}">
      <dgm:prSet/>
      <dgm:spPr/>
      <dgm:t>
        <a:bodyPr/>
        <a:lstStyle/>
        <a:p>
          <a:r>
            <a:rPr lang="ru-RU" b="0" i="0" baseline="0" dirty="0"/>
            <a:t>ГЕЙМИФИКАЦИЯ (ИГОРТЕХНИКА НАСТОЛЬНЫЕ КОМПЬЮТЕРНЫЕ ИГРЫ)</a:t>
          </a:r>
          <a:endParaRPr lang="ru-RU" dirty="0"/>
        </a:p>
      </dgm:t>
    </dgm:pt>
    <dgm:pt modelId="{A1CAFB2E-A888-484E-8110-EB3410C82C16}" type="parTrans" cxnId="{294287A6-68A6-44E7-B7EF-220D6640C61F}">
      <dgm:prSet/>
      <dgm:spPr/>
      <dgm:t>
        <a:bodyPr/>
        <a:lstStyle/>
        <a:p>
          <a:endParaRPr lang="ru-RU"/>
        </a:p>
      </dgm:t>
    </dgm:pt>
    <dgm:pt modelId="{39393AE1-78EC-4FF7-BF22-37F5FE6922F3}" type="sibTrans" cxnId="{294287A6-68A6-44E7-B7EF-220D6640C61F}">
      <dgm:prSet/>
      <dgm:spPr/>
      <dgm:t>
        <a:bodyPr/>
        <a:lstStyle/>
        <a:p>
          <a:endParaRPr lang="ru-RU"/>
        </a:p>
      </dgm:t>
    </dgm:pt>
    <dgm:pt modelId="{8AF018CB-DC10-4813-A803-76EBA21FD263}">
      <dgm:prSet/>
      <dgm:spPr/>
      <dgm:t>
        <a:bodyPr/>
        <a:lstStyle/>
        <a:p>
          <a:r>
            <a:rPr lang="ru-RU" b="0" i="0" baseline="0" dirty="0"/>
            <a:t>Ассоциируется с обучением детей.</a:t>
          </a:r>
          <a:endParaRPr lang="ru-RU" dirty="0"/>
        </a:p>
      </dgm:t>
    </dgm:pt>
    <dgm:pt modelId="{F348B4A3-2533-4D44-BFD5-4F51C5DE6FA0}" type="parTrans" cxnId="{1C5CE86E-EA4D-4B1F-93ED-7DDAFFDAB5AA}">
      <dgm:prSet/>
      <dgm:spPr/>
      <dgm:t>
        <a:bodyPr/>
        <a:lstStyle/>
        <a:p>
          <a:endParaRPr lang="ru-RU"/>
        </a:p>
      </dgm:t>
    </dgm:pt>
    <dgm:pt modelId="{42A460CE-2128-4D97-A5A5-F142BECE4752}" type="sibTrans" cxnId="{1C5CE86E-EA4D-4B1F-93ED-7DDAFFDAB5AA}">
      <dgm:prSet/>
      <dgm:spPr/>
      <dgm:t>
        <a:bodyPr/>
        <a:lstStyle/>
        <a:p>
          <a:endParaRPr lang="ru-RU"/>
        </a:p>
      </dgm:t>
    </dgm:pt>
    <dgm:pt modelId="{CFC1439A-0B2B-4767-94C8-4CC1E40D79E1}">
      <dgm:prSet/>
      <dgm:spPr/>
      <dgm:t>
        <a:bodyPr/>
        <a:lstStyle/>
        <a:p>
          <a:r>
            <a:rPr lang="ru-RU" b="0" i="0" baseline="0" dirty="0"/>
            <a:t>ДЕЛОВАЯ ИГРА</a:t>
          </a:r>
          <a:endParaRPr lang="ru-RU" dirty="0"/>
        </a:p>
      </dgm:t>
    </dgm:pt>
    <dgm:pt modelId="{0628112B-5787-4508-A3B5-80B27082E2B8}" type="parTrans" cxnId="{92428CE5-CF0A-4F75-BD51-765869D969A7}">
      <dgm:prSet/>
      <dgm:spPr/>
      <dgm:t>
        <a:bodyPr/>
        <a:lstStyle/>
        <a:p>
          <a:endParaRPr lang="ru-RU"/>
        </a:p>
      </dgm:t>
    </dgm:pt>
    <dgm:pt modelId="{FD2C4065-1B34-4560-AD31-EBD7B4A13CC3}" type="sibTrans" cxnId="{92428CE5-CF0A-4F75-BD51-765869D969A7}">
      <dgm:prSet/>
      <dgm:spPr/>
      <dgm:t>
        <a:bodyPr/>
        <a:lstStyle/>
        <a:p>
          <a:endParaRPr lang="ru-RU"/>
        </a:p>
      </dgm:t>
    </dgm:pt>
    <dgm:pt modelId="{D149A357-CF15-488B-82A2-F3B31BDAA989}">
      <dgm:prSet/>
      <dgm:spPr/>
      <dgm:t>
        <a:bodyPr/>
        <a:lstStyle/>
        <a:p>
          <a:r>
            <a:rPr lang="ru-RU" b="0" i="0" baseline="0" dirty="0"/>
            <a:t>Имитация принятия решений. Служит для развития творческого подхода и воображения. </a:t>
          </a:r>
          <a:endParaRPr lang="ru-RU" dirty="0"/>
        </a:p>
      </dgm:t>
    </dgm:pt>
    <dgm:pt modelId="{53C9FAD3-7C55-47F6-92D3-8FF9DE74EA42}" type="parTrans" cxnId="{6E650414-7E4E-4CB8-81F4-496E35E101A7}">
      <dgm:prSet/>
      <dgm:spPr/>
      <dgm:t>
        <a:bodyPr/>
        <a:lstStyle/>
        <a:p>
          <a:endParaRPr lang="ru-RU"/>
        </a:p>
      </dgm:t>
    </dgm:pt>
    <dgm:pt modelId="{50AB85F0-3746-4583-AE9F-13D7EFE2125D}" type="sibTrans" cxnId="{6E650414-7E4E-4CB8-81F4-496E35E101A7}">
      <dgm:prSet/>
      <dgm:spPr/>
      <dgm:t>
        <a:bodyPr/>
        <a:lstStyle/>
        <a:p>
          <a:endParaRPr lang="ru-RU"/>
        </a:p>
      </dgm:t>
    </dgm:pt>
    <dgm:pt modelId="{5205F043-44CF-4B70-91F9-C747730EB328}">
      <dgm:prSet/>
      <dgm:spPr/>
      <dgm:t>
        <a:bodyPr/>
        <a:lstStyle/>
        <a:p>
          <a:r>
            <a:rPr lang="ru-RU" b="0" i="0" baseline="0"/>
            <a:t>КВЕСТЫ И ВИКТОРИНЫ</a:t>
          </a:r>
          <a:endParaRPr lang="ru-RU"/>
        </a:p>
      </dgm:t>
    </dgm:pt>
    <dgm:pt modelId="{C830BF46-AF35-4727-A58A-EE8C6712FC2F}" type="parTrans" cxnId="{916948E3-DA2F-4133-A850-BA635204496F}">
      <dgm:prSet/>
      <dgm:spPr/>
      <dgm:t>
        <a:bodyPr/>
        <a:lstStyle/>
        <a:p>
          <a:endParaRPr lang="ru-RU"/>
        </a:p>
      </dgm:t>
    </dgm:pt>
    <dgm:pt modelId="{BBF40A17-E87D-472C-9F56-A31616847E8E}" type="sibTrans" cxnId="{916948E3-DA2F-4133-A850-BA635204496F}">
      <dgm:prSet/>
      <dgm:spPr/>
      <dgm:t>
        <a:bodyPr/>
        <a:lstStyle/>
        <a:p>
          <a:endParaRPr lang="ru-RU"/>
        </a:p>
      </dgm:t>
    </dgm:pt>
    <dgm:pt modelId="{562C42C4-2F72-4A88-8FDC-D2957D1748D7}">
      <dgm:prSet/>
      <dgm:spPr/>
      <dgm:t>
        <a:bodyPr/>
        <a:lstStyle/>
        <a:p>
          <a:r>
            <a:rPr lang="ru-RU" b="0" i="0" baseline="0" dirty="0"/>
            <a:t>Оценка полученных в ходе обучения знаний.</a:t>
          </a:r>
          <a:endParaRPr lang="ru-RU" dirty="0"/>
        </a:p>
      </dgm:t>
    </dgm:pt>
    <dgm:pt modelId="{482FF665-A1E9-4255-B2DA-BC7AB96714F0}" type="parTrans" cxnId="{29E8E864-70EB-40B6-9065-F1D5A709B174}">
      <dgm:prSet/>
      <dgm:spPr/>
      <dgm:t>
        <a:bodyPr/>
        <a:lstStyle/>
        <a:p>
          <a:endParaRPr lang="ru-RU"/>
        </a:p>
      </dgm:t>
    </dgm:pt>
    <dgm:pt modelId="{A031767F-4504-43B5-8484-6DEAFF150AD8}" type="sibTrans" cxnId="{29E8E864-70EB-40B6-9065-F1D5A709B174}">
      <dgm:prSet/>
      <dgm:spPr/>
      <dgm:t>
        <a:bodyPr/>
        <a:lstStyle/>
        <a:p>
          <a:endParaRPr lang="ru-RU"/>
        </a:p>
      </dgm:t>
    </dgm:pt>
    <dgm:pt modelId="{7CC25A7A-9295-4E51-B6F7-8B9AE9E1563D}" type="pres">
      <dgm:prSet presAssocID="{4AD2D479-7BD0-4483-A26A-B41151DABF8F}" presName="diagram" presStyleCnt="0">
        <dgm:presLayoutVars>
          <dgm:dir/>
          <dgm:resizeHandles val="exact"/>
        </dgm:presLayoutVars>
      </dgm:prSet>
      <dgm:spPr/>
    </dgm:pt>
    <dgm:pt modelId="{0E9ED06D-E1D3-4E63-AACA-E34B4102BEE5}" type="pres">
      <dgm:prSet presAssocID="{B89F2F48-1453-4477-BAA2-CEFA6984480B}" presName="node" presStyleLbl="node1" presStyleIdx="0" presStyleCnt="6">
        <dgm:presLayoutVars>
          <dgm:bulletEnabled val="1"/>
        </dgm:presLayoutVars>
      </dgm:prSet>
      <dgm:spPr/>
    </dgm:pt>
    <dgm:pt modelId="{FC6D7A98-5486-4714-945C-B2DE3CCCD925}" type="pres">
      <dgm:prSet presAssocID="{C1A99F2A-263D-43B2-9ED0-1AAA4A89548D}" presName="sibTrans" presStyleCnt="0"/>
      <dgm:spPr/>
    </dgm:pt>
    <dgm:pt modelId="{7ADEB134-A9D7-4F4E-AF71-45BD5622E916}" type="pres">
      <dgm:prSet presAssocID="{F0C66EB8-D3CD-4B1C-8F92-6137070584B7}" presName="node" presStyleLbl="node1" presStyleIdx="1" presStyleCnt="6">
        <dgm:presLayoutVars>
          <dgm:bulletEnabled val="1"/>
        </dgm:presLayoutVars>
      </dgm:prSet>
      <dgm:spPr/>
    </dgm:pt>
    <dgm:pt modelId="{533D5D66-0259-46F1-B324-01CEFA6F75F8}" type="pres">
      <dgm:prSet presAssocID="{3799529A-9916-4E7B-8EC5-FEDE0C31141D}" presName="sibTrans" presStyleCnt="0"/>
      <dgm:spPr/>
    </dgm:pt>
    <dgm:pt modelId="{D635938C-62DA-4FA4-B025-C4F029F2D3C7}" type="pres">
      <dgm:prSet presAssocID="{D489CB9A-82DA-4964-84AD-35A08452FDC2}" presName="node" presStyleLbl="node1" presStyleIdx="2" presStyleCnt="6">
        <dgm:presLayoutVars>
          <dgm:bulletEnabled val="1"/>
        </dgm:presLayoutVars>
      </dgm:prSet>
      <dgm:spPr/>
    </dgm:pt>
    <dgm:pt modelId="{A24952C3-79D7-4298-9E8C-93CD9AF72025}" type="pres">
      <dgm:prSet presAssocID="{7A7D37C1-7C58-4B9A-934B-344FC550D579}" presName="sibTrans" presStyleCnt="0"/>
      <dgm:spPr/>
    </dgm:pt>
    <dgm:pt modelId="{43930895-4C73-4110-94DC-EC9E9B80FFCD}" type="pres">
      <dgm:prSet presAssocID="{A60C99AB-7A60-4EA7-B79B-0556F3DC5D76}" presName="node" presStyleLbl="node1" presStyleIdx="3" presStyleCnt="6">
        <dgm:presLayoutVars>
          <dgm:bulletEnabled val="1"/>
        </dgm:presLayoutVars>
      </dgm:prSet>
      <dgm:spPr/>
    </dgm:pt>
    <dgm:pt modelId="{0194C357-24F8-4E90-B16E-C75794F28011}" type="pres">
      <dgm:prSet presAssocID="{39393AE1-78EC-4FF7-BF22-37F5FE6922F3}" presName="sibTrans" presStyleCnt="0"/>
      <dgm:spPr/>
    </dgm:pt>
    <dgm:pt modelId="{279B0AC4-C8DE-4A78-B55C-48944B9BC98E}" type="pres">
      <dgm:prSet presAssocID="{CFC1439A-0B2B-4767-94C8-4CC1E40D79E1}" presName="node" presStyleLbl="node1" presStyleIdx="4" presStyleCnt="6">
        <dgm:presLayoutVars>
          <dgm:bulletEnabled val="1"/>
        </dgm:presLayoutVars>
      </dgm:prSet>
      <dgm:spPr/>
    </dgm:pt>
    <dgm:pt modelId="{2ECD578C-D09D-410A-B318-F7F1ADBB58C0}" type="pres">
      <dgm:prSet presAssocID="{FD2C4065-1B34-4560-AD31-EBD7B4A13CC3}" presName="sibTrans" presStyleCnt="0"/>
      <dgm:spPr/>
    </dgm:pt>
    <dgm:pt modelId="{E3759651-0CD2-45E2-999C-6A73CC41DBEA}" type="pres">
      <dgm:prSet presAssocID="{5205F043-44CF-4B70-91F9-C747730EB328}" presName="node" presStyleLbl="node1" presStyleIdx="5" presStyleCnt="6">
        <dgm:presLayoutVars>
          <dgm:bulletEnabled val="1"/>
        </dgm:presLayoutVars>
      </dgm:prSet>
      <dgm:spPr/>
    </dgm:pt>
  </dgm:ptLst>
  <dgm:cxnLst>
    <dgm:cxn modelId="{68097A07-7CF3-4080-B615-5C2ABE911D2B}" type="presOf" srcId="{D489CB9A-82DA-4964-84AD-35A08452FDC2}" destId="{D635938C-62DA-4FA4-B025-C4F029F2D3C7}" srcOrd="0" destOrd="0" presId="urn:microsoft.com/office/officeart/2005/8/layout/default"/>
    <dgm:cxn modelId="{A577B007-3442-4550-8B42-AA70DBA3BAAB}" type="presOf" srcId="{A60C99AB-7A60-4EA7-B79B-0556F3DC5D76}" destId="{43930895-4C73-4110-94DC-EC9E9B80FFCD}" srcOrd="0" destOrd="0" presId="urn:microsoft.com/office/officeart/2005/8/layout/default"/>
    <dgm:cxn modelId="{EBA5A009-4291-4396-BD61-0C6EAE0CAA51}" srcId="{4AD2D479-7BD0-4483-A26A-B41151DABF8F}" destId="{D489CB9A-82DA-4964-84AD-35A08452FDC2}" srcOrd="2" destOrd="0" parTransId="{AD782272-9723-404C-87E2-1567E202A964}" sibTransId="{7A7D37C1-7C58-4B9A-934B-344FC550D579}"/>
    <dgm:cxn modelId="{6E650414-7E4E-4CB8-81F4-496E35E101A7}" srcId="{CFC1439A-0B2B-4767-94C8-4CC1E40D79E1}" destId="{D149A357-CF15-488B-82A2-F3B31BDAA989}" srcOrd="0" destOrd="0" parTransId="{53C9FAD3-7C55-47F6-92D3-8FF9DE74EA42}" sibTransId="{50AB85F0-3746-4583-AE9F-13D7EFE2125D}"/>
    <dgm:cxn modelId="{E54CB015-258D-458A-8C7F-E4AE8F0CF6B0}" type="presOf" srcId="{562C42C4-2F72-4A88-8FDC-D2957D1748D7}" destId="{E3759651-0CD2-45E2-999C-6A73CC41DBEA}" srcOrd="0" destOrd="1" presId="urn:microsoft.com/office/officeart/2005/8/layout/default"/>
    <dgm:cxn modelId="{B93A7421-2DB5-415E-BCF0-3D7615CDFCE5}" type="presOf" srcId="{2ACD690D-EE83-4256-A7C7-9930AB739451}" destId="{7ADEB134-A9D7-4F4E-AF71-45BD5622E916}" srcOrd="0" destOrd="1" presId="urn:microsoft.com/office/officeart/2005/8/layout/default"/>
    <dgm:cxn modelId="{A66AB861-4F7C-41BE-9AE5-4F1D3F537152}" srcId="{F0C66EB8-D3CD-4B1C-8F92-6137070584B7}" destId="{2ACD690D-EE83-4256-A7C7-9930AB739451}" srcOrd="0" destOrd="0" parTransId="{2E0B99C0-FE9E-4E77-A802-9FAC740B7B4F}" sibTransId="{954EE632-CBAD-4ABB-A167-78D276EE3DBF}"/>
    <dgm:cxn modelId="{29E8E864-70EB-40B6-9065-F1D5A709B174}" srcId="{5205F043-44CF-4B70-91F9-C747730EB328}" destId="{562C42C4-2F72-4A88-8FDC-D2957D1748D7}" srcOrd="0" destOrd="0" parTransId="{482FF665-A1E9-4255-B2DA-BC7AB96714F0}" sibTransId="{A031767F-4504-43B5-8484-6DEAFF150AD8}"/>
    <dgm:cxn modelId="{612D1746-AACF-429C-B1D7-9950E139C169}" srcId="{B89F2F48-1453-4477-BAA2-CEFA6984480B}" destId="{6D4B12A8-0521-4422-B9B6-822E80903040}" srcOrd="0" destOrd="0" parTransId="{8A65EF4E-9399-48E6-ABF4-6F87E9E1BC64}" sibTransId="{A3634AE9-4A36-4E01-8627-0FBAC3483CB8}"/>
    <dgm:cxn modelId="{51459066-8E38-4729-826B-A999B4B3688C}" type="presOf" srcId="{4AD2D479-7BD0-4483-A26A-B41151DABF8F}" destId="{7CC25A7A-9295-4E51-B6F7-8B9AE9E1563D}" srcOrd="0" destOrd="0" presId="urn:microsoft.com/office/officeart/2005/8/layout/default"/>
    <dgm:cxn modelId="{1C5CE86E-EA4D-4B1F-93ED-7DDAFFDAB5AA}" srcId="{A60C99AB-7A60-4EA7-B79B-0556F3DC5D76}" destId="{8AF018CB-DC10-4813-A803-76EBA21FD263}" srcOrd="0" destOrd="0" parTransId="{F348B4A3-2533-4D44-BFD5-4F51C5DE6FA0}" sibTransId="{42A460CE-2128-4D97-A5A5-F142BECE4752}"/>
    <dgm:cxn modelId="{E931666F-014D-40F9-B964-22966BC65F62}" type="presOf" srcId="{8AF018CB-DC10-4813-A803-76EBA21FD263}" destId="{43930895-4C73-4110-94DC-EC9E9B80FFCD}" srcOrd="0" destOrd="1" presId="urn:microsoft.com/office/officeart/2005/8/layout/default"/>
    <dgm:cxn modelId="{DF0D9081-5D72-4842-9FF9-9C1436C8082F}" type="presOf" srcId="{5205F043-44CF-4B70-91F9-C747730EB328}" destId="{E3759651-0CD2-45E2-999C-6A73CC41DBEA}" srcOrd="0" destOrd="0" presId="urn:microsoft.com/office/officeart/2005/8/layout/default"/>
    <dgm:cxn modelId="{EB68598D-8376-413D-B509-29196DD4B6AA}" type="presOf" srcId="{F0C66EB8-D3CD-4B1C-8F92-6137070584B7}" destId="{7ADEB134-A9D7-4F4E-AF71-45BD5622E916}" srcOrd="0" destOrd="0" presId="urn:microsoft.com/office/officeart/2005/8/layout/default"/>
    <dgm:cxn modelId="{D55C1496-CDAD-4B06-AA8E-95C63278767D}" type="presOf" srcId="{6D4B12A8-0521-4422-B9B6-822E80903040}" destId="{0E9ED06D-E1D3-4E63-AACA-E34B4102BEE5}" srcOrd="0" destOrd="1" presId="urn:microsoft.com/office/officeart/2005/8/layout/default"/>
    <dgm:cxn modelId="{00ADEFA0-F182-4BCF-AB05-16CA5FA3F776}" type="presOf" srcId="{B89F2F48-1453-4477-BAA2-CEFA6984480B}" destId="{0E9ED06D-E1D3-4E63-AACA-E34B4102BEE5}" srcOrd="0" destOrd="0" presId="urn:microsoft.com/office/officeart/2005/8/layout/default"/>
    <dgm:cxn modelId="{369F81A1-123A-4557-A670-F06F7A6407CD}" srcId="{4AD2D479-7BD0-4483-A26A-B41151DABF8F}" destId="{F0C66EB8-D3CD-4B1C-8F92-6137070584B7}" srcOrd="1" destOrd="0" parTransId="{F78EF443-AA84-4B07-A979-A8AB759CCFCE}" sibTransId="{3799529A-9916-4E7B-8EC5-FEDE0C31141D}"/>
    <dgm:cxn modelId="{4573D2A1-05D9-4666-A985-68084C15632F}" type="presOf" srcId="{D149A357-CF15-488B-82A2-F3B31BDAA989}" destId="{279B0AC4-C8DE-4A78-B55C-48944B9BC98E}" srcOrd="0" destOrd="1" presId="urn:microsoft.com/office/officeart/2005/8/layout/default"/>
    <dgm:cxn modelId="{294287A6-68A6-44E7-B7EF-220D6640C61F}" srcId="{4AD2D479-7BD0-4483-A26A-B41151DABF8F}" destId="{A60C99AB-7A60-4EA7-B79B-0556F3DC5D76}" srcOrd="3" destOrd="0" parTransId="{A1CAFB2E-A888-484E-8110-EB3410C82C16}" sibTransId="{39393AE1-78EC-4FF7-BF22-37F5FE6922F3}"/>
    <dgm:cxn modelId="{6BBFB2B7-2ABD-4BB5-BA50-3C51A0C798E2}" srcId="{4AD2D479-7BD0-4483-A26A-B41151DABF8F}" destId="{B89F2F48-1453-4477-BAA2-CEFA6984480B}" srcOrd="0" destOrd="0" parTransId="{B7F24A1B-2123-4E0E-B95F-BA0F26D81D2C}" sibTransId="{C1A99F2A-263D-43B2-9ED0-1AAA4A89548D}"/>
    <dgm:cxn modelId="{8879A6BC-393A-41AD-B3BF-252B63F944EE}" type="presOf" srcId="{E349FEE5-4304-459C-908C-1AD5E83D0CF5}" destId="{D635938C-62DA-4FA4-B025-C4F029F2D3C7}" srcOrd="0" destOrd="1" presId="urn:microsoft.com/office/officeart/2005/8/layout/default"/>
    <dgm:cxn modelId="{C9B492D7-A0A1-4D13-B4A4-C5C38D3B5175}" srcId="{D489CB9A-82DA-4964-84AD-35A08452FDC2}" destId="{E349FEE5-4304-459C-908C-1AD5E83D0CF5}" srcOrd="0" destOrd="0" parTransId="{14856440-E9E2-4322-A1D6-EF98B94BC708}" sibTransId="{B85D72BE-3195-4687-882D-94702DEF724A}"/>
    <dgm:cxn modelId="{916948E3-DA2F-4133-A850-BA635204496F}" srcId="{4AD2D479-7BD0-4483-A26A-B41151DABF8F}" destId="{5205F043-44CF-4B70-91F9-C747730EB328}" srcOrd="5" destOrd="0" parTransId="{C830BF46-AF35-4727-A58A-EE8C6712FC2F}" sibTransId="{BBF40A17-E87D-472C-9F56-A31616847E8E}"/>
    <dgm:cxn modelId="{92428CE5-CF0A-4F75-BD51-765869D969A7}" srcId="{4AD2D479-7BD0-4483-A26A-B41151DABF8F}" destId="{CFC1439A-0B2B-4767-94C8-4CC1E40D79E1}" srcOrd="4" destOrd="0" parTransId="{0628112B-5787-4508-A3B5-80B27082E2B8}" sibTransId="{FD2C4065-1B34-4560-AD31-EBD7B4A13CC3}"/>
    <dgm:cxn modelId="{49F5E4E9-71DB-4E2E-A964-5C4B700C0EDF}" type="presOf" srcId="{CFC1439A-0B2B-4767-94C8-4CC1E40D79E1}" destId="{279B0AC4-C8DE-4A78-B55C-48944B9BC98E}" srcOrd="0" destOrd="0" presId="urn:microsoft.com/office/officeart/2005/8/layout/default"/>
    <dgm:cxn modelId="{51E7E255-6BB7-4F2B-8882-F49DD22A3008}" type="presParOf" srcId="{7CC25A7A-9295-4E51-B6F7-8B9AE9E1563D}" destId="{0E9ED06D-E1D3-4E63-AACA-E34B4102BEE5}" srcOrd="0" destOrd="0" presId="urn:microsoft.com/office/officeart/2005/8/layout/default"/>
    <dgm:cxn modelId="{9F555B3F-A3EC-4B0E-B00E-2367F526EF58}" type="presParOf" srcId="{7CC25A7A-9295-4E51-B6F7-8B9AE9E1563D}" destId="{FC6D7A98-5486-4714-945C-B2DE3CCCD925}" srcOrd="1" destOrd="0" presId="urn:microsoft.com/office/officeart/2005/8/layout/default"/>
    <dgm:cxn modelId="{B68F1270-88CF-458D-8E40-FD7350C4FC34}" type="presParOf" srcId="{7CC25A7A-9295-4E51-B6F7-8B9AE9E1563D}" destId="{7ADEB134-A9D7-4F4E-AF71-45BD5622E916}" srcOrd="2" destOrd="0" presId="urn:microsoft.com/office/officeart/2005/8/layout/default"/>
    <dgm:cxn modelId="{7C739156-E2A3-45D2-A3B3-6F0B65FB0D22}" type="presParOf" srcId="{7CC25A7A-9295-4E51-B6F7-8B9AE9E1563D}" destId="{533D5D66-0259-46F1-B324-01CEFA6F75F8}" srcOrd="3" destOrd="0" presId="urn:microsoft.com/office/officeart/2005/8/layout/default"/>
    <dgm:cxn modelId="{C5431E47-F379-42A5-AB24-3CB58C4D651C}" type="presParOf" srcId="{7CC25A7A-9295-4E51-B6F7-8B9AE9E1563D}" destId="{D635938C-62DA-4FA4-B025-C4F029F2D3C7}" srcOrd="4" destOrd="0" presId="urn:microsoft.com/office/officeart/2005/8/layout/default"/>
    <dgm:cxn modelId="{07E6A1D9-7FD2-4F9D-A772-7F159ABA3705}" type="presParOf" srcId="{7CC25A7A-9295-4E51-B6F7-8B9AE9E1563D}" destId="{A24952C3-79D7-4298-9E8C-93CD9AF72025}" srcOrd="5" destOrd="0" presId="urn:microsoft.com/office/officeart/2005/8/layout/default"/>
    <dgm:cxn modelId="{2B28FB40-4FED-4683-A7EC-FEAA071927A4}" type="presParOf" srcId="{7CC25A7A-9295-4E51-B6F7-8B9AE9E1563D}" destId="{43930895-4C73-4110-94DC-EC9E9B80FFCD}" srcOrd="6" destOrd="0" presId="urn:microsoft.com/office/officeart/2005/8/layout/default"/>
    <dgm:cxn modelId="{1E5BA8C4-6E7C-4A31-8FEB-C0C37F228098}" type="presParOf" srcId="{7CC25A7A-9295-4E51-B6F7-8B9AE9E1563D}" destId="{0194C357-24F8-4E90-B16E-C75794F28011}" srcOrd="7" destOrd="0" presId="urn:microsoft.com/office/officeart/2005/8/layout/default"/>
    <dgm:cxn modelId="{887611DF-8673-4D11-9C54-56FA6B831D30}" type="presParOf" srcId="{7CC25A7A-9295-4E51-B6F7-8B9AE9E1563D}" destId="{279B0AC4-C8DE-4A78-B55C-48944B9BC98E}" srcOrd="8" destOrd="0" presId="urn:microsoft.com/office/officeart/2005/8/layout/default"/>
    <dgm:cxn modelId="{035584AF-602F-4D2F-9BE8-5F4849C8AA3C}" type="presParOf" srcId="{7CC25A7A-9295-4E51-B6F7-8B9AE9E1563D}" destId="{2ECD578C-D09D-410A-B318-F7F1ADBB58C0}" srcOrd="9" destOrd="0" presId="urn:microsoft.com/office/officeart/2005/8/layout/default"/>
    <dgm:cxn modelId="{EFD4DDF9-B611-4333-AB86-DE2D18217CEB}" type="presParOf" srcId="{7CC25A7A-9295-4E51-B6F7-8B9AE9E1563D}" destId="{E3759651-0CD2-45E2-999C-6A73CC41DBEA}" srcOrd="10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57BCF1B-B0C2-42D6-BD29-E1FBDE3DC027}">
      <dsp:nvSpPr>
        <dsp:cNvPr id="0" name=""/>
        <dsp:cNvSpPr/>
      </dsp:nvSpPr>
      <dsp:spPr>
        <a:xfrm>
          <a:off x="74644" y="926"/>
          <a:ext cx="7130311" cy="4278186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3200" b="0" i="0" kern="1200" baseline="0" dirty="0">
              <a:latin typeface="Open Sans" pitchFamily="2" charset="0"/>
              <a:ea typeface="Open Sans" pitchFamily="2" charset="0"/>
              <a:cs typeface="Open Sans" pitchFamily="2" charset="0"/>
            </a:rPr>
            <a:t>Формирование психологической готовности к оказанию первой  помощи в реальных (природных, техногенных и социальных)  условиях.</a:t>
          </a:r>
          <a:endParaRPr lang="ru-RU" sz="3200" kern="1200" dirty="0">
            <a:latin typeface="Open Sans" pitchFamily="2" charset="0"/>
            <a:ea typeface="Open Sans" pitchFamily="2" charset="0"/>
            <a:cs typeface="Open Sans" pitchFamily="2" charset="0"/>
          </a:endParaRPr>
        </a:p>
      </dsp:txBody>
      <dsp:txXfrm>
        <a:off x="74644" y="926"/>
        <a:ext cx="7130311" cy="4278186"/>
      </dsp:txXfrm>
    </dsp:sp>
    <dsp:sp modelId="{0CC8EE50-D6E6-4EE6-BECD-233802E2EC77}">
      <dsp:nvSpPr>
        <dsp:cNvPr id="0" name=""/>
        <dsp:cNvSpPr/>
      </dsp:nvSpPr>
      <dsp:spPr>
        <a:xfrm>
          <a:off x="74644" y="4992144"/>
          <a:ext cx="7130311" cy="4278186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3200" b="0" i="0" kern="1200" baseline="0">
              <a:latin typeface="Open Sans" pitchFamily="2" charset="0"/>
              <a:ea typeface="Open Sans" pitchFamily="2" charset="0"/>
              <a:cs typeface="Open Sans" pitchFamily="2" charset="0"/>
            </a:rPr>
            <a:t>Формирование устойчивых навыков применения приемов оказания  первой помощи.</a:t>
          </a:r>
          <a:endParaRPr lang="ru-RU" sz="3200" kern="1200">
            <a:latin typeface="Open Sans" pitchFamily="2" charset="0"/>
            <a:ea typeface="Open Sans" pitchFamily="2" charset="0"/>
            <a:cs typeface="Open Sans" pitchFamily="2" charset="0"/>
          </a:endParaRPr>
        </a:p>
      </dsp:txBody>
      <dsp:txXfrm>
        <a:off x="74644" y="4992144"/>
        <a:ext cx="7130311" cy="4278186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E9ED06D-E1D3-4E63-AACA-E34B4102BEE5}">
      <dsp:nvSpPr>
        <dsp:cNvPr id="0" name=""/>
        <dsp:cNvSpPr/>
      </dsp:nvSpPr>
      <dsp:spPr>
        <a:xfrm>
          <a:off x="774566" y="4059"/>
          <a:ext cx="6251255" cy="3750753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0970" tIns="140970" rIns="140970" bIns="140970" numCol="1" spcCol="1270" anchor="t" anchorCtr="0">
          <a:noAutofit/>
        </a:bodyPr>
        <a:lstStyle/>
        <a:p>
          <a:pPr marL="0" lvl="0" indent="0" algn="l" defTabSz="1644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3700" b="0" i="0" kern="1200" baseline="0"/>
            <a:t>ДИСТАНЦИОННОЕ ОБУЧЕНИЕ </a:t>
          </a:r>
          <a:endParaRPr lang="ru-RU" sz="3700" kern="1200"/>
        </a:p>
        <a:p>
          <a:pPr marL="285750" lvl="1" indent="-285750" algn="l" defTabSz="1289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ru-RU" sz="2900" b="0" i="0" kern="1200" baseline="0" dirty="0"/>
            <a:t>Плюсы – доступность, возможность использования  мультимедийных технологий. Минусы – нет отработки навыка действий, требуется  высокий уровень мотивации)</a:t>
          </a:r>
          <a:endParaRPr lang="ru-RU" sz="2900" kern="1200" dirty="0"/>
        </a:p>
      </dsp:txBody>
      <dsp:txXfrm>
        <a:off x="774566" y="4059"/>
        <a:ext cx="6251255" cy="3750753"/>
      </dsp:txXfrm>
    </dsp:sp>
    <dsp:sp modelId="{7ADEB134-A9D7-4F4E-AF71-45BD5622E916}">
      <dsp:nvSpPr>
        <dsp:cNvPr id="0" name=""/>
        <dsp:cNvSpPr/>
      </dsp:nvSpPr>
      <dsp:spPr>
        <a:xfrm>
          <a:off x="7650947" y="4059"/>
          <a:ext cx="6251255" cy="3750753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0970" tIns="140970" rIns="140970" bIns="140970" numCol="1" spcCol="1270" anchor="t" anchorCtr="0">
          <a:noAutofit/>
        </a:bodyPr>
        <a:lstStyle/>
        <a:p>
          <a:pPr marL="0" lvl="0" indent="0" algn="l" defTabSz="1644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3700" b="0" i="0" kern="1200" baseline="0" dirty="0"/>
            <a:t>ТРЕНИНГ</a:t>
          </a:r>
          <a:endParaRPr lang="ru-RU" sz="3700" kern="1200" dirty="0"/>
        </a:p>
        <a:p>
          <a:pPr marL="285750" lvl="1" indent="-285750" algn="l" defTabSz="1289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ru-RU" sz="2900" b="0" i="0" kern="1200" baseline="0" dirty="0"/>
            <a:t>Служит для отработки навыков. Позволяет передать теоретические знания.</a:t>
          </a:r>
          <a:endParaRPr lang="ru-RU" sz="2900" kern="1200" dirty="0"/>
        </a:p>
      </dsp:txBody>
      <dsp:txXfrm>
        <a:off x="7650947" y="4059"/>
        <a:ext cx="6251255" cy="3750753"/>
      </dsp:txXfrm>
    </dsp:sp>
    <dsp:sp modelId="{D635938C-62DA-4FA4-B025-C4F029F2D3C7}">
      <dsp:nvSpPr>
        <dsp:cNvPr id="0" name=""/>
        <dsp:cNvSpPr/>
      </dsp:nvSpPr>
      <dsp:spPr>
        <a:xfrm>
          <a:off x="14527328" y="4059"/>
          <a:ext cx="6251255" cy="3750753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0970" tIns="140970" rIns="140970" bIns="140970" numCol="1" spcCol="1270" anchor="t" anchorCtr="0">
          <a:noAutofit/>
        </a:bodyPr>
        <a:lstStyle/>
        <a:p>
          <a:pPr marL="0" lvl="0" indent="0" algn="l" defTabSz="1644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3700" b="0" i="0" kern="1200" baseline="0" dirty="0"/>
            <a:t>ИНТЕРАКТИВНЫЕ МЕТОДЫ (VR-ТЕХНОЛОГИИ)</a:t>
          </a:r>
          <a:endParaRPr lang="ru-RU" sz="3700" kern="1200" dirty="0"/>
        </a:p>
        <a:p>
          <a:pPr marL="285750" lvl="1" indent="-285750" algn="l" defTabSz="1289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ru-RU" sz="2900" b="0" i="0" kern="1200" baseline="0" dirty="0"/>
            <a:t>Предполагает самостоятельную  работу. Сильно зависят от качества контента.</a:t>
          </a:r>
          <a:endParaRPr lang="ru-RU" sz="2900" kern="1200" dirty="0"/>
        </a:p>
      </dsp:txBody>
      <dsp:txXfrm>
        <a:off x="14527328" y="4059"/>
        <a:ext cx="6251255" cy="3750753"/>
      </dsp:txXfrm>
    </dsp:sp>
    <dsp:sp modelId="{43930895-4C73-4110-94DC-EC9E9B80FFCD}">
      <dsp:nvSpPr>
        <dsp:cNvPr id="0" name=""/>
        <dsp:cNvSpPr/>
      </dsp:nvSpPr>
      <dsp:spPr>
        <a:xfrm>
          <a:off x="774566" y="4379938"/>
          <a:ext cx="6251255" cy="3750753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0970" tIns="140970" rIns="140970" bIns="140970" numCol="1" spcCol="1270" anchor="t" anchorCtr="0">
          <a:noAutofit/>
        </a:bodyPr>
        <a:lstStyle/>
        <a:p>
          <a:pPr marL="0" lvl="0" indent="0" algn="l" defTabSz="1644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3700" b="0" i="0" kern="1200" baseline="0" dirty="0"/>
            <a:t>ГЕЙМИФИКАЦИЯ (ИГОРТЕХНИКА НАСТОЛЬНЫЕ КОМПЬЮТЕРНЫЕ ИГРЫ)</a:t>
          </a:r>
          <a:endParaRPr lang="ru-RU" sz="3700" kern="1200" dirty="0"/>
        </a:p>
        <a:p>
          <a:pPr marL="285750" lvl="1" indent="-285750" algn="l" defTabSz="1289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ru-RU" sz="2900" b="0" i="0" kern="1200" baseline="0" dirty="0"/>
            <a:t>Ассоциируется с обучением детей.</a:t>
          </a:r>
          <a:endParaRPr lang="ru-RU" sz="2900" kern="1200" dirty="0"/>
        </a:p>
      </dsp:txBody>
      <dsp:txXfrm>
        <a:off x="774566" y="4379938"/>
        <a:ext cx="6251255" cy="3750753"/>
      </dsp:txXfrm>
    </dsp:sp>
    <dsp:sp modelId="{279B0AC4-C8DE-4A78-B55C-48944B9BC98E}">
      <dsp:nvSpPr>
        <dsp:cNvPr id="0" name=""/>
        <dsp:cNvSpPr/>
      </dsp:nvSpPr>
      <dsp:spPr>
        <a:xfrm>
          <a:off x="7650947" y="4379938"/>
          <a:ext cx="6251255" cy="3750753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0970" tIns="140970" rIns="140970" bIns="140970" numCol="1" spcCol="1270" anchor="t" anchorCtr="0">
          <a:noAutofit/>
        </a:bodyPr>
        <a:lstStyle/>
        <a:p>
          <a:pPr marL="0" lvl="0" indent="0" algn="l" defTabSz="1644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3700" b="0" i="0" kern="1200" baseline="0" dirty="0"/>
            <a:t>ДЕЛОВАЯ ИГРА</a:t>
          </a:r>
          <a:endParaRPr lang="ru-RU" sz="3700" kern="1200" dirty="0"/>
        </a:p>
        <a:p>
          <a:pPr marL="285750" lvl="1" indent="-285750" algn="l" defTabSz="1289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ru-RU" sz="2900" b="0" i="0" kern="1200" baseline="0" dirty="0"/>
            <a:t>Имитация принятия решений. Служит для развития творческого подхода и воображения. </a:t>
          </a:r>
          <a:endParaRPr lang="ru-RU" sz="2900" kern="1200" dirty="0"/>
        </a:p>
      </dsp:txBody>
      <dsp:txXfrm>
        <a:off x="7650947" y="4379938"/>
        <a:ext cx="6251255" cy="3750753"/>
      </dsp:txXfrm>
    </dsp:sp>
    <dsp:sp modelId="{E3759651-0CD2-45E2-999C-6A73CC41DBEA}">
      <dsp:nvSpPr>
        <dsp:cNvPr id="0" name=""/>
        <dsp:cNvSpPr/>
      </dsp:nvSpPr>
      <dsp:spPr>
        <a:xfrm>
          <a:off x="14527328" y="4379938"/>
          <a:ext cx="6251255" cy="3750753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0970" tIns="140970" rIns="140970" bIns="140970" numCol="1" spcCol="1270" anchor="t" anchorCtr="0">
          <a:noAutofit/>
        </a:bodyPr>
        <a:lstStyle/>
        <a:p>
          <a:pPr marL="0" lvl="0" indent="0" algn="l" defTabSz="1644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3700" b="0" i="0" kern="1200" baseline="0"/>
            <a:t>КВЕСТЫ И ВИКТОРИНЫ</a:t>
          </a:r>
          <a:endParaRPr lang="ru-RU" sz="3700" kern="1200"/>
        </a:p>
        <a:p>
          <a:pPr marL="285750" lvl="1" indent="-285750" algn="l" defTabSz="1289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ru-RU" sz="2900" b="0" i="0" kern="1200" baseline="0" dirty="0"/>
            <a:t>Оценка полученных в ходе обучения знаний.</a:t>
          </a:r>
          <a:endParaRPr lang="ru-RU" sz="2900" kern="1200" dirty="0"/>
        </a:p>
      </dsp:txBody>
      <dsp:txXfrm>
        <a:off x="14527328" y="4379938"/>
        <a:ext cx="6251255" cy="375075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1" name="Shape 84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842" name="Shape 842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latinLnBrk="0">
      <a:defRPr sz="1200">
        <a:latin typeface="+mn-lt"/>
        <a:ea typeface="+mn-ea"/>
        <a:cs typeface="+mn-cs"/>
        <a:sym typeface="Calibri"/>
      </a:defRPr>
    </a:lvl1pPr>
    <a:lvl2pPr indent="228600" latinLnBrk="0">
      <a:defRPr sz="1200">
        <a:latin typeface="+mn-lt"/>
        <a:ea typeface="+mn-ea"/>
        <a:cs typeface="+mn-cs"/>
        <a:sym typeface="Calibri"/>
      </a:defRPr>
    </a:lvl2pPr>
    <a:lvl3pPr indent="457200" latinLnBrk="0">
      <a:defRPr sz="1200">
        <a:latin typeface="+mn-lt"/>
        <a:ea typeface="+mn-ea"/>
        <a:cs typeface="+mn-cs"/>
        <a:sym typeface="Calibri"/>
      </a:defRPr>
    </a:lvl3pPr>
    <a:lvl4pPr indent="685800" latinLnBrk="0">
      <a:defRPr sz="1200">
        <a:latin typeface="+mn-lt"/>
        <a:ea typeface="+mn-ea"/>
        <a:cs typeface="+mn-cs"/>
        <a:sym typeface="Calibri"/>
      </a:defRPr>
    </a:lvl4pPr>
    <a:lvl5pPr indent="914400" latinLnBrk="0">
      <a:defRPr sz="1200">
        <a:latin typeface="+mn-lt"/>
        <a:ea typeface="+mn-ea"/>
        <a:cs typeface="+mn-cs"/>
        <a:sym typeface="Calibri"/>
      </a:defRPr>
    </a:lvl5pPr>
    <a:lvl6pPr indent="1143000" latinLnBrk="0">
      <a:defRPr sz="1200">
        <a:latin typeface="+mn-lt"/>
        <a:ea typeface="+mn-ea"/>
        <a:cs typeface="+mn-cs"/>
        <a:sym typeface="Calibri"/>
      </a:defRPr>
    </a:lvl6pPr>
    <a:lvl7pPr indent="1371600" latinLnBrk="0">
      <a:defRPr sz="1200">
        <a:latin typeface="+mn-lt"/>
        <a:ea typeface="+mn-ea"/>
        <a:cs typeface="+mn-cs"/>
        <a:sym typeface="Calibri"/>
      </a:defRPr>
    </a:lvl7pPr>
    <a:lvl8pPr indent="1600200" latinLnBrk="0">
      <a:defRPr sz="1200">
        <a:latin typeface="+mn-lt"/>
        <a:ea typeface="+mn-ea"/>
        <a:cs typeface="+mn-cs"/>
        <a:sym typeface="Calibri"/>
      </a:defRPr>
    </a:lvl8pPr>
    <a:lvl9pPr indent="1828800" latinLnBrk="0">
      <a:defRPr sz="1200">
        <a:latin typeface="+mn-lt"/>
        <a:ea typeface="+mn-ea"/>
        <a:cs typeface="+mn-cs"/>
        <a:sym typeface="Calibri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Добрый день.</a:t>
            </a:r>
          </a:p>
          <a:p>
            <a:r>
              <a:t>Сегодня мы разберём особенности организации учебного процесса при обучении преподавателей оказанию первой помощи.</a:t>
            </a:r>
          </a:p>
          <a:p>
            <a:r>
              <a:t>Фокус не на медицинских приёмах, а на том, как выстроить само обучение так, чтобы взрослые слушатели включились, поняли цель и реально отработали навыки.</a:t>
            </a:r>
          </a:p>
        </p:txBody>
      </p:sp>
    </p:spTree>
    <p:extLst>
      <p:ext uri="{BB962C8B-B14F-4D97-AF65-F5344CB8AC3E}">
        <p14:creationId xmlns:p14="http://schemas.microsoft.com/office/powerpoint/2010/main" val="19628464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Начнём с целей и задач обучения.</a:t>
            </a:r>
          </a:p>
          <a:p>
            <a:r>
              <a:t>Их две главные линии.</a:t>
            </a:r>
          </a:p>
          <a:p>
            <a:r>
              <a:t>Первая — сформировать психологическую готовность оказывать первую помощь в реальных условиях: природных, техногенных и социальных.</a:t>
            </a:r>
          </a:p>
          <a:p>
            <a:r>
              <a:t>Вторая — сформировать устойчивые навыки применения приёмов первой помощи.</a:t>
            </a:r>
          </a:p>
          <a:p>
            <a:r>
              <a:t>То есть недостаточно просто «рассказать тему».</a:t>
            </a:r>
          </a:p>
          <a:p>
            <a:r>
              <a:t>Нужно, чтобы человек и был готов действовать, и умел действовать уверенно.</a:t>
            </a:r>
          </a:p>
        </p:txBody>
      </p:sp>
    </p:spTree>
    <p:extLst>
      <p:ext uri="{BB962C8B-B14F-4D97-AF65-F5344CB8AC3E}">
        <p14:creationId xmlns:p14="http://schemas.microsoft.com/office/powerpoint/2010/main" val="88058168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Теперь об особенностях взрослой аудитории.</a:t>
            </a:r>
          </a:p>
          <a:p>
            <a:r>
              <a:t>Взрослые обладают свободой выбора и приходят со своими знаниями и личным опытом.</a:t>
            </a:r>
          </a:p>
          <a:p>
            <a:r>
              <a:t>Потребность в подготовке они определяют сами и лучше усваивают материал, если видят смысл.</a:t>
            </a:r>
          </a:p>
          <a:p>
            <a:r>
              <a:t>При этом они могут переживать из-за слабых ответов или демонстраций, поэтому атмосфера безопасности очень важна.</a:t>
            </a:r>
          </a:p>
          <a:p>
            <a:r>
              <a:t>Им нужно, чтобы время использовалось качественно, а знания имели практическую пользу.</a:t>
            </a:r>
          </a:p>
          <a:p>
            <a:r>
              <a:t>Кроме того, в группе часто встречаются люди из разных социокультурных слоёв, и информацию они воспринимают по-разному.</a:t>
            </a:r>
          </a:p>
          <a:p>
            <a:r>
              <a:t>Значит, занятие нужно строить уважительно к опыту слушателей, с понятной практической ценностью и без публичного давления.</a:t>
            </a:r>
          </a:p>
        </p:txBody>
      </p:sp>
    </p:spTree>
    <p:extLst>
      <p:ext uri="{BB962C8B-B14F-4D97-AF65-F5344CB8AC3E}">
        <p14:creationId xmlns:p14="http://schemas.microsoft.com/office/powerpoint/2010/main" val="28070580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Отдельный блок — как работать с теми, кто мешает учебному процессу.</a:t>
            </a:r>
          </a:p>
          <a:p>
            <a:r>
              <a:t>Критик прерывает занятие агрессивными замечаниями: с ним не спорят в лоб и не дают увести группу в конфликт.</a:t>
            </a:r>
          </a:p>
          <a:p>
            <a:r>
              <a:t>Всезнайка уверен, что знает всё лучше всех: его не превращают в оппонента, а мягко возвращают к теме и дают слово другим.</a:t>
            </a:r>
          </a:p>
          <a:p>
            <a:r>
              <a:t>«Занятой» не хочет учиться и подчёркивает свою занятость: здесь помогают короткий практический смысл и уважительная, но твёрдая рамка участия.</a:t>
            </a:r>
          </a:p>
          <a:p>
            <a:r>
              <a:t>Застенчивый молчит и боится выглядеть глупо: его не вызывают «в лоб», а аккуратно включают через посильные задания и поддержку.</a:t>
            </a:r>
          </a:p>
          <a:p>
            <a:r>
              <a:t>Шутник шутит постоянно и сбивает ритм: юмор можно коротко принять, но сразу вернуть внимание к задаче.</a:t>
            </a:r>
          </a:p>
          <a:p>
            <a:r>
              <a:t>Помощник подсказывает преподавателю: его полезно задействовать, но не позволять перехватывать ведение занятия.</a:t>
            </a:r>
          </a:p>
          <a:p>
            <a:r>
              <a:t>В каждом случае цель одна — сохранить достоинство человека и не потерять учебный процесс группы.</a:t>
            </a:r>
          </a:p>
        </p:txBody>
      </p:sp>
    </p:spTree>
    <p:extLst>
      <p:ext uri="{BB962C8B-B14F-4D97-AF65-F5344CB8AC3E}">
        <p14:creationId xmlns:p14="http://schemas.microsoft.com/office/powerpoint/2010/main" val="172327089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Дальше — разный уровень подготовки.</a:t>
            </a:r>
          </a:p>
          <a:p>
            <a:r>
              <a:t>В одной аудитории почти всегда есть и новички, и те, у кого уже есть опыт.</a:t>
            </a:r>
          </a:p>
          <a:p>
            <a:r>
              <a:t>Поэтому обмен опытом нужно сделать частью обучения, а не помехой.</a:t>
            </a:r>
          </a:p>
          <a:p>
            <a:r>
              <a:t>Работают три направления.</a:t>
            </a:r>
          </a:p>
          <a:p>
            <a:r>
              <a:t>Преподаватель передаёт слушателю структуру, правильные алгоритмы и критерии качества.</a:t>
            </a:r>
          </a:p>
          <a:p>
            <a:r>
              <a:t>Слушатель делится с преподавателем реальными кейсами и вопросами с практики.</a:t>
            </a:r>
          </a:p>
          <a:p>
            <a:r>
              <a:t>И слушатели обмениваются опытом между собой — это особенно сильно включает взрослых.</a:t>
            </a:r>
          </a:p>
          <a:p>
            <a:r>
              <a:t>Так разный уровень перестаёт быть проблемой и становится ресурсом группы.</a:t>
            </a:r>
          </a:p>
        </p:txBody>
      </p:sp>
    </p:spTree>
    <p:extLst>
      <p:ext uri="{BB962C8B-B14F-4D97-AF65-F5344CB8AC3E}">
        <p14:creationId xmlns:p14="http://schemas.microsoft.com/office/powerpoint/2010/main" val="348672428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Как вовлекать в процесс.</a:t>
            </a:r>
          </a:p>
          <a:p>
            <a:r>
              <a:t>Один из самых рабочих инструментов — ситуационные задачи.</a:t>
            </a:r>
          </a:p>
          <a:p>
            <a:r>
              <a:t>Они превращают теорию в действие: человек не просто слушает, а принимает решение в условиях, похожих на реальные.</a:t>
            </a:r>
          </a:p>
          <a:p>
            <a:r>
              <a:t>Через задачи видно, где слушатель теряется, где действует шаблонно и где уже готов помочь уверенно.</a:t>
            </a:r>
          </a:p>
          <a:p>
            <a:r>
              <a:t>Поэтому ситуационные задачи — не «дополнение в конце», а центральный способ вовлечения и проверки понимания.</a:t>
            </a:r>
          </a:p>
        </p:txBody>
      </p:sp>
    </p:spTree>
    <p:extLst>
      <p:ext uri="{BB962C8B-B14F-4D97-AF65-F5344CB8AC3E}">
        <p14:creationId xmlns:p14="http://schemas.microsoft.com/office/powerpoint/2010/main" val="301228274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И ещё один важный акцент по вовлечению.</a:t>
            </a:r>
          </a:p>
          <a:p>
            <a:r>
              <a:t>Поскольку ценность самих знаний иногда сложно «почувствовать» сразу, интерес нужно повышать не только к предмету, но и к процессу обучения.</a:t>
            </a:r>
          </a:p>
          <a:p>
            <a:r>
              <a:t>Форматы здесь разные.</a:t>
            </a:r>
          </a:p>
          <a:p>
            <a:r>
              <a:t>Дистанционное обучение даёт доступность и мультимедиа, но почти не отрабатывает навык действия и требует высокой мотивации.</a:t>
            </a:r>
          </a:p>
          <a:p>
            <a:r>
              <a:t>Тренинг как раз служит отработке навыков и передаче практики.</a:t>
            </a:r>
          </a:p>
          <a:p>
            <a:r>
              <a:t>Интерактив и VR дают самостоятельную работу, но сильно зависят от качества контента.</a:t>
            </a:r>
          </a:p>
          <a:p>
            <a:r>
              <a:t>Геймификация ассоциируется с детским обучением, поэтому у взрослых её нужно применять осторожно и по делу.</a:t>
            </a:r>
          </a:p>
          <a:p>
            <a:r>
              <a:t>Деловая игра помогает имитировать принятие решений и развивать гибкость мышления.</a:t>
            </a:r>
          </a:p>
          <a:p>
            <a:r>
              <a:t>Квесты и викторины удобны для оценки знаний.</a:t>
            </a:r>
          </a:p>
          <a:p>
            <a:r>
              <a:t>Вывод простой: выбирайте формат под задачу — знание, навык или проверка — и делайте сам процесс обучения живым.</a:t>
            </a:r>
          </a:p>
        </p:txBody>
      </p:sp>
    </p:spTree>
    <p:extLst>
      <p:ext uri="{BB962C8B-B14F-4D97-AF65-F5344CB8AC3E}">
        <p14:creationId xmlns:p14="http://schemas.microsoft.com/office/powerpoint/2010/main" val="353732971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На этом разбор особенностей организации учебного процесса завершён.</a:t>
            </a:r>
          </a:p>
          <a:p>
            <a:r>
              <a:t>Спасибо за внимание.</a:t>
            </a:r>
          </a:p>
        </p:txBody>
      </p:sp>
    </p:spTree>
    <p:extLst>
      <p:ext uri="{BB962C8B-B14F-4D97-AF65-F5344CB8AC3E}">
        <p14:creationId xmlns:p14="http://schemas.microsoft.com/office/powerpoint/2010/main" val="3526497960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7"/>
          <p:cNvSpPr>
            <a:spLocks noGrp="1"/>
          </p:cNvSpPr>
          <p:nvPr>
            <p:ph type="pic" idx="21"/>
          </p:nvPr>
        </p:nvSpPr>
        <p:spPr>
          <a:xfrm>
            <a:off x="0" y="0"/>
            <a:ext cx="24377650" cy="13716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endParaRPr/>
          </a:p>
        </p:txBody>
      </p:sp>
      <p:sp>
        <p:nvSpPr>
          <p:cNvPr id="12" name="Номер слайда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  <p:sp>
        <p:nvSpPr>
          <p:cNvPr id="13" name="Текст заголовка"/>
          <p:cNvSpPr txBox="1">
            <a:spLocks noGrp="1"/>
          </p:cNvSpPr>
          <p:nvPr>
            <p:ph type="title"/>
          </p:nvPr>
        </p:nvSpPr>
        <p:spPr>
          <a:xfrm>
            <a:off x="3047206" y="5006973"/>
            <a:ext cx="18283238" cy="2012952"/>
          </a:xfrm>
          <a:prstGeom prst="rect">
            <a:avLst/>
          </a:prstGeom>
        </p:spPr>
        <p:txBody>
          <a:bodyPr anchor="b"/>
          <a:lstStyle>
            <a:lvl1pPr algn="ctr">
              <a:defRPr sz="8800"/>
            </a:lvl1pPr>
          </a:lstStyle>
          <a:p>
            <a:r>
              <a:t>Текст заголовка</a:t>
            </a:r>
          </a:p>
        </p:txBody>
      </p:sp>
      <p:sp>
        <p:nvSpPr>
          <p:cNvPr id="14" name="Уровень текста 1…"/>
          <p:cNvSpPr txBox="1">
            <a:spLocks noGrp="1"/>
          </p:cNvSpPr>
          <p:nvPr>
            <p:ph type="body" sz="quarter" idx="1"/>
          </p:nvPr>
        </p:nvSpPr>
        <p:spPr>
          <a:xfrm>
            <a:off x="3047206" y="7204075"/>
            <a:ext cx="18283238" cy="595219"/>
          </a:xfrm>
          <a:prstGeom prst="rect">
            <a:avLst/>
          </a:prstGeom>
        </p:spPr>
        <p:txBody>
          <a:bodyPr/>
          <a:lstStyle>
            <a:lvl1pPr algn="ctr"/>
            <a:lvl2pPr algn="ctr"/>
            <a:lvl3pPr algn="ctr"/>
            <a:lvl4pPr algn="ctr"/>
            <a:lvl5pPr indent="3656686" algn="ctr"/>
          </a:lstStyle>
          <a:p>
            <a:r>
              <a:t>Уровень текста 1</a:t>
            </a:r>
          </a:p>
          <a:p>
            <a:pPr lvl="1"/>
            <a:r>
              <a:t>Уровень текста 2</a:t>
            </a:r>
          </a:p>
          <a:p>
            <a:pPr lvl="2"/>
            <a:r>
              <a:t>Уровень текста 3</a:t>
            </a:r>
          </a:p>
          <a:p>
            <a:pPr lvl="3"/>
            <a:r>
              <a:t>Уровень текста 4</a:t>
            </a:r>
          </a:p>
          <a:p>
            <a:pPr lvl="4"/>
            <a:r>
              <a:t>Уровень текста 5</a:t>
            </a:r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Текст заголовка"/>
          <p:cNvSpPr txBox="1">
            <a:spLocks noGrp="1"/>
          </p:cNvSpPr>
          <p:nvPr>
            <p:ph type="title"/>
          </p:nvPr>
        </p:nvSpPr>
        <p:spPr>
          <a:xfrm>
            <a:off x="1712040" y="3708960"/>
            <a:ext cx="21025723" cy="1405967"/>
          </a:xfrm>
          <a:prstGeom prst="rect">
            <a:avLst/>
          </a:prstGeom>
        </p:spPr>
        <p:txBody>
          <a:bodyPr/>
          <a:lstStyle>
            <a:lvl1pPr algn="ctr"/>
          </a:lstStyle>
          <a:p>
            <a:r>
              <a:t>Текст заголовка</a:t>
            </a:r>
          </a:p>
        </p:txBody>
      </p:sp>
      <p:sp>
        <p:nvSpPr>
          <p:cNvPr id="22" name="Уровень текста 1…"/>
          <p:cNvSpPr txBox="1">
            <a:spLocks noGrp="1"/>
          </p:cNvSpPr>
          <p:nvPr>
            <p:ph type="body" sz="quarter" idx="1"/>
          </p:nvPr>
        </p:nvSpPr>
        <p:spPr>
          <a:xfrm>
            <a:off x="1712040" y="5817082"/>
            <a:ext cx="21025723" cy="755169"/>
          </a:xfrm>
          <a:prstGeom prst="rect">
            <a:avLst/>
          </a:prstGeom>
        </p:spPr>
        <p:txBody>
          <a:bodyPr/>
          <a:lstStyle>
            <a:lvl1pPr algn="ctr">
              <a:defRPr sz="3200"/>
            </a:lvl1pPr>
            <a:lvl2pPr algn="ctr">
              <a:defRPr sz="3200"/>
            </a:lvl2pPr>
            <a:lvl3pPr algn="ctr">
              <a:defRPr sz="3200"/>
            </a:lvl3pPr>
            <a:lvl4pPr algn="ctr">
              <a:defRPr sz="3200"/>
            </a:lvl4pPr>
            <a:lvl5pPr algn="ctr">
              <a:defRPr sz="3200"/>
            </a:lvl5pPr>
          </a:lstStyle>
          <a:p>
            <a:r>
              <a:t>Уровень текста 1</a:t>
            </a:r>
          </a:p>
          <a:p>
            <a:pPr lvl="1"/>
            <a:r>
              <a:t>Уровень текста 2</a:t>
            </a:r>
          </a:p>
          <a:p>
            <a:pPr lvl="2"/>
            <a:r>
              <a:t>Уровень текста 3</a:t>
            </a:r>
          </a:p>
          <a:p>
            <a:pPr lvl="3"/>
            <a:r>
              <a:t>Уровень текста 4</a:t>
            </a:r>
          </a:p>
          <a:p>
            <a:pPr lvl="4"/>
            <a:r>
              <a:t>Уровень текста 5</a:t>
            </a:r>
          </a:p>
        </p:txBody>
      </p:sp>
      <p:sp>
        <p:nvSpPr>
          <p:cNvPr id="23" name="Номер слайда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  <p:sp>
        <p:nvSpPr>
          <p:cNvPr id="24" name="Rectangle 8"/>
          <p:cNvSpPr/>
          <p:nvPr/>
        </p:nvSpPr>
        <p:spPr>
          <a:xfrm>
            <a:off x="11448381" y="5305985"/>
            <a:ext cx="1553039" cy="91438"/>
          </a:xfrm>
          <a:prstGeom prst="rect">
            <a:avLst/>
          </a:pr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chemeClr val="accent2"/>
                </a:solidFill>
              </a:defRPr>
            </a:pPr>
            <a:endParaRPr/>
          </a:p>
        </p:txBody>
      </p:sp>
      <p:sp>
        <p:nvSpPr>
          <p:cNvPr id="25" name="Text Placeholder 10"/>
          <p:cNvSpPr>
            <a:spLocks noGrp="1"/>
          </p:cNvSpPr>
          <p:nvPr>
            <p:ph type="body" sz="quarter" idx="21"/>
          </p:nvPr>
        </p:nvSpPr>
        <p:spPr>
          <a:xfrm>
            <a:off x="3171825" y="7458075"/>
            <a:ext cx="18030826" cy="2400300"/>
          </a:xfrm>
          <a:prstGeom prst="rect">
            <a:avLst/>
          </a:prstGeom>
        </p:spPr>
        <p:txBody>
          <a:bodyPr/>
          <a:lstStyle/>
          <a:p>
            <a:pPr algn="ctr"/>
            <a:endParaRPr/>
          </a:p>
        </p:txBody>
      </p:sp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17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Номер слайда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  <p:sp>
        <p:nvSpPr>
          <p:cNvPr id="42" name="Текст заголовка"/>
          <p:cNvSpPr txBox="1">
            <a:spLocks noGrp="1"/>
          </p:cNvSpPr>
          <p:nvPr>
            <p:ph type="title"/>
          </p:nvPr>
        </p:nvSpPr>
        <p:spPr>
          <a:xfrm>
            <a:off x="1675963" y="753034"/>
            <a:ext cx="21025723" cy="1381687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r>
              <a:t>Текст заголовка</a:t>
            </a:r>
          </a:p>
        </p:txBody>
      </p:sp>
      <p:sp>
        <p:nvSpPr>
          <p:cNvPr id="43" name="Уровень текста 1…"/>
          <p:cNvSpPr txBox="1">
            <a:spLocks noGrp="1"/>
          </p:cNvSpPr>
          <p:nvPr>
            <p:ph type="body" sz="quarter" idx="1"/>
          </p:nvPr>
        </p:nvSpPr>
        <p:spPr>
          <a:xfrm>
            <a:off x="1675963" y="2134720"/>
            <a:ext cx="21025723" cy="457201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r>
              <a:t>Уровень текста 1</a:t>
            </a:r>
          </a:p>
          <a:p>
            <a:pPr lvl="1"/>
            <a:r>
              <a:t>Уровень текста 2</a:t>
            </a:r>
          </a:p>
          <a:p>
            <a:pPr lvl="2"/>
            <a:r>
              <a:t>Уровень текста 3</a:t>
            </a:r>
          </a:p>
          <a:p>
            <a:pPr lvl="3"/>
            <a:r>
              <a:t>Уровень текста 4</a:t>
            </a:r>
          </a:p>
          <a:p>
            <a:pPr lvl="4"/>
            <a:r>
              <a:t>Уровень текста 5</a:t>
            </a:r>
          </a:p>
        </p:txBody>
      </p:sp>
      <p:sp>
        <p:nvSpPr>
          <p:cNvPr id="44" name="Picture Placeholder 8"/>
          <p:cNvSpPr>
            <a:spLocks noGrp="1"/>
          </p:cNvSpPr>
          <p:nvPr>
            <p:ph type="pic" sz="quarter" idx="21"/>
          </p:nvPr>
        </p:nvSpPr>
        <p:spPr>
          <a:xfrm>
            <a:off x="15759952" y="3938096"/>
            <a:ext cx="6923155" cy="429150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endParaRPr/>
          </a:p>
        </p:txBody>
      </p:sp>
      <p:sp>
        <p:nvSpPr>
          <p:cNvPr id="45" name="Text Placeholder 33"/>
          <p:cNvSpPr>
            <a:spLocks noGrp="1"/>
          </p:cNvSpPr>
          <p:nvPr>
            <p:ph type="body" sz="quarter" idx="22" hasCustomPrompt="1"/>
          </p:nvPr>
        </p:nvSpPr>
        <p:spPr>
          <a:xfrm>
            <a:off x="8061844" y="3938096"/>
            <a:ext cx="7124369" cy="550330"/>
          </a:xfrm>
          <a:prstGeom prst="rect">
            <a:avLst/>
          </a:prstGeom>
        </p:spPr>
        <p:txBody>
          <a:bodyPr/>
          <a:lstStyle>
            <a:lvl1pPr defTabSz="1700359">
              <a:spcBef>
                <a:spcPts val="1800"/>
              </a:spcBef>
              <a:defRPr sz="2976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  <a:sym typeface="Montserrat Semi Bold"/>
              </a:defRPr>
            </a:lvl1pPr>
          </a:lstStyle>
          <a:p>
            <a:r>
              <a:t>Text</a:t>
            </a:r>
          </a:p>
        </p:txBody>
      </p:sp>
      <p:sp>
        <p:nvSpPr>
          <p:cNvPr id="46" name="Text Placeholder 33"/>
          <p:cNvSpPr>
            <a:spLocks noGrp="1"/>
          </p:cNvSpPr>
          <p:nvPr>
            <p:ph type="body" sz="quarter" idx="23" hasCustomPrompt="1"/>
          </p:nvPr>
        </p:nvSpPr>
        <p:spPr>
          <a:xfrm>
            <a:off x="15759952" y="8556336"/>
            <a:ext cx="6977810" cy="1461779"/>
          </a:xfrm>
          <a:prstGeom prst="rect">
            <a:avLst/>
          </a:prstGeom>
        </p:spPr>
        <p:txBody>
          <a:bodyPr/>
          <a:lstStyle>
            <a:lvl1pPr>
              <a:defRPr sz="2000">
                <a:solidFill>
                  <a:schemeClr val="accent4"/>
                </a:solidFill>
              </a:defRPr>
            </a:lvl1pPr>
          </a:lstStyle>
          <a:p>
            <a:r>
              <a:t>Text</a:t>
            </a:r>
          </a:p>
        </p:txBody>
      </p:sp>
      <p:sp>
        <p:nvSpPr>
          <p:cNvPr id="47" name="Text Placeholder 33"/>
          <p:cNvSpPr>
            <a:spLocks noGrp="1"/>
          </p:cNvSpPr>
          <p:nvPr>
            <p:ph type="body" sz="quarter" idx="24" hasCustomPrompt="1"/>
          </p:nvPr>
        </p:nvSpPr>
        <p:spPr>
          <a:xfrm>
            <a:off x="8061844" y="4700099"/>
            <a:ext cx="7124369" cy="3291049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>
                <a:solidFill>
                  <a:schemeClr val="accent4"/>
                </a:solidFill>
              </a:defRPr>
            </a:lvl1pPr>
          </a:lstStyle>
          <a:p>
            <a:r>
              <a:t>Text</a:t>
            </a:r>
          </a:p>
        </p:txBody>
      </p:sp>
    </p:spTree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5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Текст заголовка"/>
          <p:cNvSpPr txBox="1">
            <a:spLocks noGrp="1"/>
          </p:cNvSpPr>
          <p:nvPr>
            <p:ph type="title"/>
          </p:nvPr>
        </p:nvSpPr>
        <p:spPr>
          <a:xfrm>
            <a:off x="1675963" y="657225"/>
            <a:ext cx="10058839" cy="1057275"/>
          </a:xfrm>
          <a:prstGeom prst="rect">
            <a:avLst/>
          </a:prstGeom>
        </p:spPr>
        <p:txBody>
          <a:bodyPr/>
          <a:lstStyle>
            <a:lvl1pPr>
              <a:defRPr sz="5400">
                <a:solidFill>
                  <a:srgbClr val="404040"/>
                </a:solidFill>
              </a:defRPr>
            </a:lvl1pPr>
          </a:lstStyle>
          <a:p>
            <a:r>
              <a:t>Текст заголовка</a:t>
            </a:r>
          </a:p>
        </p:txBody>
      </p:sp>
      <p:sp>
        <p:nvSpPr>
          <p:cNvPr id="55" name="Уровень текста 1…"/>
          <p:cNvSpPr txBox="1">
            <a:spLocks noGrp="1"/>
          </p:cNvSpPr>
          <p:nvPr>
            <p:ph type="body" sz="quarter" idx="1"/>
          </p:nvPr>
        </p:nvSpPr>
        <p:spPr>
          <a:xfrm>
            <a:off x="1675963" y="1714500"/>
            <a:ext cx="10058839" cy="457200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chemeClr val="accent4"/>
                </a:solidFill>
              </a:defRPr>
            </a:lvl1pPr>
            <a:lvl2pPr>
              <a:defRPr sz="3200">
                <a:solidFill>
                  <a:schemeClr val="accent4"/>
                </a:solidFill>
              </a:defRPr>
            </a:lvl2pPr>
            <a:lvl3pPr>
              <a:defRPr sz="3200">
                <a:solidFill>
                  <a:schemeClr val="accent4"/>
                </a:solidFill>
              </a:defRPr>
            </a:lvl3pPr>
            <a:lvl4pPr>
              <a:defRPr sz="3200">
                <a:solidFill>
                  <a:schemeClr val="accent4"/>
                </a:solidFill>
              </a:defRPr>
            </a:lvl4pPr>
            <a:lvl5pPr>
              <a:defRPr sz="3200">
                <a:solidFill>
                  <a:schemeClr val="accent4"/>
                </a:solidFill>
              </a:defRPr>
            </a:lvl5pPr>
          </a:lstStyle>
          <a:p>
            <a:r>
              <a:t>Уровень текста 1</a:t>
            </a:r>
          </a:p>
          <a:p>
            <a:pPr lvl="1"/>
            <a:r>
              <a:t>Уровень текста 2</a:t>
            </a:r>
          </a:p>
          <a:p>
            <a:pPr lvl="2"/>
            <a:r>
              <a:t>Уровень текста 3</a:t>
            </a:r>
          </a:p>
          <a:p>
            <a:pPr lvl="3"/>
            <a:r>
              <a:t>Уровень текста 4</a:t>
            </a:r>
          </a:p>
          <a:p>
            <a:pPr lvl="4"/>
            <a:r>
              <a:t>Уровень текста 5</a:t>
            </a:r>
          </a:p>
        </p:txBody>
      </p:sp>
      <p:sp>
        <p:nvSpPr>
          <p:cNvPr id="56" name="Номер слайда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  <p:sp>
        <p:nvSpPr>
          <p:cNvPr id="57" name="Straight Connector 7"/>
          <p:cNvSpPr/>
          <p:nvPr/>
        </p:nvSpPr>
        <p:spPr>
          <a:xfrm>
            <a:off x="1675963" y="2400300"/>
            <a:ext cx="5484973" cy="0"/>
          </a:xfrm>
          <a:prstGeom prst="line">
            <a:avLst/>
          </a:prstGeom>
          <a:ln w="6350">
            <a:solidFill>
              <a:schemeClr val="accent4"/>
            </a:solidFill>
            <a:miter/>
          </a:ln>
        </p:spPr>
        <p:txBody>
          <a:bodyPr lIns="45719" rIns="45719"/>
          <a:lstStyle/>
          <a:p>
            <a:endParaRPr/>
          </a:p>
        </p:txBody>
      </p:sp>
    </p:spTree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Rectangle 6"/>
          <p:cNvSpPr/>
          <p:nvPr/>
        </p:nvSpPr>
        <p:spPr>
          <a:xfrm>
            <a:off x="-1" y="1457323"/>
            <a:ext cx="22737764" cy="10872329"/>
          </a:xfrm>
          <a:prstGeom prst="rect">
            <a:avLst/>
          </a:prstGeom>
          <a:solidFill>
            <a:srgbClr val="DDDDDD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65" name="Picture Placeholder 13"/>
          <p:cNvSpPr>
            <a:spLocks noGrp="1"/>
          </p:cNvSpPr>
          <p:nvPr>
            <p:ph type="pic" idx="21"/>
          </p:nvPr>
        </p:nvSpPr>
        <p:spPr>
          <a:xfrm>
            <a:off x="-349625" y="1864518"/>
            <a:ext cx="22541411" cy="1003379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endParaRPr/>
          </a:p>
        </p:txBody>
      </p:sp>
      <p:sp>
        <p:nvSpPr>
          <p:cNvPr id="66" name="Picture Placeholder 14"/>
          <p:cNvSpPr>
            <a:spLocks noGrp="1"/>
          </p:cNvSpPr>
          <p:nvPr>
            <p:ph type="pic" idx="22"/>
          </p:nvPr>
        </p:nvSpPr>
        <p:spPr>
          <a:xfrm>
            <a:off x="-349626" y="1864518"/>
            <a:ext cx="22541410" cy="1003379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endParaRPr/>
          </a:p>
        </p:txBody>
      </p:sp>
      <p:sp>
        <p:nvSpPr>
          <p:cNvPr id="67" name="Текст заголовка"/>
          <p:cNvSpPr txBox="1">
            <a:spLocks noGrp="1"/>
          </p:cNvSpPr>
          <p:nvPr>
            <p:ph type="title"/>
          </p:nvPr>
        </p:nvSpPr>
        <p:spPr>
          <a:xfrm>
            <a:off x="1603375" y="2775885"/>
            <a:ext cx="10512863" cy="144649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404040"/>
                </a:solidFill>
              </a:defRPr>
            </a:lvl1pPr>
          </a:lstStyle>
          <a:p>
            <a:r>
              <a:t>Текст заголовка</a:t>
            </a:r>
          </a:p>
        </p:txBody>
      </p:sp>
      <p:sp>
        <p:nvSpPr>
          <p:cNvPr id="68" name="Уровень текста 1…"/>
          <p:cNvSpPr txBox="1">
            <a:spLocks noGrp="1"/>
          </p:cNvSpPr>
          <p:nvPr>
            <p:ph type="body" sz="quarter" idx="1"/>
          </p:nvPr>
        </p:nvSpPr>
        <p:spPr>
          <a:xfrm>
            <a:off x="1603375" y="2260787"/>
            <a:ext cx="10512863" cy="724460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chemeClr val="accent4"/>
                </a:solidFill>
              </a:defRPr>
            </a:lvl1pPr>
            <a:lvl2pPr>
              <a:defRPr sz="3200">
                <a:solidFill>
                  <a:schemeClr val="accent4"/>
                </a:solidFill>
              </a:defRPr>
            </a:lvl2pPr>
            <a:lvl3pPr>
              <a:defRPr sz="3200">
                <a:solidFill>
                  <a:schemeClr val="accent4"/>
                </a:solidFill>
              </a:defRPr>
            </a:lvl3pPr>
            <a:lvl4pPr>
              <a:defRPr sz="3200">
                <a:solidFill>
                  <a:schemeClr val="accent4"/>
                </a:solidFill>
              </a:defRPr>
            </a:lvl4pPr>
            <a:lvl5pPr>
              <a:defRPr sz="3200">
                <a:solidFill>
                  <a:schemeClr val="accent4"/>
                </a:solidFill>
              </a:defRPr>
            </a:lvl5pPr>
          </a:lstStyle>
          <a:p>
            <a:r>
              <a:t>Уровень текста 1</a:t>
            </a:r>
          </a:p>
          <a:p>
            <a:pPr lvl="1"/>
            <a:r>
              <a:t>Уровень текста 2</a:t>
            </a:r>
          </a:p>
          <a:p>
            <a:pPr lvl="2"/>
            <a:r>
              <a:t>Уровень текста 3</a:t>
            </a:r>
          </a:p>
          <a:p>
            <a:pPr lvl="3"/>
            <a:r>
              <a:t>Уровень текста 4</a:t>
            </a:r>
          </a:p>
          <a:p>
            <a:pPr lvl="4"/>
            <a:r>
              <a:t>Уровень текста 5</a:t>
            </a:r>
          </a:p>
        </p:txBody>
      </p:sp>
      <p:sp>
        <p:nvSpPr>
          <p:cNvPr id="69" name="Номер слайда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Текст заголовка"/>
          <p:cNvSpPr txBox="1">
            <a:spLocks noGrp="1"/>
          </p:cNvSpPr>
          <p:nvPr>
            <p:ph type="title"/>
          </p:nvPr>
        </p:nvSpPr>
        <p:spPr>
          <a:xfrm>
            <a:off x="1675963" y="628650"/>
            <a:ext cx="10058839" cy="1057275"/>
          </a:xfrm>
          <a:prstGeom prst="rect">
            <a:avLst/>
          </a:prstGeom>
        </p:spPr>
        <p:txBody>
          <a:bodyPr/>
          <a:lstStyle>
            <a:lvl1pPr>
              <a:defRPr sz="5400">
                <a:solidFill>
                  <a:srgbClr val="404040"/>
                </a:solidFill>
              </a:defRPr>
            </a:lvl1pPr>
          </a:lstStyle>
          <a:p>
            <a:r>
              <a:t>Текст заголовка</a:t>
            </a:r>
          </a:p>
        </p:txBody>
      </p:sp>
      <p:sp>
        <p:nvSpPr>
          <p:cNvPr id="77" name="Уровень текста 1…"/>
          <p:cNvSpPr txBox="1">
            <a:spLocks noGrp="1"/>
          </p:cNvSpPr>
          <p:nvPr>
            <p:ph type="body" sz="quarter" idx="1"/>
          </p:nvPr>
        </p:nvSpPr>
        <p:spPr>
          <a:xfrm>
            <a:off x="1675963" y="1685925"/>
            <a:ext cx="10058839" cy="457200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chemeClr val="accent4"/>
                </a:solidFill>
              </a:defRPr>
            </a:lvl1pPr>
            <a:lvl2pPr>
              <a:defRPr sz="3200">
                <a:solidFill>
                  <a:schemeClr val="accent4"/>
                </a:solidFill>
              </a:defRPr>
            </a:lvl2pPr>
            <a:lvl3pPr>
              <a:defRPr sz="3200">
                <a:solidFill>
                  <a:schemeClr val="accent4"/>
                </a:solidFill>
              </a:defRPr>
            </a:lvl3pPr>
            <a:lvl4pPr>
              <a:defRPr sz="3200">
                <a:solidFill>
                  <a:schemeClr val="accent4"/>
                </a:solidFill>
              </a:defRPr>
            </a:lvl4pPr>
            <a:lvl5pPr>
              <a:defRPr sz="3200">
                <a:solidFill>
                  <a:schemeClr val="accent4"/>
                </a:solidFill>
              </a:defRPr>
            </a:lvl5pPr>
          </a:lstStyle>
          <a:p>
            <a:r>
              <a:t>Уровень текста 1</a:t>
            </a:r>
          </a:p>
          <a:p>
            <a:pPr lvl="1"/>
            <a:r>
              <a:t>Уровень текста 2</a:t>
            </a:r>
          </a:p>
          <a:p>
            <a:pPr lvl="2"/>
            <a:r>
              <a:t>Уровень текста 3</a:t>
            </a:r>
          </a:p>
          <a:p>
            <a:pPr lvl="3"/>
            <a:r>
              <a:t>Уровень текста 4</a:t>
            </a:r>
          </a:p>
          <a:p>
            <a:pPr lvl="4"/>
            <a:r>
              <a:t>Уровень текста 5</a:t>
            </a:r>
          </a:p>
        </p:txBody>
      </p:sp>
      <p:sp>
        <p:nvSpPr>
          <p:cNvPr id="78" name="Номер слайда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  <p:sp>
        <p:nvSpPr>
          <p:cNvPr id="79" name="Straight Connector 7"/>
          <p:cNvSpPr/>
          <p:nvPr/>
        </p:nvSpPr>
        <p:spPr>
          <a:xfrm>
            <a:off x="1675963" y="2371725"/>
            <a:ext cx="5484973" cy="0"/>
          </a:xfrm>
          <a:prstGeom prst="line">
            <a:avLst/>
          </a:prstGeom>
          <a:ln w="6350">
            <a:solidFill>
              <a:schemeClr val="accent4"/>
            </a:solidFill>
            <a:miter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80" name="Picture Placeholder 11"/>
          <p:cNvSpPr>
            <a:spLocks noGrp="1"/>
          </p:cNvSpPr>
          <p:nvPr>
            <p:ph type="pic" sz="quarter" idx="21"/>
          </p:nvPr>
        </p:nvSpPr>
        <p:spPr>
          <a:xfrm>
            <a:off x="5236333" y="3918317"/>
            <a:ext cx="2938097" cy="2938097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endParaRPr/>
          </a:p>
        </p:txBody>
      </p:sp>
    </p:spTree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4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icture Placeholder 8"/>
          <p:cNvSpPr>
            <a:spLocks noGrp="1"/>
          </p:cNvSpPr>
          <p:nvPr>
            <p:ph type="pic" idx="21"/>
          </p:nvPr>
        </p:nvSpPr>
        <p:spPr>
          <a:xfrm>
            <a:off x="0" y="0"/>
            <a:ext cx="14799733" cy="13716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endParaRPr/>
          </a:p>
        </p:txBody>
      </p:sp>
      <p:sp>
        <p:nvSpPr>
          <p:cNvPr id="88" name="Picture Placeholder 8"/>
          <p:cNvSpPr>
            <a:spLocks noGrp="1"/>
          </p:cNvSpPr>
          <p:nvPr>
            <p:ph type="pic" sz="half" idx="22"/>
          </p:nvPr>
        </p:nvSpPr>
        <p:spPr>
          <a:xfrm>
            <a:off x="14799732" y="0"/>
            <a:ext cx="9577918" cy="13716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endParaRPr/>
          </a:p>
        </p:txBody>
      </p:sp>
      <p:sp>
        <p:nvSpPr>
          <p:cNvPr id="89" name="Текст заголовка"/>
          <p:cNvSpPr txBox="1">
            <a:spLocks noGrp="1"/>
          </p:cNvSpPr>
          <p:nvPr>
            <p:ph type="title"/>
          </p:nvPr>
        </p:nvSpPr>
        <p:spPr>
          <a:xfrm>
            <a:off x="16302553" y="2931885"/>
            <a:ext cx="6399134" cy="2210028"/>
          </a:xfrm>
          <a:prstGeom prst="rect">
            <a:avLst/>
          </a:prstGeom>
        </p:spPr>
        <p:txBody>
          <a:bodyPr/>
          <a:lstStyle>
            <a:lvl1pPr>
              <a:defRPr sz="8800">
                <a:solidFill>
                  <a:srgbClr val="404040"/>
                </a:solidFill>
              </a:defRPr>
            </a:lvl1pPr>
          </a:lstStyle>
          <a:p>
            <a:r>
              <a:t>Текст заголовка</a:t>
            </a:r>
          </a:p>
        </p:txBody>
      </p:sp>
      <p:sp>
        <p:nvSpPr>
          <p:cNvPr id="90" name="Уровень текста 1…"/>
          <p:cNvSpPr txBox="1">
            <a:spLocks noGrp="1"/>
          </p:cNvSpPr>
          <p:nvPr>
            <p:ph type="body" sz="quarter" idx="1"/>
          </p:nvPr>
        </p:nvSpPr>
        <p:spPr>
          <a:xfrm>
            <a:off x="16373475" y="4875212"/>
            <a:ext cx="6328212" cy="457201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chemeClr val="accent4"/>
                </a:solidFill>
              </a:defRPr>
            </a:lvl1pPr>
            <a:lvl2pPr>
              <a:defRPr sz="3200">
                <a:solidFill>
                  <a:schemeClr val="accent4"/>
                </a:solidFill>
              </a:defRPr>
            </a:lvl2pPr>
            <a:lvl3pPr>
              <a:defRPr sz="3200">
                <a:solidFill>
                  <a:schemeClr val="accent4"/>
                </a:solidFill>
              </a:defRPr>
            </a:lvl3pPr>
            <a:lvl4pPr>
              <a:defRPr sz="3200">
                <a:solidFill>
                  <a:schemeClr val="accent4"/>
                </a:solidFill>
              </a:defRPr>
            </a:lvl4pPr>
            <a:lvl5pPr>
              <a:defRPr sz="3200">
                <a:solidFill>
                  <a:schemeClr val="accent4"/>
                </a:solidFill>
              </a:defRPr>
            </a:lvl5pPr>
          </a:lstStyle>
          <a:p>
            <a:r>
              <a:t>Уровень текста 1</a:t>
            </a:r>
          </a:p>
          <a:p>
            <a:pPr lvl="1"/>
            <a:r>
              <a:t>Уровень текста 2</a:t>
            </a:r>
          </a:p>
          <a:p>
            <a:pPr lvl="2"/>
            <a:r>
              <a:t>Уровень текста 3</a:t>
            </a:r>
          </a:p>
          <a:p>
            <a:pPr lvl="3"/>
            <a:r>
              <a:t>Уровень текста 4</a:t>
            </a:r>
          </a:p>
          <a:p>
            <a:pPr lvl="4"/>
            <a:r>
              <a:t>Уровень текста 5</a:t>
            </a:r>
          </a:p>
        </p:txBody>
      </p:sp>
      <p:sp>
        <p:nvSpPr>
          <p:cNvPr id="91" name="Номер слайда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6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icture Placeholder 57"/>
          <p:cNvSpPr>
            <a:spLocks noGrp="1"/>
          </p:cNvSpPr>
          <p:nvPr>
            <p:ph type="pic" sz="half" idx="21"/>
          </p:nvPr>
        </p:nvSpPr>
        <p:spPr>
          <a:xfrm>
            <a:off x="-228601" y="-235852"/>
            <a:ext cx="6921904" cy="14104254"/>
          </a:xfrm>
          <a:prstGeom prst="rect">
            <a:avLst/>
          </a:prstGeom>
          <a:ln w="7620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endParaRPr/>
          </a:p>
        </p:txBody>
      </p:sp>
      <p:sp>
        <p:nvSpPr>
          <p:cNvPr id="99" name="Picture Placeholder 60"/>
          <p:cNvSpPr>
            <a:spLocks noGrp="1"/>
          </p:cNvSpPr>
          <p:nvPr>
            <p:ph type="pic" sz="half" idx="22"/>
          </p:nvPr>
        </p:nvSpPr>
        <p:spPr>
          <a:xfrm>
            <a:off x="4016362" y="-235858"/>
            <a:ext cx="8737907" cy="14104257"/>
          </a:xfrm>
          <a:prstGeom prst="rect">
            <a:avLst/>
          </a:prstGeom>
          <a:ln w="7620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endParaRPr/>
          </a:p>
        </p:txBody>
      </p:sp>
      <p:sp>
        <p:nvSpPr>
          <p:cNvPr id="100" name="Picture Placeholder 63"/>
          <p:cNvSpPr>
            <a:spLocks noGrp="1"/>
          </p:cNvSpPr>
          <p:nvPr>
            <p:ph type="pic" idx="23"/>
          </p:nvPr>
        </p:nvSpPr>
        <p:spPr>
          <a:xfrm>
            <a:off x="9998092" y="-235854"/>
            <a:ext cx="9853494" cy="14104254"/>
          </a:xfrm>
          <a:prstGeom prst="rect">
            <a:avLst/>
          </a:prstGeom>
          <a:ln w="7620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endParaRPr/>
          </a:p>
        </p:txBody>
      </p:sp>
      <p:sp>
        <p:nvSpPr>
          <p:cNvPr id="101" name="Picture Placeholder 67"/>
          <p:cNvSpPr>
            <a:spLocks noGrp="1"/>
          </p:cNvSpPr>
          <p:nvPr>
            <p:ph type="pic" sz="half" idx="24"/>
          </p:nvPr>
        </p:nvSpPr>
        <p:spPr>
          <a:xfrm>
            <a:off x="17257400" y="-235855"/>
            <a:ext cx="7234551" cy="14104257"/>
          </a:xfrm>
          <a:prstGeom prst="rect">
            <a:avLst/>
          </a:prstGeom>
          <a:ln w="7620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endParaRPr/>
          </a:p>
        </p:txBody>
      </p:sp>
      <p:sp>
        <p:nvSpPr>
          <p:cNvPr id="102" name="Picture Placeholder 8"/>
          <p:cNvSpPr>
            <a:spLocks noGrp="1"/>
          </p:cNvSpPr>
          <p:nvPr>
            <p:ph type="pic" idx="25"/>
          </p:nvPr>
        </p:nvSpPr>
        <p:spPr>
          <a:xfrm>
            <a:off x="-831273" y="-651331"/>
            <a:ext cx="25783598" cy="14935201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endParaRPr/>
          </a:p>
        </p:txBody>
      </p:sp>
      <p:sp>
        <p:nvSpPr>
          <p:cNvPr id="103" name="Текст заголовка"/>
          <p:cNvSpPr txBox="1">
            <a:spLocks noGrp="1"/>
          </p:cNvSpPr>
          <p:nvPr>
            <p:ph type="title"/>
          </p:nvPr>
        </p:nvSpPr>
        <p:spPr>
          <a:xfrm>
            <a:off x="1675963" y="5759451"/>
            <a:ext cx="21025723" cy="1098550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r>
              <a:t>Текст заголовка</a:t>
            </a:r>
          </a:p>
        </p:txBody>
      </p:sp>
      <p:sp>
        <p:nvSpPr>
          <p:cNvPr id="104" name="Уровень текста 1…"/>
          <p:cNvSpPr txBox="1">
            <a:spLocks noGrp="1"/>
          </p:cNvSpPr>
          <p:nvPr>
            <p:ph type="body" sz="quarter" idx="1"/>
          </p:nvPr>
        </p:nvSpPr>
        <p:spPr>
          <a:xfrm>
            <a:off x="1675963" y="6858000"/>
            <a:ext cx="21025723" cy="457200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r>
              <a:t>Уровень текста 1</a:t>
            </a:r>
          </a:p>
          <a:p>
            <a:pPr lvl="1"/>
            <a:r>
              <a:t>Уровень текста 2</a:t>
            </a:r>
          </a:p>
          <a:p>
            <a:pPr lvl="2"/>
            <a:r>
              <a:t>Уровень текста 3</a:t>
            </a:r>
          </a:p>
          <a:p>
            <a:pPr lvl="3"/>
            <a:r>
              <a:t>Уровень текста 4</a:t>
            </a:r>
          </a:p>
          <a:p>
            <a:pPr lvl="4"/>
            <a:r>
              <a:t>Уровень текста 5</a:t>
            </a:r>
          </a:p>
        </p:txBody>
      </p:sp>
      <p:sp>
        <p:nvSpPr>
          <p:cNvPr id="105" name="Номер слайда"/>
          <p:cNvSpPr txBox="1">
            <a:spLocks noGrp="1"/>
          </p:cNvSpPr>
          <p:nvPr>
            <p:ph type="sldNum" sz="quarter" idx="2"/>
          </p:nvPr>
        </p:nvSpPr>
        <p:spPr>
          <a:xfrm>
            <a:off x="11779461" y="12344400"/>
            <a:ext cx="5686638" cy="736601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7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Текст заголовка"/>
          <p:cNvSpPr txBox="1">
            <a:spLocks noGrp="1"/>
          </p:cNvSpPr>
          <p:nvPr>
            <p:ph type="title"/>
          </p:nvPr>
        </p:nvSpPr>
        <p:spPr>
          <a:xfrm>
            <a:off x="1675963" y="618565"/>
            <a:ext cx="21025723" cy="1381686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r>
              <a:t>Текст заголовка</a:t>
            </a:r>
          </a:p>
        </p:txBody>
      </p:sp>
      <p:sp>
        <p:nvSpPr>
          <p:cNvPr id="113" name="Уровень текста 1…"/>
          <p:cNvSpPr txBox="1">
            <a:spLocks noGrp="1"/>
          </p:cNvSpPr>
          <p:nvPr>
            <p:ph type="body" sz="quarter" idx="1"/>
          </p:nvPr>
        </p:nvSpPr>
        <p:spPr>
          <a:xfrm>
            <a:off x="1675963" y="2000250"/>
            <a:ext cx="21025723" cy="457200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r>
              <a:t>Уровень текста 1</a:t>
            </a:r>
          </a:p>
          <a:p>
            <a:pPr lvl="1"/>
            <a:r>
              <a:t>Уровень текста 2</a:t>
            </a:r>
          </a:p>
          <a:p>
            <a:pPr lvl="2"/>
            <a:r>
              <a:t>Уровень текста 3</a:t>
            </a:r>
          </a:p>
          <a:p>
            <a:pPr lvl="3"/>
            <a:r>
              <a:t>Уровень текста 4</a:t>
            </a:r>
          </a:p>
          <a:p>
            <a:pPr lvl="4"/>
            <a:r>
              <a:t>Уровень текста 5</a:t>
            </a:r>
          </a:p>
        </p:txBody>
      </p:sp>
      <p:sp>
        <p:nvSpPr>
          <p:cNvPr id="114" name="Номер слайда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  <p:sp>
        <p:nvSpPr>
          <p:cNvPr id="115" name="Picture Placeholder 8"/>
          <p:cNvSpPr>
            <a:spLocks noGrp="1"/>
          </p:cNvSpPr>
          <p:nvPr>
            <p:ph type="pic" sz="quarter" idx="21"/>
          </p:nvPr>
        </p:nvSpPr>
        <p:spPr>
          <a:xfrm>
            <a:off x="885825" y="3899646"/>
            <a:ext cx="5077199" cy="5758705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endParaRPr/>
          </a:p>
        </p:txBody>
      </p:sp>
      <p:sp>
        <p:nvSpPr>
          <p:cNvPr id="116" name="Picture Placeholder 8"/>
          <p:cNvSpPr>
            <a:spLocks noGrp="1"/>
          </p:cNvSpPr>
          <p:nvPr>
            <p:ph type="pic" sz="quarter" idx="22"/>
          </p:nvPr>
        </p:nvSpPr>
        <p:spPr>
          <a:xfrm>
            <a:off x="6719234" y="3899646"/>
            <a:ext cx="5077199" cy="5758705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endParaRPr/>
          </a:p>
        </p:txBody>
      </p:sp>
      <p:sp>
        <p:nvSpPr>
          <p:cNvPr id="117" name="Picture Placeholder 8"/>
          <p:cNvSpPr>
            <a:spLocks noGrp="1"/>
          </p:cNvSpPr>
          <p:nvPr>
            <p:ph type="pic" sz="quarter" idx="23"/>
          </p:nvPr>
        </p:nvSpPr>
        <p:spPr>
          <a:xfrm>
            <a:off x="12552643" y="3899646"/>
            <a:ext cx="5077199" cy="5758705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endParaRPr/>
          </a:p>
        </p:txBody>
      </p:sp>
      <p:sp>
        <p:nvSpPr>
          <p:cNvPr id="118" name="Picture Placeholder 8"/>
          <p:cNvSpPr>
            <a:spLocks noGrp="1"/>
          </p:cNvSpPr>
          <p:nvPr>
            <p:ph type="pic" sz="quarter" idx="24"/>
          </p:nvPr>
        </p:nvSpPr>
        <p:spPr>
          <a:xfrm>
            <a:off x="18386052" y="3899646"/>
            <a:ext cx="5077199" cy="5758705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endParaRPr/>
          </a:p>
        </p:txBody>
      </p:sp>
      <p:sp>
        <p:nvSpPr>
          <p:cNvPr id="119" name="Picture Placeholder 17"/>
          <p:cNvSpPr>
            <a:spLocks noGrp="1"/>
          </p:cNvSpPr>
          <p:nvPr>
            <p:ph type="pic" sz="quarter" idx="25"/>
          </p:nvPr>
        </p:nvSpPr>
        <p:spPr>
          <a:xfrm>
            <a:off x="3467101" y="7772400"/>
            <a:ext cx="2673509" cy="61595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endParaRPr/>
          </a:p>
        </p:txBody>
      </p:sp>
      <p:sp>
        <p:nvSpPr>
          <p:cNvPr id="120" name="Picture Placeholder 20"/>
          <p:cNvSpPr>
            <a:spLocks noGrp="1"/>
          </p:cNvSpPr>
          <p:nvPr>
            <p:ph type="pic" sz="quarter" idx="26"/>
          </p:nvPr>
        </p:nvSpPr>
        <p:spPr>
          <a:xfrm>
            <a:off x="9272347" y="7772399"/>
            <a:ext cx="2673510" cy="615951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endParaRPr/>
          </a:p>
        </p:txBody>
      </p:sp>
      <p:sp>
        <p:nvSpPr>
          <p:cNvPr id="121" name="Picture Placeholder 23"/>
          <p:cNvSpPr>
            <a:spLocks noGrp="1"/>
          </p:cNvSpPr>
          <p:nvPr>
            <p:ph type="pic" sz="quarter" idx="27"/>
          </p:nvPr>
        </p:nvSpPr>
        <p:spPr>
          <a:xfrm>
            <a:off x="15091243" y="7772399"/>
            <a:ext cx="2673509" cy="615951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endParaRPr/>
          </a:p>
        </p:txBody>
      </p:sp>
      <p:sp>
        <p:nvSpPr>
          <p:cNvPr id="122" name="Picture Placeholder 26"/>
          <p:cNvSpPr>
            <a:spLocks noGrp="1"/>
          </p:cNvSpPr>
          <p:nvPr>
            <p:ph type="pic" sz="quarter" idx="28"/>
          </p:nvPr>
        </p:nvSpPr>
        <p:spPr>
          <a:xfrm>
            <a:off x="20924651" y="7772399"/>
            <a:ext cx="2673509" cy="615951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endParaRPr/>
          </a:p>
        </p:txBody>
      </p:sp>
      <p:sp>
        <p:nvSpPr>
          <p:cNvPr id="123" name="Text Placeholder 28"/>
          <p:cNvSpPr>
            <a:spLocks noGrp="1"/>
          </p:cNvSpPr>
          <p:nvPr>
            <p:ph type="body" sz="quarter" idx="29" hasCustomPrompt="1"/>
          </p:nvPr>
        </p:nvSpPr>
        <p:spPr>
          <a:xfrm>
            <a:off x="3651249" y="7897810"/>
            <a:ext cx="2311776" cy="365127"/>
          </a:xfrm>
          <a:prstGeom prst="rect">
            <a:avLst/>
          </a:prstGeom>
        </p:spPr>
        <p:txBody>
          <a:bodyPr/>
          <a:lstStyle>
            <a:lvl1pPr defTabSz="1243273">
              <a:spcBef>
                <a:spcPts val="1300"/>
              </a:spcBef>
              <a:defRPr sz="1632">
                <a:solidFill>
                  <a:srgbClr val="FFFFFF"/>
                </a:solidFill>
              </a:defRPr>
            </a:lvl1pPr>
          </a:lstStyle>
          <a:p>
            <a:r>
              <a:t>Text</a:t>
            </a:r>
          </a:p>
        </p:txBody>
      </p:sp>
      <p:sp>
        <p:nvSpPr>
          <p:cNvPr id="124" name="Text Placeholder 28"/>
          <p:cNvSpPr>
            <a:spLocks noGrp="1"/>
          </p:cNvSpPr>
          <p:nvPr>
            <p:ph type="body" sz="quarter" idx="30" hasCustomPrompt="1"/>
          </p:nvPr>
        </p:nvSpPr>
        <p:spPr>
          <a:xfrm>
            <a:off x="9448172" y="7897810"/>
            <a:ext cx="2311775" cy="365127"/>
          </a:xfrm>
          <a:prstGeom prst="rect">
            <a:avLst/>
          </a:prstGeom>
        </p:spPr>
        <p:txBody>
          <a:bodyPr/>
          <a:lstStyle>
            <a:lvl1pPr defTabSz="1243273">
              <a:spcBef>
                <a:spcPts val="1300"/>
              </a:spcBef>
              <a:defRPr sz="1632">
                <a:solidFill>
                  <a:srgbClr val="FFFFFF"/>
                </a:solidFill>
              </a:defRPr>
            </a:lvl1pPr>
          </a:lstStyle>
          <a:p>
            <a:r>
              <a:t>Text</a:t>
            </a:r>
          </a:p>
        </p:txBody>
      </p:sp>
      <p:sp>
        <p:nvSpPr>
          <p:cNvPr id="125" name="Text Placeholder 28"/>
          <p:cNvSpPr>
            <a:spLocks noGrp="1"/>
          </p:cNvSpPr>
          <p:nvPr>
            <p:ph type="body" sz="quarter" idx="31" hasCustomPrompt="1"/>
          </p:nvPr>
        </p:nvSpPr>
        <p:spPr>
          <a:xfrm>
            <a:off x="15272109" y="7897810"/>
            <a:ext cx="2311775" cy="365127"/>
          </a:xfrm>
          <a:prstGeom prst="rect">
            <a:avLst/>
          </a:prstGeom>
        </p:spPr>
        <p:txBody>
          <a:bodyPr/>
          <a:lstStyle>
            <a:lvl1pPr defTabSz="1243273">
              <a:spcBef>
                <a:spcPts val="1300"/>
              </a:spcBef>
              <a:defRPr sz="1632">
                <a:solidFill>
                  <a:srgbClr val="FFFFFF"/>
                </a:solidFill>
              </a:defRPr>
            </a:lvl1pPr>
          </a:lstStyle>
          <a:p>
            <a:r>
              <a:t>Text</a:t>
            </a:r>
          </a:p>
        </p:txBody>
      </p:sp>
      <p:sp>
        <p:nvSpPr>
          <p:cNvPr id="126" name="Text Placeholder 28"/>
          <p:cNvSpPr>
            <a:spLocks noGrp="1"/>
          </p:cNvSpPr>
          <p:nvPr>
            <p:ph type="body" sz="quarter" idx="32" hasCustomPrompt="1"/>
          </p:nvPr>
        </p:nvSpPr>
        <p:spPr>
          <a:xfrm>
            <a:off x="21105519" y="7897810"/>
            <a:ext cx="2311775" cy="365127"/>
          </a:xfrm>
          <a:prstGeom prst="rect">
            <a:avLst/>
          </a:prstGeom>
        </p:spPr>
        <p:txBody>
          <a:bodyPr/>
          <a:lstStyle>
            <a:lvl1pPr defTabSz="1243273">
              <a:spcBef>
                <a:spcPts val="1300"/>
              </a:spcBef>
              <a:defRPr sz="1632">
                <a:solidFill>
                  <a:srgbClr val="FFFFFF"/>
                </a:solidFill>
              </a:defRPr>
            </a:lvl1pPr>
          </a:lstStyle>
          <a:p>
            <a:r>
              <a:t>Text</a:t>
            </a:r>
          </a:p>
        </p:txBody>
      </p:sp>
      <p:sp>
        <p:nvSpPr>
          <p:cNvPr id="127" name="Text Placeholder 33"/>
          <p:cNvSpPr>
            <a:spLocks noGrp="1"/>
          </p:cNvSpPr>
          <p:nvPr>
            <p:ph type="body" sz="quarter" idx="33" hasCustomPrompt="1"/>
          </p:nvPr>
        </p:nvSpPr>
        <p:spPr>
          <a:xfrm>
            <a:off x="885825" y="10004425"/>
            <a:ext cx="5077200" cy="415925"/>
          </a:xfrm>
          <a:prstGeom prst="rect">
            <a:avLst/>
          </a:prstGeom>
        </p:spPr>
        <p:txBody>
          <a:bodyPr/>
          <a:lstStyle>
            <a:lvl1pPr algn="ctr" defTabSz="1426107">
              <a:spcBef>
                <a:spcPts val="1500"/>
              </a:spcBef>
              <a:defRPr sz="2184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  <a:sym typeface="Montserrat Semi Bold"/>
              </a:defRPr>
            </a:lvl1pPr>
          </a:lstStyle>
          <a:p>
            <a:r>
              <a:t>Text</a:t>
            </a:r>
          </a:p>
        </p:txBody>
      </p:sp>
      <p:sp>
        <p:nvSpPr>
          <p:cNvPr id="128" name="Text Placeholder 33"/>
          <p:cNvSpPr>
            <a:spLocks noGrp="1"/>
          </p:cNvSpPr>
          <p:nvPr>
            <p:ph type="body" sz="quarter" idx="34" hasCustomPrompt="1"/>
          </p:nvPr>
        </p:nvSpPr>
        <p:spPr>
          <a:xfrm>
            <a:off x="885825" y="10614027"/>
            <a:ext cx="5077200" cy="1113517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r>
              <a:t>Text</a:t>
            </a:r>
          </a:p>
        </p:txBody>
      </p:sp>
      <p:sp>
        <p:nvSpPr>
          <p:cNvPr id="129" name="Text Placeholder 33"/>
          <p:cNvSpPr>
            <a:spLocks noGrp="1"/>
          </p:cNvSpPr>
          <p:nvPr>
            <p:ph type="body" sz="quarter" idx="35" hasCustomPrompt="1"/>
          </p:nvPr>
        </p:nvSpPr>
        <p:spPr>
          <a:xfrm>
            <a:off x="6682748" y="10004425"/>
            <a:ext cx="5077199" cy="415925"/>
          </a:xfrm>
          <a:prstGeom prst="rect">
            <a:avLst/>
          </a:prstGeom>
        </p:spPr>
        <p:txBody>
          <a:bodyPr/>
          <a:lstStyle>
            <a:lvl1pPr algn="ctr" defTabSz="1426107">
              <a:spcBef>
                <a:spcPts val="1500"/>
              </a:spcBef>
              <a:defRPr sz="2184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  <a:sym typeface="Montserrat Semi Bold"/>
              </a:defRPr>
            </a:lvl1pPr>
          </a:lstStyle>
          <a:p>
            <a:r>
              <a:t>Text</a:t>
            </a:r>
          </a:p>
        </p:txBody>
      </p:sp>
      <p:sp>
        <p:nvSpPr>
          <p:cNvPr id="130" name="Text Placeholder 33"/>
          <p:cNvSpPr>
            <a:spLocks noGrp="1"/>
          </p:cNvSpPr>
          <p:nvPr>
            <p:ph type="body" sz="quarter" idx="36" hasCustomPrompt="1"/>
          </p:nvPr>
        </p:nvSpPr>
        <p:spPr>
          <a:xfrm>
            <a:off x="6682748" y="10614027"/>
            <a:ext cx="5077199" cy="1113517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r>
              <a:t>Text</a:t>
            </a:r>
          </a:p>
        </p:txBody>
      </p:sp>
      <p:sp>
        <p:nvSpPr>
          <p:cNvPr id="131" name="Text Placeholder 33"/>
          <p:cNvSpPr>
            <a:spLocks noGrp="1"/>
          </p:cNvSpPr>
          <p:nvPr>
            <p:ph type="body" sz="quarter" idx="37" hasCustomPrompt="1"/>
          </p:nvPr>
        </p:nvSpPr>
        <p:spPr>
          <a:xfrm>
            <a:off x="12552643" y="10001050"/>
            <a:ext cx="5077199" cy="415926"/>
          </a:xfrm>
          <a:prstGeom prst="rect">
            <a:avLst/>
          </a:prstGeom>
        </p:spPr>
        <p:txBody>
          <a:bodyPr/>
          <a:lstStyle>
            <a:lvl1pPr algn="ctr" defTabSz="1426107">
              <a:spcBef>
                <a:spcPts val="1500"/>
              </a:spcBef>
              <a:defRPr sz="2184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  <a:sym typeface="Montserrat Semi Bold"/>
              </a:defRPr>
            </a:lvl1pPr>
          </a:lstStyle>
          <a:p>
            <a:r>
              <a:t>Text</a:t>
            </a:r>
          </a:p>
        </p:txBody>
      </p:sp>
      <p:sp>
        <p:nvSpPr>
          <p:cNvPr id="132" name="Text Placeholder 33"/>
          <p:cNvSpPr>
            <a:spLocks noGrp="1"/>
          </p:cNvSpPr>
          <p:nvPr>
            <p:ph type="body" sz="quarter" idx="38" hasCustomPrompt="1"/>
          </p:nvPr>
        </p:nvSpPr>
        <p:spPr>
          <a:xfrm>
            <a:off x="12552643" y="10610653"/>
            <a:ext cx="5077199" cy="1113517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r>
              <a:t>Text</a:t>
            </a:r>
          </a:p>
        </p:txBody>
      </p:sp>
      <p:sp>
        <p:nvSpPr>
          <p:cNvPr id="133" name="Text Placeholder 33"/>
          <p:cNvSpPr>
            <a:spLocks noGrp="1"/>
          </p:cNvSpPr>
          <p:nvPr>
            <p:ph type="body" sz="quarter" idx="39" hasCustomPrompt="1"/>
          </p:nvPr>
        </p:nvSpPr>
        <p:spPr>
          <a:xfrm>
            <a:off x="18349566" y="10001050"/>
            <a:ext cx="5077199" cy="415926"/>
          </a:xfrm>
          <a:prstGeom prst="rect">
            <a:avLst/>
          </a:prstGeom>
        </p:spPr>
        <p:txBody>
          <a:bodyPr/>
          <a:lstStyle>
            <a:lvl1pPr algn="ctr" defTabSz="1426107">
              <a:spcBef>
                <a:spcPts val="1500"/>
              </a:spcBef>
              <a:defRPr sz="2184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  <a:sym typeface="Montserrat Semi Bold"/>
              </a:defRPr>
            </a:lvl1pPr>
          </a:lstStyle>
          <a:p>
            <a:r>
              <a:t>Text</a:t>
            </a:r>
          </a:p>
        </p:txBody>
      </p:sp>
      <p:sp>
        <p:nvSpPr>
          <p:cNvPr id="134" name="Text Placeholder 33"/>
          <p:cNvSpPr>
            <a:spLocks noGrp="1"/>
          </p:cNvSpPr>
          <p:nvPr>
            <p:ph type="body" sz="quarter" idx="40" hasCustomPrompt="1"/>
          </p:nvPr>
        </p:nvSpPr>
        <p:spPr>
          <a:xfrm>
            <a:off x="18349566" y="10610653"/>
            <a:ext cx="5077199" cy="1113517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r>
              <a:t>Text</a:t>
            </a:r>
          </a:p>
        </p:txBody>
      </p:sp>
    </p:spTree>
  </p:cSld>
  <p:clrMapOvr>
    <a:masterClrMapping/>
  </p:clrMapOvr>
  <p:transition spd="med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8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Текст заголовка"/>
          <p:cNvSpPr txBox="1">
            <a:spLocks noGrp="1"/>
          </p:cNvSpPr>
          <p:nvPr>
            <p:ph type="title"/>
          </p:nvPr>
        </p:nvSpPr>
        <p:spPr>
          <a:xfrm>
            <a:off x="1675963" y="479052"/>
            <a:ext cx="21025723" cy="1521200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r>
              <a:t>Текст заголовка</a:t>
            </a:r>
          </a:p>
        </p:txBody>
      </p:sp>
      <p:sp>
        <p:nvSpPr>
          <p:cNvPr id="142" name="Уровень текста 1…"/>
          <p:cNvSpPr txBox="1">
            <a:spLocks noGrp="1"/>
          </p:cNvSpPr>
          <p:nvPr>
            <p:ph type="body" sz="quarter" idx="1"/>
          </p:nvPr>
        </p:nvSpPr>
        <p:spPr>
          <a:xfrm>
            <a:off x="1675963" y="2000250"/>
            <a:ext cx="21025723" cy="457200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r>
              <a:t>Уровень текста 1</a:t>
            </a:r>
          </a:p>
          <a:p>
            <a:pPr lvl="1"/>
            <a:r>
              <a:t>Уровень текста 2</a:t>
            </a:r>
          </a:p>
          <a:p>
            <a:pPr lvl="2"/>
            <a:r>
              <a:t>Уровень текста 3</a:t>
            </a:r>
          </a:p>
          <a:p>
            <a:pPr lvl="3"/>
            <a:r>
              <a:t>Уровень текста 4</a:t>
            </a:r>
          </a:p>
          <a:p>
            <a:pPr lvl="4"/>
            <a:r>
              <a:t>Уровень текста 5</a:t>
            </a:r>
          </a:p>
        </p:txBody>
      </p:sp>
      <p:sp>
        <p:nvSpPr>
          <p:cNvPr id="143" name="Номер слайда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  <p:sp>
        <p:nvSpPr>
          <p:cNvPr id="144" name="Picture Placeholder 8"/>
          <p:cNvSpPr>
            <a:spLocks noGrp="1"/>
          </p:cNvSpPr>
          <p:nvPr>
            <p:ph type="pic" sz="quarter" idx="21"/>
          </p:nvPr>
        </p:nvSpPr>
        <p:spPr>
          <a:xfrm>
            <a:off x="1603375" y="3978647"/>
            <a:ext cx="4178861" cy="3713071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endParaRPr/>
          </a:p>
        </p:txBody>
      </p:sp>
      <p:sp>
        <p:nvSpPr>
          <p:cNvPr id="145" name="Picture Placeholder 8"/>
          <p:cNvSpPr>
            <a:spLocks noGrp="1"/>
          </p:cNvSpPr>
          <p:nvPr>
            <p:ph type="pic" sz="quarter" idx="22"/>
          </p:nvPr>
        </p:nvSpPr>
        <p:spPr>
          <a:xfrm>
            <a:off x="6212539" y="3978647"/>
            <a:ext cx="4178861" cy="3713071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endParaRPr/>
          </a:p>
        </p:txBody>
      </p:sp>
      <p:sp>
        <p:nvSpPr>
          <p:cNvPr id="146" name="Picture Placeholder 8"/>
          <p:cNvSpPr>
            <a:spLocks noGrp="1"/>
          </p:cNvSpPr>
          <p:nvPr>
            <p:ph type="pic" sz="quarter" idx="23"/>
          </p:nvPr>
        </p:nvSpPr>
        <p:spPr>
          <a:xfrm>
            <a:off x="1603375" y="8104093"/>
            <a:ext cx="4178861" cy="3713071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endParaRPr/>
          </a:p>
        </p:txBody>
      </p:sp>
      <p:sp>
        <p:nvSpPr>
          <p:cNvPr id="147" name="Picture Placeholder 8"/>
          <p:cNvSpPr>
            <a:spLocks noGrp="1"/>
          </p:cNvSpPr>
          <p:nvPr>
            <p:ph type="pic" sz="quarter" idx="24"/>
          </p:nvPr>
        </p:nvSpPr>
        <p:spPr>
          <a:xfrm>
            <a:off x="6212539" y="8104093"/>
            <a:ext cx="4178861" cy="3713071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endParaRPr/>
          </a:p>
        </p:txBody>
      </p:sp>
      <p:sp>
        <p:nvSpPr>
          <p:cNvPr id="148" name="Text Placeholder 33"/>
          <p:cNvSpPr>
            <a:spLocks noGrp="1"/>
          </p:cNvSpPr>
          <p:nvPr>
            <p:ph type="body" sz="quarter" idx="25" hasCustomPrompt="1"/>
          </p:nvPr>
        </p:nvSpPr>
        <p:spPr>
          <a:xfrm>
            <a:off x="12214225" y="5293097"/>
            <a:ext cx="5077199" cy="415926"/>
          </a:xfrm>
          <a:prstGeom prst="rect">
            <a:avLst/>
          </a:prstGeom>
        </p:spPr>
        <p:txBody>
          <a:bodyPr/>
          <a:lstStyle>
            <a:lvl1pPr algn="ctr" defTabSz="1243273">
              <a:spcBef>
                <a:spcPts val="1300"/>
              </a:spcBef>
              <a:defRPr sz="2176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  <a:sym typeface="Montserrat Semi Bold"/>
              </a:defRPr>
            </a:lvl1pPr>
          </a:lstStyle>
          <a:p>
            <a:r>
              <a:t>Text</a:t>
            </a:r>
          </a:p>
        </p:txBody>
      </p:sp>
      <p:sp>
        <p:nvSpPr>
          <p:cNvPr id="149" name="Text Placeholder 33"/>
          <p:cNvSpPr>
            <a:spLocks noGrp="1"/>
          </p:cNvSpPr>
          <p:nvPr>
            <p:ph type="body" sz="quarter" idx="26" hasCustomPrompt="1"/>
          </p:nvPr>
        </p:nvSpPr>
        <p:spPr>
          <a:xfrm>
            <a:off x="12214224" y="6475348"/>
            <a:ext cx="5077200" cy="1113517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r>
              <a:t>Text</a:t>
            </a:r>
          </a:p>
        </p:txBody>
      </p:sp>
      <p:sp>
        <p:nvSpPr>
          <p:cNvPr id="150" name="Text Placeholder 33"/>
          <p:cNvSpPr>
            <a:spLocks noGrp="1"/>
          </p:cNvSpPr>
          <p:nvPr>
            <p:ph type="body" sz="quarter" idx="27" hasCustomPrompt="1"/>
          </p:nvPr>
        </p:nvSpPr>
        <p:spPr>
          <a:xfrm>
            <a:off x="12214225" y="5884223"/>
            <a:ext cx="5077199" cy="415926"/>
          </a:xfrm>
          <a:prstGeom prst="rect">
            <a:avLst/>
          </a:prstGeom>
        </p:spPr>
        <p:txBody>
          <a:bodyPr/>
          <a:lstStyle>
            <a:lvl1pPr algn="ctr" defTabSz="1444391">
              <a:spcBef>
                <a:spcPts val="1500"/>
              </a:spcBef>
              <a:defRPr sz="1896">
                <a:solidFill>
                  <a:srgbClr val="404040"/>
                </a:solidFill>
              </a:defRPr>
            </a:lvl1pPr>
          </a:lstStyle>
          <a:p>
            <a:r>
              <a:t>Text</a:t>
            </a:r>
          </a:p>
        </p:txBody>
      </p:sp>
      <p:sp>
        <p:nvSpPr>
          <p:cNvPr id="151" name="Text Placeholder 33"/>
          <p:cNvSpPr>
            <a:spLocks noGrp="1"/>
          </p:cNvSpPr>
          <p:nvPr>
            <p:ph type="body" sz="quarter" idx="28" hasCustomPrompt="1"/>
          </p:nvPr>
        </p:nvSpPr>
        <p:spPr>
          <a:xfrm>
            <a:off x="17667940" y="5293097"/>
            <a:ext cx="5077199" cy="415926"/>
          </a:xfrm>
          <a:prstGeom prst="rect">
            <a:avLst/>
          </a:prstGeom>
        </p:spPr>
        <p:txBody>
          <a:bodyPr/>
          <a:lstStyle>
            <a:lvl1pPr algn="ctr" defTabSz="1243273">
              <a:spcBef>
                <a:spcPts val="1300"/>
              </a:spcBef>
              <a:defRPr sz="2176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  <a:sym typeface="Montserrat Semi Bold"/>
              </a:defRPr>
            </a:lvl1pPr>
          </a:lstStyle>
          <a:p>
            <a:r>
              <a:t>Text</a:t>
            </a:r>
          </a:p>
        </p:txBody>
      </p:sp>
      <p:sp>
        <p:nvSpPr>
          <p:cNvPr id="152" name="Text Placeholder 33"/>
          <p:cNvSpPr>
            <a:spLocks noGrp="1"/>
          </p:cNvSpPr>
          <p:nvPr>
            <p:ph type="body" sz="quarter" idx="29" hasCustomPrompt="1"/>
          </p:nvPr>
        </p:nvSpPr>
        <p:spPr>
          <a:xfrm>
            <a:off x="17667938" y="6475348"/>
            <a:ext cx="5077199" cy="1113517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r>
              <a:t>Text</a:t>
            </a:r>
          </a:p>
        </p:txBody>
      </p:sp>
      <p:sp>
        <p:nvSpPr>
          <p:cNvPr id="153" name="Text Placeholder 33"/>
          <p:cNvSpPr>
            <a:spLocks noGrp="1"/>
          </p:cNvSpPr>
          <p:nvPr>
            <p:ph type="body" sz="quarter" idx="30" hasCustomPrompt="1"/>
          </p:nvPr>
        </p:nvSpPr>
        <p:spPr>
          <a:xfrm>
            <a:off x="17667940" y="5884223"/>
            <a:ext cx="5077199" cy="415926"/>
          </a:xfrm>
          <a:prstGeom prst="rect">
            <a:avLst/>
          </a:prstGeom>
        </p:spPr>
        <p:txBody>
          <a:bodyPr/>
          <a:lstStyle>
            <a:lvl1pPr algn="ctr" defTabSz="1444391">
              <a:spcBef>
                <a:spcPts val="1500"/>
              </a:spcBef>
              <a:defRPr sz="1896">
                <a:solidFill>
                  <a:srgbClr val="404040"/>
                </a:solidFill>
              </a:defRPr>
            </a:lvl1pPr>
          </a:lstStyle>
          <a:p>
            <a:r>
              <a:t>Text</a:t>
            </a:r>
          </a:p>
        </p:txBody>
      </p:sp>
      <p:sp>
        <p:nvSpPr>
          <p:cNvPr id="154" name="Text Placeholder 33"/>
          <p:cNvSpPr>
            <a:spLocks noGrp="1"/>
          </p:cNvSpPr>
          <p:nvPr>
            <p:ph type="body" sz="quarter" idx="31" hasCustomPrompt="1"/>
          </p:nvPr>
        </p:nvSpPr>
        <p:spPr>
          <a:xfrm>
            <a:off x="12206851" y="8097287"/>
            <a:ext cx="5077199" cy="415926"/>
          </a:xfrm>
          <a:prstGeom prst="rect">
            <a:avLst/>
          </a:prstGeom>
        </p:spPr>
        <p:txBody>
          <a:bodyPr/>
          <a:lstStyle>
            <a:lvl1pPr algn="ctr" defTabSz="1243273">
              <a:spcBef>
                <a:spcPts val="1300"/>
              </a:spcBef>
              <a:defRPr sz="2176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  <a:sym typeface="Montserrat Semi Bold"/>
              </a:defRPr>
            </a:lvl1pPr>
          </a:lstStyle>
          <a:p>
            <a:r>
              <a:t>Text</a:t>
            </a:r>
          </a:p>
        </p:txBody>
      </p:sp>
      <p:sp>
        <p:nvSpPr>
          <p:cNvPr id="155" name="Text Placeholder 33"/>
          <p:cNvSpPr>
            <a:spLocks noGrp="1"/>
          </p:cNvSpPr>
          <p:nvPr>
            <p:ph type="body" sz="quarter" idx="32" hasCustomPrompt="1"/>
          </p:nvPr>
        </p:nvSpPr>
        <p:spPr>
          <a:xfrm>
            <a:off x="12206850" y="9279536"/>
            <a:ext cx="5077200" cy="1113517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r>
              <a:t>Text</a:t>
            </a:r>
          </a:p>
        </p:txBody>
      </p:sp>
      <p:sp>
        <p:nvSpPr>
          <p:cNvPr id="156" name="Text Placeholder 33"/>
          <p:cNvSpPr>
            <a:spLocks noGrp="1"/>
          </p:cNvSpPr>
          <p:nvPr>
            <p:ph type="body" sz="quarter" idx="33" hasCustomPrompt="1"/>
          </p:nvPr>
        </p:nvSpPr>
        <p:spPr>
          <a:xfrm>
            <a:off x="12206851" y="8688412"/>
            <a:ext cx="5077199" cy="415926"/>
          </a:xfrm>
          <a:prstGeom prst="rect">
            <a:avLst/>
          </a:prstGeom>
        </p:spPr>
        <p:txBody>
          <a:bodyPr/>
          <a:lstStyle>
            <a:lvl1pPr algn="ctr" defTabSz="1444391">
              <a:spcBef>
                <a:spcPts val="1500"/>
              </a:spcBef>
              <a:defRPr sz="1896">
                <a:solidFill>
                  <a:srgbClr val="404040"/>
                </a:solidFill>
              </a:defRPr>
            </a:lvl1pPr>
          </a:lstStyle>
          <a:p>
            <a:r>
              <a:t>Text</a:t>
            </a:r>
          </a:p>
        </p:txBody>
      </p:sp>
      <p:sp>
        <p:nvSpPr>
          <p:cNvPr id="157" name="Text Placeholder 33"/>
          <p:cNvSpPr>
            <a:spLocks noGrp="1"/>
          </p:cNvSpPr>
          <p:nvPr>
            <p:ph type="body" sz="quarter" idx="34" hasCustomPrompt="1"/>
          </p:nvPr>
        </p:nvSpPr>
        <p:spPr>
          <a:xfrm>
            <a:off x="17660565" y="8097287"/>
            <a:ext cx="5077199" cy="415926"/>
          </a:xfrm>
          <a:prstGeom prst="rect">
            <a:avLst/>
          </a:prstGeom>
        </p:spPr>
        <p:txBody>
          <a:bodyPr/>
          <a:lstStyle>
            <a:lvl1pPr algn="ctr" defTabSz="1243273">
              <a:spcBef>
                <a:spcPts val="1300"/>
              </a:spcBef>
              <a:defRPr sz="2176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  <a:sym typeface="Montserrat Semi Bold"/>
              </a:defRPr>
            </a:lvl1pPr>
          </a:lstStyle>
          <a:p>
            <a:r>
              <a:t>Text</a:t>
            </a:r>
          </a:p>
        </p:txBody>
      </p:sp>
      <p:sp>
        <p:nvSpPr>
          <p:cNvPr id="158" name="Text Placeholder 33"/>
          <p:cNvSpPr>
            <a:spLocks noGrp="1"/>
          </p:cNvSpPr>
          <p:nvPr>
            <p:ph type="body" sz="quarter" idx="35" hasCustomPrompt="1"/>
          </p:nvPr>
        </p:nvSpPr>
        <p:spPr>
          <a:xfrm>
            <a:off x="17660565" y="9279536"/>
            <a:ext cx="5077199" cy="1113517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r>
              <a:t>Text</a:t>
            </a:r>
          </a:p>
        </p:txBody>
      </p:sp>
      <p:sp>
        <p:nvSpPr>
          <p:cNvPr id="159" name="Text Placeholder 33"/>
          <p:cNvSpPr>
            <a:spLocks noGrp="1"/>
          </p:cNvSpPr>
          <p:nvPr>
            <p:ph type="body" sz="quarter" idx="36" hasCustomPrompt="1"/>
          </p:nvPr>
        </p:nvSpPr>
        <p:spPr>
          <a:xfrm>
            <a:off x="17660565" y="8688412"/>
            <a:ext cx="5077199" cy="415926"/>
          </a:xfrm>
          <a:prstGeom prst="rect">
            <a:avLst/>
          </a:prstGeom>
        </p:spPr>
        <p:txBody>
          <a:bodyPr/>
          <a:lstStyle>
            <a:lvl1pPr algn="ctr" defTabSz="1444391">
              <a:spcBef>
                <a:spcPts val="1500"/>
              </a:spcBef>
              <a:defRPr sz="1896">
                <a:solidFill>
                  <a:srgbClr val="404040"/>
                </a:solidFill>
              </a:defRPr>
            </a:lvl1pPr>
          </a:lstStyle>
          <a:p>
            <a:r>
              <a:t>Text</a:t>
            </a:r>
          </a:p>
        </p:txBody>
      </p:sp>
    </p:spTree>
  </p:cSld>
  <p:clrMapOvr>
    <a:masterClrMapping/>
  </p:clrMapOvr>
  <p:transition spd="med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9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Текст заголовка"/>
          <p:cNvSpPr txBox="1">
            <a:spLocks noGrp="1"/>
          </p:cNvSpPr>
          <p:nvPr>
            <p:ph type="title"/>
          </p:nvPr>
        </p:nvSpPr>
        <p:spPr>
          <a:xfrm>
            <a:off x="1675963" y="529290"/>
            <a:ext cx="21025723" cy="1470962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r>
              <a:t>Текст заголовка</a:t>
            </a:r>
          </a:p>
        </p:txBody>
      </p:sp>
      <p:sp>
        <p:nvSpPr>
          <p:cNvPr id="167" name="Уровень текста 1…"/>
          <p:cNvSpPr txBox="1">
            <a:spLocks noGrp="1"/>
          </p:cNvSpPr>
          <p:nvPr>
            <p:ph type="body" sz="quarter" idx="1"/>
          </p:nvPr>
        </p:nvSpPr>
        <p:spPr>
          <a:xfrm>
            <a:off x="1675963" y="2000250"/>
            <a:ext cx="21025723" cy="457200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r>
              <a:t>Уровень текста 1</a:t>
            </a:r>
          </a:p>
          <a:p>
            <a:pPr lvl="1"/>
            <a:r>
              <a:t>Уровень текста 2</a:t>
            </a:r>
          </a:p>
          <a:p>
            <a:pPr lvl="2"/>
            <a:r>
              <a:t>Уровень текста 3</a:t>
            </a:r>
          </a:p>
          <a:p>
            <a:pPr lvl="3"/>
            <a:r>
              <a:t>Уровень текста 4</a:t>
            </a:r>
          </a:p>
          <a:p>
            <a:pPr lvl="4"/>
            <a:r>
              <a:t>Уровень текста 5</a:t>
            </a:r>
          </a:p>
        </p:txBody>
      </p:sp>
      <p:sp>
        <p:nvSpPr>
          <p:cNvPr id="168" name="Номер слайда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  <p:sp>
        <p:nvSpPr>
          <p:cNvPr id="169" name="Picture Placeholder 9"/>
          <p:cNvSpPr>
            <a:spLocks noGrp="1"/>
          </p:cNvSpPr>
          <p:nvPr>
            <p:ph type="pic" sz="quarter" idx="21"/>
          </p:nvPr>
        </p:nvSpPr>
        <p:spPr>
          <a:xfrm>
            <a:off x="1216180" y="3997140"/>
            <a:ext cx="3371851" cy="3371851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endParaRPr/>
          </a:p>
        </p:txBody>
      </p:sp>
      <p:sp>
        <p:nvSpPr>
          <p:cNvPr id="170" name="Picture Placeholder 10"/>
          <p:cNvSpPr>
            <a:spLocks noGrp="1"/>
          </p:cNvSpPr>
          <p:nvPr>
            <p:ph type="pic" sz="quarter" idx="22"/>
          </p:nvPr>
        </p:nvSpPr>
        <p:spPr>
          <a:xfrm>
            <a:off x="5859540" y="3997140"/>
            <a:ext cx="3371851" cy="3371851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endParaRPr/>
          </a:p>
        </p:txBody>
      </p:sp>
      <p:sp>
        <p:nvSpPr>
          <p:cNvPr id="171" name="Picture Placeholder 11"/>
          <p:cNvSpPr>
            <a:spLocks noGrp="1"/>
          </p:cNvSpPr>
          <p:nvPr>
            <p:ph type="pic" sz="quarter" idx="23"/>
          </p:nvPr>
        </p:nvSpPr>
        <p:spPr>
          <a:xfrm>
            <a:off x="10502899" y="3997140"/>
            <a:ext cx="3371851" cy="3371851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endParaRPr/>
          </a:p>
        </p:txBody>
      </p:sp>
      <p:sp>
        <p:nvSpPr>
          <p:cNvPr id="172" name="Picture Placeholder 12"/>
          <p:cNvSpPr>
            <a:spLocks noGrp="1"/>
          </p:cNvSpPr>
          <p:nvPr>
            <p:ph type="pic" sz="quarter" idx="24"/>
          </p:nvPr>
        </p:nvSpPr>
        <p:spPr>
          <a:xfrm>
            <a:off x="15146258" y="3997140"/>
            <a:ext cx="3371851" cy="3371851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endParaRPr/>
          </a:p>
        </p:txBody>
      </p:sp>
      <p:sp>
        <p:nvSpPr>
          <p:cNvPr id="173" name="Picture Placeholder 13"/>
          <p:cNvSpPr>
            <a:spLocks noGrp="1"/>
          </p:cNvSpPr>
          <p:nvPr>
            <p:ph type="pic" sz="quarter" idx="25"/>
          </p:nvPr>
        </p:nvSpPr>
        <p:spPr>
          <a:xfrm>
            <a:off x="19789616" y="3936819"/>
            <a:ext cx="3371851" cy="3371851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endParaRPr/>
          </a:p>
        </p:txBody>
      </p:sp>
      <p:sp>
        <p:nvSpPr>
          <p:cNvPr id="174" name="Text Placeholder 33"/>
          <p:cNvSpPr>
            <a:spLocks noGrp="1"/>
          </p:cNvSpPr>
          <p:nvPr>
            <p:ph type="body" sz="quarter" idx="26" hasCustomPrompt="1"/>
          </p:nvPr>
        </p:nvSpPr>
        <p:spPr>
          <a:xfrm>
            <a:off x="966289" y="8074521"/>
            <a:ext cx="3723342" cy="415926"/>
          </a:xfrm>
          <a:prstGeom prst="rect">
            <a:avLst/>
          </a:prstGeom>
        </p:spPr>
        <p:txBody>
          <a:bodyPr/>
          <a:lstStyle>
            <a:lvl1pPr algn="ctr" defTabSz="1243273">
              <a:spcBef>
                <a:spcPts val="1300"/>
              </a:spcBef>
              <a:defRPr sz="2176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  <a:sym typeface="Montserrat Semi Bold"/>
              </a:defRPr>
            </a:lvl1pPr>
          </a:lstStyle>
          <a:p>
            <a:r>
              <a:t>Text</a:t>
            </a:r>
          </a:p>
        </p:txBody>
      </p:sp>
      <p:sp>
        <p:nvSpPr>
          <p:cNvPr id="175" name="Text Placeholder 33"/>
          <p:cNvSpPr>
            <a:spLocks noGrp="1"/>
          </p:cNvSpPr>
          <p:nvPr>
            <p:ph type="body" sz="quarter" idx="27" hasCustomPrompt="1"/>
          </p:nvPr>
        </p:nvSpPr>
        <p:spPr>
          <a:xfrm>
            <a:off x="966289" y="9418135"/>
            <a:ext cx="3723341" cy="1823606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r>
              <a:t>Text</a:t>
            </a:r>
          </a:p>
        </p:txBody>
      </p:sp>
      <p:sp>
        <p:nvSpPr>
          <p:cNvPr id="176" name="Text Placeholder 33"/>
          <p:cNvSpPr>
            <a:spLocks noGrp="1"/>
          </p:cNvSpPr>
          <p:nvPr>
            <p:ph type="body" sz="quarter" idx="28" hasCustomPrompt="1"/>
          </p:nvPr>
        </p:nvSpPr>
        <p:spPr>
          <a:xfrm>
            <a:off x="966289" y="8665647"/>
            <a:ext cx="3723342" cy="415926"/>
          </a:xfrm>
          <a:prstGeom prst="rect">
            <a:avLst/>
          </a:prstGeom>
        </p:spPr>
        <p:txBody>
          <a:bodyPr/>
          <a:lstStyle>
            <a:lvl1pPr algn="ctr" defTabSz="1444391">
              <a:spcBef>
                <a:spcPts val="1500"/>
              </a:spcBef>
              <a:defRPr sz="1896">
                <a:solidFill>
                  <a:srgbClr val="404040"/>
                </a:solidFill>
              </a:defRPr>
            </a:lvl1pPr>
          </a:lstStyle>
          <a:p>
            <a:r>
              <a:t>Text</a:t>
            </a:r>
          </a:p>
        </p:txBody>
      </p:sp>
      <p:sp>
        <p:nvSpPr>
          <p:cNvPr id="177" name="Text Placeholder 33"/>
          <p:cNvSpPr>
            <a:spLocks noGrp="1"/>
          </p:cNvSpPr>
          <p:nvPr>
            <p:ph type="body" sz="quarter" idx="29" hasCustomPrompt="1"/>
          </p:nvPr>
        </p:nvSpPr>
        <p:spPr>
          <a:xfrm>
            <a:off x="5615042" y="8074521"/>
            <a:ext cx="3723342" cy="415926"/>
          </a:xfrm>
          <a:prstGeom prst="rect">
            <a:avLst/>
          </a:prstGeom>
        </p:spPr>
        <p:txBody>
          <a:bodyPr/>
          <a:lstStyle>
            <a:lvl1pPr algn="ctr" defTabSz="1243273">
              <a:spcBef>
                <a:spcPts val="1300"/>
              </a:spcBef>
              <a:defRPr sz="2176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  <a:sym typeface="Montserrat Semi Bold"/>
              </a:defRPr>
            </a:lvl1pPr>
          </a:lstStyle>
          <a:p>
            <a:r>
              <a:t>Text</a:t>
            </a:r>
          </a:p>
        </p:txBody>
      </p:sp>
      <p:sp>
        <p:nvSpPr>
          <p:cNvPr id="178" name="Text Placeholder 33"/>
          <p:cNvSpPr>
            <a:spLocks noGrp="1"/>
          </p:cNvSpPr>
          <p:nvPr>
            <p:ph type="body" sz="quarter" idx="30" hasCustomPrompt="1"/>
          </p:nvPr>
        </p:nvSpPr>
        <p:spPr>
          <a:xfrm>
            <a:off x="5615041" y="9418135"/>
            <a:ext cx="3723341" cy="1823606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r>
              <a:t>Text</a:t>
            </a:r>
          </a:p>
        </p:txBody>
      </p:sp>
      <p:sp>
        <p:nvSpPr>
          <p:cNvPr id="179" name="Text Placeholder 33"/>
          <p:cNvSpPr>
            <a:spLocks noGrp="1"/>
          </p:cNvSpPr>
          <p:nvPr>
            <p:ph type="body" sz="quarter" idx="31" hasCustomPrompt="1"/>
          </p:nvPr>
        </p:nvSpPr>
        <p:spPr>
          <a:xfrm>
            <a:off x="5615042" y="8665647"/>
            <a:ext cx="3723342" cy="415926"/>
          </a:xfrm>
          <a:prstGeom prst="rect">
            <a:avLst/>
          </a:prstGeom>
        </p:spPr>
        <p:txBody>
          <a:bodyPr/>
          <a:lstStyle>
            <a:lvl1pPr algn="ctr" defTabSz="1444391">
              <a:spcBef>
                <a:spcPts val="1500"/>
              </a:spcBef>
              <a:defRPr sz="1896">
                <a:solidFill>
                  <a:srgbClr val="404040"/>
                </a:solidFill>
              </a:defRPr>
            </a:lvl1pPr>
          </a:lstStyle>
          <a:p>
            <a:r>
              <a:t>Text</a:t>
            </a:r>
          </a:p>
        </p:txBody>
      </p:sp>
      <p:sp>
        <p:nvSpPr>
          <p:cNvPr id="180" name="Text Placeholder 33"/>
          <p:cNvSpPr>
            <a:spLocks noGrp="1"/>
          </p:cNvSpPr>
          <p:nvPr>
            <p:ph type="body" sz="quarter" idx="32" hasCustomPrompt="1"/>
          </p:nvPr>
        </p:nvSpPr>
        <p:spPr>
          <a:xfrm>
            <a:off x="10263792" y="8074521"/>
            <a:ext cx="3723342" cy="415926"/>
          </a:xfrm>
          <a:prstGeom prst="rect">
            <a:avLst/>
          </a:prstGeom>
        </p:spPr>
        <p:txBody>
          <a:bodyPr/>
          <a:lstStyle>
            <a:lvl1pPr algn="ctr" defTabSz="1243273">
              <a:spcBef>
                <a:spcPts val="1300"/>
              </a:spcBef>
              <a:defRPr sz="2176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  <a:sym typeface="Montserrat Semi Bold"/>
              </a:defRPr>
            </a:lvl1pPr>
          </a:lstStyle>
          <a:p>
            <a:r>
              <a:t>Text</a:t>
            </a:r>
          </a:p>
        </p:txBody>
      </p:sp>
      <p:sp>
        <p:nvSpPr>
          <p:cNvPr id="181" name="Text Placeholder 33"/>
          <p:cNvSpPr>
            <a:spLocks noGrp="1"/>
          </p:cNvSpPr>
          <p:nvPr>
            <p:ph type="body" sz="quarter" idx="33" hasCustomPrompt="1"/>
          </p:nvPr>
        </p:nvSpPr>
        <p:spPr>
          <a:xfrm>
            <a:off x="10263792" y="9418135"/>
            <a:ext cx="3723342" cy="1823606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r>
              <a:t>Text</a:t>
            </a:r>
          </a:p>
        </p:txBody>
      </p:sp>
      <p:sp>
        <p:nvSpPr>
          <p:cNvPr id="182" name="Text Placeholder 33"/>
          <p:cNvSpPr>
            <a:spLocks noGrp="1"/>
          </p:cNvSpPr>
          <p:nvPr>
            <p:ph type="body" sz="quarter" idx="34" hasCustomPrompt="1"/>
          </p:nvPr>
        </p:nvSpPr>
        <p:spPr>
          <a:xfrm>
            <a:off x="10263792" y="8665647"/>
            <a:ext cx="3723342" cy="415926"/>
          </a:xfrm>
          <a:prstGeom prst="rect">
            <a:avLst/>
          </a:prstGeom>
        </p:spPr>
        <p:txBody>
          <a:bodyPr/>
          <a:lstStyle>
            <a:lvl1pPr algn="ctr" defTabSz="1444391">
              <a:spcBef>
                <a:spcPts val="1500"/>
              </a:spcBef>
              <a:defRPr sz="1896">
                <a:solidFill>
                  <a:srgbClr val="404040"/>
                </a:solidFill>
              </a:defRPr>
            </a:lvl1pPr>
          </a:lstStyle>
          <a:p>
            <a:r>
              <a:t>Text</a:t>
            </a:r>
          </a:p>
        </p:txBody>
      </p:sp>
      <p:sp>
        <p:nvSpPr>
          <p:cNvPr id="183" name="Text Placeholder 33"/>
          <p:cNvSpPr>
            <a:spLocks noGrp="1"/>
          </p:cNvSpPr>
          <p:nvPr>
            <p:ph type="body" sz="quarter" idx="35" hasCustomPrompt="1"/>
          </p:nvPr>
        </p:nvSpPr>
        <p:spPr>
          <a:xfrm>
            <a:off x="14912544" y="8044360"/>
            <a:ext cx="3723341" cy="415926"/>
          </a:xfrm>
          <a:prstGeom prst="rect">
            <a:avLst/>
          </a:prstGeom>
        </p:spPr>
        <p:txBody>
          <a:bodyPr/>
          <a:lstStyle>
            <a:lvl1pPr algn="ctr" defTabSz="1243273">
              <a:spcBef>
                <a:spcPts val="1300"/>
              </a:spcBef>
              <a:defRPr sz="2176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  <a:sym typeface="Montserrat Semi Bold"/>
              </a:defRPr>
            </a:lvl1pPr>
          </a:lstStyle>
          <a:p>
            <a:r>
              <a:t>Text</a:t>
            </a:r>
          </a:p>
        </p:txBody>
      </p:sp>
      <p:sp>
        <p:nvSpPr>
          <p:cNvPr id="184" name="Text Placeholder 33"/>
          <p:cNvSpPr>
            <a:spLocks noGrp="1"/>
          </p:cNvSpPr>
          <p:nvPr>
            <p:ph type="body" sz="quarter" idx="36" hasCustomPrompt="1"/>
          </p:nvPr>
        </p:nvSpPr>
        <p:spPr>
          <a:xfrm>
            <a:off x="14912542" y="9387974"/>
            <a:ext cx="3723342" cy="1823606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r>
              <a:t>Text</a:t>
            </a:r>
          </a:p>
        </p:txBody>
      </p:sp>
      <p:sp>
        <p:nvSpPr>
          <p:cNvPr id="185" name="Text Placeholder 33"/>
          <p:cNvSpPr>
            <a:spLocks noGrp="1"/>
          </p:cNvSpPr>
          <p:nvPr>
            <p:ph type="body" sz="quarter" idx="37" hasCustomPrompt="1"/>
          </p:nvPr>
        </p:nvSpPr>
        <p:spPr>
          <a:xfrm>
            <a:off x="14912544" y="8635486"/>
            <a:ext cx="3723341" cy="415926"/>
          </a:xfrm>
          <a:prstGeom prst="rect">
            <a:avLst/>
          </a:prstGeom>
        </p:spPr>
        <p:txBody>
          <a:bodyPr/>
          <a:lstStyle>
            <a:lvl1pPr algn="ctr" defTabSz="1444391">
              <a:spcBef>
                <a:spcPts val="1500"/>
              </a:spcBef>
              <a:defRPr sz="1896">
                <a:solidFill>
                  <a:srgbClr val="404040"/>
                </a:solidFill>
              </a:defRPr>
            </a:lvl1pPr>
          </a:lstStyle>
          <a:p>
            <a:r>
              <a:t>Text</a:t>
            </a:r>
          </a:p>
        </p:txBody>
      </p:sp>
      <p:sp>
        <p:nvSpPr>
          <p:cNvPr id="186" name="Text Placeholder 33"/>
          <p:cNvSpPr>
            <a:spLocks noGrp="1"/>
          </p:cNvSpPr>
          <p:nvPr>
            <p:ph type="body" sz="quarter" idx="38" hasCustomPrompt="1"/>
          </p:nvPr>
        </p:nvSpPr>
        <p:spPr>
          <a:xfrm>
            <a:off x="19561294" y="8074521"/>
            <a:ext cx="3723342" cy="415926"/>
          </a:xfrm>
          <a:prstGeom prst="rect">
            <a:avLst/>
          </a:prstGeom>
        </p:spPr>
        <p:txBody>
          <a:bodyPr/>
          <a:lstStyle>
            <a:lvl1pPr algn="ctr" defTabSz="1243273">
              <a:spcBef>
                <a:spcPts val="1300"/>
              </a:spcBef>
              <a:defRPr sz="2176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  <a:sym typeface="Montserrat Semi Bold"/>
              </a:defRPr>
            </a:lvl1pPr>
          </a:lstStyle>
          <a:p>
            <a:r>
              <a:t>Text</a:t>
            </a:r>
          </a:p>
        </p:txBody>
      </p:sp>
      <p:sp>
        <p:nvSpPr>
          <p:cNvPr id="187" name="Text Placeholder 33"/>
          <p:cNvSpPr>
            <a:spLocks noGrp="1"/>
          </p:cNvSpPr>
          <p:nvPr>
            <p:ph type="body" sz="quarter" idx="39" hasCustomPrompt="1"/>
          </p:nvPr>
        </p:nvSpPr>
        <p:spPr>
          <a:xfrm>
            <a:off x="19561292" y="9418135"/>
            <a:ext cx="3723342" cy="1823606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r>
              <a:t>Text</a:t>
            </a:r>
          </a:p>
        </p:txBody>
      </p:sp>
      <p:sp>
        <p:nvSpPr>
          <p:cNvPr id="188" name="Text Placeholder 33"/>
          <p:cNvSpPr>
            <a:spLocks noGrp="1"/>
          </p:cNvSpPr>
          <p:nvPr>
            <p:ph type="body" sz="quarter" idx="40" hasCustomPrompt="1"/>
          </p:nvPr>
        </p:nvSpPr>
        <p:spPr>
          <a:xfrm>
            <a:off x="19561294" y="8665647"/>
            <a:ext cx="3723342" cy="415926"/>
          </a:xfrm>
          <a:prstGeom prst="rect">
            <a:avLst/>
          </a:prstGeom>
        </p:spPr>
        <p:txBody>
          <a:bodyPr/>
          <a:lstStyle>
            <a:lvl1pPr algn="ctr" defTabSz="1444391">
              <a:spcBef>
                <a:spcPts val="1500"/>
              </a:spcBef>
              <a:defRPr sz="1896">
                <a:solidFill>
                  <a:srgbClr val="404040"/>
                </a:solidFill>
              </a:defRPr>
            </a:lvl1pPr>
          </a:lstStyle>
          <a:p>
            <a:r>
              <a:t>Text</a:t>
            </a:r>
          </a:p>
        </p:txBody>
      </p:sp>
    </p:spTree>
  </p:cSld>
  <p:clrMapOvr>
    <a:masterClrMapping/>
  </p:clrMapOvr>
  <p:transition spd="med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10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Текст заголовка"/>
          <p:cNvSpPr txBox="1">
            <a:spLocks noGrp="1"/>
          </p:cNvSpPr>
          <p:nvPr>
            <p:ph type="title"/>
          </p:nvPr>
        </p:nvSpPr>
        <p:spPr>
          <a:xfrm>
            <a:off x="1675963" y="695883"/>
            <a:ext cx="10058839" cy="1057276"/>
          </a:xfrm>
          <a:prstGeom prst="rect">
            <a:avLst/>
          </a:prstGeom>
        </p:spPr>
        <p:txBody>
          <a:bodyPr/>
          <a:lstStyle>
            <a:lvl1pPr>
              <a:defRPr sz="5400">
                <a:solidFill>
                  <a:srgbClr val="404040"/>
                </a:solidFill>
              </a:defRPr>
            </a:lvl1pPr>
          </a:lstStyle>
          <a:p>
            <a:r>
              <a:t>Текст заголовка</a:t>
            </a:r>
          </a:p>
        </p:txBody>
      </p:sp>
      <p:sp>
        <p:nvSpPr>
          <p:cNvPr id="196" name="Уровень текста 1…"/>
          <p:cNvSpPr txBox="1">
            <a:spLocks noGrp="1"/>
          </p:cNvSpPr>
          <p:nvPr>
            <p:ph type="body" sz="quarter" idx="1"/>
          </p:nvPr>
        </p:nvSpPr>
        <p:spPr>
          <a:xfrm>
            <a:off x="1675963" y="1753159"/>
            <a:ext cx="10058839" cy="457201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chemeClr val="accent4"/>
                </a:solidFill>
              </a:defRPr>
            </a:lvl1pPr>
            <a:lvl2pPr>
              <a:defRPr sz="3200">
                <a:solidFill>
                  <a:schemeClr val="accent4"/>
                </a:solidFill>
              </a:defRPr>
            </a:lvl2pPr>
            <a:lvl3pPr>
              <a:defRPr sz="3200">
                <a:solidFill>
                  <a:schemeClr val="accent4"/>
                </a:solidFill>
              </a:defRPr>
            </a:lvl3pPr>
            <a:lvl4pPr>
              <a:defRPr sz="3200">
                <a:solidFill>
                  <a:schemeClr val="accent4"/>
                </a:solidFill>
              </a:defRPr>
            </a:lvl4pPr>
            <a:lvl5pPr>
              <a:defRPr sz="3200">
                <a:solidFill>
                  <a:schemeClr val="accent4"/>
                </a:solidFill>
              </a:defRPr>
            </a:lvl5pPr>
          </a:lstStyle>
          <a:p>
            <a:r>
              <a:t>Уровень текста 1</a:t>
            </a:r>
          </a:p>
          <a:p>
            <a:pPr lvl="1"/>
            <a:r>
              <a:t>Уровень текста 2</a:t>
            </a:r>
          </a:p>
          <a:p>
            <a:pPr lvl="2"/>
            <a:r>
              <a:t>Уровень текста 3</a:t>
            </a:r>
          </a:p>
          <a:p>
            <a:pPr lvl="3"/>
            <a:r>
              <a:t>Уровень текста 4</a:t>
            </a:r>
          </a:p>
          <a:p>
            <a:pPr lvl="4"/>
            <a:r>
              <a:t>Уровень текста 5</a:t>
            </a:r>
          </a:p>
        </p:txBody>
      </p:sp>
      <p:sp>
        <p:nvSpPr>
          <p:cNvPr id="197" name="Номер слайда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  <p:sp>
        <p:nvSpPr>
          <p:cNvPr id="198" name="Picture Placeholder 8"/>
          <p:cNvSpPr>
            <a:spLocks noGrp="1"/>
          </p:cNvSpPr>
          <p:nvPr>
            <p:ph type="pic" sz="quarter" idx="21"/>
          </p:nvPr>
        </p:nvSpPr>
        <p:spPr>
          <a:xfrm>
            <a:off x="0" y="3854543"/>
            <a:ext cx="6454589" cy="371307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endParaRPr/>
          </a:p>
        </p:txBody>
      </p:sp>
      <p:sp>
        <p:nvSpPr>
          <p:cNvPr id="199" name="Picture Placeholder 8"/>
          <p:cNvSpPr>
            <a:spLocks noGrp="1"/>
          </p:cNvSpPr>
          <p:nvPr>
            <p:ph type="pic" sz="quarter" idx="22"/>
          </p:nvPr>
        </p:nvSpPr>
        <p:spPr>
          <a:xfrm>
            <a:off x="6454588" y="3854543"/>
            <a:ext cx="6454589" cy="371307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endParaRPr/>
          </a:p>
        </p:txBody>
      </p:sp>
      <p:sp>
        <p:nvSpPr>
          <p:cNvPr id="200" name="Picture Placeholder 8"/>
          <p:cNvSpPr>
            <a:spLocks noGrp="1"/>
          </p:cNvSpPr>
          <p:nvPr>
            <p:ph type="pic" sz="quarter" idx="23"/>
          </p:nvPr>
        </p:nvSpPr>
        <p:spPr>
          <a:xfrm>
            <a:off x="0" y="7567613"/>
            <a:ext cx="6454589" cy="3713071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endParaRPr/>
          </a:p>
        </p:txBody>
      </p:sp>
      <p:sp>
        <p:nvSpPr>
          <p:cNvPr id="201" name="Picture Placeholder 8"/>
          <p:cNvSpPr>
            <a:spLocks noGrp="1"/>
          </p:cNvSpPr>
          <p:nvPr>
            <p:ph type="pic" sz="quarter" idx="24"/>
          </p:nvPr>
        </p:nvSpPr>
        <p:spPr>
          <a:xfrm>
            <a:off x="6454588" y="7567613"/>
            <a:ext cx="6454589" cy="3713071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endParaRPr/>
          </a:p>
        </p:txBody>
      </p:sp>
      <p:sp>
        <p:nvSpPr>
          <p:cNvPr id="202" name="Picture Placeholder 8"/>
          <p:cNvSpPr>
            <a:spLocks noGrp="1"/>
          </p:cNvSpPr>
          <p:nvPr>
            <p:ph type="pic" sz="quarter" idx="25"/>
          </p:nvPr>
        </p:nvSpPr>
        <p:spPr>
          <a:xfrm>
            <a:off x="3927309" y="6974299"/>
            <a:ext cx="2527279" cy="593315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endParaRPr/>
          </a:p>
        </p:txBody>
      </p:sp>
      <p:sp>
        <p:nvSpPr>
          <p:cNvPr id="203" name="Text Placeholder 28"/>
          <p:cNvSpPr>
            <a:spLocks noGrp="1"/>
          </p:cNvSpPr>
          <p:nvPr>
            <p:ph type="body" sz="quarter" idx="26" hasCustomPrompt="1"/>
          </p:nvPr>
        </p:nvSpPr>
        <p:spPr>
          <a:xfrm>
            <a:off x="4046680" y="7073899"/>
            <a:ext cx="2311775" cy="365127"/>
          </a:xfrm>
          <a:prstGeom prst="rect">
            <a:avLst/>
          </a:prstGeom>
        </p:spPr>
        <p:txBody>
          <a:bodyPr/>
          <a:lstStyle>
            <a:lvl1pPr defTabSz="1243273">
              <a:spcBef>
                <a:spcPts val="1300"/>
              </a:spcBef>
              <a:defRPr sz="1632">
                <a:solidFill>
                  <a:srgbClr val="FFFFFF"/>
                </a:solidFill>
              </a:defRPr>
            </a:lvl1pPr>
          </a:lstStyle>
          <a:p>
            <a:r>
              <a:t>Text</a:t>
            </a:r>
          </a:p>
        </p:txBody>
      </p:sp>
      <p:sp>
        <p:nvSpPr>
          <p:cNvPr id="204" name="Picture Placeholder 8"/>
          <p:cNvSpPr>
            <a:spLocks noGrp="1"/>
          </p:cNvSpPr>
          <p:nvPr>
            <p:ph type="pic" sz="quarter" idx="27"/>
          </p:nvPr>
        </p:nvSpPr>
        <p:spPr>
          <a:xfrm>
            <a:off x="6454588" y="7567613"/>
            <a:ext cx="2527279" cy="593315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endParaRPr/>
          </a:p>
        </p:txBody>
      </p:sp>
      <p:sp>
        <p:nvSpPr>
          <p:cNvPr id="205" name="Text Placeholder 28"/>
          <p:cNvSpPr>
            <a:spLocks noGrp="1"/>
          </p:cNvSpPr>
          <p:nvPr>
            <p:ph type="body" sz="quarter" idx="28" hasCustomPrompt="1"/>
          </p:nvPr>
        </p:nvSpPr>
        <p:spPr>
          <a:xfrm>
            <a:off x="6573957" y="7667212"/>
            <a:ext cx="2311775" cy="365127"/>
          </a:xfrm>
          <a:prstGeom prst="rect">
            <a:avLst/>
          </a:prstGeom>
        </p:spPr>
        <p:txBody>
          <a:bodyPr/>
          <a:lstStyle>
            <a:lvl1pPr defTabSz="1243273">
              <a:spcBef>
                <a:spcPts val="1300"/>
              </a:spcBef>
              <a:defRPr sz="1632">
                <a:solidFill>
                  <a:srgbClr val="FFFFFF"/>
                </a:solidFill>
              </a:defRPr>
            </a:lvl1pPr>
          </a:lstStyle>
          <a:p>
            <a:r>
              <a:t>Text</a:t>
            </a:r>
          </a:p>
        </p:txBody>
      </p:sp>
      <p:sp>
        <p:nvSpPr>
          <p:cNvPr id="206" name="Picture Placeholder 8"/>
          <p:cNvSpPr>
            <a:spLocks noGrp="1"/>
          </p:cNvSpPr>
          <p:nvPr>
            <p:ph type="pic" sz="quarter" idx="29"/>
          </p:nvPr>
        </p:nvSpPr>
        <p:spPr>
          <a:xfrm>
            <a:off x="6454588" y="6974299"/>
            <a:ext cx="2527279" cy="593315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endParaRPr/>
          </a:p>
        </p:txBody>
      </p:sp>
      <p:sp>
        <p:nvSpPr>
          <p:cNvPr id="207" name="Text Placeholder 28"/>
          <p:cNvSpPr>
            <a:spLocks noGrp="1"/>
          </p:cNvSpPr>
          <p:nvPr>
            <p:ph type="body" sz="quarter" idx="30" hasCustomPrompt="1"/>
          </p:nvPr>
        </p:nvSpPr>
        <p:spPr>
          <a:xfrm>
            <a:off x="6573957" y="7073899"/>
            <a:ext cx="2311775" cy="365127"/>
          </a:xfrm>
          <a:prstGeom prst="rect">
            <a:avLst/>
          </a:prstGeom>
        </p:spPr>
        <p:txBody>
          <a:bodyPr/>
          <a:lstStyle>
            <a:lvl1pPr defTabSz="1243273">
              <a:spcBef>
                <a:spcPts val="1300"/>
              </a:spcBef>
              <a:defRPr sz="1632">
                <a:solidFill>
                  <a:srgbClr val="FFFFFF"/>
                </a:solidFill>
              </a:defRPr>
            </a:lvl1pPr>
          </a:lstStyle>
          <a:p>
            <a:r>
              <a:t>Text</a:t>
            </a:r>
          </a:p>
        </p:txBody>
      </p:sp>
      <p:sp>
        <p:nvSpPr>
          <p:cNvPr id="208" name="Picture Placeholder 8"/>
          <p:cNvSpPr>
            <a:spLocks noGrp="1"/>
          </p:cNvSpPr>
          <p:nvPr>
            <p:ph type="pic" sz="quarter" idx="31"/>
          </p:nvPr>
        </p:nvSpPr>
        <p:spPr>
          <a:xfrm>
            <a:off x="3927309" y="7567613"/>
            <a:ext cx="2527279" cy="593315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endParaRPr/>
          </a:p>
        </p:txBody>
      </p:sp>
      <p:sp>
        <p:nvSpPr>
          <p:cNvPr id="209" name="Text Placeholder 28"/>
          <p:cNvSpPr>
            <a:spLocks noGrp="1"/>
          </p:cNvSpPr>
          <p:nvPr>
            <p:ph type="body" sz="quarter" idx="32" hasCustomPrompt="1"/>
          </p:nvPr>
        </p:nvSpPr>
        <p:spPr>
          <a:xfrm>
            <a:off x="4046680" y="7667212"/>
            <a:ext cx="2311775" cy="365127"/>
          </a:xfrm>
          <a:prstGeom prst="rect">
            <a:avLst/>
          </a:prstGeom>
        </p:spPr>
        <p:txBody>
          <a:bodyPr/>
          <a:lstStyle>
            <a:lvl1pPr defTabSz="1243273">
              <a:spcBef>
                <a:spcPts val="1300"/>
              </a:spcBef>
              <a:defRPr sz="1632">
                <a:solidFill>
                  <a:srgbClr val="FFFFFF"/>
                </a:solidFill>
              </a:defRPr>
            </a:lvl1pPr>
          </a:lstStyle>
          <a:p>
            <a:r>
              <a:t>Text</a:t>
            </a:r>
          </a:p>
        </p:txBody>
      </p:sp>
    </p:spTree>
  </p:cSld>
  <p:clrMapOvr>
    <a:masterClrMapping/>
  </p:clrMapOvr>
  <p:transition spd="med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Номер слайда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  <p:sp>
        <p:nvSpPr>
          <p:cNvPr id="217" name="Picture Placeholder 8"/>
          <p:cNvSpPr>
            <a:spLocks noGrp="1"/>
          </p:cNvSpPr>
          <p:nvPr>
            <p:ph type="pic" sz="quarter" idx="21"/>
          </p:nvPr>
        </p:nvSpPr>
        <p:spPr>
          <a:xfrm>
            <a:off x="-2" y="0"/>
            <a:ext cx="12226927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endParaRPr/>
          </a:p>
        </p:txBody>
      </p:sp>
      <p:sp>
        <p:nvSpPr>
          <p:cNvPr id="218" name="Picture Placeholder 8"/>
          <p:cNvSpPr>
            <a:spLocks noGrp="1"/>
          </p:cNvSpPr>
          <p:nvPr>
            <p:ph type="pic" sz="quarter" idx="22"/>
          </p:nvPr>
        </p:nvSpPr>
        <p:spPr>
          <a:xfrm>
            <a:off x="12150725" y="0"/>
            <a:ext cx="12226926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endParaRPr/>
          </a:p>
        </p:txBody>
      </p:sp>
      <p:sp>
        <p:nvSpPr>
          <p:cNvPr id="219" name="Picture Placeholder 8"/>
          <p:cNvSpPr>
            <a:spLocks noGrp="1"/>
          </p:cNvSpPr>
          <p:nvPr>
            <p:ph type="pic" sz="quarter" idx="23"/>
          </p:nvPr>
        </p:nvSpPr>
        <p:spPr>
          <a:xfrm>
            <a:off x="0" y="4572000"/>
            <a:ext cx="12188825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endParaRPr/>
          </a:p>
        </p:txBody>
      </p:sp>
      <p:sp>
        <p:nvSpPr>
          <p:cNvPr id="220" name="Picture Placeholder 8"/>
          <p:cNvSpPr>
            <a:spLocks noGrp="1"/>
          </p:cNvSpPr>
          <p:nvPr>
            <p:ph type="pic" sz="quarter" idx="24"/>
          </p:nvPr>
        </p:nvSpPr>
        <p:spPr>
          <a:xfrm>
            <a:off x="12150725" y="4572000"/>
            <a:ext cx="12188826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endParaRPr/>
          </a:p>
        </p:txBody>
      </p:sp>
      <p:sp>
        <p:nvSpPr>
          <p:cNvPr id="221" name="Picture Placeholder 8"/>
          <p:cNvSpPr>
            <a:spLocks noGrp="1"/>
          </p:cNvSpPr>
          <p:nvPr>
            <p:ph type="pic" sz="quarter" idx="25"/>
          </p:nvPr>
        </p:nvSpPr>
        <p:spPr>
          <a:xfrm>
            <a:off x="0" y="9144000"/>
            <a:ext cx="12188825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endParaRPr/>
          </a:p>
        </p:txBody>
      </p:sp>
      <p:sp>
        <p:nvSpPr>
          <p:cNvPr id="222" name="Picture Placeholder 8"/>
          <p:cNvSpPr>
            <a:spLocks noGrp="1"/>
          </p:cNvSpPr>
          <p:nvPr>
            <p:ph type="pic" sz="quarter" idx="26"/>
          </p:nvPr>
        </p:nvSpPr>
        <p:spPr>
          <a:xfrm>
            <a:off x="12132422" y="9144000"/>
            <a:ext cx="12245230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endParaRPr/>
          </a:p>
        </p:txBody>
      </p:sp>
      <p:sp>
        <p:nvSpPr>
          <p:cNvPr id="223" name="Picture Placeholder 8"/>
          <p:cNvSpPr>
            <a:spLocks noGrp="1"/>
          </p:cNvSpPr>
          <p:nvPr>
            <p:ph type="pic" sz="quarter" idx="27"/>
          </p:nvPr>
        </p:nvSpPr>
        <p:spPr>
          <a:xfrm>
            <a:off x="4811722" y="1989342"/>
            <a:ext cx="2527279" cy="593315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endParaRPr/>
          </a:p>
        </p:txBody>
      </p:sp>
      <p:sp>
        <p:nvSpPr>
          <p:cNvPr id="224" name="Уровень текста 1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4931092" y="2088943"/>
            <a:ext cx="2311775" cy="365127"/>
          </a:xfrm>
          <a:prstGeom prst="rect">
            <a:avLst/>
          </a:prstGeom>
        </p:spPr>
        <p:txBody>
          <a:bodyPr/>
          <a:lstStyle>
            <a:lvl1pPr>
              <a:defRPr sz="2400">
                <a:solidFill>
                  <a:srgbClr val="FFFFFF"/>
                </a:solidFill>
              </a:defRPr>
            </a:lvl1pPr>
            <a:lvl2pPr>
              <a:defRPr sz="2400">
                <a:solidFill>
                  <a:srgbClr val="FFFFFF"/>
                </a:solidFill>
              </a:defRPr>
            </a:lvl2pPr>
            <a:lvl3pPr>
              <a:defRPr sz="2400">
                <a:solidFill>
                  <a:srgbClr val="FFFFFF"/>
                </a:solidFill>
              </a:defRPr>
            </a:lvl3pPr>
            <a:lvl4pPr>
              <a:defRPr sz="2400">
                <a:solidFill>
                  <a:srgbClr val="FFFFFF"/>
                </a:solidFill>
              </a:defRPr>
            </a:lvl4pPr>
            <a:lvl5pPr>
              <a:defRPr sz="2400">
                <a:solidFill>
                  <a:srgbClr val="FFFFFF"/>
                </a:solidFill>
              </a:defRPr>
            </a:lvl5pPr>
          </a:lstStyle>
          <a:p>
            <a:r>
              <a:t>Text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225" name="Picture Placeholder 8"/>
          <p:cNvSpPr>
            <a:spLocks noGrp="1"/>
          </p:cNvSpPr>
          <p:nvPr>
            <p:ph type="pic" sz="quarter" idx="28"/>
          </p:nvPr>
        </p:nvSpPr>
        <p:spPr>
          <a:xfrm>
            <a:off x="17000548" y="6561342"/>
            <a:ext cx="2527279" cy="593315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endParaRPr/>
          </a:p>
        </p:txBody>
      </p:sp>
      <p:sp>
        <p:nvSpPr>
          <p:cNvPr id="226" name="Text Placeholder 28"/>
          <p:cNvSpPr>
            <a:spLocks noGrp="1"/>
          </p:cNvSpPr>
          <p:nvPr>
            <p:ph type="body" sz="quarter" idx="29" hasCustomPrompt="1"/>
          </p:nvPr>
        </p:nvSpPr>
        <p:spPr>
          <a:xfrm>
            <a:off x="17119919" y="6660943"/>
            <a:ext cx="2311775" cy="365127"/>
          </a:xfrm>
          <a:prstGeom prst="rect">
            <a:avLst/>
          </a:prstGeom>
        </p:spPr>
        <p:txBody>
          <a:bodyPr/>
          <a:lstStyle>
            <a:lvl1pPr defTabSz="1243273">
              <a:spcBef>
                <a:spcPts val="1300"/>
              </a:spcBef>
              <a:defRPr sz="1632">
                <a:solidFill>
                  <a:srgbClr val="FFFFFF"/>
                </a:solidFill>
              </a:defRPr>
            </a:lvl1pPr>
          </a:lstStyle>
          <a:p>
            <a:r>
              <a:t>Text</a:t>
            </a:r>
          </a:p>
        </p:txBody>
      </p:sp>
      <p:sp>
        <p:nvSpPr>
          <p:cNvPr id="227" name="Picture Placeholder 8"/>
          <p:cNvSpPr>
            <a:spLocks noGrp="1"/>
          </p:cNvSpPr>
          <p:nvPr>
            <p:ph type="pic" sz="quarter" idx="30"/>
          </p:nvPr>
        </p:nvSpPr>
        <p:spPr>
          <a:xfrm>
            <a:off x="4907857" y="11133342"/>
            <a:ext cx="2527278" cy="593315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endParaRPr/>
          </a:p>
        </p:txBody>
      </p:sp>
      <p:sp>
        <p:nvSpPr>
          <p:cNvPr id="228" name="Text Placeholder 28"/>
          <p:cNvSpPr>
            <a:spLocks noGrp="1"/>
          </p:cNvSpPr>
          <p:nvPr>
            <p:ph type="body" sz="quarter" idx="31" hasCustomPrompt="1"/>
          </p:nvPr>
        </p:nvSpPr>
        <p:spPr>
          <a:xfrm>
            <a:off x="5027226" y="11232943"/>
            <a:ext cx="2311775" cy="365127"/>
          </a:xfrm>
          <a:prstGeom prst="rect">
            <a:avLst/>
          </a:prstGeom>
        </p:spPr>
        <p:txBody>
          <a:bodyPr/>
          <a:lstStyle>
            <a:lvl1pPr defTabSz="1243273">
              <a:spcBef>
                <a:spcPts val="1300"/>
              </a:spcBef>
              <a:defRPr sz="1632">
                <a:solidFill>
                  <a:srgbClr val="FFFFFF"/>
                </a:solidFill>
              </a:defRPr>
            </a:lvl1pPr>
          </a:lstStyle>
          <a:p>
            <a:r>
              <a:t>Text</a:t>
            </a:r>
          </a:p>
        </p:txBody>
      </p:sp>
    </p:spTree>
  </p:cSld>
  <p:clrMapOvr>
    <a:masterClrMapping/>
  </p:clrMapOvr>
  <p:transition spd="med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Номер слайда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  <p:sp>
        <p:nvSpPr>
          <p:cNvPr id="236" name="Picture Placeholder 8"/>
          <p:cNvSpPr>
            <a:spLocks noGrp="1"/>
          </p:cNvSpPr>
          <p:nvPr>
            <p:ph type="pic" sz="quarter" idx="21"/>
          </p:nvPr>
        </p:nvSpPr>
        <p:spPr>
          <a:xfrm>
            <a:off x="-2" y="0"/>
            <a:ext cx="12226927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endParaRPr/>
          </a:p>
        </p:txBody>
      </p:sp>
      <p:sp>
        <p:nvSpPr>
          <p:cNvPr id="237" name="Picture Placeholder 8"/>
          <p:cNvSpPr>
            <a:spLocks noGrp="1"/>
          </p:cNvSpPr>
          <p:nvPr>
            <p:ph type="pic" sz="quarter" idx="22"/>
          </p:nvPr>
        </p:nvSpPr>
        <p:spPr>
          <a:xfrm>
            <a:off x="12150725" y="0"/>
            <a:ext cx="12226926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endParaRPr/>
          </a:p>
        </p:txBody>
      </p:sp>
      <p:sp>
        <p:nvSpPr>
          <p:cNvPr id="238" name="Picture Placeholder 8"/>
          <p:cNvSpPr>
            <a:spLocks noGrp="1"/>
          </p:cNvSpPr>
          <p:nvPr>
            <p:ph type="pic" sz="quarter" idx="23"/>
          </p:nvPr>
        </p:nvSpPr>
        <p:spPr>
          <a:xfrm>
            <a:off x="0" y="4572000"/>
            <a:ext cx="12188825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endParaRPr/>
          </a:p>
        </p:txBody>
      </p:sp>
      <p:sp>
        <p:nvSpPr>
          <p:cNvPr id="239" name="Picture Placeholder 8"/>
          <p:cNvSpPr>
            <a:spLocks noGrp="1"/>
          </p:cNvSpPr>
          <p:nvPr>
            <p:ph type="pic" sz="quarter" idx="24"/>
          </p:nvPr>
        </p:nvSpPr>
        <p:spPr>
          <a:xfrm>
            <a:off x="12150725" y="4572000"/>
            <a:ext cx="12188826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endParaRPr/>
          </a:p>
        </p:txBody>
      </p:sp>
      <p:sp>
        <p:nvSpPr>
          <p:cNvPr id="240" name="Picture Placeholder 8"/>
          <p:cNvSpPr>
            <a:spLocks noGrp="1"/>
          </p:cNvSpPr>
          <p:nvPr>
            <p:ph type="pic" sz="quarter" idx="25"/>
          </p:nvPr>
        </p:nvSpPr>
        <p:spPr>
          <a:xfrm>
            <a:off x="17062450" y="1989342"/>
            <a:ext cx="2527278" cy="593315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endParaRPr/>
          </a:p>
        </p:txBody>
      </p:sp>
      <p:sp>
        <p:nvSpPr>
          <p:cNvPr id="241" name="Уровень текста 1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17181819" y="2088943"/>
            <a:ext cx="2311775" cy="365127"/>
          </a:xfrm>
          <a:prstGeom prst="rect">
            <a:avLst/>
          </a:prstGeom>
        </p:spPr>
        <p:txBody>
          <a:bodyPr/>
          <a:lstStyle>
            <a:lvl1pPr>
              <a:defRPr sz="2400">
                <a:solidFill>
                  <a:srgbClr val="FFFFFF"/>
                </a:solidFill>
              </a:defRPr>
            </a:lvl1pPr>
            <a:lvl2pPr>
              <a:defRPr sz="2400">
                <a:solidFill>
                  <a:srgbClr val="FFFFFF"/>
                </a:solidFill>
              </a:defRPr>
            </a:lvl2pPr>
            <a:lvl3pPr>
              <a:defRPr sz="2400">
                <a:solidFill>
                  <a:srgbClr val="FFFFFF"/>
                </a:solidFill>
              </a:defRPr>
            </a:lvl3pPr>
            <a:lvl4pPr>
              <a:defRPr sz="2400">
                <a:solidFill>
                  <a:srgbClr val="FFFFFF"/>
                </a:solidFill>
              </a:defRPr>
            </a:lvl4pPr>
            <a:lvl5pPr>
              <a:defRPr sz="2400">
                <a:solidFill>
                  <a:srgbClr val="FFFFFF"/>
                </a:solidFill>
              </a:defRPr>
            </a:lvl5pPr>
          </a:lstStyle>
          <a:p>
            <a:r>
              <a:t>Text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242" name="Picture Placeholder 8"/>
          <p:cNvSpPr>
            <a:spLocks noGrp="1"/>
          </p:cNvSpPr>
          <p:nvPr>
            <p:ph type="pic" sz="quarter" idx="26"/>
          </p:nvPr>
        </p:nvSpPr>
        <p:spPr>
          <a:xfrm>
            <a:off x="4811724" y="6575837"/>
            <a:ext cx="2527279" cy="593315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endParaRPr/>
          </a:p>
        </p:txBody>
      </p:sp>
      <p:sp>
        <p:nvSpPr>
          <p:cNvPr id="243" name="Text Placeholder 28"/>
          <p:cNvSpPr>
            <a:spLocks noGrp="1"/>
          </p:cNvSpPr>
          <p:nvPr>
            <p:ph type="body" sz="quarter" idx="27" hasCustomPrompt="1"/>
          </p:nvPr>
        </p:nvSpPr>
        <p:spPr>
          <a:xfrm>
            <a:off x="4931093" y="6675436"/>
            <a:ext cx="2311775" cy="365127"/>
          </a:xfrm>
          <a:prstGeom prst="rect">
            <a:avLst/>
          </a:prstGeom>
        </p:spPr>
        <p:txBody>
          <a:bodyPr/>
          <a:lstStyle>
            <a:lvl1pPr defTabSz="1243273">
              <a:spcBef>
                <a:spcPts val="1300"/>
              </a:spcBef>
              <a:defRPr sz="1632">
                <a:solidFill>
                  <a:srgbClr val="FFFFFF"/>
                </a:solidFill>
              </a:defRPr>
            </a:lvl1pPr>
          </a:lstStyle>
          <a:p>
            <a:r>
              <a:t>Text</a:t>
            </a:r>
          </a:p>
        </p:txBody>
      </p:sp>
      <p:sp>
        <p:nvSpPr>
          <p:cNvPr id="244" name="Text Placeholder 28"/>
          <p:cNvSpPr>
            <a:spLocks noGrp="1"/>
          </p:cNvSpPr>
          <p:nvPr>
            <p:ph type="body" sz="quarter" idx="28" hasCustomPrompt="1"/>
          </p:nvPr>
        </p:nvSpPr>
        <p:spPr>
          <a:xfrm>
            <a:off x="5090857" y="12257089"/>
            <a:ext cx="2311775" cy="365127"/>
          </a:xfrm>
          <a:prstGeom prst="rect">
            <a:avLst/>
          </a:prstGeom>
        </p:spPr>
        <p:txBody>
          <a:bodyPr/>
          <a:lstStyle>
            <a:lvl1pPr defTabSz="1243273">
              <a:spcBef>
                <a:spcPts val="1300"/>
              </a:spcBef>
              <a:defRPr sz="1632">
                <a:solidFill>
                  <a:srgbClr val="FFFFFF"/>
                </a:solidFill>
              </a:defRPr>
            </a:lvl1pPr>
          </a:lstStyle>
          <a:p>
            <a:r>
              <a:t>Text</a:t>
            </a:r>
          </a:p>
        </p:txBody>
      </p:sp>
      <p:sp>
        <p:nvSpPr>
          <p:cNvPr id="245" name="Текст заголовка"/>
          <p:cNvSpPr txBox="1">
            <a:spLocks noGrp="1"/>
          </p:cNvSpPr>
          <p:nvPr>
            <p:ph type="title"/>
          </p:nvPr>
        </p:nvSpPr>
        <p:spPr>
          <a:xfrm>
            <a:off x="1637863" y="9466729"/>
            <a:ext cx="21025723" cy="1142536"/>
          </a:xfrm>
          <a:prstGeom prst="rect">
            <a:avLst/>
          </a:prstGeom>
        </p:spPr>
        <p:txBody>
          <a:bodyPr/>
          <a:lstStyle>
            <a:lvl1pPr algn="ctr">
              <a:defRPr sz="7200">
                <a:solidFill>
                  <a:srgbClr val="404040"/>
                </a:solidFill>
              </a:defRPr>
            </a:lvl1pPr>
          </a:lstStyle>
          <a:p>
            <a:r>
              <a:t>Текст заголовка</a:t>
            </a:r>
          </a:p>
        </p:txBody>
      </p:sp>
    </p:spTree>
  </p:cSld>
  <p:clrMapOvr>
    <a:masterClrMapping/>
  </p:clrMapOvr>
  <p:transition spd="med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3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Picture Placeholder 11"/>
          <p:cNvSpPr>
            <a:spLocks noGrp="1"/>
          </p:cNvSpPr>
          <p:nvPr>
            <p:ph type="pic" idx="21"/>
          </p:nvPr>
        </p:nvSpPr>
        <p:spPr>
          <a:xfrm>
            <a:off x="-5" y="-1"/>
            <a:ext cx="24377655" cy="1365409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endParaRPr/>
          </a:p>
        </p:txBody>
      </p:sp>
      <p:sp>
        <p:nvSpPr>
          <p:cNvPr id="253" name="Номер слайда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  <p:sp>
        <p:nvSpPr>
          <p:cNvPr id="254" name="Picture Placeholder 10"/>
          <p:cNvSpPr>
            <a:spLocks noGrp="1"/>
          </p:cNvSpPr>
          <p:nvPr>
            <p:ph type="pic" idx="22"/>
          </p:nvPr>
        </p:nvSpPr>
        <p:spPr>
          <a:xfrm>
            <a:off x="-39319204" y="-17373600"/>
            <a:ext cx="24377654" cy="13716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endParaRPr/>
          </a:p>
        </p:txBody>
      </p:sp>
      <p:sp>
        <p:nvSpPr>
          <p:cNvPr id="255" name="Текст заголовка"/>
          <p:cNvSpPr txBox="1">
            <a:spLocks noGrp="1"/>
          </p:cNvSpPr>
          <p:nvPr>
            <p:ph type="title"/>
          </p:nvPr>
        </p:nvSpPr>
        <p:spPr>
          <a:xfrm>
            <a:off x="1675963" y="526473"/>
            <a:ext cx="21025723" cy="1556904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r>
              <a:t>Текст заголовка</a:t>
            </a:r>
          </a:p>
        </p:txBody>
      </p:sp>
      <p:sp>
        <p:nvSpPr>
          <p:cNvPr id="256" name="Уровень текста 1…"/>
          <p:cNvSpPr txBox="1">
            <a:spLocks noGrp="1"/>
          </p:cNvSpPr>
          <p:nvPr>
            <p:ph type="body" sz="quarter" idx="1"/>
          </p:nvPr>
        </p:nvSpPr>
        <p:spPr>
          <a:xfrm>
            <a:off x="1675963" y="2083377"/>
            <a:ext cx="21025723" cy="457201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r>
              <a:t>Уровень текста 1</a:t>
            </a:r>
          </a:p>
          <a:p>
            <a:pPr lvl="1"/>
            <a:r>
              <a:t>Уровень текста 2</a:t>
            </a:r>
          </a:p>
          <a:p>
            <a:pPr lvl="2"/>
            <a:r>
              <a:t>Уровень текста 3</a:t>
            </a:r>
          </a:p>
          <a:p>
            <a:pPr lvl="3"/>
            <a:r>
              <a:t>Уровень текста 4</a:t>
            </a:r>
          </a:p>
          <a:p>
            <a:pPr lvl="4"/>
            <a:r>
              <a:t>Уровень текста 5</a:t>
            </a:r>
          </a:p>
        </p:txBody>
      </p:sp>
      <p:sp>
        <p:nvSpPr>
          <p:cNvPr id="257" name="Picture Placeholder 9"/>
          <p:cNvSpPr>
            <a:spLocks noGrp="1"/>
          </p:cNvSpPr>
          <p:nvPr>
            <p:ph type="pic" sz="quarter" idx="23"/>
          </p:nvPr>
        </p:nvSpPr>
        <p:spPr>
          <a:xfrm>
            <a:off x="20050281" y="7347745"/>
            <a:ext cx="2088356" cy="2088356"/>
          </a:xfrm>
          <a:prstGeom prst="rect">
            <a:avLst/>
          </a:prstGeom>
          <a:ln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endParaRPr/>
          </a:p>
        </p:txBody>
      </p:sp>
    </p:spTree>
  </p:cSld>
  <p:clrMapOvr>
    <a:masterClrMapping/>
  </p:clrMapOvr>
  <p:transition spd="med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4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Rectangle 1"/>
          <p:cNvSpPr/>
          <p:nvPr/>
        </p:nvSpPr>
        <p:spPr>
          <a:xfrm>
            <a:off x="12188825" y="0"/>
            <a:ext cx="12188825" cy="13716000"/>
          </a:xfrm>
          <a:prstGeom prst="rect">
            <a:avLst/>
          </a:prstGeom>
          <a:solidFill>
            <a:srgbClr val="DDDDDD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265" name="Picture Placeholder 8"/>
          <p:cNvSpPr>
            <a:spLocks noGrp="1"/>
          </p:cNvSpPr>
          <p:nvPr>
            <p:ph type="pic" idx="21"/>
          </p:nvPr>
        </p:nvSpPr>
        <p:spPr>
          <a:xfrm>
            <a:off x="-2" y="0"/>
            <a:ext cx="12226927" cy="13716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endParaRPr/>
          </a:p>
        </p:txBody>
      </p:sp>
      <p:sp>
        <p:nvSpPr>
          <p:cNvPr id="266" name="Номер слайда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  <p:sp>
        <p:nvSpPr>
          <p:cNvPr id="267" name="Текст заголовка"/>
          <p:cNvSpPr txBox="1">
            <a:spLocks noGrp="1"/>
          </p:cNvSpPr>
          <p:nvPr>
            <p:ph type="title"/>
          </p:nvPr>
        </p:nvSpPr>
        <p:spPr>
          <a:xfrm>
            <a:off x="1603375" y="5349299"/>
            <a:ext cx="9120044" cy="3406774"/>
          </a:xfrm>
          <a:prstGeom prst="rect">
            <a:avLst/>
          </a:prstGeom>
          <a:ln w="9525">
            <a:solidFill>
              <a:schemeClr val="accent2"/>
            </a:solidFill>
            <a:round/>
          </a:ln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r>
              <a:t>Текст заголовка</a:t>
            </a:r>
          </a:p>
        </p:txBody>
      </p:sp>
    </p:spTree>
  </p:cSld>
  <p:clrMapOvr>
    <a:masterClrMapping/>
  </p:clrMapOvr>
  <p:transition spd="med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5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Номер слайда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  <p:sp>
        <p:nvSpPr>
          <p:cNvPr id="275" name="Rectangle 6"/>
          <p:cNvSpPr/>
          <p:nvPr/>
        </p:nvSpPr>
        <p:spPr>
          <a:xfrm>
            <a:off x="0" y="0"/>
            <a:ext cx="12188825" cy="13716000"/>
          </a:xfrm>
          <a:prstGeom prst="rect">
            <a:avLst/>
          </a:prstGeom>
          <a:solidFill>
            <a:srgbClr val="DDDDDD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276" name="Текст заголовка"/>
          <p:cNvSpPr txBox="1">
            <a:spLocks noGrp="1"/>
          </p:cNvSpPr>
          <p:nvPr>
            <p:ph type="title"/>
          </p:nvPr>
        </p:nvSpPr>
        <p:spPr>
          <a:xfrm>
            <a:off x="1603375" y="5444897"/>
            <a:ext cx="9120044" cy="3406775"/>
          </a:xfrm>
          <a:prstGeom prst="rect">
            <a:avLst/>
          </a:prstGeom>
          <a:ln w="9525">
            <a:solidFill>
              <a:srgbClr val="FFFFFF"/>
            </a:solidFill>
            <a:round/>
          </a:ln>
        </p:spPr>
        <p:txBody>
          <a:bodyPr/>
          <a:lstStyle>
            <a:lvl1pPr algn="ctr">
              <a:defRPr>
                <a:solidFill>
                  <a:srgbClr val="FFFFFF"/>
                </a:solidFill>
              </a:defRPr>
            </a:lvl1pPr>
          </a:lstStyle>
          <a:p>
            <a:r>
              <a:t>Текст заголовка</a:t>
            </a:r>
          </a:p>
        </p:txBody>
      </p:sp>
      <p:sp>
        <p:nvSpPr>
          <p:cNvPr id="277" name="Picture Placeholder 8"/>
          <p:cNvSpPr>
            <a:spLocks noGrp="1"/>
          </p:cNvSpPr>
          <p:nvPr>
            <p:ph type="pic" sz="quarter" idx="21"/>
          </p:nvPr>
        </p:nvSpPr>
        <p:spPr>
          <a:xfrm>
            <a:off x="12188824" y="0"/>
            <a:ext cx="12188826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endParaRPr/>
          </a:p>
        </p:txBody>
      </p:sp>
      <p:sp>
        <p:nvSpPr>
          <p:cNvPr id="278" name="Picture Placeholder 8"/>
          <p:cNvSpPr>
            <a:spLocks noGrp="1"/>
          </p:cNvSpPr>
          <p:nvPr>
            <p:ph type="pic" sz="quarter" idx="22"/>
          </p:nvPr>
        </p:nvSpPr>
        <p:spPr>
          <a:xfrm>
            <a:off x="12188824" y="4572000"/>
            <a:ext cx="12188826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endParaRPr/>
          </a:p>
        </p:txBody>
      </p:sp>
      <p:sp>
        <p:nvSpPr>
          <p:cNvPr id="279" name="Picture Placeholder 8"/>
          <p:cNvSpPr>
            <a:spLocks noGrp="1"/>
          </p:cNvSpPr>
          <p:nvPr>
            <p:ph type="pic" sz="quarter" idx="23"/>
          </p:nvPr>
        </p:nvSpPr>
        <p:spPr>
          <a:xfrm>
            <a:off x="12188824" y="9144000"/>
            <a:ext cx="12188826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endParaRPr/>
          </a:p>
        </p:txBody>
      </p:sp>
      <p:sp>
        <p:nvSpPr>
          <p:cNvPr id="280" name="Picture Placeholder 8"/>
          <p:cNvSpPr>
            <a:spLocks noGrp="1"/>
          </p:cNvSpPr>
          <p:nvPr>
            <p:ph type="pic" sz="quarter" idx="24"/>
          </p:nvPr>
        </p:nvSpPr>
        <p:spPr>
          <a:xfrm>
            <a:off x="18545175" y="0"/>
            <a:ext cx="583247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endParaRPr/>
          </a:p>
        </p:txBody>
      </p:sp>
      <p:sp>
        <p:nvSpPr>
          <p:cNvPr id="281" name="Picture Placeholder 8"/>
          <p:cNvSpPr>
            <a:spLocks noGrp="1"/>
          </p:cNvSpPr>
          <p:nvPr>
            <p:ph type="pic" sz="quarter" idx="25"/>
          </p:nvPr>
        </p:nvSpPr>
        <p:spPr>
          <a:xfrm>
            <a:off x="18545175" y="4572000"/>
            <a:ext cx="583247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endParaRPr/>
          </a:p>
        </p:txBody>
      </p:sp>
      <p:sp>
        <p:nvSpPr>
          <p:cNvPr id="282" name="Picture Placeholder 8"/>
          <p:cNvSpPr>
            <a:spLocks noGrp="1"/>
          </p:cNvSpPr>
          <p:nvPr>
            <p:ph type="pic" sz="quarter" idx="26"/>
          </p:nvPr>
        </p:nvSpPr>
        <p:spPr>
          <a:xfrm>
            <a:off x="18545175" y="9144000"/>
            <a:ext cx="583247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endParaRPr/>
          </a:p>
        </p:txBody>
      </p:sp>
      <p:sp>
        <p:nvSpPr>
          <p:cNvPr id="283" name="Уровень текста 1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19005097" y="1041400"/>
            <a:ext cx="4783818" cy="415925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  <a:sym typeface="Montserrat Semi Bold"/>
              </a:defRPr>
            </a:lvl1pPr>
            <a:lvl2pPr algn="ctr"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  <a:sym typeface="Montserrat Semi Bold"/>
              </a:defRPr>
            </a:lvl2pPr>
            <a:lvl3pPr algn="ctr"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  <a:sym typeface="Montserrat Semi Bold"/>
              </a:defRPr>
            </a:lvl3pPr>
            <a:lvl4pPr algn="ctr"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  <a:sym typeface="Montserrat Semi Bold"/>
              </a:defRPr>
            </a:lvl4pPr>
            <a:lvl5pPr algn="ctr"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  <a:sym typeface="Montserrat Semi Bold"/>
              </a:defRPr>
            </a:lvl5pPr>
          </a:lstStyle>
          <a:p>
            <a:r>
              <a:t>Text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284" name="Text Placeholder 33"/>
          <p:cNvSpPr>
            <a:spLocks noGrp="1"/>
          </p:cNvSpPr>
          <p:nvPr>
            <p:ph type="body" sz="quarter" idx="27" hasCustomPrompt="1"/>
          </p:nvPr>
        </p:nvSpPr>
        <p:spPr>
          <a:xfrm>
            <a:off x="19005097" y="1651000"/>
            <a:ext cx="4783818" cy="2079170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rgbClr val="FFFFFF"/>
                </a:solidFill>
              </a:defRPr>
            </a:lvl1pPr>
          </a:lstStyle>
          <a:p>
            <a:r>
              <a:t>Text</a:t>
            </a:r>
          </a:p>
        </p:txBody>
      </p:sp>
      <p:sp>
        <p:nvSpPr>
          <p:cNvPr id="285" name="Text Placeholder 33"/>
          <p:cNvSpPr>
            <a:spLocks noGrp="1"/>
          </p:cNvSpPr>
          <p:nvPr>
            <p:ph type="body" sz="quarter" idx="28" hasCustomPrompt="1"/>
          </p:nvPr>
        </p:nvSpPr>
        <p:spPr>
          <a:xfrm>
            <a:off x="19005097" y="5499100"/>
            <a:ext cx="4783818" cy="415925"/>
          </a:xfrm>
          <a:prstGeom prst="rect">
            <a:avLst/>
          </a:prstGeom>
        </p:spPr>
        <p:txBody>
          <a:bodyPr/>
          <a:lstStyle>
            <a:lvl1pPr algn="ctr" defTabSz="1426107">
              <a:spcBef>
                <a:spcPts val="1500"/>
              </a:spcBef>
              <a:defRPr sz="2184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  <a:sym typeface="Montserrat Semi Bold"/>
              </a:defRPr>
            </a:lvl1pPr>
          </a:lstStyle>
          <a:p>
            <a:r>
              <a:t>Text</a:t>
            </a:r>
          </a:p>
        </p:txBody>
      </p:sp>
      <p:sp>
        <p:nvSpPr>
          <p:cNvPr id="286" name="Text Placeholder 33"/>
          <p:cNvSpPr>
            <a:spLocks noGrp="1"/>
          </p:cNvSpPr>
          <p:nvPr>
            <p:ph type="body" sz="quarter" idx="29" hasCustomPrompt="1"/>
          </p:nvPr>
        </p:nvSpPr>
        <p:spPr>
          <a:xfrm>
            <a:off x="19005097" y="6108701"/>
            <a:ext cx="4783818" cy="2079170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rgbClr val="FFFFFF"/>
                </a:solidFill>
              </a:defRPr>
            </a:lvl1pPr>
          </a:lstStyle>
          <a:p>
            <a:r>
              <a:t>Text</a:t>
            </a:r>
          </a:p>
        </p:txBody>
      </p:sp>
      <p:sp>
        <p:nvSpPr>
          <p:cNvPr id="287" name="Text Placeholder 33"/>
          <p:cNvSpPr>
            <a:spLocks noGrp="1"/>
          </p:cNvSpPr>
          <p:nvPr>
            <p:ph type="body" sz="quarter" idx="30" hasCustomPrompt="1"/>
          </p:nvPr>
        </p:nvSpPr>
        <p:spPr>
          <a:xfrm>
            <a:off x="19005097" y="10127799"/>
            <a:ext cx="4783818" cy="415926"/>
          </a:xfrm>
          <a:prstGeom prst="rect">
            <a:avLst/>
          </a:prstGeom>
        </p:spPr>
        <p:txBody>
          <a:bodyPr/>
          <a:lstStyle>
            <a:lvl1pPr algn="ctr" defTabSz="1426107">
              <a:spcBef>
                <a:spcPts val="1500"/>
              </a:spcBef>
              <a:defRPr sz="2184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  <a:sym typeface="Montserrat Semi Bold"/>
              </a:defRPr>
            </a:lvl1pPr>
          </a:lstStyle>
          <a:p>
            <a:r>
              <a:t>Text</a:t>
            </a:r>
          </a:p>
        </p:txBody>
      </p:sp>
      <p:sp>
        <p:nvSpPr>
          <p:cNvPr id="288" name="Text Placeholder 33"/>
          <p:cNvSpPr>
            <a:spLocks noGrp="1"/>
          </p:cNvSpPr>
          <p:nvPr>
            <p:ph type="body" sz="quarter" idx="31" hasCustomPrompt="1"/>
          </p:nvPr>
        </p:nvSpPr>
        <p:spPr>
          <a:xfrm>
            <a:off x="19005097" y="10737401"/>
            <a:ext cx="4783818" cy="2079170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rgbClr val="FFFFFF"/>
                </a:solidFill>
              </a:defRPr>
            </a:lvl1pPr>
          </a:lstStyle>
          <a:p>
            <a:r>
              <a:t>Text</a:t>
            </a:r>
          </a:p>
        </p:txBody>
      </p:sp>
    </p:spTree>
  </p:cSld>
  <p:clrMapOvr>
    <a:masterClrMapping/>
  </p:clrMapOvr>
  <p:transition spd="med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6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Номер слайда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  <p:sp>
        <p:nvSpPr>
          <p:cNvPr id="296" name="Текст заголовка"/>
          <p:cNvSpPr txBox="1">
            <a:spLocks noGrp="1"/>
          </p:cNvSpPr>
          <p:nvPr>
            <p:ph type="title"/>
          </p:nvPr>
        </p:nvSpPr>
        <p:spPr>
          <a:xfrm>
            <a:off x="1675963" y="753034"/>
            <a:ext cx="21025723" cy="1381687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r>
              <a:t>Текст заголовка</a:t>
            </a:r>
          </a:p>
        </p:txBody>
      </p:sp>
      <p:sp>
        <p:nvSpPr>
          <p:cNvPr id="297" name="Уровень текста 1…"/>
          <p:cNvSpPr txBox="1">
            <a:spLocks noGrp="1"/>
          </p:cNvSpPr>
          <p:nvPr>
            <p:ph type="body" sz="quarter" idx="1"/>
          </p:nvPr>
        </p:nvSpPr>
        <p:spPr>
          <a:xfrm>
            <a:off x="1675963" y="2134720"/>
            <a:ext cx="21025723" cy="457201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r>
              <a:t>Уровень текста 1</a:t>
            </a:r>
          </a:p>
          <a:p>
            <a:pPr lvl="1"/>
            <a:r>
              <a:t>Уровень текста 2</a:t>
            </a:r>
          </a:p>
          <a:p>
            <a:pPr lvl="2"/>
            <a:r>
              <a:t>Уровень текста 3</a:t>
            </a:r>
          </a:p>
          <a:p>
            <a:pPr lvl="3"/>
            <a:r>
              <a:t>Уровень текста 4</a:t>
            </a:r>
          </a:p>
          <a:p>
            <a:pPr lvl="4"/>
            <a:r>
              <a:t>Уровень текста 5</a:t>
            </a:r>
          </a:p>
        </p:txBody>
      </p:sp>
      <p:sp>
        <p:nvSpPr>
          <p:cNvPr id="298" name="Picture Placeholder 8"/>
          <p:cNvSpPr>
            <a:spLocks noGrp="1"/>
          </p:cNvSpPr>
          <p:nvPr>
            <p:ph type="pic" sz="quarter" idx="21"/>
          </p:nvPr>
        </p:nvSpPr>
        <p:spPr>
          <a:xfrm>
            <a:off x="3286125" y="4229193"/>
            <a:ext cx="6454589" cy="371307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endParaRPr/>
          </a:p>
        </p:txBody>
      </p:sp>
      <p:sp>
        <p:nvSpPr>
          <p:cNvPr id="299" name="Picture Placeholder 8"/>
          <p:cNvSpPr>
            <a:spLocks noGrp="1"/>
          </p:cNvSpPr>
          <p:nvPr>
            <p:ph type="pic" sz="quarter" idx="22"/>
          </p:nvPr>
        </p:nvSpPr>
        <p:spPr>
          <a:xfrm>
            <a:off x="6446520" y="7348949"/>
            <a:ext cx="3294194" cy="593315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endParaRPr/>
          </a:p>
        </p:txBody>
      </p:sp>
      <p:sp>
        <p:nvSpPr>
          <p:cNvPr id="300" name="Text Placeholder 28"/>
          <p:cNvSpPr>
            <a:spLocks noGrp="1"/>
          </p:cNvSpPr>
          <p:nvPr>
            <p:ph type="body" sz="quarter" idx="23" hasCustomPrompt="1"/>
          </p:nvPr>
        </p:nvSpPr>
        <p:spPr>
          <a:xfrm>
            <a:off x="6631285" y="7448549"/>
            <a:ext cx="3013294" cy="365127"/>
          </a:xfrm>
          <a:prstGeom prst="rect">
            <a:avLst/>
          </a:prstGeom>
        </p:spPr>
        <p:txBody>
          <a:bodyPr/>
          <a:lstStyle>
            <a:lvl1pPr defTabSz="1243273">
              <a:spcBef>
                <a:spcPts val="1300"/>
              </a:spcBef>
              <a:defRPr sz="1632">
                <a:solidFill>
                  <a:srgbClr val="FFFFFF"/>
                </a:solidFill>
              </a:defRPr>
            </a:lvl1pPr>
          </a:lstStyle>
          <a:p>
            <a:r>
              <a:t>Text</a:t>
            </a:r>
          </a:p>
        </p:txBody>
      </p:sp>
    </p:spTree>
  </p:cSld>
  <p:clrMapOvr>
    <a:masterClrMapping/>
  </p:clrMapOvr>
  <p:transition spd="med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7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Номер слайда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  <p:sp>
        <p:nvSpPr>
          <p:cNvPr id="308" name="Текст заголовка"/>
          <p:cNvSpPr txBox="1">
            <a:spLocks noGrp="1"/>
          </p:cNvSpPr>
          <p:nvPr>
            <p:ph type="title"/>
          </p:nvPr>
        </p:nvSpPr>
        <p:spPr>
          <a:xfrm>
            <a:off x="1675963" y="753034"/>
            <a:ext cx="21025723" cy="1381687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r>
              <a:t>Текст заголовка</a:t>
            </a:r>
          </a:p>
        </p:txBody>
      </p:sp>
      <p:sp>
        <p:nvSpPr>
          <p:cNvPr id="309" name="Уровень текста 1…"/>
          <p:cNvSpPr txBox="1">
            <a:spLocks noGrp="1"/>
          </p:cNvSpPr>
          <p:nvPr>
            <p:ph type="body" sz="quarter" idx="1"/>
          </p:nvPr>
        </p:nvSpPr>
        <p:spPr>
          <a:xfrm>
            <a:off x="1675963" y="2134720"/>
            <a:ext cx="21025723" cy="457201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r>
              <a:t>Уровень текста 1</a:t>
            </a:r>
          </a:p>
          <a:p>
            <a:pPr lvl="1"/>
            <a:r>
              <a:t>Уровень текста 2</a:t>
            </a:r>
          </a:p>
          <a:p>
            <a:pPr lvl="2"/>
            <a:r>
              <a:t>Уровень текста 3</a:t>
            </a:r>
          </a:p>
          <a:p>
            <a:pPr lvl="3"/>
            <a:r>
              <a:t>Уровень текста 4</a:t>
            </a:r>
          </a:p>
          <a:p>
            <a:pPr lvl="4"/>
            <a:r>
              <a:t>Уровень текста 5</a:t>
            </a:r>
          </a:p>
        </p:txBody>
      </p:sp>
      <p:sp>
        <p:nvSpPr>
          <p:cNvPr id="310" name="Picture Placeholder 8"/>
          <p:cNvSpPr>
            <a:spLocks noGrp="1"/>
          </p:cNvSpPr>
          <p:nvPr>
            <p:ph type="pic" sz="quarter" idx="21"/>
          </p:nvPr>
        </p:nvSpPr>
        <p:spPr>
          <a:xfrm>
            <a:off x="3286125" y="4040935"/>
            <a:ext cx="6454589" cy="371307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endParaRPr/>
          </a:p>
        </p:txBody>
      </p:sp>
      <p:sp>
        <p:nvSpPr>
          <p:cNvPr id="311" name="Picture Placeholder 8"/>
          <p:cNvSpPr>
            <a:spLocks noGrp="1"/>
          </p:cNvSpPr>
          <p:nvPr>
            <p:ph type="pic" sz="quarter" idx="22"/>
          </p:nvPr>
        </p:nvSpPr>
        <p:spPr>
          <a:xfrm>
            <a:off x="6438900" y="7160690"/>
            <a:ext cx="3301814" cy="593315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endParaRPr/>
          </a:p>
        </p:txBody>
      </p:sp>
      <p:sp>
        <p:nvSpPr>
          <p:cNvPr id="312" name="Text Placeholder 28"/>
          <p:cNvSpPr>
            <a:spLocks noGrp="1"/>
          </p:cNvSpPr>
          <p:nvPr>
            <p:ph type="body" sz="quarter" idx="23" hasCustomPrompt="1"/>
          </p:nvPr>
        </p:nvSpPr>
        <p:spPr>
          <a:xfrm>
            <a:off x="6624315" y="7260290"/>
            <a:ext cx="3020264" cy="397810"/>
          </a:xfrm>
          <a:prstGeom prst="rect">
            <a:avLst/>
          </a:prstGeom>
        </p:spPr>
        <p:txBody>
          <a:bodyPr/>
          <a:lstStyle>
            <a:lvl1pPr defTabSz="1389540">
              <a:spcBef>
                <a:spcPts val="1500"/>
              </a:spcBef>
              <a:defRPr sz="1824">
                <a:solidFill>
                  <a:srgbClr val="FFFFFF"/>
                </a:solidFill>
              </a:defRPr>
            </a:lvl1pPr>
          </a:lstStyle>
          <a:p>
            <a:r>
              <a:t>Text</a:t>
            </a:r>
          </a:p>
        </p:txBody>
      </p:sp>
      <p:sp>
        <p:nvSpPr>
          <p:cNvPr id="313" name="Picture Placeholder 8"/>
          <p:cNvSpPr>
            <a:spLocks noGrp="1"/>
          </p:cNvSpPr>
          <p:nvPr>
            <p:ph type="pic" sz="quarter" idx="24"/>
          </p:nvPr>
        </p:nvSpPr>
        <p:spPr>
          <a:xfrm>
            <a:off x="14496698" y="4040935"/>
            <a:ext cx="6454589" cy="371307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endParaRPr/>
          </a:p>
        </p:txBody>
      </p:sp>
      <p:sp>
        <p:nvSpPr>
          <p:cNvPr id="314" name="Text Placeholder 33"/>
          <p:cNvSpPr>
            <a:spLocks noGrp="1"/>
          </p:cNvSpPr>
          <p:nvPr>
            <p:ph type="body" sz="quarter" idx="25" hasCustomPrompt="1"/>
          </p:nvPr>
        </p:nvSpPr>
        <p:spPr>
          <a:xfrm>
            <a:off x="3286124" y="8762999"/>
            <a:ext cx="6454590" cy="550866"/>
          </a:xfrm>
          <a:prstGeom prst="rect">
            <a:avLst/>
          </a:prstGeom>
        </p:spPr>
        <p:txBody>
          <a:bodyPr/>
          <a:lstStyle>
            <a:lvl1pPr defTabSz="1700359">
              <a:spcBef>
                <a:spcPts val="1800"/>
              </a:spcBef>
              <a:defRPr sz="2976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  <a:sym typeface="Montserrat Semi Bold"/>
              </a:defRPr>
            </a:lvl1pPr>
          </a:lstStyle>
          <a:p>
            <a:r>
              <a:t>Text</a:t>
            </a:r>
          </a:p>
        </p:txBody>
      </p:sp>
      <p:sp>
        <p:nvSpPr>
          <p:cNvPr id="315" name="Text Placeholder 33"/>
          <p:cNvSpPr>
            <a:spLocks noGrp="1"/>
          </p:cNvSpPr>
          <p:nvPr>
            <p:ph type="body" sz="quarter" idx="26" hasCustomPrompt="1"/>
          </p:nvPr>
        </p:nvSpPr>
        <p:spPr>
          <a:xfrm>
            <a:off x="3286124" y="9442452"/>
            <a:ext cx="6454590" cy="2114921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>
                <a:solidFill>
                  <a:schemeClr val="accent4"/>
                </a:solidFill>
              </a:defRPr>
            </a:lvl1pPr>
          </a:lstStyle>
          <a:p>
            <a:r>
              <a:t>Text</a:t>
            </a:r>
          </a:p>
        </p:txBody>
      </p:sp>
      <p:sp>
        <p:nvSpPr>
          <p:cNvPr id="316" name="Text Placeholder 33"/>
          <p:cNvSpPr>
            <a:spLocks noGrp="1"/>
          </p:cNvSpPr>
          <p:nvPr>
            <p:ph type="body" sz="quarter" idx="27" hasCustomPrompt="1"/>
          </p:nvPr>
        </p:nvSpPr>
        <p:spPr>
          <a:xfrm>
            <a:off x="14496697" y="8716309"/>
            <a:ext cx="6454590" cy="550865"/>
          </a:xfrm>
          <a:prstGeom prst="rect">
            <a:avLst/>
          </a:prstGeom>
        </p:spPr>
        <p:txBody>
          <a:bodyPr/>
          <a:lstStyle>
            <a:lvl1pPr defTabSz="1700359">
              <a:spcBef>
                <a:spcPts val="1800"/>
              </a:spcBef>
              <a:defRPr sz="2976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  <a:sym typeface="Montserrat Semi Bold"/>
              </a:defRPr>
            </a:lvl1pPr>
          </a:lstStyle>
          <a:p>
            <a:r>
              <a:t>Text</a:t>
            </a:r>
          </a:p>
        </p:txBody>
      </p:sp>
      <p:sp>
        <p:nvSpPr>
          <p:cNvPr id="317" name="Text Placeholder 33"/>
          <p:cNvSpPr>
            <a:spLocks noGrp="1"/>
          </p:cNvSpPr>
          <p:nvPr>
            <p:ph type="body" sz="quarter" idx="28" hasCustomPrompt="1"/>
          </p:nvPr>
        </p:nvSpPr>
        <p:spPr>
          <a:xfrm>
            <a:off x="14496697" y="9395762"/>
            <a:ext cx="6454590" cy="2114921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>
                <a:solidFill>
                  <a:schemeClr val="accent4"/>
                </a:solidFill>
              </a:defRPr>
            </a:lvl1pPr>
          </a:lstStyle>
          <a:p>
            <a:r>
              <a:t>Text</a:t>
            </a:r>
          </a:p>
        </p:txBody>
      </p:sp>
      <p:sp>
        <p:nvSpPr>
          <p:cNvPr id="318" name="Picture Placeholder 8"/>
          <p:cNvSpPr>
            <a:spLocks noGrp="1"/>
          </p:cNvSpPr>
          <p:nvPr>
            <p:ph type="pic" sz="quarter" idx="29"/>
          </p:nvPr>
        </p:nvSpPr>
        <p:spPr>
          <a:xfrm>
            <a:off x="14496698" y="7160690"/>
            <a:ext cx="3301814" cy="593315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endParaRPr/>
          </a:p>
        </p:txBody>
      </p:sp>
      <p:sp>
        <p:nvSpPr>
          <p:cNvPr id="319" name="Text Placeholder 28"/>
          <p:cNvSpPr>
            <a:spLocks noGrp="1"/>
          </p:cNvSpPr>
          <p:nvPr>
            <p:ph type="body" sz="quarter" idx="30" hasCustomPrompt="1"/>
          </p:nvPr>
        </p:nvSpPr>
        <p:spPr>
          <a:xfrm>
            <a:off x="14682114" y="7260290"/>
            <a:ext cx="3020264" cy="397810"/>
          </a:xfrm>
          <a:prstGeom prst="rect">
            <a:avLst/>
          </a:prstGeom>
        </p:spPr>
        <p:txBody>
          <a:bodyPr/>
          <a:lstStyle>
            <a:lvl1pPr defTabSz="1389540">
              <a:spcBef>
                <a:spcPts val="1500"/>
              </a:spcBef>
              <a:defRPr sz="1824">
                <a:solidFill>
                  <a:srgbClr val="FFFFFF"/>
                </a:solidFill>
              </a:defRPr>
            </a:lvl1pPr>
          </a:lstStyle>
          <a:p>
            <a:r>
              <a:t>Text</a:t>
            </a:r>
          </a:p>
        </p:txBody>
      </p:sp>
    </p:spTree>
  </p:cSld>
  <p:clrMapOvr>
    <a:masterClrMapping/>
  </p:clrMapOvr>
  <p:transition spd="med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8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Номер слайда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  <p:sp>
        <p:nvSpPr>
          <p:cNvPr id="327" name="Текст заголовка"/>
          <p:cNvSpPr txBox="1">
            <a:spLocks noGrp="1"/>
          </p:cNvSpPr>
          <p:nvPr>
            <p:ph type="title"/>
          </p:nvPr>
        </p:nvSpPr>
        <p:spPr>
          <a:xfrm>
            <a:off x="1675963" y="753034"/>
            <a:ext cx="21025723" cy="1381687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r>
              <a:t>Текст заголовка</a:t>
            </a:r>
          </a:p>
        </p:txBody>
      </p:sp>
      <p:sp>
        <p:nvSpPr>
          <p:cNvPr id="328" name="Уровень текста 1…"/>
          <p:cNvSpPr txBox="1">
            <a:spLocks noGrp="1"/>
          </p:cNvSpPr>
          <p:nvPr>
            <p:ph type="body" sz="quarter" idx="1"/>
          </p:nvPr>
        </p:nvSpPr>
        <p:spPr>
          <a:xfrm>
            <a:off x="1675963" y="2134720"/>
            <a:ext cx="21025723" cy="457201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r>
              <a:t>Уровень текста 1</a:t>
            </a:r>
          </a:p>
          <a:p>
            <a:pPr lvl="1"/>
            <a:r>
              <a:t>Уровень текста 2</a:t>
            </a:r>
          </a:p>
          <a:p>
            <a:pPr lvl="2"/>
            <a:r>
              <a:t>Уровень текста 3</a:t>
            </a:r>
          </a:p>
          <a:p>
            <a:pPr lvl="3"/>
            <a:r>
              <a:t>Уровень текста 4</a:t>
            </a:r>
          </a:p>
          <a:p>
            <a:pPr lvl="4"/>
            <a:r>
              <a:t>Уровень текста 5</a:t>
            </a:r>
          </a:p>
        </p:txBody>
      </p:sp>
      <p:sp>
        <p:nvSpPr>
          <p:cNvPr id="329" name="Text Placeholder 33"/>
          <p:cNvSpPr>
            <a:spLocks noGrp="1"/>
          </p:cNvSpPr>
          <p:nvPr>
            <p:ph type="body" sz="quarter" idx="21" hasCustomPrompt="1"/>
          </p:nvPr>
        </p:nvSpPr>
        <p:spPr>
          <a:xfrm>
            <a:off x="5543550" y="4145279"/>
            <a:ext cx="5286375" cy="612458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  <a:sym typeface="Montserrat Semi Bold"/>
              </a:defRPr>
            </a:lvl1pPr>
          </a:lstStyle>
          <a:p>
            <a:r>
              <a:t>Text</a:t>
            </a:r>
          </a:p>
        </p:txBody>
      </p:sp>
      <p:sp>
        <p:nvSpPr>
          <p:cNvPr id="330" name="Text Placeholder 33"/>
          <p:cNvSpPr>
            <a:spLocks noGrp="1"/>
          </p:cNvSpPr>
          <p:nvPr>
            <p:ph type="body" sz="quarter" idx="22" hasCustomPrompt="1"/>
          </p:nvPr>
        </p:nvSpPr>
        <p:spPr>
          <a:xfrm>
            <a:off x="5543550" y="4886323"/>
            <a:ext cx="5286375" cy="2037229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200">
                <a:solidFill>
                  <a:schemeClr val="accent4"/>
                </a:solidFill>
              </a:defRPr>
            </a:lvl1pPr>
          </a:lstStyle>
          <a:p>
            <a:r>
              <a:t>Text</a:t>
            </a:r>
          </a:p>
        </p:txBody>
      </p:sp>
      <p:sp>
        <p:nvSpPr>
          <p:cNvPr id="331" name="Picture Placeholder 11"/>
          <p:cNvSpPr>
            <a:spLocks noGrp="1"/>
          </p:cNvSpPr>
          <p:nvPr>
            <p:ph type="pic" sz="quarter" idx="23"/>
          </p:nvPr>
        </p:nvSpPr>
        <p:spPr>
          <a:xfrm>
            <a:off x="2571749" y="4145279"/>
            <a:ext cx="2338023" cy="233802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endParaRPr/>
          </a:p>
        </p:txBody>
      </p:sp>
      <p:sp>
        <p:nvSpPr>
          <p:cNvPr id="332" name="Text Placeholder 33"/>
          <p:cNvSpPr>
            <a:spLocks noGrp="1"/>
          </p:cNvSpPr>
          <p:nvPr>
            <p:ph type="body" sz="quarter" idx="24" hasCustomPrompt="1"/>
          </p:nvPr>
        </p:nvSpPr>
        <p:spPr>
          <a:xfrm>
            <a:off x="5543550" y="8208864"/>
            <a:ext cx="5286375" cy="612458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  <a:sym typeface="Montserrat Semi Bold"/>
              </a:defRPr>
            </a:lvl1pPr>
          </a:lstStyle>
          <a:p>
            <a:r>
              <a:t>Text</a:t>
            </a:r>
          </a:p>
        </p:txBody>
      </p:sp>
      <p:sp>
        <p:nvSpPr>
          <p:cNvPr id="333" name="Text Placeholder 33"/>
          <p:cNvSpPr>
            <a:spLocks noGrp="1"/>
          </p:cNvSpPr>
          <p:nvPr>
            <p:ph type="body" sz="quarter" idx="25" hasCustomPrompt="1"/>
          </p:nvPr>
        </p:nvSpPr>
        <p:spPr>
          <a:xfrm>
            <a:off x="5543550" y="8949908"/>
            <a:ext cx="5286375" cy="2037229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200">
                <a:solidFill>
                  <a:schemeClr val="accent4"/>
                </a:solidFill>
              </a:defRPr>
            </a:lvl1pPr>
          </a:lstStyle>
          <a:p>
            <a:r>
              <a:t>Text</a:t>
            </a:r>
          </a:p>
        </p:txBody>
      </p:sp>
      <p:sp>
        <p:nvSpPr>
          <p:cNvPr id="334" name="Picture Placeholder 11"/>
          <p:cNvSpPr>
            <a:spLocks noGrp="1"/>
          </p:cNvSpPr>
          <p:nvPr>
            <p:ph type="pic" sz="quarter" idx="26"/>
          </p:nvPr>
        </p:nvSpPr>
        <p:spPr>
          <a:xfrm>
            <a:off x="2571749" y="8208863"/>
            <a:ext cx="2338023" cy="2338023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endParaRPr/>
          </a:p>
        </p:txBody>
      </p:sp>
      <p:sp>
        <p:nvSpPr>
          <p:cNvPr id="335" name="Text Placeholder 33"/>
          <p:cNvSpPr>
            <a:spLocks noGrp="1"/>
          </p:cNvSpPr>
          <p:nvPr>
            <p:ph type="body" sz="quarter" idx="27" hasCustomPrompt="1"/>
          </p:nvPr>
        </p:nvSpPr>
        <p:spPr>
          <a:xfrm>
            <a:off x="16302553" y="4145279"/>
            <a:ext cx="5286376" cy="612458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  <a:sym typeface="Montserrat Semi Bold"/>
              </a:defRPr>
            </a:lvl1pPr>
          </a:lstStyle>
          <a:p>
            <a:r>
              <a:t>Text</a:t>
            </a:r>
          </a:p>
        </p:txBody>
      </p:sp>
      <p:sp>
        <p:nvSpPr>
          <p:cNvPr id="336" name="Text Placeholder 33"/>
          <p:cNvSpPr>
            <a:spLocks noGrp="1"/>
          </p:cNvSpPr>
          <p:nvPr>
            <p:ph type="body" sz="quarter" idx="28" hasCustomPrompt="1"/>
          </p:nvPr>
        </p:nvSpPr>
        <p:spPr>
          <a:xfrm>
            <a:off x="16302553" y="4886323"/>
            <a:ext cx="5286376" cy="2037229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200">
                <a:solidFill>
                  <a:schemeClr val="accent4"/>
                </a:solidFill>
              </a:defRPr>
            </a:lvl1pPr>
          </a:lstStyle>
          <a:p>
            <a:r>
              <a:t>Text</a:t>
            </a:r>
          </a:p>
        </p:txBody>
      </p:sp>
      <p:sp>
        <p:nvSpPr>
          <p:cNvPr id="337" name="Picture Placeholder 11"/>
          <p:cNvSpPr>
            <a:spLocks noGrp="1"/>
          </p:cNvSpPr>
          <p:nvPr>
            <p:ph type="pic" sz="quarter" idx="29"/>
          </p:nvPr>
        </p:nvSpPr>
        <p:spPr>
          <a:xfrm>
            <a:off x="13330753" y="4145279"/>
            <a:ext cx="2338022" cy="233802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endParaRPr/>
          </a:p>
        </p:txBody>
      </p:sp>
      <p:sp>
        <p:nvSpPr>
          <p:cNvPr id="338" name="Text Placeholder 33"/>
          <p:cNvSpPr>
            <a:spLocks noGrp="1"/>
          </p:cNvSpPr>
          <p:nvPr>
            <p:ph type="body" sz="quarter" idx="30" hasCustomPrompt="1"/>
          </p:nvPr>
        </p:nvSpPr>
        <p:spPr>
          <a:xfrm>
            <a:off x="16302553" y="8208864"/>
            <a:ext cx="5286376" cy="612458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  <a:sym typeface="Montserrat Semi Bold"/>
              </a:defRPr>
            </a:lvl1pPr>
          </a:lstStyle>
          <a:p>
            <a:r>
              <a:t>Text</a:t>
            </a:r>
          </a:p>
        </p:txBody>
      </p:sp>
      <p:sp>
        <p:nvSpPr>
          <p:cNvPr id="339" name="Text Placeholder 33"/>
          <p:cNvSpPr>
            <a:spLocks noGrp="1"/>
          </p:cNvSpPr>
          <p:nvPr>
            <p:ph type="body" sz="quarter" idx="31" hasCustomPrompt="1"/>
          </p:nvPr>
        </p:nvSpPr>
        <p:spPr>
          <a:xfrm>
            <a:off x="16302553" y="8949908"/>
            <a:ext cx="5286376" cy="2037229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200">
                <a:solidFill>
                  <a:schemeClr val="accent4"/>
                </a:solidFill>
              </a:defRPr>
            </a:lvl1pPr>
          </a:lstStyle>
          <a:p>
            <a:r>
              <a:t>Text</a:t>
            </a:r>
          </a:p>
        </p:txBody>
      </p:sp>
      <p:sp>
        <p:nvSpPr>
          <p:cNvPr id="340" name="Picture Placeholder 11"/>
          <p:cNvSpPr>
            <a:spLocks noGrp="1"/>
          </p:cNvSpPr>
          <p:nvPr>
            <p:ph type="pic" sz="quarter" idx="32"/>
          </p:nvPr>
        </p:nvSpPr>
        <p:spPr>
          <a:xfrm>
            <a:off x="13330753" y="8208863"/>
            <a:ext cx="2338022" cy="2338023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endParaRPr/>
          </a:p>
        </p:txBody>
      </p:sp>
    </p:spTree>
  </p:cSld>
  <p:clrMapOvr>
    <a:masterClrMapping/>
  </p:clrMapOvr>
  <p:transition spd="med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9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Номер слайда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  <p:sp>
        <p:nvSpPr>
          <p:cNvPr id="348" name="Picture Placeholder 8"/>
          <p:cNvSpPr>
            <a:spLocks noGrp="1"/>
          </p:cNvSpPr>
          <p:nvPr>
            <p:ph type="pic" sz="half" idx="21"/>
          </p:nvPr>
        </p:nvSpPr>
        <p:spPr>
          <a:xfrm>
            <a:off x="0" y="0"/>
            <a:ext cx="14458950" cy="6858000"/>
          </a:xfrm>
          <a:prstGeom prst="rect">
            <a:avLst/>
          </a:prstGeom>
          <a:ln w="15240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endParaRPr/>
          </a:p>
        </p:txBody>
      </p:sp>
      <p:sp>
        <p:nvSpPr>
          <p:cNvPr id="349" name="Picture Placeholder 8"/>
          <p:cNvSpPr>
            <a:spLocks noGrp="1"/>
          </p:cNvSpPr>
          <p:nvPr>
            <p:ph type="pic" sz="half" idx="22"/>
          </p:nvPr>
        </p:nvSpPr>
        <p:spPr>
          <a:xfrm>
            <a:off x="14458950" y="0"/>
            <a:ext cx="9918700" cy="6858000"/>
          </a:xfrm>
          <a:prstGeom prst="rect">
            <a:avLst/>
          </a:prstGeom>
          <a:ln w="15240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endParaRPr/>
          </a:p>
        </p:txBody>
      </p:sp>
      <p:sp>
        <p:nvSpPr>
          <p:cNvPr id="350" name="Picture Placeholder 8"/>
          <p:cNvSpPr>
            <a:spLocks noGrp="1"/>
          </p:cNvSpPr>
          <p:nvPr>
            <p:ph type="pic" sz="half" idx="23"/>
          </p:nvPr>
        </p:nvSpPr>
        <p:spPr>
          <a:xfrm>
            <a:off x="0" y="6858000"/>
            <a:ext cx="9918700" cy="6858000"/>
          </a:xfrm>
          <a:prstGeom prst="rect">
            <a:avLst/>
          </a:prstGeom>
          <a:ln w="15240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endParaRPr/>
          </a:p>
        </p:txBody>
      </p:sp>
      <p:sp>
        <p:nvSpPr>
          <p:cNvPr id="351" name="Picture Placeholder 8"/>
          <p:cNvSpPr>
            <a:spLocks noGrp="1"/>
          </p:cNvSpPr>
          <p:nvPr>
            <p:ph type="pic" sz="half" idx="24"/>
          </p:nvPr>
        </p:nvSpPr>
        <p:spPr>
          <a:xfrm>
            <a:off x="9918700" y="6858000"/>
            <a:ext cx="14458950" cy="6858000"/>
          </a:xfrm>
          <a:prstGeom prst="rect">
            <a:avLst/>
          </a:prstGeom>
          <a:ln w="15240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endParaRPr/>
          </a:p>
        </p:txBody>
      </p:sp>
      <p:sp>
        <p:nvSpPr>
          <p:cNvPr id="352" name="Picture Placeholder 8"/>
          <p:cNvSpPr>
            <a:spLocks noGrp="1"/>
          </p:cNvSpPr>
          <p:nvPr>
            <p:ph type="pic" sz="half" idx="25"/>
          </p:nvPr>
        </p:nvSpPr>
        <p:spPr>
          <a:xfrm>
            <a:off x="4506257" y="3390901"/>
            <a:ext cx="15331143" cy="6858001"/>
          </a:xfrm>
          <a:prstGeom prst="rect">
            <a:avLst/>
          </a:prstGeom>
          <a:ln w="15240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endParaRPr/>
          </a:p>
        </p:txBody>
      </p:sp>
      <p:sp>
        <p:nvSpPr>
          <p:cNvPr id="353" name="Текст заголовка"/>
          <p:cNvSpPr txBox="1">
            <a:spLocks noGrp="1"/>
          </p:cNvSpPr>
          <p:nvPr>
            <p:ph type="title"/>
          </p:nvPr>
        </p:nvSpPr>
        <p:spPr>
          <a:xfrm>
            <a:off x="5181163" y="3950260"/>
            <a:ext cx="13818037" cy="1057276"/>
          </a:xfrm>
          <a:prstGeom prst="rect">
            <a:avLst/>
          </a:prstGeom>
        </p:spPr>
        <p:txBody>
          <a:bodyPr/>
          <a:lstStyle>
            <a:lvl1pPr algn="ctr">
              <a:defRPr sz="5400">
                <a:solidFill>
                  <a:srgbClr val="FFFFFF"/>
                </a:solidFill>
              </a:defRPr>
            </a:lvl1pPr>
          </a:lstStyle>
          <a:p>
            <a:r>
              <a:t>Текст заголовка</a:t>
            </a:r>
          </a:p>
        </p:txBody>
      </p:sp>
      <p:sp>
        <p:nvSpPr>
          <p:cNvPr id="354" name="Уровень текста 1…"/>
          <p:cNvSpPr txBox="1">
            <a:spLocks noGrp="1"/>
          </p:cNvSpPr>
          <p:nvPr>
            <p:ph type="body" sz="quarter" idx="1"/>
          </p:nvPr>
        </p:nvSpPr>
        <p:spPr>
          <a:xfrm>
            <a:off x="5181163" y="5007535"/>
            <a:ext cx="13818037" cy="457201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rgbClr val="FFFFFF"/>
                </a:solidFill>
              </a:defRPr>
            </a:lvl1pPr>
            <a:lvl2pPr algn="ctr">
              <a:defRPr sz="3200">
                <a:solidFill>
                  <a:srgbClr val="FFFFFF"/>
                </a:solidFill>
              </a:defRPr>
            </a:lvl2pPr>
            <a:lvl3pPr algn="ctr">
              <a:defRPr sz="3200">
                <a:solidFill>
                  <a:srgbClr val="FFFFFF"/>
                </a:solidFill>
              </a:defRPr>
            </a:lvl3pPr>
            <a:lvl4pPr algn="ctr">
              <a:defRPr sz="3200">
                <a:solidFill>
                  <a:srgbClr val="FFFFFF"/>
                </a:solidFill>
              </a:defRPr>
            </a:lvl4pPr>
            <a:lvl5pPr algn="ctr">
              <a:defRPr sz="3200">
                <a:solidFill>
                  <a:srgbClr val="FFFFFF"/>
                </a:solidFill>
              </a:defRPr>
            </a:lvl5pPr>
          </a:lstStyle>
          <a:p>
            <a:r>
              <a:t>Уровень текста 1</a:t>
            </a:r>
          </a:p>
          <a:p>
            <a:pPr lvl="1"/>
            <a:r>
              <a:t>Уровень текста 2</a:t>
            </a:r>
          </a:p>
          <a:p>
            <a:pPr lvl="2"/>
            <a:r>
              <a:t>Уровень текста 3</a:t>
            </a:r>
          </a:p>
          <a:p>
            <a:pPr lvl="3"/>
            <a:r>
              <a:t>Уровень текста 4</a:t>
            </a:r>
          </a:p>
          <a:p>
            <a:pPr lvl="4"/>
            <a:r>
              <a:t>Уровень текста 5</a:t>
            </a:r>
          </a:p>
        </p:txBody>
      </p:sp>
    </p:spTree>
  </p:cSld>
  <p:clrMapOvr>
    <a:masterClrMapping/>
  </p:clrMapOvr>
  <p:transition spd="med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1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Номер слайда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  <p:sp>
        <p:nvSpPr>
          <p:cNvPr id="362" name="Picture Placeholder 8"/>
          <p:cNvSpPr>
            <a:spLocks noGrp="1"/>
          </p:cNvSpPr>
          <p:nvPr>
            <p:ph type="pic" sz="quarter" idx="21"/>
          </p:nvPr>
        </p:nvSpPr>
        <p:spPr>
          <a:xfrm>
            <a:off x="0" y="0"/>
            <a:ext cx="8125201" cy="6858000"/>
          </a:xfrm>
          <a:prstGeom prst="rect">
            <a:avLst/>
          </a:prstGeom>
          <a:ln w="5715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endParaRPr/>
          </a:p>
        </p:txBody>
      </p:sp>
      <p:sp>
        <p:nvSpPr>
          <p:cNvPr id="363" name="Picture Placeholder 8"/>
          <p:cNvSpPr>
            <a:spLocks noGrp="1"/>
          </p:cNvSpPr>
          <p:nvPr>
            <p:ph type="pic" sz="quarter" idx="22"/>
          </p:nvPr>
        </p:nvSpPr>
        <p:spPr>
          <a:xfrm>
            <a:off x="16252449" y="0"/>
            <a:ext cx="8125201" cy="6858000"/>
          </a:xfrm>
          <a:prstGeom prst="rect">
            <a:avLst/>
          </a:prstGeom>
          <a:ln w="5715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endParaRPr/>
          </a:p>
        </p:txBody>
      </p:sp>
      <p:sp>
        <p:nvSpPr>
          <p:cNvPr id="364" name="Picture Placeholder 8"/>
          <p:cNvSpPr>
            <a:spLocks noGrp="1"/>
          </p:cNvSpPr>
          <p:nvPr>
            <p:ph type="pic" sz="quarter" idx="23"/>
          </p:nvPr>
        </p:nvSpPr>
        <p:spPr>
          <a:xfrm>
            <a:off x="8125200" y="0"/>
            <a:ext cx="8125201" cy="6858000"/>
          </a:xfrm>
          <a:prstGeom prst="rect">
            <a:avLst/>
          </a:prstGeom>
          <a:ln w="5715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endParaRPr/>
          </a:p>
        </p:txBody>
      </p:sp>
      <p:sp>
        <p:nvSpPr>
          <p:cNvPr id="365" name="Picture Placeholder 8"/>
          <p:cNvSpPr>
            <a:spLocks noGrp="1"/>
          </p:cNvSpPr>
          <p:nvPr>
            <p:ph type="pic" sz="quarter" idx="24"/>
          </p:nvPr>
        </p:nvSpPr>
        <p:spPr>
          <a:xfrm>
            <a:off x="-2050" y="6858000"/>
            <a:ext cx="8125201" cy="6858000"/>
          </a:xfrm>
          <a:prstGeom prst="rect">
            <a:avLst/>
          </a:prstGeom>
          <a:ln w="5715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endParaRPr/>
          </a:p>
        </p:txBody>
      </p:sp>
      <p:sp>
        <p:nvSpPr>
          <p:cNvPr id="366" name="Picture Placeholder 8"/>
          <p:cNvSpPr>
            <a:spLocks noGrp="1"/>
          </p:cNvSpPr>
          <p:nvPr>
            <p:ph type="pic" sz="quarter" idx="25"/>
          </p:nvPr>
        </p:nvSpPr>
        <p:spPr>
          <a:xfrm>
            <a:off x="16250400" y="6858000"/>
            <a:ext cx="8125201" cy="6858000"/>
          </a:xfrm>
          <a:prstGeom prst="rect">
            <a:avLst/>
          </a:prstGeom>
          <a:ln w="5715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endParaRPr/>
          </a:p>
        </p:txBody>
      </p:sp>
      <p:sp>
        <p:nvSpPr>
          <p:cNvPr id="367" name="Picture Placeholder 8"/>
          <p:cNvSpPr>
            <a:spLocks noGrp="1"/>
          </p:cNvSpPr>
          <p:nvPr>
            <p:ph type="pic" sz="quarter" idx="26"/>
          </p:nvPr>
        </p:nvSpPr>
        <p:spPr>
          <a:xfrm>
            <a:off x="8123149" y="6858000"/>
            <a:ext cx="8125202" cy="6858000"/>
          </a:xfrm>
          <a:prstGeom prst="rect">
            <a:avLst/>
          </a:prstGeom>
          <a:ln w="5715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endParaRPr/>
          </a:p>
        </p:txBody>
      </p:sp>
      <p:sp>
        <p:nvSpPr>
          <p:cNvPr id="368" name="Picture Placeholder 8"/>
          <p:cNvSpPr>
            <a:spLocks noGrp="1"/>
          </p:cNvSpPr>
          <p:nvPr>
            <p:ph type="pic" sz="quarter" idx="27"/>
          </p:nvPr>
        </p:nvSpPr>
        <p:spPr>
          <a:xfrm>
            <a:off x="6431624" y="5873750"/>
            <a:ext cx="11506201" cy="1968500"/>
          </a:xfrm>
          <a:prstGeom prst="rect">
            <a:avLst/>
          </a:prstGeom>
          <a:ln w="5715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endParaRPr/>
          </a:p>
        </p:txBody>
      </p:sp>
      <p:sp>
        <p:nvSpPr>
          <p:cNvPr id="369" name="Текст заголовка"/>
          <p:cNvSpPr txBox="1">
            <a:spLocks noGrp="1"/>
          </p:cNvSpPr>
          <p:nvPr>
            <p:ph type="title"/>
          </p:nvPr>
        </p:nvSpPr>
        <p:spPr>
          <a:xfrm>
            <a:off x="7064375" y="6329362"/>
            <a:ext cx="10248900" cy="1057276"/>
          </a:xfrm>
          <a:prstGeom prst="rect">
            <a:avLst/>
          </a:prstGeom>
        </p:spPr>
        <p:txBody>
          <a:bodyPr/>
          <a:lstStyle>
            <a:lvl1pPr algn="ctr">
              <a:defRPr sz="5400">
                <a:solidFill>
                  <a:srgbClr val="404040"/>
                </a:solidFill>
              </a:defRPr>
            </a:lvl1pPr>
          </a:lstStyle>
          <a:p>
            <a:r>
              <a:t>Текст заголовка</a:t>
            </a:r>
          </a:p>
        </p:txBody>
      </p:sp>
    </p:spTree>
  </p:cSld>
  <p:clrMapOvr>
    <a:masterClrMapping/>
  </p:clrMapOvr>
  <p:transition spd="med"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1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Номер слайда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  <p:sp>
        <p:nvSpPr>
          <p:cNvPr id="377" name="Picture Placeholder 8"/>
          <p:cNvSpPr>
            <a:spLocks noGrp="1"/>
          </p:cNvSpPr>
          <p:nvPr>
            <p:ph type="pic" sz="quarter" idx="21"/>
          </p:nvPr>
        </p:nvSpPr>
        <p:spPr>
          <a:xfrm>
            <a:off x="12188824" y="0"/>
            <a:ext cx="12188826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endParaRPr/>
          </a:p>
        </p:txBody>
      </p:sp>
      <p:sp>
        <p:nvSpPr>
          <p:cNvPr id="378" name="Picture Placeholder 8"/>
          <p:cNvSpPr>
            <a:spLocks noGrp="1"/>
          </p:cNvSpPr>
          <p:nvPr>
            <p:ph type="pic" sz="quarter" idx="22"/>
          </p:nvPr>
        </p:nvSpPr>
        <p:spPr>
          <a:xfrm>
            <a:off x="12188824" y="4572000"/>
            <a:ext cx="12188826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endParaRPr/>
          </a:p>
        </p:txBody>
      </p:sp>
      <p:sp>
        <p:nvSpPr>
          <p:cNvPr id="379" name="Picture Placeholder 8"/>
          <p:cNvSpPr>
            <a:spLocks noGrp="1"/>
          </p:cNvSpPr>
          <p:nvPr>
            <p:ph type="pic" sz="quarter" idx="23"/>
          </p:nvPr>
        </p:nvSpPr>
        <p:spPr>
          <a:xfrm>
            <a:off x="12188824" y="9144000"/>
            <a:ext cx="12188826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endParaRPr/>
          </a:p>
        </p:txBody>
      </p:sp>
      <p:sp>
        <p:nvSpPr>
          <p:cNvPr id="380" name="Picture Placeholder 8"/>
          <p:cNvSpPr>
            <a:spLocks noGrp="1"/>
          </p:cNvSpPr>
          <p:nvPr>
            <p:ph type="pic" sz="quarter" idx="24"/>
          </p:nvPr>
        </p:nvSpPr>
        <p:spPr>
          <a:xfrm>
            <a:off x="18545175" y="0"/>
            <a:ext cx="583247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endParaRPr/>
          </a:p>
        </p:txBody>
      </p:sp>
      <p:sp>
        <p:nvSpPr>
          <p:cNvPr id="381" name="Picture Placeholder 8"/>
          <p:cNvSpPr>
            <a:spLocks noGrp="1"/>
          </p:cNvSpPr>
          <p:nvPr>
            <p:ph type="pic" sz="quarter" idx="25"/>
          </p:nvPr>
        </p:nvSpPr>
        <p:spPr>
          <a:xfrm>
            <a:off x="18545175" y="4572000"/>
            <a:ext cx="583247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endParaRPr/>
          </a:p>
        </p:txBody>
      </p:sp>
      <p:sp>
        <p:nvSpPr>
          <p:cNvPr id="382" name="Picture Placeholder 8"/>
          <p:cNvSpPr>
            <a:spLocks noGrp="1"/>
          </p:cNvSpPr>
          <p:nvPr>
            <p:ph type="pic" sz="quarter" idx="26"/>
          </p:nvPr>
        </p:nvSpPr>
        <p:spPr>
          <a:xfrm>
            <a:off x="18545175" y="9144000"/>
            <a:ext cx="583247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endParaRPr/>
          </a:p>
        </p:txBody>
      </p:sp>
      <p:sp>
        <p:nvSpPr>
          <p:cNvPr id="383" name="Уровень текста 1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19005097" y="1041400"/>
            <a:ext cx="4783818" cy="4159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  <a:sym typeface="Montserrat Semi Bold"/>
              </a:defRPr>
            </a:lvl1pPr>
            <a:lvl2pPr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  <a:sym typeface="Montserrat Semi Bold"/>
              </a:defRPr>
            </a:lvl2pPr>
            <a:lvl3pPr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  <a:sym typeface="Montserrat Semi Bold"/>
              </a:defRPr>
            </a:lvl3pPr>
            <a:lvl4pPr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  <a:sym typeface="Montserrat Semi Bold"/>
              </a:defRPr>
            </a:lvl4pPr>
            <a:lvl5pPr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  <a:sym typeface="Montserrat Semi Bold"/>
              </a:defRPr>
            </a:lvl5pPr>
          </a:lstStyle>
          <a:p>
            <a:r>
              <a:t>Text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384" name="Text Placeholder 33"/>
          <p:cNvSpPr>
            <a:spLocks noGrp="1"/>
          </p:cNvSpPr>
          <p:nvPr>
            <p:ph type="body" sz="quarter" idx="27" hasCustomPrompt="1"/>
          </p:nvPr>
        </p:nvSpPr>
        <p:spPr>
          <a:xfrm>
            <a:off x="19005097" y="1651000"/>
            <a:ext cx="4783818" cy="207917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>
                <a:solidFill>
                  <a:srgbClr val="FFFFFF"/>
                </a:solidFill>
              </a:defRPr>
            </a:lvl1pPr>
          </a:lstStyle>
          <a:p>
            <a:r>
              <a:t>Text</a:t>
            </a:r>
          </a:p>
        </p:txBody>
      </p:sp>
      <p:sp>
        <p:nvSpPr>
          <p:cNvPr id="385" name="Text Placeholder 33"/>
          <p:cNvSpPr>
            <a:spLocks noGrp="1"/>
          </p:cNvSpPr>
          <p:nvPr>
            <p:ph type="body" sz="quarter" idx="28" hasCustomPrompt="1"/>
          </p:nvPr>
        </p:nvSpPr>
        <p:spPr>
          <a:xfrm>
            <a:off x="19005097" y="5499100"/>
            <a:ext cx="4783818" cy="415925"/>
          </a:xfrm>
          <a:prstGeom prst="rect">
            <a:avLst/>
          </a:prstGeom>
        </p:spPr>
        <p:txBody>
          <a:bodyPr/>
          <a:lstStyle>
            <a:lvl1pPr defTabSz="1426107">
              <a:spcBef>
                <a:spcPts val="1500"/>
              </a:spcBef>
              <a:defRPr sz="2184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  <a:sym typeface="Montserrat Semi Bold"/>
              </a:defRPr>
            </a:lvl1pPr>
          </a:lstStyle>
          <a:p>
            <a:r>
              <a:t>Text</a:t>
            </a:r>
          </a:p>
        </p:txBody>
      </p:sp>
      <p:sp>
        <p:nvSpPr>
          <p:cNvPr id="386" name="Text Placeholder 33"/>
          <p:cNvSpPr>
            <a:spLocks noGrp="1"/>
          </p:cNvSpPr>
          <p:nvPr>
            <p:ph type="body" sz="quarter" idx="29" hasCustomPrompt="1"/>
          </p:nvPr>
        </p:nvSpPr>
        <p:spPr>
          <a:xfrm>
            <a:off x="19005097" y="6108701"/>
            <a:ext cx="4783818" cy="207917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>
                <a:solidFill>
                  <a:srgbClr val="FFFFFF"/>
                </a:solidFill>
              </a:defRPr>
            </a:lvl1pPr>
          </a:lstStyle>
          <a:p>
            <a:r>
              <a:t>Text</a:t>
            </a:r>
          </a:p>
        </p:txBody>
      </p:sp>
      <p:sp>
        <p:nvSpPr>
          <p:cNvPr id="387" name="Text Placeholder 33"/>
          <p:cNvSpPr>
            <a:spLocks noGrp="1"/>
          </p:cNvSpPr>
          <p:nvPr>
            <p:ph type="body" sz="quarter" idx="30" hasCustomPrompt="1"/>
          </p:nvPr>
        </p:nvSpPr>
        <p:spPr>
          <a:xfrm>
            <a:off x="19005097" y="10127799"/>
            <a:ext cx="4783818" cy="415926"/>
          </a:xfrm>
          <a:prstGeom prst="rect">
            <a:avLst/>
          </a:prstGeom>
        </p:spPr>
        <p:txBody>
          <a:bodyPr/>
          <a:lstStyle>
            <a:lvl1pPr defTabSz="1426107">
              <a:spcBef>
                <a:spcPts val="1500"/>
              </a:spcBef>
              <a:defRPr sz="2184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  <a:sym typeface="Montserrat Semi Bold"/>
              </a:defRPr>
            </a:lvl1pPr>
          </a:lstStyle>
          <a:p>
            <a:r>
              <a:t>Text</a:t>
            </a:r>
          </a:p>
        </p:txBody>
      </p:sp>
      <p:sp>
        <p:nvSpPr>
          <p:cNvPr id="388" name="Text Placeholder 33"/>
          <p:cNvSpPr>
            <a:spLocks noGrp="1"/>
          </p:cNvSpPr>
          <p:nvPr>
            <p:ph type="body" sz="quarter" idx="31" hasCustomPrompt="1"/>
          </p:nvPr>
        </p:nvSpPr>
        <p:spPr>
          <a:xfrm>
            <a:off x="19005097" y="10737401"/>
            <a:ext cx="4783818" cy="207917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>
                <a:solidFill>
                  <a:srgbClr val="FFFFFF"/>
                </a:solidFill>
              </a:defRPr>
            </a:lvl1pPr>
          </a:lstStyle>
          <a:p>
            <a:r>
              <a:t>Text</a:t>
            </a:r>
          </a:p>
        </p:txBody>
      </p:sp>
      <p:sp>
        <p:nvSpPr>
          <p:cNvPr id="389" name="Picture Placeholder 8"/>
          <p:cNvSpPr>
            <a:spLocks noGrp="1"/>
          </p:cNvSpPr>
          <p:nvPr>
            <p:ph type="pic" sz="quarter" idx="32"/>
          </p:nvPr>
        </p:nvSpPr>
        <p:spPr>
          <a:xfrm>
            <a:off x="0" y="0"/>
            <a:ext cx="12188825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endParaRPr/>
          </a:p>
        </p:txBody>
      </p:sp>
      <p:sp>
        <p:nvSpPr>
          <p:cNvPr id="390" name="Picture Placeholder 8"/>
          <p:cNvSpPr>
            <a:spLocks noGrp="1"/>
          </p:cNvSpPr>
          <p:nvPr>
            <p:ph type="pic" sz="quarter" idx="33"/>
          </p:nvPr>
        </p:nvSpPr>
        <p:spPr>
          <a:xfrm>
            <a:off x="0" y="4572000"/>
            <a:ext cx="12188825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endParaRPr/>
          </a:p>
        </p:txBody>
      </p:sp>
      <p:sp>
        <p:nvSpPr>
          <p:cNvPr id="391" name="Picture Placeholder 8"/>
          <p:cNvSpPr>
            <a:spLocks noGrp="1"/>
          </p:cNvSpPr>
          <p:nvPr>
            <p:ph type="pic" sz="quarter" idx="34"/>
          </p:nvPr>
        </p:nvSpPr>
        <p:spPr>
          <a:xfrm>
            <a:off x="0" y="9144000"/>
            <a:ext cx="12188825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endParaRPr/>
          </a:p>
        </p:txBody>
      </p:sp>
      <p:sp>
        <p:nvSpPr>
          <p:cNvPr id="392" name="Picture Placeholder 8"/>
          <p:cNvSpPr>
            <a:spLocks noGrp="1"/>
          </p:cNvSpPr>
          <p:nvPr>
            <p:ph type="pic" sz="quarter" idx="35"/>
          </p:nvPr>
        </p:nvSpPr>
        <p:spPr>
          <a:xfrm>
            <a:off x="6356351" y="0"/>
            <a:ext cx="583247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endParaRPr/>
          </a:p>
        </p:txBody>
      </p:sp>
      <p:sp>
        <p:nvSpPr>
          <p:cNvPr id="393" name="Picture Placeholder 8"/>
          <p:cNvSpPr>
            <a:spLocks noGrp="1"/>
          </p:cNvSpPr>
          <p:nvPr>
            <p:ph type="pic" sz="quarter" idx="36"/>
          </p:nvPr>
        </p:nvSpPr>
        <p:spPr>
          <a:xfrm>
            <a:off x="6356351" y="4572000"/>
            <a:ext cx="583247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endParaRPr/>
          </a:p>
        </p:txBody>
      </p:sp>
      <p:sp>
        <p:nvSpPr>
          <p:cNvPr id="394" name="Picture Placeholder 8"/>
          <p:cNvSpPr>
            <a:spLocks noGrp="1"/>
          </p:cNvSpPr>
          <p:nvPr>
            <p:ph type="pic" sz="quarter" idx="37"/>
          </p:nvPr>
        </p:nvSpPr>
        <p:spPr>
          <a:xfrm>
            <a:off x="6356351" y="9144000"/>
            <a:ext cx="583247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endParaRPr/>
          </a:p>
        </p:txBody>
      </p:sp>
      <p:sp>
        <p:nvSpPr>
          <p:cNvPr id="395" name="Text Placeholder 33"/>
          <p:cNvSpPr>
            <a:spLocks noGrp="1"/>
          </p:cNvSpPr>
          <p:nvPr>
            <p:ph type="body" sz="quarter" idx="38" hasCustomPrompt="1"/>
          </p:nvPr>
        </p:nvSpPr>
        <p:spPr>
          <a:xfrm>
            <a:off x="6816273" y="1041400"/>
            <a:ext cx="4783818" cy="415925"/>
          </a:xfrm>
          <a:prstGeom prst="rect">
            <a:avLst/>
          </a:prstGeom>
        </p:spPr>
        <p:txBody>
          <a:bodyPr/>
          <a:lstStyle>
            <a:lvl1pPr defTabSz="1426107">
              <a:spcBef>
                <a:spcPts val="1500"/>
              </a:spcBef>
              <a:defRPr sz="2184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  <a:sym typeface="Montserrat Semi Bold"/>
              </a:defRPr>
            </a:lvl1pPr>
          </a:lstStyle>
          <a:p>
            <a:r>
              <a:t>Text</a:t>
            </a:r>
          </a:p>
        </p:txBody>
      </p:sp>
      <p:sp>
        <p:nvSpPr>
          <p:cNvPr id="396" name="Text Placeholder 33"/>
          <p:cNvSpPr>
            <a:spLocks noGrp="1"/>
          </p:cNvSpPr>
          <p:nvPr>
            <p:ph type="body" sz="quarter" idx="39" hasCustomPrompt="1"/>
          </p:nvPr>
        </p:nvSpPr>
        <p:spPr>
          <a:xfrm>
            <a:off x="6816273" y="1651000"/>
            <a:ext cx="4783818" cy="207917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>
                <a:solidFill>
                  <a:srgbClr val="FFFFFF"/>
                </a:solidFill>
              </a:defRPr>
            </a:lvl1pPr>
          </a:lstStyle>
          <a:p>
            <a:r>
              <a:t>Text</a:t>
            </a:r>
          </a:p>
        </p:txBody>
      </p:sp>
      <p:sp>
        <p:nvSpPr>
          <p:cNvPr id="397" name="Text Placeholder 33"/>
          <p:cNvSpPr>
            <a:spLocks noGrp="1"/>
          </p:cNvSpPr>
          <p:nvPr>
            <p:ph type="body" sz="quarter" idx="40" hasCustomPrompt="1"/>
          </p:nvPr>
        </p:nvSpPr>
        <p:spPr>
          <a:xfrm>
            <a:off x="6816273" y="5499100"/>
            <a:ext cx="4783818" cy="415925"/>
          </a:xfrm>
          <a:prstGeom prst="rect">
            <a:avLst/>
          </a:prstGeom>
        </p:spPr>
        <p:txBody>
          <a:bodyPr/>
          <a:lstStyle>
            <a:lvl1pPr defTabSz="1426107">
              <a:spcBef>
                <a:spcPts val="1500"/>
              </a:spcBef>
              <a:defRPr sz="2184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  <a:sym typeface="Montserrat Semi Bold"/>
              </a:defRPr>
            </a:lvl1pPr>
          </a:lstStyle>
          <a:p>
            <a:r>
              <a:t>Text</a:t>
            </a:r>
          </a:p>
        </p:txBody>
      </p:sp>
      <p:sp>
        <p:nvSpPr>
          <p:cNvPr id="398" name="Text Placeholder 33"/>
          <p:cNvSpPr>
            <a:spLocks noGrp="1"/>
          </p:cNvSpPr>
          <p:nvPr>
            <p:ph type="body" sz="quarter" idx="41" hasCustomPrompt="1"/>
          </p:nvPr>
        </p:nvSpPr>
        <p:spPr>
          <a:xfrm>
            <a:off x="6816273" y="6108701"/>
            <a:ext cx="4783818" cy="207917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>
                <a:solidFill>
                  <a:srgbClr val="FFFFFF"/>
                </a:solidFill>
              </a:defRPr>
            </a:lvl1pPr>
          </a:lstStyle>
          <a:p>
            <a:r>
              <a:t>Text</a:t>
            </a:r>
          </a:p>
        </p:txBody>
      </p:sp>
      <p:sp>
        <p:nvSpPr>
          <p:cNvPr id="399" name="Text Placeholder 33"/>
          <p:cNvSpPr>
            <a:spLocks noGrp="1"/>
          </p:cNvSpPr>
          <p:nvPr>
            <p:ph type="body" sz="quarter" idx="42" hasCustomPrompt="1"/>
          </p:nvPr>
        </p:nvSpPr>
        <p:spPr>
          <a:xfrm>
            <a:off x="6816273" y="10127799"/>
            <a:ext cx="4783818" cy="415926"/>
          </a:xfrm>
          <a:prstGeom prst="rect">
            <a:avLst/>
          </a:prstGeom>
        </p:spPr>
        <p:txBody>
          <a:bodyPr/>
          <a:lstStyle>
            <a:lvl1pPr defTabSz="1426107">
              <a:spcBef>
                <a:spcPts val="1500"/>
              </a:spcBef>
              <a:defRPr sz="2184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  <a:sym typeface="Montserrat Semi Bold"/>
              </a:defRPr>
            </a:lvl1pPr>
          </a:lstStyle>
          <a:p>
            <a:r>
              <a:t>Text</a:t>
            </a:r>
          </a:p>
        </p:txBody>
      </p:sp>
      <p:sp>
        <p:nvSpPr>
          <p:cNvPr id="400" name="Text Placeholder 33"/>
          <p:cNvSpPr>
            <a:spLocks noGrp="1"/>
          </p:cNvSpPr>
          <p:nvPr>
            <p:ph type="body" sz="quarter" idx="43" hasCustomPrompt="1"/>
          </p:nvPr>
        </p:nvSpPr>
        <p:spPr>
          <a:xfrm>
            <a:off x="6816273" y="10737401"/>
            <a:ext cx="4783818" cy="207917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>
                <a:solidFill>
                  <a:srgbClr val="FFFFFF"/>
                </a:solidFill>
              </a:defRPr>
            </a:lvl1pPr>
          </a:lstStyle>
          <a:p>
            <a:r>
              <a:t>Text</a:t>
            </a:r>
          </a:p>
        </p:txBody>
      </p:sp>
    </p:spTree>
  </p:cSld>
  <p:clrMapOvr>
    <a:masterClrMapping/>
  </p:clrMapOvr>
  <p:transition spd="med"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14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Номер слайда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  <p:sp>
        <p:nvSpPr>
          <p:cNvPr id="408" name="Picture Placeholder 8"/>
          <p:cNvSpPr>
            <a:spLocks noGrp="1"/>
          </p:cNvSpPr>
          <p:nvPr>
            <p:ph type="pic" idx="21"/>
          </p:nvPr>
        </p:nvSpPr>
        <p:spPr>
          <a:xfrm>
            <a:off x="0" y="11145"/>
            <a:ext cx="12188825" cy="1370485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endParaRPr/>
          </a:p>
        </p:txBody>
      </p:sp>
      <p:sp>
        <p:nvSpPr>
          <p:cNvPr id="409" name="Picture Placeholder 8"/>
          <p:cNvSpPr>
            <a:spLocks noGrp="1"/>
          </p:cNvSpPr>
          <p:nvPr>
            <p:ph type="pic" sz="half" idx="22"/>
          </p:nvPr>
        </p:nvSpPr>
        <p:spPr>
          <a:xfrm>
            <a:off x="-2" y="8040913"/>
            <a:ext cx="12188826" cy="567508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endParaRPr/>
          </a:p>
        </p:txBody>
      </p:sp>
      <p:sp>
        <p:nvSpPr>
          <p:cNvPr id="410" name="Picture Placeholder 8"/>
          <p:cNvSpPr>
            <a:spLocks noGrp="1"/>
          </p:cNvSpPr>
          <p:nvPr>
            <p:ph type="pic" idx="23"/>
          </p:nvPr>
        </p:nvSpPr>
        <p:spPr>
          <a:xfrm>
            <a:off x="12188825" y="1"/>
            <a:ext cx="12188828" cy="13715999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endParaRPr/>
          </a:p>
        </p:txBody>
      </p:sp>
      <p:sp>
        <p:nvSpPr>
          <p:cNvPr id="411" name="Picture Placeholder 8"/>
          <p:cNvSpPr>
            <a:spLocks noGrp="1"/>
          </p:cNvSpPr>
          <p:nvPr>
            <p:ph type="pic" sz="half" idx="24"/>
          </p:nvPr>
        </p:nvSpPr>
        <p:spPr>
          <a:xfrm>
            <a:off x="12188824" y="8036300"/>
            <a:ext cx="12188828" cy="56797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endParaRPr/>
          </a:p>
        </p:txBody>
      </p:sp>
      <p:sp>
        <p:nvSpPr>
          <p:cNvPr id="412" name="Уровень текста 1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1675963" y="9174289"/>
            <a:ext cx="8582462" cy="800141"/>
          </a:xfrm>
          <a:prstGeom prst="rect">
            <a:avLst/>
          </a:prstGeom>
        </p:spPr>
        <p:txBody>
          <a:bodyPr/>
          <a:lstStyle>
            <a:lvl1pPr algn="ctr">
              <a:defRPr sz="40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  <a:sym typeface="Montserrat Semi Bold"/>
              </a:defRPr>
            </a:lvl1pPr>
            <a:lvl2pPr algn="ctr">
              <a:defRPr sz="40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  <a:sym typeface="Montserrat Semi Bold"/>
              </a:defRPr>
            </a:lvl2pPr>
            <a:lvl3pPr algn="ctr">
              <a:defRPr sz="40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  <a:sym typeface="Montserrat Semi Bold"/>
              </a:defRPr>
            </a:lvl3pPr>
            <a:lvl4pPr algn="ctr">
              <a:defRPr sz="40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  <a:sym typeface="Montserrat Semi Bold"/>
              </a:defRPr>
            </a:lvl4pPr>
            <a:lvl5pPr algn="ctr">
              <a:defRPr sz="40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  <a:sym typeface="Montserrat Semi Bold"/>
              </a:defRPr>
            </a:lvl5pPr>
          </a:lstStyle>
          <a:p>
            <a:r>
              <a:t>Text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413" name="Text Placeholder 33"/>
          <p:cNvSpPr>
            <a:spLocks noGrp="1"/>
          </p:cNvSpPr>
          <p:nvPr>
            <p:ph type="body" sz="quarter" idx="25" hasCustomPrompt="1"/>
          </p:nvPr>
        </p:nvSpPr>
        <p:spPr>
          <a:xfrm>
            <a:off x="1675964" y="10014856"/>
            <a:ext cx="8582461" cy="1883457"/>
          </a:xfrm>
          <a:prstGeom prst="rect">
            <a:avLst/>
          </a:prstGeom>
        </p:spPr>
        <p:txBody>
          <a:bodyPr/>
          <a:lstStyle>
            <a:lvl1pPr algn="ctr">
              <a:lnSpc>
                <a:spcPct val="150000"/>
              </a:lnSpc>
              <a:defRPr>
                <a:solidFill>
                  <a:srgbClr val="FFFFFF"/>
                </a:solidFill>
              </a:defRPr>
            </a:lvl1pPr>
          </a:lstStyle>
          <a:p>
            <a:r>
              <a:t>Text</a:t>
            </a:r>
          </a:p>
        </p:txBody>
      </p:sp>
      <p:sp>
        <p:nvSpPr>
          <p:cNvPr id="414" name="Text Placeholder 33"/>
          <p:cNvSpPr>
            <a:spLocks noGrp="1"/>
          </p:cNvSpPr>
          <p:nvPr>
            <p:ph type="body" sz="quarter" idx="26" hasCustomPrompt="1"/>
          </p:nvPr>
        </p:nvSpPr>
        <p:spPr>
          <a:xfrm>
            <a:off x="1675964" y="8510327"/>
            <a:ext cx="8582461" cy="513537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  <a:sym typeface="Montserrat Semi Bold"/>
              </a:defRPr>
            </a:lvl1pPr>
          </a:lstStyle>
          <a:p>
            <a:r>
              <a:t>Text</a:t>
            </a:r>
          </a:p>
        </p:txBody>
      </p:sp>
      <p:sp>
        <p:nvSpPr>
          <p:cNvPr id="415" name="Text Placeholder 33"/>
          <p:cNvSpPr>
            <a:spLocks noGrp="1"/>
          </p:cNvSpPr>
          <p:nvPr>
            <p:ph type="body" sz="quarter" idx="27" hasCustomPrompt="1"/>
          </p:nvPr>
        </p:nvSpPr>
        <p:spPr>
          <a:xfrm>
            <a:off x="14119225" y="9144810"/>
            <a:ext cx="8582461" cy="800141"/>
          </a:xfrm>
          <a:prstGeom prst="rect">
            <a:avLst/>
          </a:prstGeom>
        </p:spPr>
        <p:txBody>
          <a:bodyPr/>
          <a:lstStyle>
            <a:lvl1pPr algn="ctr">
              <a:defRPr sz="40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  <a:sym typeface="Montserrat Semi Bold"/>
              </a:defRPr>
            </a:lvl1pPr>
          </a:lstStyle>
          <a:p>
            <a:r>
              <a:t>Text</a:t>
            </a:r>
          </a:p>
        </p:txBody>
      </p:sp>
      <p:sp>
        <p:nvSpPr>
          <p:cNvPr id="416" name="Text Placeholder 33"/>
          <p:cNvSpPr>
            <a:spLocks noGrp="1"/>
          </p:cNvSpPr>
          <p:nvPr>
            <p:ph type="body" sz="quarter" idx="28" hasCustomPrompt="1"/>
          </p:nvPr>
        </p:nvSpPr>
        <p:spPr>
          <a:xfrm>
            <a:off x="14119225" y="9985378"/>
            <a:ext cx="8582461" cy="1883457"/>
          </a:xfrm>
          <a:prstGeom prst="rect">
            <a:avLst/>
          </a:prstGeom>
        </p:spPr>
        <p:txBody>
          <a:bodyPr/>
          <a:lstStyle>
            <a:lvl1pPr algn="ctr">
              <a:lnSpc>
                <a:spcPct val="150000"/>
              </a:lnSpc>
              <a:defRPr>
                <a:solidFill>
                  <a:srgbClr val="FFFFFF"/>
                </a:solidFill>
              </a:defRPr>
            </a:lvl1pPr>
          </a:lstStyle>
          <a:p>
            <a:r>
              <a:t>Text</a:t>
            </a:r>
          </a:p>
        </p:txBody>
      </p:sp>
      <p:sp>
        <p:nvSpPr>
          <p:cNvPr id="417" name="Text Placeholder 33"/>
          <p:cNvSpPr>
            <a:spLocks noGrp="1"/>
          </p:cNvSpPr>
          <p:nvPr>
            <p:ph type="body" sz="quarter" idx="29" hasCustomPrompt="1"/>
          </p:nvPr>
        </p:nvSpPr>
        <p:spPr>
          <a:xfrm>
            <a:off x="14119225" y="8480849"/>
            <a:ext cx="8582461" cy="513537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  <a:sym typeface="Montserrat Semi Bold"/>
              </a:defRPr>
            </a:lvl1pPr>
          </a:lstStyle>
          <a:p>
            <a:r>
              <a:t>Text</a:t>
            </a:r>
          </a:p>
        </p:txBody>
      </p:sp>
    </p:spTree>
  </p:cSld>
  <p:clrMapOvr>
    <a:masterClrMapping/>
  </p:clrMapOvr>
  <p:transition spd="med"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15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Номер слайда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  <p:sp>
        <p:nvSpPr>
          <p:cNvPr id="425" name="Picture Placeholder 8"/>
          <p:cNvSpPr>
            <a:spLocks noGrp="1"/>
          </p:cNvSpPr>
          <p:nvPr>
            <p:ph type="pic" sz="half" idx="21"/>
          </p:nvPr>
        </p:nvSpPr>
        <p:spPr>
          <a:xfrm>
            <a:off x="0" y="1"/>
            <a:ext cx="12188825" cy="6858001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endParaRPr/>
          </a:p>
        </p:txBody>
      </p:sp>
      <p:sp>
        <p:nvSpPr>
          <p:cNvPr id="426" name="Picture Placeholder 8"/>
          <p:cNvSpPr>
            <a:spLocks noGrp="1"/>
          </p:cNvSpPr>
          <p:nvPr>
            <p:ph type="pic" sz="half" idx="22"/>
          </p:nvPr>
        </p:nvSpPr>
        <p:spPr>
          <a:xfrm>
            <a:off x="12188825" y="1"/>
            <a:ext cx="12188825" cy="6858001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endParaRPr/>
          </a:p>
        </p:txBody>
      </p:sp>
      <p:sp>
        <p:nvSpPr>
          <p:cNvPr id="427" name="Picture Placeholder 8"/>
          <p:cNvSpPr>
            <a:spLocks noGrp="1"/>
          </p:cNvSpPr>
          <p:nvPr>
            <p:ph type="pic" sz="half" idx="23"/>
          </p:nvPr>
        </p:nvSpPr>
        <p:spPr>
          <a:xfrm>
            <a:off x="0" y="6858000"/>
            <a:ext cx="12188825" cy="6858001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endParaRPr/>
          </a:p>
        </p:txBody>
      </p:sp>
      <p:sp>
        <p:nvSpPr>
          <p:cNvPr id="428" name="Picture Placeholder 8"/>
          <p:cNvSpPr>
            <a:spLocks noGrp="1"/>
          </p:cNvSpPr>
          <p:nvPr>
            <p:ph type="pic" sz="half" idx="24"/>
          </p:nvPr>
        </p:nvSpPr>
        <p:spPr>
          <a:xfrm>
            <a:off x="12188825" y="6858000"/>
            <a:ext cx="12188825" cy="6858001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endParaRPr/>
          </a:p>
        </p:txBody>
      </p:sp>
      <p:sp>
        <p:nvSpPr>
          <p:cNvPr id="429" name="Picture Placeholder 8"/>
          <p:cNvSpPr>
            <a:spLocks noGrp="1"/>
          </p:cNvSpPr>
          <p:nvPr>
            <p:ph type="pic" sz="quarter" idx="25"/>
          </p:nvPr>
        </p:nvSpPr>
        <p:spPr>
          <a:xfrm>
            <a:off x="2634813" y="4572000"/>
            <a:ext cx="9554012" cy="225742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endParaRPr/>
          </a:p>
        </p:txBody>
      </p:sp>
      <p:sp>
        <p:nvSpPr>
          <p:cNvPr id="430" name="Picture Placeholder 8"/>
          <p:cNvSpPr>
            <a:spLocks noGrp="1"/>
          </p:cNvSpPr>
          <p:nvPr>
            <p:ph type="pic" sz="quarter" idx="26"/>
          </p:nvPr>
        </p:nvSpPr>
        <p:spPr>
          <a:xfrm>
            <a:off x="12188825" y="4572000"/>
            <a:ext cx="9554011" cy="225742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endParaRPr/>
          </a:p>
        </p:txBody>
      </p:sp>
      <p:sp>
        <p:nvSpPr>
          <p:cNvPr id="431" name="Picture Placeholder 8"/>
          <p:cNvSpPr>
            <a:spLocks noGrp="1"/>
          </p:cNvSpPr>
          <p:nvPr>
            <p:ph type="pic" sz="quarter" idx="27"/>
          </p:nvPr>
        </p:nvSpPr>
        <p:spPr>
          <a:xfrm>
            <a:off x="2634813" y="6829425"/>
            <a:ext cx="9554012" cy="2257427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endParaRPr/>
          </a:p>
        </p:txBody>
      </p:sp>
      <p:sp>
        <p:nvSpPr>
          <p:cNvPr id="432" name="Picture Placeholder 8"/>
          <p:cNvSpPr>
            <a:spLocks noGrp="1"/>
          </p:cNvSpPr>
          <p:nvPr>
            <p:ph type="pic" sz="quarter" idx="28"/>
          </p:nvPr>
        </p:nvSpPr>
        <p:spPr>
          <a:xfrm>
            <a:off x="12188825" y="6829425"/>
            <a:ext cx="9554011" cy="2257427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endParaRPr/>
          </a:p>
        </p:txBody>
      </p:sp>
    </p:spTree>
  </p:cSld>
  <p:clrMapOvr>
    <a:masterClrMapping/>
  </p:clrMapOvr>
  <p:transition spd="med"/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10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Picture Placeholder 11"/>
          <p:cNvSpPr>
            <a:spLocks noGrp="1"/>
          </p:cNvSpPr>
          <p:nvPr>
            <p:ph type="pic" sz="half" idx="21"/>
          </p:nvPr>
        </p:nvSpPr>
        <p:spPr>
          <a:xfrm>
            <a:off x="0" y="-1"/>
            <a:ext cx="13865870" cy="8008371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endParaRPr/>
          </a:p>
        </p:txBody>
      </p:sp>
      <p:sp>
        <p:nvSpPr>
          <p:cNvPr id="440" name="Picture Placeholder 14"/>
          <p:cNvSpPr>
            <a:spLocks noGrp="1"/>
          </p:cNvSpPr>
          <p:nvPr>
            <p:ph type="pic" sz="half" idx="22"/>
          </p:nvPr>
        </p:nvSpPr>
        <p:spPr>
          <a:xfrm>
            <a:off x="11649281" y="0"/>
            <a:ext cx="12728369" cy="8008367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endParaRPr/>
          </a:p>
        </p:txBody>
      </p:sp>
      <p:sp>
        <p:nvSpPr>
          <p:cNvPr id="441" name="Picture Placeholder 17"/>
          <p:cNvSpPr>
            <a:spLocks noGrp="1"/>
          </p:cNvSpPr>
          <p:nvPr>
            <p:ph type="pic" sz="quarter" idx="23"/>
          </p:nvPr>
        </p:nvSpPr>
        <p:spPr>
          <a:xfrm>
            <a:off x="0" y="8977930"/>
            <a:ext cx="11649282" cy="473784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endParaRPr/>
          </a:p>
        </p:txBody>
      </p:sp>
      <p:sp>
        <p:nvSpPr>
          <p:cNvPr id="442" name="Picture Placeholder 20"/>
          <p:cNvSpPr>
            <a:spLocks noGrp="1"/>
          </p:cNvSpPr>
          <p:nvPr>
            <p:ph type="pic" sz="quarter" idx="24"/>
          </p:nvPr>
        </p:nvSpPr>
        <p:spPr>
          <a:xfrm>
            <a:off x="12592050" y="8978151"/>
            <a:ext cx="11785600" cy="4737849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endParaRPr/>
          </a:p>
        </p:txBody>
      </p:sp>
      <p:sp>
        <p:nvSpPr>
          <p:cNvPr id="443" name="Текст заголовка"/>
          <p:cNvSpPr txBox="1">
            <a:spLocks noGrp="1"/>
          </p:cNvSpPr>
          <p:nvPr>
            <p:ph type="title"/>
          </p:nvPr>
        </p:nvSpPr>
        <p:spPr>
          <a:xfrm>
            <a:off x="1648797" y="7922741"/>
            <a:ext cx="21080055" cy="1231527"/>
          </a:xfrm>
          <a:prstGeom prst="rect">
            <a:avLst/>
          </a:prstGeom>
        </p:spPr>
        <p:txBody>
          <a:bodyPr/>
          <a:lstStyle>
            <a:lvl1pPr algn="ctr">
              <a:defRPr sz="6000">
                <a:solidFill>
                  <a:srgbClr val="404040"/>
                </a:solidFill>
              </a:defRPr>
            </a:lvl1pPr>
          </a:lstStyle>
          <a:p>
            <a:r>
              <a:t>Текст заголовка</a:t>
            </a:r>
          </a:p>
        </p:txBody>
      </p:sp>
      <p:sp>
        <p:nvSpPr>
          <p:cNvPr id="444" name="Уровень текста 1…"/>
          <p:cNvSpPr txBox="1">
            <a:spLocks noGrp="1"/>
          </p:cNvSpPr>
          <p:nvPr>
            <p:ph type="body" sz="quarter" idx="1"/>
          </p:nvPr>
        </p:nvSpPr>
        <p:spPr>
          <a:xfrm>
            <a:off x="1675963" y="9154268"/>
            <a:ext cx="21025723" cy="457201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r>
              <a:t>Уровень текста 1</a:t>
            </a:r>
          </a:p>
          <a:p>
            <a:pPr lvl="1"/>
            <a:r>
              <a:t>Уровень текста 2</a:t>
            </a:r>
          </a:p>
          <a:p>
            <a:pPr lvl="2"/>
            <a:r>
              <a:t>Уровень текста 3</a:t>
            </a:r>
          </a:p>
          <a:p>
            <a:pPr lvl="3"/>
            <a:r>
              <a:t>Уровень текста 4</a:t>
            </a:r>
          </a:p>
          <a:p>
            <a:pPr lvl="4"/>
            <a:r>
              <a:t>Уровень текста 5</a:t>
            </a:r>
          </a:p>
        </p:txBody>
      </p:sp>
      <p:sp>
        <p:nvSpPr>
          <p:cNvPr id="445" name="Номер слайда"/>
          <p:cNvSpPr txBox="1">
            <a:spLocks noGrp="1"/>
          </p:cNvSpPr>
          <p:nvPr>
            <p:ph type="sldNum" sz="quarter" idx="2"/>
          </p:nvPr>
        </p:nvSpPr>
        <p:spPr>
          <a:xfrm>
            <a:off x="11779461" y="12344400"/>
            <a:ext cx="5686638" cy="736601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13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Номер слайда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  <p:sp>
        <p:nvSpPr>
          <p:cNvPr id="453" name="Picture Placeholder 8"/>
          <p:cNvSpPr>
            <a:spLocks noGrp="1"/>
          </p:cNvSpPr>
          <p:nvPr>
            <p:ph type="pic" sz="quarter" idx="21"/>
          </p:nvPr>
        </p:nvSpPr>
        <p:spPr>
          <a:xfrm>
            <a:off x="12188824" y="0"/>
            <a:ext cx="635635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endParaRPr/>
          </a:p>
        </p:txBody>
      </p:sp>
      <p:sp>
        <p:nvSpPr>
          <p:cNvPr id="454" name="Picture Placeholder 8"/>
          <p:cNvSpPr>
            <a:spLocks noGrp="1"/>
          </p:cNvSpPr>
          <p:nvPr>
            <p:ph type="pic" sz="quarter" idx="22"/>
          </p:nvPr>
        </p:nvSpPr>
        <p:spPr>
          <a:xfrm>
            <a:off x="12188824" y="4572000"/>
            <a:ext cx="6356351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endParaRPr/>
          </a:p>
        </p:txBody>
      </p:sp>
      <p:sp>
        <p:nvSpPr>
          <p:cNvPr id="455" name="Picture Placeholder 8"/>
          <p:cNvSpPr>
            <a:spLocks noGrp="1"/>
          </p:cNvSpPr>
          <p:nvPr>
            <p:ph type="pic" sz="quarter" idx="23"/>
          </p:nvPr>
        </p:nvSpPr>
        <p:spPr>
          <a:xfrm>
            <a:off x="12188825" y="9144000"/>
            <a:ext cx="6356350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endParaRPr/>
          </a:p>
        </p:txBody>
      </p:sp>
      <p:sp>
        <p:nvSpPr>
          <p:cNvPr id="456" name="Picture Placeholder 8"/>
          <p:cNvSpPr>
            <a:spLocks noGrp="1"/>
          </p:cNvSpPr>
          <p:nvPr>
            <p:ph type="pic" sz="quarter" idx="24"/>
          </p:nvPr>
        </p:nvSpPr>
        <p:spPr>
          <a:xfrm>
            <a:off x="18545175" y="0"/>
            <a:ext cx="583247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endParaRPr/>
          </a:p>
        </p:txBody>
      </p:sp>
      <p:sp>
        <p:nvSpPr>
          <p:cNvPr id="457" name="Picture Placeholder 8"/>
          <p:cNvSpPr>
            <a:spLocks noGrp="1"/>
          </p:cNvSpPr>
          <p:nvPr>
            <p:ph type="pic" sz="quarter" idx="25"/>
          </p:nvPr>
        </p:nvSpPr>
        <p:spPr>
          <a:xfrm>
            <a:off x="18545175" y="4572000"/>
            <a:ext cx="583247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endParaRPr/>
          </a:p>
        </p:txBody>
      </p:sp>
      <p:sp>
        <p:nvSpPr>
          <p:cNvPr id="458" name="Picture Placeholder 8"/>
          <p:cNvSpPr>
            <a:spLocks noGrp="1"/>
          </p:cNvSpPr>
          <p:nvPr>
            <p:ph type="pic" sz="quarter" idx="26"/>
          </p:nvPr>
        </p:nvSpPr>
        <p:spPr>
          <a:xfrm>
            <a:off x="18545175" y="9144000"/>
            <a:ext cx="583247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endParaRPr/>
          </a:p>
        </p:txBody>
      </p:sp>
      <p:sp>
        <p:nvSpPr>
          <p:cNvPr id="459" name="Уровень текста 1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19005097" y="1041400"/>
            <a:ext cx="4783818" cy="4159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  <a:sym typeface="Montserrat Semi Bold"/>
              </a:defRPr>
            </a:lvl1pPr>
            <a:lvl2pPr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  <a:sym typeface="Montserrat Semi Bold"/>
              </a:defRPr>
            </a:lvl2pPr>
            <a:lvl3pPr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  <a:sym typeface="Montserrat Semi Bold"/>
              </a:defRPr>
            </a:lvl3pPr>
            <a:lvl4pPr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  <a:sym typeface="Montserrat Semi Bold"/>
              </a:defRPr>
            </a:lvl4pPr>
            <a:lvl5pPr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  <a:sym typeface="Montserrat Semi Bold"/>
              </a:defRPr>
            </a:lvl5pPr>
          </a:lstStyle>
          <a:p>
            <a:r>
              <a:t>Text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460" name="Text Placeholder 33"/>
          <p:cNvSpPr>
            <a:spLocks noGrp="1"/>
          </p:cNvSpPr>
          <p:nvPr>
            <p:ph type="body" sz="quarter" idx="27" hasCustomPrompt="1"/>
          </p:nvPr>
        </p:nvSpPr>
        <p:spPr>
          <a:xfrm>
            <a:off x="19005097" y="1651000"/>
            <a:ext cx="4783818" cy="207917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000">
                <a:solidFill>
                  <a:srgbClr val="FFFFFF"/>
                </a:solidFill>
              </a:defRPr>
            </a:lvl1pPr>
          </a:lstStyle>
          <a:p>
            <a:r>
              <a:t>Text</a:t>
            </a:r>
          </a:p>
        </p:txBody>
      </p:sp>
      <p:sp>
        <p:nvSpPr>
          <p:cNvPr id="461" name="Text Placeholder 33"/>
          <p:cNvSpPr>
            <a:spLocks noGrp="1"/>
          </p:cNvSpPr>
          <p:nvPr>
            <p:ph type="body" sz="quarter" idx="28" hasCustomPrompt="1"/>
          </p:nvPr>
        </p:nvSpPr>
        <p:spPr>
          <a:xfrm>
            <a:off x="19005097" y="5499100"/>
            <a:ext cx="4783818" cy="415925"/>
          </a:xfrm>
          <a:prstGeom prst="rect">
            <a:avLst/>
          </a:prstGeom>
        </p:spPr>
        <p:txBody>
          <a:bodyPr/>
          <a:lstStyle>
            <a:lvl1pPr defTabSz="1426107">
              <a:spcBef>
                <a:spcPts val="1500"/>
              </a:spcBef>
              <a:defRPr sz="2184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  <a:sym typeface="Montserrat Semi Bold"/>
              </a:defRPr>
            </a:lvl1pPr>
          </a:lstStyle>
          <a:p>
            <a:r>
              <a:t>Text</a:t>
            </a:r>
          </a:p>
        </p:txBody>
      </p:sp>
      <p:sp>
        <p:nvSpPr>
          <p:cNvPr id="462" name="Text Placeholder 33"/>
          <p:cNvSpPr>
            <a:spLocks noGrp="1"/>
          </p:cNvSpPr>
          <p:nvPr>
            <p:ph type="body" sz="quarter" idx="29" hasCustomPrompt="1"/>
          </p:nvPr>
        </p:nvSpPr>
        <p:spPr>
          <a:xfrm>
            <a:off x="19005097" y="6108701"/>
            <a:ext cx="4783818" cy="207917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000">
                <a:solidFill>
                  <a:srgbClr val="FFFFFF"/>
                </a:solidFill>
              </a:defRPr>
            </a:lvl1pPr>
          </a:lstStyle>
          <a:p>
            <a:r>
              <a:t>Text</a:t>
            </a:r>
          </a:p>
        </p:txBody>
      </p:sp>
      <p:sp>
        <p:nvSpPr>
          <p:cNvPr id="463" name="Text Placeholder 33"/>
          <p:cNvSpPr>
            <a:spLocks noGrp="1"/>
          </p:cNvSpPr>
          <p:nvPr>
            <p:ph type="body" sz="quarter" idx="30" hasCustomPrompt="1"/>
          </p:nvPr>
        </p:nvSpPr>
        <p:spPr>
          <a:xfrm>
            <a:off x="19005097" y="10127799"/>
            <a:ext cx="4783818" cy="415926"/>
          </a:xfrm>
          <a:prstGeom prst="rect">
            <a:avLst/>
          </a:prstGeom>
        </p:spPr>
        <p:txBody>
          <a:bodyPr/>
          <a:lstStyle>
            <a:lvl1pPr defTabSz="1426107">
              <a:spcBef>
                <a:spcPts val="1500"/>
              </a:spcBef>
              <a:defRPr sz="2184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  <a:sym typeface="Montserrat Semi Bold"/>
              </a:defRPr>
            </a:lvl1pPr>
          </a:lstStyle>
          <a:p>
            <a:r>
              <a:t>Text</a:t>
            </a:r>
          </a:p>
        </p:txBody>
      </p:sp>
      <p:sp>
        <p:nvSpPr>
          <p:cNvPr id="464" name="Text Placeholder 33"/>
          <p:cNvSpPr>
            <a:spLocks noGrp="1"/>
          </p:cNvSpPr>
          <p:nvPr>
            <p:ph type="body" sz="quarter" idx="31" hasCustomPrompt="1"/>
          </p:nvPr>
        </p:nvSpPr>
        <p:spPr>
          <a:xfrm>
            <a:off x="19005097" y="10737401"/>
            <a:ext cx="4783818" cy="207917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000">
                <a:solidFill>
                  <a:srgbClr val="FFFFFF"/>
                </a:solidFill>
              </a:defRPr>
            </a:lvl1pPr>
          </a:lstStyle>
          <a:p>
            <a:r>
              <a:t>Text</a:t>
            </a:r>
          </a:p>
        </p:txBody>
      </p:sp>
      <p:sp>
        <p:nvSpPr>
          <p:cNvPr id="465" name="Picture Placeholder 8"/>
          <p:cNvSpPr>
            <a:spLocks noGrp="1"/>
          </p:cNvSpPr>
          <p:nvPr>
            <p:ph type="pic" sz="quarter" idx="32"/>
          </p:nvPr>
        </p:nvSpPr>
        <p:spPr>
          <a:xfrm>
            <a:off x="5832471" y="0"/>
            <a:ext cx="635635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endParaRPr/>
          </a:p>
        </p:txBody>
      </p:sp>
      <p:sp>
        <p:nvSpPr>
          <p:cNvPr id="466" name="Picture Placeholder 8"/>
          <p:cNvSpPr>
            <a:spLocks noGrp="1"/>
          </p:cNvSpPr>
          <p:nvPr>
            <p:ph type="pic" sz="quarter" idx="33"/>
          </p:nvPr>
        </p:nvSpPr>
        <p:spPr>
          <a:xfrm>
            <a:off x="5832471" y="4572000"/>
            <a:ext cx="635635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endParaRPr/>
          </a:p>
        </p:txBody>
      </p:sp>
      <p:sp>
        <p:nvSpPr>
          <p:cNvPr id="467" name="Picture Placeholder 8"/>
          <p:cNvSpPr>
            <a:spLocks noGrp="1"/>
          </p:cNvSpPr>
          <p:nvPr>
            <p:ph type="pic" sz="quarter" idx="34"/>
          </p:nvPr>
        </p:nvSpPr>
        <p:spPr>
          <a:xfrm>
            <a:off x="5832471" y="9144000"/>
            <a:ext cx="635635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endParaRPr/>
          </a:p>
        </p:txBody>
      </p:sp>
      <p:sp>
        <p:nvSpPr>
          <p:cNvPr id="468" name="Picture Placeholder 8"/>
          <p:cNvSpPr>
            <a:spLocks noGrp="1"/>
          </p:cNvSpPr>
          <p:nvPr>
            <p:ph type="pic" sz="quarter" idx="35"/>
          </p:nvPr>
        </p:nvSpPr>
        <p:spPr>
          <a:xfrm>
            <a:off x="-2" y="31300"/>
            <a:ext cx="5832475" cy="4572001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endParaRPr/>
          </a:p>
        </p:txBody>
      </p:sp>
      <p:sp>
        <p:nvSpPr>
          <p:cNvPr id="469" name="Picture Placeholder 8"/>
          <p:cNvSpPr>
            <a:spLocks noGrp="1"/>
          </p:cNvSpPr>
          <p:nvPr>
            <p:ph type="pic" sz="quarter" idx="36"/>
          </p:nvPr>
        </p:nvSpPr>
        <p:spPr>
          <a:xfrm>
            <a:off x="-2" y="4603301"/>
            <a:ext cx="5832475" cy="4572001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endParaRPr/>
          </a:p>
        </p:txBody>
      </p:sp>
      <p:sp>
        <p:nvSpPr>
          <p:cNvPr id="470" name="Picture Placeholder 8"/>
          <p:cNvSpPr>
            <a:spLocks noGrp="1"/>
          </p:cNvSpPr>
          <p:nvPr>
            <p:ph type="pic" sz="quarter" idx="37"/>
          </p:nvPr>
        </p:nvSpPr>
        <p:spPr>
          <a:xfrm>
            <a:off x="-2" y="9175301"/>
            <a:ext cx="5832475" cy="4572001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endParaRPr/>
          </a:p>
        </p:txBody>
      </p:sp>
      <p:sp>
        <p:nvSpPr>
          <p:cNvPr id="471" name="Text Placeholder 33"/>
          <p:cNvSpPr>
            <a:spLocks noGrp="1"/>
          </p:cNvSpPr>
          <p:nvPr>
            <p:ph type="body" sz="quarter" idx="38" hasCustomPrompt="1"/>
          </p:nvPr>
        </p:nvSpPr>
        <p:spPr>
          <a:xfrm>
            <a:off x="459921" y="1072700"/>
            <a:ext cx="4783817" cy="415926"/>
          </a:xfrm>
          <a:prstGeom prst="rect">
            <a:avLst/>
          </a:prstGeom>
        </p:spPr>
        <p:txBody>
          <a:bodyPr/>
          <a:lstStyle>
            <a:lvl1pPr algn="r" defTabSz="1426107">
              <a:spcBef>
                <a:spcPts val="1500"/>
              </a:spcBef>
              <a:defRPr sz="2184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  <a:sym typeface="Montserrat Semi Bold"/>
              </a:defRPr>
            </a:lvl1pPr>
          </a:lstStyle>
          <a:p>
            <a:r>
              <a:t>Text</a:t>
            </a:r>
          </a:p>
        </p:txBody>
      </p:sp>
      <p:sp>
        <p:nvSpPr>
          <p:cNvPr id="472" name="Text Placeholder 33"/>
          <p:cNvSpPr>
            <a:spLocks noGrp="1"/>
          </p:cNvSpPr>
          <p:nvPr>
            <p:ph type="body" sz="quarter" idx="39" hasCustomPrompt="1"/>
          </p:nvPr>
        </p:nvSpPr>
        <p:spPr>
          <a:xfrm>
            <a:off x="459921" y="1682301"/>
            <a:ext cx="4783817" cy="2079170"/>
          </a:xfrm>
          <a:prstGeom prst="rect">
            <a:avLst/>
          </a:prstGeom>
        </p:spPr>
        <p:txBody>
          <a:bodyPr/>
          <a:lstStyle>
            <a:lvl1pPr algn="r">
              <a:lnSpc>
                <a:spcPct val="150000"/>
              </a:lnSpc>
              <a:defRPr sz="2000">
                <a:solidFill>
                  <a:srgbClr val="FFFFFF"/>
                </a:solidFill>
              </a:defRPr>
            </a:lvl1pPr>
          </a:lstStyle>
          <a:p>
            <a:r>
              <a:t>Text</a:t>
            </a:r>
          </a:p>
        </p:txBody>
      </p:sp>
      <p:sp>
        <p:nvSpPr>
          <p:cNvPr id="473" name="Text Placeholder 33"/>
          <p:cNvSpPr>
            <a:spLocks noGrp="1"/>
          </p:cNvSpPr>
          <p:nvPr>
            <p:ph type="body" sz="quarter" idx="40" hasCustomPrompt="1"/>
          </p:nvPr>
        </p:nvSpPr>
        <p:spPr>
          <a:xfrm>
            <a:off x="459921" y="5530401"/>
            <a:ext cx="4783817" cy="415926"/>
          </a:xfrm>
          <a:prstGeom prst="rect">
            <a:avLst/>
          </a:prstGeom>
        </p:spPr>
        <p:txBody>
          <a:bodyPr/>
          <a:lstStyle>
            <a:lvl1pPr algn="r" defTabSz="1426107">
              <a:spcBef>
                <a:spcPts val="1500"/>
              </a:spcBef>
              <a:defRPr sz="2184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  <a:sym typeface="Montserrat Semi Bold"/>
              </a:defRPr>
            </a:lvl1pPr>
          </a:lstStyle>
          <a:p>
            <a:r>
              <a:t>Text</a:t>
            </a:r>
          </a:p>
        </p:txBody>
      </p:sp>
      <p:sp>
        <p:nvSpPr>
          <p:cNvPr id="474" name="Text Placeholder 33"/>
          <p:cNvSpPr>
            <a:spLocks noGrp="1"/>
          </p:cNvSpPr>
          <p:nvPr>
            <p:ph type="body" sz="quarter" idx="41" hasCustomPrompt="1"/>
          </p:nvPr>
        </p:nvSpPr>
        <p:spPr>
          <a:xfrm>
            <a:off x="459921" y="6140001"/>
            <a:ext cx="4783817" cy="2079170"/>
          </a:xfrm>
          <a:prstGeom prst="rect">
            <a:avLst/>
          </a:prstGeom>
        </p:spPr>
        <p:txBody>
          <a:bodyPr/>
          <a:lstStyle>
            <a:lvl1pPr algn="r">
              <a:lnSpc>
                <a:spcPct val="150000"/>
              </a:lnSpc>
              <a:defRPr sz="2000">
                <a:solidFill>
                  <a:srgbClr val="FFFFFF"/>
                </a:solidFill>
              </a:defRPr>
            </a:lvl1pPr>
          </a:lstStyle>
          <a:p>
            <a:r>
              <a:t>Text</a:t>
            </a:r>
          </a:p>
        </p:txBody>
      </p:sp>
      <p:sp>
        <p:nvSpPr>
          <p:cNvPr id="475" name="Text Placeholder 33"/>
          <p:cNvSpPr>
            <a:spLocks noGrp="1"/>
          </p:cNvSpPr>
          <p:nvPr>
            <p:ph type="body" sz="quarter" idx="42" hasCustomPrompt="1"/>
          </p:nvPr>
        </p:nvSpPr>
        <p:spPr>
          <a:xfrm>
            <a:off x="459921" y="10159100"/>
            <a:ext cx="4783817" cy="415926"/>
          </a:xfrm>
          <a:prstGeom prst="rect">
            <a:avLst/>
          </a:prstGeom>
        </p:spPr>
        <p:txBody>
          <a:bodyPr/>
          <a:lstStyle>
            <a:lvl1pPr algn="r" defTabSz="1426107">
              <a:spcBef>
                <a:spcPts val="1500"/>
              </a:spcBef>
              <a:defRPr sz="2184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  <a:sym typeface="Montserrat Semi Bold"/>
              </a:defRPr>
            </a:lvl1pPr>
          </a:lstStyle>
          <a:p>
            <a:r>
              <a:t>Text</a:t>
            </a:r>
          </a:p>
        </p:txBody>
      </p:sp>
      <p:sp>
        <p:nvSpPr>
          <p:cNvPr id="476" name="Text Placeholder 33"/>
          <p:cNvSpPr>
            <a:spLocks noGrp="1"/>
          </p:cNvSpPr>
          <p:nvPr>
            <p:ph type="body" sz="quarter" idx="43" hasCustomPrompt="1"/>
          </p:nvPr>
        </p:nvSpPr>
        <p:spPr>
          <a:xfrm>
            <a:off x="459921" y="10768702"/>
            <a:ext cx="4783817" cy="2079170"/>
          </a:xfrm>
          <a:prstGeom prst="rect">
            <a:avLst/>
          </a:prstGeom>
        </p:spPr>
        <p:txBody>
          <a:bodyPr/>
          <a:lstStyle>
            <a:lvl1pPr algn="r">
              <a:lnSpc>
                <a:spcPct val="150000"/>
              </a:lnSpc>
              <a:defRPr sz="2000">
                <a:solidFill>
                  <a:srgbClr val="FFFFFF"/>
                </a:solidFill>
              </a:defRPr>
            </a:lvl1pPr>
          </a:lstStyle>
          <a:p>
            <a:r>
              <a:t>Text</a:t>
            </a:r>
          </a:p>
        </p:txBody>
      </p:sp>
    </p:spTree>
  </p:cSld>
  <p:clrMapOvr>
    <a:masterClrMapping/>
  </p:clrMapOvr>
  <p:transition spd="med"/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16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3" name="Picture Placeholder 8"/>
          <p:cNvSpPr>
            <a:spLocks noGrp="1"/>
          </p:cNvSpPr>
          <p:nvPr>
            <p:ph type="pic" sz="half" idx="21"/>
          </p:nvPr>
        </p:nvSpPr>
        <p:spPr>
          <a:xfrm>
            <a:off x="0" y="3973605"/>
            <a:ext cx="12188825" cy="552002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endParaRPr/>
          </a:p>
        </p:txBody>
      </p:sp>
      <p:sp>
        <p:nvSpPr>
          <p:cNvPr id="484" name="Picture Placeholder 13"/>
          <p:cNvSpPr>
            <a:spLocks noGrp="1"/>
          </p:cNvSpPr>
          <p:nvPr>
            <p:ph type="pic" sz="quarter" idx="22"/>
          </p:nvPr>
        </p:nvSpPr>
        <p:spPr>
          <a:xfrm>
            <a:off x="-792441" y="7220229"/>
            <a:ext cx="7953376" cy="1704883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endParaRPr/>
          </a:p>
        </p:txBody>
      </p:sp>
      <p:sp>
        <p:nvSpPr>
          <p:cNvPr id="485" name="Номер слайда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  <p:sp>
        <p:nvSpPr>
          <p:cNvPr id="486" name="Текст заголовка"/>
          <p:cNvSpPr txBox="1">
            <a:spLocks noGrp="1"/>
          </p:cNvSpPr>
          <p:nvPr>
            <p:ph type="title"/>
          </p:nvPr>
        </p:nvSpPr>
        <p:spPr>
          <a:xfrm>
            <a:off x="1675963" y="753034"/>
            <a:ext cx="21025723" cy="1381687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r>
              <a:t>Текст заголовка</a:t>
            </a:r>
          </a:p>
        </p:txBody>
      </p:sp>
      <p:sp>
        <p:nvSpPr>
          <p:cNvPr id="487" name="Уровень текста 1…"/>
          <p:cNvSpPr txBox="1">
            <a:spLocks noGrp="1"/>
          </p:cNvSpPr>
          <p:nvPr>
            <p:ph type="body" sz="quarter" idx="1"/>
          </p:nvPr>
        </p:nvSpPr>
        <p:spPr>
          <a:xfrm>
            <a:off x="1675963" y="2134720"/>
            <a:ext cx="21025723" cy="457201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r>
              <a:t>Уровень текста 1</a:t>
            </a:r>
          </a:p>
          <a:p>
            <a:pPr lvl="1"/>
            <a:r>
              <a:t>Уровень текста 2</a:t>
            </a:r>
          </a:p>
          <a:p>
            <a:pPr lvl="2"/>
            <a:r>
              <a:t>Уровень текста 3</a:t>
            </a:r>
          </a:p>
          <a:p>
            <a:pPr lvl="3"/>
            <a:r>
              <a:t>Уровень текста 4</a:t>
            </a:r>
          </a:p>
          <a:p>
            <a:pPr lvl="4"/>
            <a:r>
              <a:t>Уровень текста 5</a:t>
            </a:r>
          </a:p>
        </p:txBody>
      </p:sp>
      <p:sp>
        <p:nvSpPr>
          <p:cNvPr id="488" name="Text Placeholder 28"/>
          <p:cNvSpPr>
            <a:spLocks noGrp="1"/>
          </p:cNvSpPr>
          <p:nvPr>
            <p:ph type="body" sz="quarter" idx="23"/>
          </p:nvPr>
        </p:nvSpPr>
        <p:spPr>
          <a:xfrm>
            <a:off x="779184" y="7543240"/>
            <a:ext cx="5657851" cy="1087905"/>
          </a:xfrm>
          <a:prstGeom prst="rect">
            <a:avLst/>
          </a:prstGeom>
        </p:spPr>
        <p:txBody>
          <a:bodyPr/>
          <a:lstStyle/>
          <a:p>
            <a:pPr>
              <a:defRPr sz="2400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489" name="Text Placeholder 33"/>
          <p:cNvSpPr>
            <a:spLocks noGrp="1"/>
          </p:cNvSpPr>
          <p:nvPr>
            <p:ph type="body" sz="quarter" idx="24" hasCustomPrompt="1"/>
          </p:nvPr>
        </p:nvSpPr>
        <p:spPr>
          <a:xfrm>
            <a:off x="13559677" y="3973605"/>
            <a:ext cx="7928723" cy="550865"/>
          </a:xfrm>
          <a:prstGeom prst="rect">
            <a:avLst/>
          </a:prstGeom>
        </p:spPr>
        <p:txBody>
          <a:bodyPr/>
          <a:lstStyle>
            <a:lvl1pPr defTabSz="1700359">
              <a:spcBef>
                <a:spcPts val="1800"/>
              </a:spcBef>
              <a:defRPr sz="2976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  <a:sym typeface="Montserrat Semi Bold"/>
              </a:defRPr>
            </a:lvl1pPr>
          </a:lstStyle>
          <a:p>
            <a:r>
              <a:t>Text</a:t>
            </a:r>
          </a:p>
        </p:txBody>
      </p:sp>
      <p:sp>
        <p:nvSpPr>
          <p:cNvPr id="490" name="Text Placeholder 33"/>
          <p:cNvSpPr>
            <a:spLocks noGrp="1"/>
          </p:cNvSpPr>
          <p:nvPr>
            <p:ph type="body" sz="quarter" idx="25" hasCustomPrompt="1"/>
          </p:nvPr>
        </p:nvSpPr>
        <p:spPr>
          <a:xfrm>
            <a:off x="13559677" y="4653057"/>
            <a:ext cx="7928723" cy="4280739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>
                <a:solidFill>
                  <a:schemeClr val="accent4"/>
                </a:solidFill>
              </a:defRPr>
            </a:lvl1pPr>
          </a:lstStyle>
          <a:p>
            <a:r>
              <a:t>Text</a:t>
            </a:r>
          </a:p>
        </p:txBody>
      </p:sp>
      <p:sp>
        <p:nvSpPr>
          <p:cNvPr id="491" name="Text Placeholder 33"/>
          <p:cNvSpPr>
            <a:spLocks noGrp="1"/>
          </p:cNvSpPr>
          <p:nvPr>
            <p:ph type="body" sz="quarter" idx="26" hasCustomPrompt="1"/>
          </p:nvPr>
        </p:nvSpPr>
        <p:spPr>
          <a:xfrm>
            <a:off x="1675963" y="10220322"/>
            <a:ext cx="10512861" cy="1629899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>
                <a:solidFill>
                  <a:schemeClr val="accent4"/>
                </a:solidFill>
              </a:defRPr>
            </a:lvl1pPr>
          </a:lstStyle>
          <a:p>
            <a:r>
              <a:t>Text</a:t>
            </a:r>
          </a:p>
        </p:txBody>
      </p:sp>
    </p:spTree>
  </p:cSld>
  <p:clrMapOvr>
    <a:masterClrMapping/>
  </p:clrMapOvr>
  <p:transition spd="med"/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18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8" name="Picture Placeholder 8"/>
          <p:cNvSpPr>
            <a:spLocks noGrp="1"/>
          </p:cNvSpPr>
          <p:nvPr>
            <p:ph type="pic" sz="quarter" idx="21"/>
          </p:nvPr>
        </p:nvSpPr>
        <p:spPr>
          <a:xfrm>
            <a:off x="16795751" y="3993777"/>
            <a:ext cx="7591425" cy="385603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endParaRPr/>
          </a:p>
        </p:txBody>
      </p:sp>
      <p:sp>
        <p:nvSpPr>
          <p:cNvPr id="499" name="Picture Placeholder 8"/>
          <p:cNvSpPr>
            <a:spLocks noGrp="1"/>
          </p:cNvSpPr>
          <p:nvPr>
            <p:ph type="pic" sz="quarter" idx="22"/>
          </p:nvPr>
        </p:nvSpPr>
        <p:spPr>
          <a:xfrm>
            <a:off x="9525" y="3993777"/>
            <a:ext cx="7572375" cy="3856039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endParaRPr/>
          </a:p>
        </p:txBody>
      </p:sp>
      <p:sp>
        <p:nvSpPr>
          <p:cNvPr id="500" name="Номер слайда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  <p:sp>
        <p:nvSpPr>
          <p:cNvPr id="501" name="Picture Placeholder 14"/>
          <p:cNvSpPr>
            <a:spLocks noGrp="1"/>
          </p:cNvSpPr>
          <p:nvPr>
            <p:ph type="pic" sz="quarter" idx="23"/>
          </p:nvPr>
        </p:nvSpPr>
        <p:spPr>
          <a:xfrm>
            <a:off x="6147003" y="3993777"/>
            <a:ext cx="12083644" cy="385603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endParaRPr/>
          </a:p>
        </p:txBody>
      </p:sp>
      <p:sp>
        <p:nvSpPr>
          <p:cNvPr id="502" name="Текст заголовка"/>
          <p:cNvSpPr txBox="1">
            <a:spLocks noGrp="1"/>
          </p:cNvSpPr>
          <p:nvPr>
            <p:ph type="title"/>
          </p:nvPr>
        </p:nvSpPr>
        <p:spPr>
          <a:xfrm>
            <a:off x="1675963" y="753034"/>
            <a:ext cx="21025723" cy="1381687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r>
              <a:t>Текст заголовка</a:t>
            </a:r>
          </a:p>
        </p:txBody>
      </p:sp>
      <p:sp>
        <p:nvSpPr>
          <p:cNvPr id="503" name="Уровень текста 1…"/>
          <p:cNvSpPr txBox="1">
            <a:spLocks noGrp="1"/>
          </p:cNvSpPr>
          <p:nvPr>
            <p:ph type="body" sz="quarter" idx="1"/>
          </p:nvPr>
        </p:nvSpPr>
        <p:spPr>
          <a:xfrm>
            <a:off x="1675963" y="2134720"/>
            <a:ext cx="21025723" cy="457201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r>
              <a:t>Уровень текста 1</a:t>
            </a:r>
          </a:p>
          <a:p>
            <a:pPr lvl="1"/>
            <a:r>
              <a:t>Уровень текста 2</a:t>
            </a:r>
          </a:p>
          <a:p>
            <a:pPr lvl="2"/>
            <a:r>
              <a:t>Уровень текста 3</a:t>
            </a:r>
          </a:p>
          <a:p>
            <a:pPr lvl="3"/>
            <a:r>
              <a:t>Уровень текста 4</a:t>
            </a:r>
          </a:p>
          <a:p>
            <a:pPr lvl="4"/>
            <a:r>
              <a:t>Уровень текста 5</a:t>
            </a:r>
          </a:p>
        </p:txBody>
      </p:sp>
    </p:spTree>
  </p:cSld>
  <p:clrMapOvr>
    <a:masterClrMapping/>
  </p:clrMapOvr>
  <p:transition spd="med"/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1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0" name="Текст заголовка"/>
          <p:cNvSpPr txBox="1">
            <a:spLocks noGrp="1"/>
          </p:cNvSpPr>
          <p:nvPr>
            <p:ph type="title"/>
          </p:nvPr>
        </p:nvSpPr>
        <p:spPr>
          <a:xfrm>
            <a:off x="1675963" y="400050"/>
            <a:ext cx="10058839" cy="1057275"/>
          </a:xfrm>
          <a:prstGeom prst="rect">
            <a:avLst/>
          </a:prstGeom>
        </p:spPr>
        <p:txBody>
          <a:bodyPr/>
          <a:lstStyle>
            <a:lvl1pPr>
              <a:defRPr sz="5400">
                <a:solidFill>
                  <a:srgbClr val="404040"/>
                </a:solidFill>
              </a:defRPr>
            </a:lvl1pPr>
          </a:lstStyle>
          <a:p>
            <a:r>
              <a:t>Текст заголовка</a:t>
            </a:r>
          </a:p>
        </p:txBody>
      </p:sp>
      <p:sp>
        <p:nvSpPr>
          <p:cNvPr id="511" name="Уровень текста 1…"/>
          <p:cNvSpPr txBox="1">
            <a:spLocks noGrp="1"/>
          </p:cNvSpPr>
          <p:nvPr>
            <p:ph type="body" sz="quarter" idx="1"/>
          </p:nvPr>
        </p:nvSpPr>
        <p:spPr>
          <a:xfrm>
            <a:off x="1675963" y="1457325"/>
            <a:ext cx="10058839" cy="457200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chemeClr val="accent4"/>
                </a:solidFill>
              </a:defRPr>
            </a:lvl1pPr>
            <a:lvl2pPr>
              <a:defRPr sz="3200">
                <a:solidFill>
                  <a:schemeClr val="accent4"/>
                </a:solidFill>
              </a:defRPr>
            </a:lvl2pPr>
            <a:lvl3pPr>
              <a:defRPr sz="3200">
                <a:solidFill>
                  <a:schemeClr val="accent4"/>
                </a:solidFill>
              </a:defRPr>
            </a:lvl3pPr>
            <a:lvl4pPr>
              <a:defRPr sz="3200">
                <a:solidFill>
                  <a:schemeClr val="accent4"/>
                </a:solidFill>
              </a:defRPr>
            </a:lvl4pPr>
            <a:lvl5pPr>
              <a:defRPr sz="3200">
                <a:solidFill>
                  <a:schemeClr val="accent4"/>
                </a:solidFill>
              </a:defRPr>
            </a:lvl5pPr>
          </a:lstStyle>
          <a:p>
            <a:r>
              <a:t>Уровень текста 1</a:t>
            </a:r>
          </a:p>
          <a:p>
            <a:pPr lvl="1"/>
            <a:r>
              <a:t>Уровень текста 2</a:t>
            </a:r>
          </a:p>
          <a:p>
            <a:pPr lvl="2"/>
            <a:r>
              <a:t>Уровень текста 3</a:t>
            </a:r>
          </a:p>
          <a:p>
            <a:pPr lvl="3"/>
            <a:r>
              <a:t>Уровень текста 4</a:t>
            </a:r>
          </a:p>
          <a:p>
            <a:pPr lvl="4"/>
            <a:r>
              <a:t>Уровень текста 5</a:t>
            </a:r>
          </a:p>
        </p:txBody>
      </p:sp>
      <p:sp>
        <p:nvSpPr>
          <p:cNvPr id="512" name="Straight Connector 7"/>
          <p:cNvSpPr/>
          <p:nvPr/>
        </p:nvSpPr>
        <p:spPr>
          <a:xfrm>
            <a:off x="1675963" y="2143125"/>
            <a:ext cx="5484973" cy="0"/>
          </a:xfrm>
          <a:prstGeom prst="line">
            <a:avLst/>
          </a:prstGeom>
          <a:ln w="6350">
            <a:solidFill>
              <a:schemeClr val="accent4"/>
            </a:solidFill>
            <a:miter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513" name="Picture Placeholder 8"/>
          <p:cNvSpPr>
            <a:spLocks noGrp="1"/>
          </p:cNvSpPr>
          <p:nvPr>
            <p:ph type="pic" sz="quarter" idx="21"/>
          </p:nvPr>
        </p:nvSpPr>
        <p:spPr>
          <a:xfrm>
            <a:off x="12188825" y="-2"/>
            <a:ext cx="304920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endParaRPr/>
          </a:p>
        </p:txBody>
      </p:sp>
      <p:sp>
        <p:nvSpPr>
          <p:cNvPr id="514" name="Picture Placeholder 8"/>
          <p:cNvSpPr>
            <a:spLocks noGrp="1"/>
          </p:cNvSpPr>
          <p:nvPr>
            <p:ph type="pic" sz="quarter" idx="22"/>
          </p:nvPr>
        </p:nvSpPr>
        <p:spPr>
          <a:xfrm>
            <a:off x="15238091" y="-2"/>
            <a:ext cx="3049201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endParaRPr/>
          </a:p>
        </p:txBody>
      </p:sp>
      <p:sp>
        <p:nvSpPr>
          <p:cNvPr id="515" name="Picture Placeholder 8"/>
          <p:cNvSpPr>
            <a:spLocks noGrp="1"/>
          </p:cNvSpPr>
          <p:nvPr>
            <p:ph type="pic" sz="quarter" idx="23"/>
          </p:nvPr>
        </p:nvSpPr>
        <p:spPr>
          <a:xfrm>
            <a:off x="18287291" y="-2"/>
            <a:ext cx="3049201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endParaRPr/>
          </a:p>
        </p:txBody>
      </p:sp>
      <p:sp>
        <p:nvSpPr>
          <p:cNvPr id="516" name="Picture Placeholder 8"/>
          <p:cNvSpPr>
            <a:spLocks noGrp="1"/>
          </p:cNvSpPr>
          <p:nvPr>
            <p:ph type="pic" sz="quarter" idx="24"/>
          </p:nvPr>
        </p:nvSpPr>
        <p:spPr>
          <a:xfrm>
            <a:off x="21336556" y="-2"/>
            <a:ext cx="3049201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endParaRPr/>
          </a:p>
        </p:txBody>
      </p:sp>
      <p:sp>
        <p:nvSpPr>
          <p:cNvPr id="517" name="Picture Placeholder 8"/>
          <p:cNvSpPr>
            <a:spLocks noGrp="1"/>
          </p:cNvSpPr>
          <p:nvPr>
            <p:ph type="pic" sz="quarter" idx="25"/>
          </p:nvPr>
        </p:nvSpPr>
        <p:spPr>
          <a:xfrm>
            <a:off x="12188825" y="3441598"/>
            <a:ext cx="3049200" cy="3441601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endParaRPr/>
          </a:p>
        </p:txBody>
      </p:sp>
      <p:sp>
        <p:nvSpPr>
          <p:cNvPr id="518" name="Picture Placeholder 8"/>
          <p:cNvSpPr>
            <a:spLocks noGrp="1"/>
          </p:cNvSpPr>
          <p:nvPr>
            <p:ph type="pic" sz="quarter" idx="26"/>
          </p:nvPr>
        </p:nvSpPr>
        <p:spPr>
          <a:xfrm>
            <a:off x="15238091" y="3441598"/>
            <a:ext cx="3049201" cy="3441601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endParaRPr/>
          </a:p>
        </p:txBody>
      </p:sp>
      <p:sp>
        <p:nvSpPr>
          <p:cNvPr id="519" name="Picture Placeholder 8"/>
          <p:cNvSpPr>
            <a:spLocks noGrp="1"/>
          </p:cNvSpPr>
          <p:nvPr>
            <p:ph type="pic" sz="quarter" idx="27"/>
          </p:nvPr>
        </p:nvSpPr>
        <p:spPr>
          <a:xfrm>
            <a:off x="18287291" y="3441598"/>
            <a:ext cx="3049201" cy="3441601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endParaRPr/>
          </a:p>
        </p:txBody>
      </p:sp>
      <p:sp>
        <p:nvSpPr>
          <p:cNvPr id="520" name="Picture Placeholder 8"/>
          <p:cNvSpPr>
            <a:spLocks noGrp="1"/>
          </p:cNvSpPr>
          <p:nvPr>
            <p:ph type="pic" sz="quarter" idx="28"/>
          </p:nvPr>
        </p:nvSpPr>
        <p:spPr>
          <a:xfrm>
            <a:off x="21336556" y="3441598"/>
            <a:ext cx="3049201" cy="3441601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endParaRPr/>
          </a:p>
        </p:txBody>
      </p:sp>
      <p:sp>
        <p:nvSpPr>
          <p:cNvPr id="521" name="Picture Placeholder 8"/>
          <p:cNvSpPr>
            <a:spLocks noGrp="1"/>
          </p:cNvSpPr>
          <p:nvPr>
            <p:ph type="pic" sz="quarter" idx="29"/>
          </p:nvPr>
        </p:nvSpPr>
        <p:spPr>
          <a:xfrm>
            <a:off x="12188825" y="6832799"/>
            <a:ext cx="3049200" cy="3441601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endParaRPr/>
          </a:p>
        </p:txBody>
      </p:sp>
      <p:sp>
        <p:nvSpPr>
          <p:cNvPr id="522" name="Picture Placeholder 8"/>
          <p:cNvSpPr>
            <a:spLocks noGrp="1"/>
          </p:cNvSpPr>
          <p:nvPr>
            <p:ph type="pic" sz="quarter" idx="30"/>
          </p:nvPr>
        </p:nvSpPr>
        <p:spPr>
          <a:xfrm>
            <a:off x="15238091" y="6832799"/>
            <a:ext cx="3049201" cy="3441601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endParaRPr/>
          </a:p>
        </p:txBody>
      </p:sp>
      <p:sp>
        <p:nvSpPr>
          <p:cNvPr id="523" name="Picture Placeholder 8"/>
          <p:cNvSpPr>
            <a:spLocks noGrp="1"/>
          </p:cNvSpPr>
          <p:nvPr>
            <p:ph type="pic" sz="quarter" idx="31"/>
          </p:nvPr>
        </p:nvSpPr>
        <p:spPr>
          <a:xfrm>
            <a:off x="18287291" y="6832799"/>
            <a:ext cx="3049201" cy="3441601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endParaRPr/>
          </a:p>
        </p:txBody>
      </p:sp>
      <p:sp>
        <p:nvSpPr>
          <p:cNvPr id="524" name="Picture Placeholder 8"/>
          <p:cNvSpPr>
            <a:spLocks noGrp="1"/>
          </p:cNvSpPr>
          <p:nvPr>
            <p:ph type="pic" sz="quarter" idx="32"/>
          </p:nvPr>
        </p:nvSpPr>
        <p:spPr>
          <a:xfrm>
            <a:off x="21336556" y="6832799"/>
            <a:ext cx="3049201" cy="3441601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endParaRPr/>
          </a:p>
        </p:txBody>
      </p:sp>
      <p:sp>
        <p:nvSpPr>
          <p:cNvPr id="525" name="Picture Placeholder 8"/>
          <p:cNvSpPr>
            <a:spLocks noGrp="1"/>
          </p:cNvSpPr>
          <p:nvPr>
            <p:ph type="pic" sz="quarter" idx="33"/>
          </p:nvPr>
        </p:nvSpPr>
        <p:spPr>
          <a:xfrm>
            <a:off x="12188825" y="10274399"/>
            <a:ext cx="3049200" cy="3441601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endParaRPr/>
          </a:p>
        </p:txBody>
      </p:sp>
      <p:sp>
        <p:nvSpPr>
          <p:cNvPr id="526" name="Picture Placeholder 8"/>
          <p:cNvSpPr>
            <a:spLocks noGrp="1"/>
          </p:cNvSpPr>
          <p:nvPr>
            <p:ph type="pic" sz="quarter" idx="34"/>
          </p:nvPr>
        </p:nvSpPr>
        <p:spPr>
          <a:xfrm>
            <a:off x="15238091" y="10274399"/>
            <a:ext cx="3049201" cy="3441601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endParaRPr/>
          </a:p>
        </p:txBody>
      </p:sp>
      <p:sp>
        <p:nvSpPr>
          <p:cNvPr id="527" name="Picture Placeholder 8"/>
          <p:cNvSpPr>
            <a:spLocks noGrp="1"/>
          </p:cNvSpPr>
          <p:nvPr>
            <p:ph type="pic" sz="quarter" idx="35"/>
          </p:nvPr>
        </p:nvSpPr>
        <p:spPr>
          <a:xfrm>
            <a:off x="18287291" y="10274399"/>
            <a:ext cx="3049201" cy="3441601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endParaRPr/>
          </a:p>
        </p:txBody>
      </p:sp>
      <p:sp>
        <p:nvSpPr>
          <p:cNvPr id="528" name="Picture Placeholder 8"/>
          <p:cNvSpPr>
            <a:spLocks noGrp="1"/>
          </p:cNvSpPr>
          <p:nvPr>
            <p:ph type="pic" sz="quarter" idx="36"/>
          </p:nvPr>
        </p:nvSpPr>
        <p:spPr>
          <a:xfrm>
            <a:off x="21336556" y="10274399"/>
            <a:ext cx="3049201" cy="3441601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endParaRPr/>
          </a:p>
        </p:txBody>
      </p:sp>
      <p:sp>
        <p:nvSpPr>
          <p:cNvPr id="529" name="Номер слайда"/>
          <p:cNvSpPr txBox="1">
            <a:spLocks noGrp="1"/>
          </p:cNvSpPr>
          <p:nvPr>
            <p:ph type="sldNum" sz="quarter" idx="2"/>
          </p:nvPr>
        </p:nvSpPr>
        <p:spPr>
          <a:xfrm>
            <a:off x="11779461" y="12344400"/>
            <a:ext cx="5686638" cy="736601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19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6" name="Picture Placeholder 8"/>
          <p:cNvSpPr>
            <a:spLocks noGrp="1"/>
          </p:cNvSpPr>
          <p:nvPr>
            <p:ph type="pic" sz="half" idx="21"/>
          </p:nvPr>
        </p:nvSpPr>
        <p:spPr>
          <a:xfrm>
            <a:off x="0" y="4622612"/>
            <a:ext cx="24368125" cy="503274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endParaRPr/>
          </a:p>
        </p:txBody>
      </p:sp>
      <p:sp>
        <p:nvSpPr>
          <p:cNvPr id="537" name="Номер слайда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  <p:sp>
        <p:nvSpPr>
          <p:cNvPr id="538" name="Текст заголовка"/>
          <p:cNvSpPr txBox="1">
            <a:spLocks noGrp="1"/>
          </p:cNvSpPr>
          <p:nvPr>
            <p:ph type="title"/>
          </p:nvPr>
        </p:nvSpPr>
        <p:spPr>
          <a:xfrm>
            <a:off x="1675963" y="753034"/>
            <a:ext cx="21025723" cy="1381687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r>
              <a:t>Текст заголовка</a:t>
            </a:r>
          </a:p>
        </p:txBody>
      </p:sp>
      <p:sp>
        <p:nvSpPr>
          <p:cNvPr id="539" name="Уровень текста 1…"/>
          <p:cNvSpPr txBox="1">
            <a:spLocks noGrp="1"/>
          </p:cNvSpPr>
          <p:nvPr>
            <p:ph type="body" sz="quarter" idx="1"/>
          </p:nvPr>
        </p:nvSpPr>
        <p:spPr>
          <a:xfrm>
            <a:off x="1675963" y="2134720"/>
            <a:ext cx="21025723" cy="457201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r>
              <a:t>Уровень текста 1</a:t>
            </a:r>
          </a:p>
          <a:p>
            <a:pPr lvl="1"/>
            <a:r>
              <a:t>Уровень текста 2</a:t>
            </a:r>
          </a:p>
          <a:p>
            <a:pPr lvl="2"/>
            <a:r>
              <a:t>Уровень текста 3</a:t>
            </a:r>
          </a:p>
          <a:p>
            <a:pPr lvl="3"/>
            <a:r>
              <a:t>Уровень текста 4</a:t>
            </a:r>
          </a:p>
          <a:p>
            <a:pPr lvl="4"/>
            <a:r>
              <a:t>Уровень текста 5</a:t>
            </a:r>
          </a:p>
        </p:txBody>
      </p:sp>
    </p:spTree>
  </p:cSld>
  <p:clrMapOvr>
    <a:masterClrMapping/>
  </p:clrMapOvr>
  <p:transition spd="med"/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20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6" name="Picture Placeholder 8"/>
          <p:cNvSpPr>
            <a:spLocks noGrp="1"/>
          </p:cNvSpPr>
          <p:nvPr>
            <p:ph type="pic" idx="21"/>
          </p:nvPr>
        </p:nvSpPr>
        <p:spPr>
          <a:xfrm>
            <a:off x="0" y="3665156"/>
            <a:ext cx="24368125" cy="638568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endParaRPr/>
          </a:p>
        </p:txBody>
      </p:sp>
      <p:sp>
        <p:nvSpPr>
          <p:cNvPr id="547" name="Picture Placeholder 8"/>
          <p:cNvSpPr>
            <a:spLocks noGrp="1"/>
          </p:cNvSpPr>
          <p:nvPr>
            <p:ph type="pic" idx="22"/>
          </p:nvPr>
        </p:nvSpPr>
        <p:spPr>
          <a:xfrm>
            <a:off x="1" y="3665156"/>
            <a:ext cx="24377651" cy="638568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endParaRPr/>
          </a:p>
        </p:txBody>
      </p:sp>
      <p:sp>
        <p:nvSpPr>
          <p:cNvPr id="548" name="Номер слайда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  <p:sp>
        <p:nvSpPr>
          <p:cNvPr id="549" name="CLICK TO EDIT MASTER TITLE STYLE"/>
          <p:cNvSpPr txBox="1">
            <a:spLocks noGrp="1"/>
          </p:cNvSpPr>
          <p:nvPr>
            <p:ph type="title" hasCustomPrompt="1"/>
          </p:nvPr>
        </p:nvSpPr>
        <p:spPr>
          <a:xfrm>
            <a:off x="1603375" y="5850387"/>
            <a:ext cx="21134388" cy="1381686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FFFFFF"/>
                </a:solidFill>
              </a:defRPr>
            </a:lvl1pPr>
          </a:lstStyle>
          <a:p>
            <a:r>
              <a:t>CLICK TO EDIT MASTER TITLE STYLE</a:t>
            </a:r>
          </a:p>
        </p:txBody>
      </p:sp>
      <p:sp>
        <p:nvSpPr>
          <p:cNvPr id="550" name="Уровень текста 1…"/>
          <p:cNvSpPr txBox="1">
            <a:spLocks noGrp="1"/>
          </p:cNvSpPr>
          <p:nvPr>
            <p:ph type="body" sz="quarter" idx="1"/>
          </p:nvPr>
        </p:nvSpPr>
        <p:spPr>
          <a:xfrm>
            <a:off x="1603375" y="7232071"/>
            <a:ext cx="21134388" cy="457201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rgbClr val="FFFFFF"/>
                </a:solidFill>
              </a:defRPr>
            </a:lvl1pPr>
            <a:lvl2pPr algn="ctr">
              <a:defRPr sz="3200">
                <a:solidFill>
                  <a:srgbClr val="FFFFFF"/>
                </a:solidFill>
              </a:defRPr>
            </a:lvl2pPr>
            <a:lvl3pPr algn="ctr">
              <a:defRPr sz="3200">
                <a:solidFill>
                  <a:srgbClr val="FFFFFF"/>
                </a:solidFill>
              </a:defRPr>
            </a:lvl3pPr>
            <a:lvl4pPr algn="ctr">
              <a:defRPr sz="3200">
                <a:solidFill>
                  <a:srgbClr val="FFFFFF"/>
                </a:solidFill>
              </a:defRPr>
            </a:lvl4pPr>
            <a:lvl5pPr algn="ctr">
              <a:defRPr sz="3200">
                <a:solidFill>
                  <a:srgbClr val="FFFFFF"/>
                </a:solidFill>
              </a:defRPr>
            </a:lvl5pPr>
          </a:lstStyle>
          <a:p>
            <a:r>
              <a:t>Уровень текста 1</a:t>
            </a:r>
          </a:p>
          <a:p>
            <a:pPr lvl="1"/>
            <a:r>
              <a:t>Уровень текста 2</a:t>
            </a:r>
          </a:p>
          <a:p>
            <a:pPr lvl="2"/>
            <a:r>
              <a:t>Уровень текста 3</a:t>
            </a:r>
          </a:p>
          <a:p>
            <a:pPr lvl="3"/>
            <a:r>
              <a:t>Уровень текста 4</a:t>
            </a:r>
          </a:p>
          <a:p>
            <a:pPr lvl="4"/>
            <a:r>
              <a:t>Уровень текста 5</a:t>
            </a:r>
          </a:p>
        </p:txBody>
      </p:sp>
    </p:spTree>
  </p:cSld>
  <p:clrMapOvr>
    <a:masterClrMapping/>
  </p:clrMapOvr>
  <p:transition spd="med"/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2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7" name="Picture Placeholder 8"/>
          <p:cNvSpPr>
            <a:spLocks noGrp="1"/>
          </p:cNvSpPr>
          <p:nvPr>
            <p:ph type="pic" idx="21"/>
          </p:nvPr>
        </p:nvSpPr>
        <p:spPr>
          <a:xfrm>
            <a:off x="0" y="0"/>
            <a:ext cx="24377650" cy="7620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endParaRPr/>
          </a:p>
        </p:txBody>
      </p:sp>
      <p:sp>
        <p:nvSpPr>
          <p:cNvPr id="558" name="Номер слайда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  <p:sp>
        <p:nvSpPr>
          <p:cNvPr id="559" name="Picture Placeholder 8"/>
          <p:cNvSpPr>
            <a:spLocks noGrp="1"/>
          </p:cNvSpPr>
          <p:nvPr>
            <p:ph type="pic" sz="quarter" idx="22"/>
          </p:nvPr>
        </p:nvSpPr>
        <p:spPr>
          <a:xfrm>
            <a:off x="18947606" y="6130925"/>
            <a:ext cx="2533652" cy="4264025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endParaRPr/>
          </a:p>
        </p:txBody>
      </p:sp>
      <p:sp>
        <p:nvSpPr>
          <p:cNvPr id="560" name="Текст заголовка"/>
          <p:cNvSpPr txBox="1">
            <a:spLocks noGrp="1"/>
          </p:cNvSpPr>
          <p:nvPr>
            <p:ph type="title"/>
          </p:nvPr>
        </p:nvSpPr>
        <p:spPr>
          <a:xfrm>
            <a:off x="1981200" y="2514600"/>
            <a:ext cx="10207625" cy="3159126"/>
          </a:xfrm>
          <a:prstGeom prst="rect">
            <a:avLst/>
          </a:prstGeom>
        </p:spPr>
        <p:txBody>
          <a:bodyPr/>
          <a:lstStyle>
            <a:lvl1pPr algn="r">
              <a:defRPr>
                <a:solidFill>
                  <a:srgbClr val="404040"/>
                </a:solidFill>
              </a:defRPr>
            </a:lvl1pPr>
          </a:lstStyle>
          <a:p>
            <a:r>
              <a:t>Текст заголовка</a:t>
            </a:r>
          </a:p>
        </p:txBody>
      </p:sp>
      <p:sp>
        <p:nvSpPr>
          <p:cNvPr id="561" name="Уровень текста 1…"/>
          <p:cNvSpPr txBox="1">
            <a:spLocks noGrp="1"/>
          </p:cNvSpPr>
          <p:nvPr>
            <p:ph type="body" sz="quarter" idx="1"/>
          </p:nvPr>
        </p:nvSpPr>
        <p:spPr>
          <a:xfrm>
            <a:off x="1981200" y="5673725"/>
            <a:ext cx="10207625" cy="457200"/>
          </a:xfrm>
          <a:prstGeom prst="rect">
            <a:avLst/>
          </a:prstGeom>
        </p:spPr>
        <p:txBody>
          <a:bodyPr/>
          <a:lstStyle>
            <a:lvl1pPr algn="r">
              <a:defRPr sz="3200">
                <a:solidFill>
                  <a:schemeClr val="accent4"/>
                </a:solidFill>
              </a:defRPr>
            </a:lvl1pPr>
            <a:lvl2pPr algn="r">
              <a:defRPr sz="3200">
                <a:solidFill>
                  <a:schemeClr val="accent4"/>
                </a:solidFill>
              </a:defRPr>
            </a:lvl2pPr>
            <a:lvl3pPr algn="r">
              <a:defRPr sz="3200">
                <a:solidFill>
                  <a:schemeClr val="accent4"/>
                </a:solidFill>
              </a:defRPr>
            </a:lvl3pPr>
            <a:lvl4pPr algn="r">
              <a:defRPr sz="3200">
                <a:solidFill>
                  <a:schemeClr val="accent4"/>
                </a:solidFill>
              </a:defRPr>
            </a:lvl4pPr>
            <a:lvl5pPr algn="r">
              <a:defRPr sz="3200">
                <a:solidFill>
                  <a:schemeClr val="accent4"/>
                </a:solidFill>
              </a:defRPr>
            </a:lvl5pPr>
          </a:lstStyle>
          <a:p>
            <a:r>
              <a:t>Уровень текста 1</a:t>
            </a:r>
          </a:p>
          <a:p>
            <a:pPr lvl="1"/>
            <a:r>
              <a:t>Уровень текста 2</a:t>
            </a:r>
          </a:p>
          <a:p>
            <a:pPr lvl="2"/>
            <a:r>
              <a:t>Уровень текста 3</a:t>
            </a:r>
          </a:p>
          <a:p>
            <a:pPr lvl="3"/>
            <a:r>
              <a:t>Уровень текста 4</a:t>
            </a:r>
          </a:p>
          <a:p>
            <a:pPr lvl="4"/>
            <a:r>
              <a:t>Уровень текста 5</a:t>
            </a:r>
          </a:p>
        </p:txBody>
      </p:sp>
    </p:spTree>
  </p:cSld>
  <p:clrMapOvr>
    <a:masterClrMapping/>
  </p:clrMapOvr>
  <p:transition spd="med"/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2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8" name="Picture Placeholder 8"/>
          <p:cNvSpPr>
            <a:spLocks noGrp="1"/>
          </p:cNvSpPr>
          <p:nvPr>
            <p:ph type="pic" sz="quarter" idx="21"/>
          </p:nvPr>
        </p:nvSpPr>
        <p:spPr>
          <a:xfrm>
            <a:off x="11023600" y="6261101"/>
            <a:ext cx="2527300" cy="4254501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endParaRPr/>
          </a:p>
        </p:txBody>
      </p:sp>
      <p:sp>
        <p:nvSpPr>
          <p:cNvPr id="569" name="Номер слайда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  <p:sp>
        <p:nvSpPr>
          <p:cNvPr id="570" name="Текст заголовка"/>
          <p:cNvSpPr txBox="1">
            <a:spLocks noGrp="1"/>
          </p:cNvSpPr>
          <p:nvPr>
            <p:ph type="title"/>
          </p:nvPr>
        </p:nvSpPr>
        <p:spPr>
          <a:xfrm>
            <a:off x="1675963" y="753034"/>
            <a:ext cx="21025723" cy="1381687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r>
              <a:t>Текст заголовка</a:t>
            </a:r>
          </a:p>
        </p:txBody>
      </p:sp>
      <p:sp>
        <p:nvSpPr>
          <p:cNvPr id="571" name="Уровень текста 1…"/>
          <p:cNvSpPr txBox="1">
            <a:spLocks noGrp="1"/>
          </p:cNvSpPr>
          <p:nvPr>
            <p:ph type="body" sz="quarter" idx="1"/>
          </p:nvPr>
        </p:nvSpPr>
        <p:spPr>
          <a:xfrm>
            <a:off x="1675963" y="2134720"/>
            <a:ext cx="21025723" cy="457201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r>
              <a:t>Уровень текста 1</a:t>
            </a:r>
          </a:p>
          <a:p>
            <a:pPr lvl="1"/>
            <a:r>
              <a:t>Уровень текста 2</a:t>
            </a:r>
          </a:p>
          <a:p>
            <a:pPr lvl="2"/>
            <a:r>
              <a:t>Уровень текста 3</a:t>
            </a:r>
          </a:p>
          <a:p>
            <a:pPr lvl="3"/>
            <a:r>
              <a:t>Уровень текста 4</a:t>
            </a:r>
          </a:p>
          <a:p>
            <a:pPr lvl="4"/>
            <a:r>
              <a:t>Уровень текста 5</a:t>
            </a:r>
          </a:p>
        </p:txBody>
      </p:sp>
    </p:spTree>
  </p:cSld>
  <p:clrMapOvr>
    <a:masterClrMapping/>
  </p:clrMapOvr>
  <p:transition spd="med"/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24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8" name="Номер слайда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  <p:sp>
        <p:nvSpPr>
          <p:cNvPr id="579" name="Picture Placeholder 8"/>
          <p:cNvSpPr>
            <a:spLocks noGrp="1"/>
          </p:cNvSpPr>
          <p:nvPr>
            <p:ph type="pic" sz="quarter" idx="21"/>
          </p:nvPr>
        </p:nvSpPr>
        <p:spPr>
          <a:xfrm>
            <a:off x="13509567" y="5902876"/>
            <a:ext cx="5560205" cy="2829667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endParaRPr/>
          </a:p>
        </p:txBody>
      </p:sp>
      <p:sp>
        <p:nvSpPr>
          <p:cNvPr id="580" name="Текст заголовка"/>
          <p:cNvSpPr txBox="1">
            <a:spLocks noGrp="1"/>
          </p:cNvSpPr>
          <p:nvPr>
            <p:ph type="title"/>
          </p:nvPr>
        </p:nvSpPr>
        <p:spPr>
          <a:xfrm>
            <a:off x="1675963" y="753034"/>
            <a:ext cx="21025723" cy="1381687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r>
              <a:t>Текст заголовка</a:t>
            </a:r>
          </a:p>
        </p:txBody>
      </p:sp>
      <p:sp>
        <p:nvSpPr>
          <p:cNvPr id="581" name="Уровень текста 1…"/>
          <p:cNvSpPr txBox="1">
            <a:spLocks noGrp="1"/>
          </p:cNvSpPr>
          <p:nvPr>
            <p:ph type="body" sz="quarter" idx="1"/>
          </p:nvPr>
        </p:nvSpPr>
        <p:spPr>
          <a:xfrm>
            <a:off x="1675963" y="2134720"/>
            <a:ext cx="21025723" cy="457201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r>
              <a:t>Уровень текста 1</a:t>
            </a:r>
          </a:p>
          <a:p>
            <a:pPr lvl="1"/>
            <a:r>
              <a:t>Уровень текста 2</a:t>
            </a:r>
          </a:p>
          <a:p>
            <a:pPr lvl="2"/>
            <a:r>
              <a:t>Уровень текста 3</a:t>
            </a:r>
          </a:p>
          <a:p>
            <a:pPr lvl="3"/>
            <a:r>
              <a:t>Уровень текста 4</a:t>
            </a:r>
          </a:p>
          <a:p>
            <a:pPr lvl="4"/>
            <a:r>
              <a:t>Уровень текста 5</a:t>
            </a:r>
          </a:p>
        </p:txBody>
      </p:sp>
    </p:spTree>
  </p:cSld>
  <p:clrMapOvr>
    <a:masterClrMapping/>
  </p:clrMapOvr>
  <p:transition spd="med"/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23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8" name="Номер слайда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  <p:sp>
        <p:nvSpPr>
          <p:cNvPr id="589" name="Picture Placeholder 8"/>
          <p:cNvSpPr>
            <a:spLocks noGrp="1"/>
          </p:cNvSpPr>
          <p:nvPr>
            <p:ph type="pic" sz="quarter" idx="21"/>
          </p:nvPr>
        </p:nvSpPr>
        <p:spPr>
          <a:xfrm>
            <a:off x="9753028" y="7389627"/>
            <a:ext cx="5545289" cy="4220309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endParaRPr/>
          </a:p>
        </p:txBody>
      </p:sp>
      <p:sp>
        <p:nvSpPr>
          <p:cNvPr id="590" name="Текст заголовка"/>
          <p:cNvSpPr txBox="1">
            <a:spLocks noGrp="1"/>
          </p:cNvSpPr>
          <p:nvPr>
            <p:ph type="title"/>
          </p:nvPr>
        </p:nvSpPr>
        <p:spPr>
          <a:xfrm>
            <a:off x="1675963" y="753034"/>
            <a:ext cx="21025723" cy="1381687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r>
              <a:t>Текст заголовка</a:t>
            </a:r>
          </a:p>
        </p:txBody>
      </p:sp>
      <p:sp>
        <p:nvSpPr>
          <p:cNvPr id="591" name="Уровень текста 1…"/>
          <p:cNvSpPr txBox="1">
            <a:spLocks noGrp="1"/>
          </p:cNvSpPr>
          <p:nvPr>
            <p:ph type="body" sz="quarter" idx="1"/>
          </p:nvPr>
        </p:nvSpPr>
        <p:spPr>
          <a:xfrm>
            <a:off x="1675963" y="2134720"/>
            <a:ext cx="21025723" cy="457201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r>
              <a:t>Уровень текста 1</a:t>
            </a:r>
          </a:p>
          <a:p>
            <a:pPr lvl="1"/>
            <a:r>
              <a:t>Уровень текста 2</a:t>
            </a:r>
          </a:p>
          <a:p>
            <a:pPr lvl="2"/>
            <a:r>
              <a:t>Уровень текста 3</a:t>
            </a:r>
          </a:p>
          <a:p>
            <a:pPr lvl="3"/>
            <a:r>
              <a:t>Уровень текста 4</a:t>
            </a:r>
          </a:p>
          <a:p>
            <a:pPr lvl="4"/>
            <a:r>
              <a:t>Уровень текста 5</a:t>
            </a:r>
          </a:p>
        </p:txBody>
      </p:sp>
    </p:spTree>
  </p:cSld>
  <p:clrMapOvr>
    <a:masterClrMapping/>
  </p:clrMapOvr>
  <p:transition spd="med"/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25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8" name="Номер слайда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  <p:sp>
        <p:nvSpPr>
          <p:cNvPr id="599" name="Picture Placeholder 8"/>
          <p:cNvSpPr>
            <a:spLocks noGrp="1"/>
          </p:cNvSpPr>
          <p:nvPr>
            <p:ph type="pic" sz="quarter" idx="21"/>
          </p:nvPr>
        </p:nvSpPr>
        <p:spPr>
          <a:xfrm>
            <a:off x="9038942" y="4658203"/>
            <a:ext cx="6231945" cy="4551507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endParaRPr/>
          </a:p>
        </p:txBody>
      </p:sp>
      <p:sp>
        <p:nvSpPr>
          <p:cNvPr id="600" name="Текст заголовка"/>
          <p:cNvSpPr txBox="1">
            <a:spLocks noGrp="1"/>
          </p:cNvSpPr>
          <p:nvPr>
            <p:ph type="title"/>
          </p:nvPr>
        </p:nvSpPr>
        <p:spPr>
          <a:xfrm>
            <a:off x="1675963" y="753034"/>
            <a:ext cx="21025723" cy="1381687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r>
              <a:t>Текст заголовка</a:t>
            </a:r>
          </a:p>
        </p:txBody>
      </p:sp>
      <p:sp>
        <p:nvSpPr>
          <p:cNvPr id="601" name="Уровень текста 1…"/>
          <p:cNvSpPr txBox="1">
            <a:spLocks noGrp="1"/>
          </p:cNvSpPr>
          <p:nvPr>
            <p:ph type="body" sz="quarter" idx="1"/>
          </p:nvPr>
        </p:nvSpPr>
        <p:spPr>
          <a:xfrm>
            <a:off x="1675963" y="2134720"/>
            <a:ext cx="21025723" cy="457201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r>
              <a:t>Уровень текста 1</a:t>
            </a:r>
          </a:p>
          <a:p>
            <a:pPr lvl="1"/>
            <a:r>
              <a:t>Уровень текста 2</a:t>
            </a:r>
          </a:p>
          <a:p>
            <a:pPr lvl="2"/>
            <a:r>
              <a:t>Уровень текста 3</a:t>
            </a:r>
          </a:p>
          <a:p>
            <a:pPr lvl="3"/>
            <a:r>
              <a:t>Уровень текста 4</a:t>
            </a:r>
          </a:p>
          <a:p>
            <a:pPr lvl="4"/>
            <a:r>
              <a:t>Уровень текста 5</a:t>
            </a:r>
          </a:p>
        </p:txBody>
      </p:sp>
    </p:spTree>
  </p:cSld>
  <p:clrMapOvr>
    <a:masterClrMapping/>
  </p:clrMapOvr>
  <p:transition spd="med"/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26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8" name="Номер слайда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  <p:sp>
        <p:nvSpPr>
          <p:cNvPr id="609" name="Picture Placeholder 8"/>
          <p:cNvSpPr>
            <a:spLocks noGrp="1"/>
          </p:cNvSpPr>
          <p:nvPr>
            <p:ph type="pic" sz="quarter" idx="21"/>
          </p:nvPr>
        </p:nvSpPr>
        <p:spPr>
          <a:xfrm>
            <a:off x="3726179" y="5610225"/>
            <a:ext cx="6370321" cy="356235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endParaRPr/>
          </a:p>
        </p:txBody>
      </p:sp>
      <p:sp>
        <p:nvSpPr>
          <p:cNvPr id="610" name="Текст заголовка"/>
          <p:cNvSpPr txBox="1">
            <a:spLocks noGrp="1"/>
          </p:cNvSpPr>
          <p:nvPr>
            <p:ph type="title"/>
          </p:nvPr>
        </p:nvSpPr>
        <p:spPr>
          <a:xfrm>
            <a:off x="1675963" y="753034"/>
            <a:ext cx="21025723" cy="1381687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r>
              <a:t>Текст заголовка</a:t>
            </a:r>
          </a:p>
        </p:txBody>
      </p:sp>
      <p:sp>
        <p:nvSpPr>
          <p:cNvPr id="611" name="Уровень текста 1…"/>
          <p:cNvSpPr txBox="1">
            <a:spLocks noGrp="1"/>
          </p:cNvSpPr>
          <p:nvPr>
            <p:ph type="body" sz="quarter" idx="1"/>
          </p:nvPr>
        </p:nvSpPr>
        <p:spPr>
          <a:xfrm>
            <a:off x="1675963" y="2134720"/>
            <a:ext cx="21025723" cy="457201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r>
              <a:t>Уровень текста 1</a:t>
            </a:r>
          </a:p>
          <a:p>
            <a:pPr lvl="1"/>
            <a:r>
              <a:t>Уровень текста 2</a:t>
            </a:r>
          </a:p>
          <a:p>
            <a:pPr lvl="2"/>
            <a:r>
              <a:t>Уровень текста 3</a:t>
            </a:r>
          </a:p>
          <a:p>
            <a:pPr lvl="3"/>
            <a:r>
              <a:t>Уровень текста 4</a:t>
            </a:r>
          </a:p>
          <a:p>
            <a:pPr lvl="4"/>
            <a:r>
              <a:t>Уровень текста 5</a:t>
            </a:r>
          </a:p>
        </p:txBody>
      </p:sp>
    </p:spTree>
  </p:cSld>
  <p:clrMapOvr>
    <a:masterClrMapping/>
  </p:clrMapOvr>
  <p:transition spd="med"/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27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8" name="Номер слайда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  <p:sp>
        <p:nvSpPr>
          <p:cNvPr id="619" name="Picture Placeholder 8"/>
          <p:cNvSpPr>
            <a:spLocks noGrp="1"/>
          </p:cNvSpPr>
          <p:nvPr>
            <p:ph type="pic" idx="21"/>
          </p:nvPr>
        </p:nvSpPr>
        <p:spPr>
          <a:xfrm>
            <a:off x="-1" y="0"/>
            <a:ext cx="24377650" cy="13716001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endParaRPr/>
          </a:p>
        </p:txBody>
      </p:sp>
      <p:sp>
        <p:nvSpPr>
          <p:cNvPr id="620" name="Текст заголовка"/>
          <p:cNvSpPr txBox="1">
            <a:spLocks noGrp="1"/>
          </p:cNvSpPr>
          <p:nvPr>
            <p:ph type="title"/>
          </p:nvPr>
        </p:nvSpPr>
        <p:spPr>
          <a:xfrm>
            <a:off x="1603375" y="5476314"/>
            <a:ext cx="21134388" cy="1381686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r>
              <a:t>Текст заголовка</a:t>
            </a:r>
          </a:p>
        </p:txBody>
      </p:sp>
      <p:sp>
        <p:nvSpPr>
          <p:cNvPr id="621" name="Уровень текста 1…"/>
          <p:cNvSpPr txBox="1">
            <a:spLocks noGrp="1"/>
          </p:cNvSpPr>
          <p:nvPr>
            <p:ph type="body" sz="quarter" idx="1"/>
          </p:nvPr>
        </p:nvSpPr>
        <p:spPr>
          <a:xfrm>
            <a:off x="1603375" y="6858000"/>
            <a:ext cx="21134388" cy="457200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r>
              <a:t>Уровень текста 1</a:t>
            </a:r>
          </a:p>
          <a:p>
            <a:pPr lvl="1"/>
            <a:r>
              <a:t>Уровень текста 2</a:t>
            </a:r>
          </a:p>
          <a:p>
            <a:pPr lvl="2"/>
            <a:r>
              <a:t>Уровень текста 3</a:t>
            </a:r>
          </a:p>
          <a:p>
            <a:pPr lvl="3"/>
            <a:r>
              <a:t>Уровень текста 4</a:t>
            </a:r>
          </a:p>
          <a:p>
            <a:pPr lvl="4"/>
            <a:r>
              <a:t>Уровень текста 5</a:t>
            </a:r>
          </a:p>
        </p:txBody>
      </p:sp>
    </p:spTree>
  </p:cSld>
  <p:clrMapOvr>
    <a:masterClrMapping/>
  </p:clrMapOvr>
  <p:transition spd="med"/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28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8" name="Номер слайда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  <p:sp>
        <p:nvSpPr>
          <p:cNvPr id="629" name="Текст заголовка"/>
          <p:cNvSpPr txBox="1">
            <a:spLocks noGrp="1"/>
          </p:cNvSpPr>
          <p:nvPr>
            <p:ph type="title"/>
          </p:nvPr>
        </p:nvSpPr>
        <p:spPr>
          <a:xfrm>
            <a:off x="1603375" y="5400675"/>
            <a:ext cx="10585450" cy="2028825"/>
          </a:xfrm>
          <a:prstGeom prst="rect">
            <a:avLst/>
          </a:prstGeom>
        </p:spPr>
        <p:txBody>
          <a:bodyPr/>
          <a:lstStyle>
            <a:lvl1pPr>
              <a:defRPr sz="6600">
                <a:solidFill>
                  <a:srgbClr val="404040"/>
                </a:solidFill>
              </a:defRPr>
            </a:lvl1pPr>
          </a:lstStyle>
          <a:p>
            <a:r>
              <a:t>Текст заголовка</a:t>
            </a:r>
          </a:p>
        </p:txBody>
      </p:sp>
      <p:sp>
        <p:nvSpPr>
          <p:cNvPr id="630" name="Уровень текста 1…"/>
          <p:cNvSpPr txBox="1">
            <a:spLocks noGrp="1"/>
          </p:cNvSpPr>
          <p:nvPr>
            <p:ph type="body" sz="quarter" idx="1"/>
          </p:nvPr>
        </p:nvSpPr>
        <p:spPr>
          <a:xfrm>
            <a:off x="1603375" y="7429500"/>
            <a:ext cx="10585450" cy="457200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chemeClr val="accent4"/>
                </a:solidFill>
              </a:defRPr>
            </a:lvl1pPr>
            <a:lvl2pPr>
              <a:defRPr sz="3200">
                <a:solidFill>
                  <a:schemeClr val="accent4"/>
                </a:solidFill>
              </a:defRPr>
            </a:lvl2pPr>
            <a:lvl3pPr>
              <a:defRPr sz="3200">
                <a:solidFill>
                  <a:schemeClr val="accent4"/>
                </a:solidFill>
              </a:defRPr>
            </a:lvl3pPr>
            <a:lvl4pPr>
              <a:defRPr sz="3200">
                <a:solidFill>
                  <a:schemeClr val="accent4"/>
                </a:solidFill>
              </a:defRPr>
            </a:lvl4pPr>
            <a:lvl5pPr>
              <a:defRPr sz="3200">
                <a:solidFill>
                  <a:schemeClr val="accent4"/>
                </a:solidFill>
              </a:defRPr>
            </a:lvl5pPr>
          </a:lstStyle>
          <a:p>
            <a:r>
              <a:t>Уровень текста 1</a:t>
            </a:r>
          </a:p>
          <a:p>
            <a:pPr lvl="1"/>
            <a:r>
              <a:t>Уровень текста 2</a:t>
            </a:r>
          </a:p>
          <a:p>
            <a:pPr lvl="2"/>
            <a:r>
              <a:t>Уровень текста 3</a:t>
            </a:r>
          </a:p>
          <a:p>
            <a:pPr lvl="3"/>
            <a:r>
              <a:t>Уровень текста 4</a:t>
            </a:r>
          </a:p>
          <a:p>
            <a:pPr lvl="4"/>
            <a:r>
              <a:t>Уровень текста 5</a:t>
            </a:r>
          </a:p>
        </p:txBody>
      </p:sp>
    </p:spTree>
  </p:cSld>
  <p:clrMapOvr>
    <a:masterClrMapping/>
  </p:clrMapOvr>
  <p:transition spd="med"/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29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7" name="Номер слайда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  <p:sp>
        <p:nvSpPr>
          <p:cNvPr id="638" name="Текст заголовка"/>
          <p:cNvSpPr txBox="1">
            <a:spLocks noGrp="1"/>
          </p:cNvSpPr>
          <p:nvPr>
            <p:ph type="title"/>
          </p:nvPr>
        </p:nvSpPr>
        <p:spPr>
          <a:xfrm>
            <a:off x="12188825" y="860612"/>
            <a:ext cx="10512861" cy="1623733"/>
          </a:xfrm>
          <a:prstGeom prst="rect">
            <a:avLst/>
          </a:prstGeom>
        </p:spPr>
        <p:txBody>
          <a:bodyPr/>
          <a:lstStyle>
            <a:lvl1pPr algn="r">
              <a:defRPr sz="7200">
                <a:solidFill>
                  <a:srgbClr val="404040"/>
                </a:solidFill>
              </a:defRPr>
            </a:lvl1pPr>
          </a:lstStyle>
          <a:p>
            <a:r>
              <a:t>Текст заголовка</a:t>
            </a:r>
          </a:p>
        </p:txBody>
      </p:sp>
      <p:sp>
        <p:nvSpPr>
          <p:cNvPr id="639" name="Уровень текста 1…"/>
          <p:cNvSpPr txBox="1">
            <a:spLocks noGrp="1"/>
          </p:cNvSpPr>
          <p:nvPr>
            <p:ph type="body" sz="quarter" idx="1"/>
          </p:nvPr>
        </p:nvSpPr>
        <p:spPr>
          <a:xfrm>
            <a:off x="12188825" y="2484345"/>
            <a:ext cx="10512861" cy="457201"/>
          </a:xfrm>
          <a:prstGeom prst="rect">
            <a:avLst/>
          </a:prstGeom>
        </p:spPr>
        <p:txBody>
          <a:bodyPr/>
          <a:lstStyle>
            <a:lvl1pPr algn="r">
              <a:defRPr sz="3200">
                <a:solidFill>
                  <a:schemeClr val="accent4"/>
                </a:solidFill>
              </a:defRPr>
            </a:lvl1pPr>
            <a:lvl2pPr algn="r">
              <a:defRPr sz="3200">
                <a:solidFill>
                  <a:schemeClr val="accent4"/>
                </a:solidFill>
              </a:defRPr>
            </a:lvl2pPr>
            <a:lvl3pPr algn="r">
              <a:defRPr sz="3200">
                <a:solidFill>
                  <a:schemeClr val="accent4"/>
                </a:solidFill>
              </a:defRPr>
            </a:lvl3pPr>
            <a:lvl4pPr algn="r">
              <a:defRPr sz="3200">
                <a:solidFill>
                  <a:schemeClr val="accent4"/>
                </a:solidFill>
              </a:defRPr>
            </a:lvl4pPr>
            <a:lvl5pPr algn="r">
              <a:defRPr sz="3200">
                <a:solidFill>
                  <a:schemeClr val="accent4"/>
                </a:solidFill>
              </a:defRPr>
            </a:lvl5pPr>
          </a:lstStyle>
          <a:p>
            <a:r>
              <a:t>Уровень текста 1</a:t>
            </a:r>
          </a:p>
          <a:p>
            <a:pPr lvl="1"/>
            <a:r>
              <a:t>Уровень текста 2</a:t>
            </a:r>
          </a:p>
          <a:p>
            <a:pPr lvl="2"/>
            <a:r>
              <a:t>Уровень текста 3</a:t>
            </a:r>
          </a:p>
          <a:p>
            <a:pPr lvl="3"/>
            <a:r>
              <a:t>Уровень текста 4</a:t>
            </a:r>
          </a:p>
          <a:p>
            <a:pPr lvl="4"/>
            <a:r>
              <a:t>Уровень текста 5</a:t>
            </a:r>
          </a:p>
        </p:txBody>
      </p:sp>
    </p:spTree>
  </p:cSld>
  <p:clrMapOvr>
    <a:masterClrMapping/>
  </p:clrMapOvr>
  <p:transition spd="med"/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30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6" name="Picture Placeholder 8"/>
          <p:cNvSpPr>
            <a:spLocks noGrp="1"/>
          </p:cNvSpPr>
          <p:nvPr>
            <p:ph type="pic" idx="21"/>
          </p:nvPr>
        </p:nvSpPr>
        <p:spPr>
          <a:xfrm>
            <a:off x="-1" y="0"/>
            <a:ext cx="24377650" cy="13716001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endParaRPr/>
          </a:p>
        </p:txBody>
      </p:sp>
      <p:sp>
        <p:nvSpPr>
          <p:cNvPr id="647" name="Номер слайда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  <p:sp>
        <p:nvSpPr>
          <p:cNvPr id="648" name="Текст заголовка"/>
          <p:cNvSpPr txBox="1">
            <a:spLocks noGrp="1"/>
          </p:cNvSpPr>
          <p:nvPr>
            <p:ph type="title"/>
          </p:nvPr>
        </p:nvSpPr>
        <p:spPr>
          <a:xfrm>
            <a:off x="1603374" y="6429375"/>
            <a:ext cx="21098311" cy="2028825"/>
          </a:xfrm>
          <a:prstGeom prst="rect">
            <a:avLst/>
          </a:prstGeom>
        </p:spPr>
        <p:txBody>
          <a:bodyPr/>
          <a:lstStyle>
            <a:lvl1pPr algn="ctr">
              <a:defRPr sz="8800">
                <a:solidFill>
                  <a:srgbClr val="404040"/>
                </a:solidFill>
              </a:defRPr>
            </a:lvl1pPr>
          </a:lstStyle>
          <a:p>
            <a:r>
              <a:t>Текст заголовка</a:t>
            </a:r>
          </a:p>
        </p:txBody>
      </p:sp>
      <p:sp>
        <p:nvSpPr>
          <p:cNvPr id="649" name="Уровень текста 1…"/>
          <p:cNvSpPr txBox="1">
            <a:spLocks noGrp="1"/>
          </p:cNvSpPr>
          <p:nvPr>
            <p:ph type="body" sz="quarter" idx="1"/>
          </p:nvPr>
        </p:nvSpPr>
        <p:spPr>
          <a:xfrm>
            <a:off x="1603374" y="8458200"/>
            <a:ext cx="21098311" cy="457200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r>
              <a:t>Уровень текста 1</a:t>
            </a:r>
          </a:p>
          <a:p>
            <a:pPr lvl="1"/>
            <a:r>
              <a:t>Уровень текста 2</a:t>
            </a:r>
          </a:p>
          <a:p>
            <a:pPr lvl="2"/>
            <a:r>
              <a:t>Уровень текста 3</a:t>
            </a:r>
          </a:p>
          <a:p>
            <a:pPr lvl="3"/>
            <a:r>
              <a:t>Уровень текста 4</a:t>
            </a:r>
          </a:p>
          <a:p>
            <a:pPr lvl="4"/>
            <a:r>
              <a:t>Уровень текста 5</a:t>
            </a:r>
          </a:p>
        </p:txBody>
      </p:sp>
    </p:spTree>
  </p:cSld>
  <p:clrMapOvr>
    <a:masterClrMapping/>
  </p:clrMapOvr>
  <p:transition spd="med"/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3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6" name="Номер слайда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  <p:sp>
        <p:nvSpPr>
          <p:cNvPr id="657" name="Текст заголовка"/>
          <p:cNvSpPr txBox="1">
            <a:spLocks noGrp="1"/>
          </p:cNvSpPr>
          <p:nvPr>
            <p:ph type="title"/>
          </p:nvPr>
        </p:nvSpPr>
        <p:spPr>
          <a:xfrm>
            <a:off x="1603375" y="4829175"/>
            <a:ext cx="21098311" cy="2028825"/>
          </a:xfrm>
          <a:prstGeom prst="rect">
            <a:avLst/>
          </a:prstGeom>
        </p:spPr>
        <p:txBody>
          <a:bodyPr/>
          <a:lstStyle>
            <a:lvl1pPr algn="ctr">
              <a:defRPr sz="8800">
                <a:solidFill>
                  <a:srgbClr val="404040"/>
                </a:solidFill>
              </a:defRPr>
            </a:lvl1pPr>
          </a:lstStyle>
          <a:p>
            <a:r>
              <a:t>Текст заголовка</a:t>
            </a:r>
          </a:p>
        </p:txBody>
      </p:sp>
      <p:sp>
        <p:nvSpPr>
          <p:cNvPr id="658" name="Уровень текста 1…"/>
          <p:cNvSpPr txBox="1">
            <a:spLocks noGrp="1"/>
          </p:cNvSpPr>
          <p:nvPr>
            <p:ph type="body" sz="quarter" idx="1"/>
          </p:nvPr>
        </p:nvSpPr>
        <p:spPr>
          <a:xfrm>
            <a:off x="1603375" y="6858000"/>
            <a:ext cx="21098311" cy="457200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r>
              <a:t>Уровень текста 1</a:t>
            </a:r>
          </a:p>
          <a:p>
            <a:pPr lvl="1"/>
            <a:r>
              <a:t>Уровень текста 2</a:t>
            </a:r>
          </a:p>
          <a:p>
            <a:pPr lvl="2"/>
            <a:r>
              <a:t>Уровень текста 3</a:t>
            </a:r>
          </a:p>
          <a:p>
            <a:pPr lvl="3"/>
            <a:r>
              <a:t>Уровень текста 4</a:t>
            </a:r>
          </a:p>
          <a:p>
            <a:pPr lvl="4"/>
            <a:r>
              <a:t>Уровень текста 5</a:t>
            </a:r>
          </a:p>
        </p:txBody>
      </p:sp>
    </p:spTree>
  </p:cSld>
  <p:clrMapOvr>
    <a:masterClrMapping/>
  </p:clrMapOvr>
  <p:transition spd="med"/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" name="Текст заголовка"/>
          <p:cNvSpPr txBox="1">
            <a:spLocks noGrp="1"/>
          </p:cNvSpPr>
          <p:nvPr>
            <p:ph type="title"/>
          </p:nvPr>
        </p:nvSpPr>
        <p:spPr>
          <a:xfrm>
            <a:off x="1675963" y="7557247"/>
            <a:ext cx="5988862" cy="680199"/>
          </a:xfrm>
          <a:prstGeom prst="rect">
            <a:avLst/>
          </a:prstGeom>
        </p:spPr>
        <p:txBody>
          <a:bodyPr anchor="b"/>
          <a:lstStyle>
            <a:lvl1pPr>
              <a:defRPr sz="3200">
                <a:solidFill>
                  <a:srgbClr val="404040"/>
                </a:solidFill>
              </a:defRPr>
            </a:lvl1pPr>
          </a:lstStyle>
          <a:p>
            <a:r>
              <a:t>Текст заголовка</a:t>
            </a:r>
          </a:p>
        </p:txBody>
      </p:sp>
      <p:sp>
        <p:nvSpPr>
          <p:cNvPr id="666" name="Уровень текста 1…"/>
          <p:cNvSpPr txBox="1">
            <a:spLocks noGrp="1"/>
          </p:cNvSpPr>
          <p:nvPr>
            <p:ph type="body" sz="quarter" idx="1"/>
          </p:nvPr>
        </p:nvSpPr>
        <p:spPr>
          <a:xfrm>
            <a:off x="1675964" y="8237445"/>
            <a:ext cx="5988861" cy="147133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888888"/>
                </a:solidFill>
              </a:defRPr>
            </a:lvl1pPr>
            <a:lvl2pPr>
              <a:defRPr>
                <a:solidFill>
                  <a:srgbClr val="888888"/>
                </a:solidFill>
              </a:defRPr>
            </a:lvl2pPr>
            <a:lvl3pPr>
              <a:defRPr>
                <a:solidFill>
                  <a:srgbClr val="888888"/>
                </a:solidFill>
              </a:defRPr>
            </a:lvl3pPr>
            <a:lvl4pPr>
              <a:defRPr>
                <a:solidFill>
                  <a:srgbClr val="888888"/>
                </a:solidFill>
              </a:defRPr>
            </a:lvl4pPr>
            <a:lvl5pPr indent="3656686">
              <a:defRPr>
                <a:solidFill>
                  <a:srgbClr val="888888"/>
                </a:solidFill>
              </a:defRPr>
            </a:lvl5pPr>
          </a:lstStyle>
          <a:p>
            <a:r>
              <a:t>Уровень текста 1</a:t>
            </a:r>
          </a:p>
          <a:p>
            <a:pPr lvl="1"/>
            <a:r>
              <a:t>Уровень текста 2</a:t>
            </a:r>
          </a:p>
          <a:p>
            <a:pPr lvl="2"/>
            <a:r>
              <a:t>Уровень текста 3</a:t>
            </a:r>
          </a:p>
          <a:p>
            <a:pPr lvl="3"/>
            <a:r>
              <a:t>Уровень текста 4</a:t>
            </a:r>
          </a:p>
          <a:p>
            <a:pPr lvl="4"/>
            <a:r>
              <a:t>Уровень текста 5</a:t>
            </a:r>
          </a:p>
        </p:txBody>
      </p:sp>
      <p:sp>
        <p:nvSpPr>
          <p:cNvPr id="667" name="Номер слайда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4" name="Номер слайда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  <p:sp>
        <p:nvSpPr>
          <p:cNvPr id="675" name="Picture Placeholder 8"/>
          <p:cNvSpPr>
            <a:spLocks noGrp="1"/>
          </p:cNvSpPr>
          <p:nvPr>
            <p:ph type="pic" sz="quarter" idx="21"/>
          </p:nvPr>
        </p:nvSpPr>
        <p:spPr>
          <a:xfrm>
            <a:off x="0" y="0"/>
            <a:ext cx="6102001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endParaRPr/>
          </a:p>
        </p:txBody>
      </p:sp>
      <p:sp>
        <p:nvSpPr>
          <p:cNvPr id="676" name="Picture Placeholder 8"/>
          <p:cNvSpPr>
            <a:spLocks noGrp="1"/>
          </p:cNvSpPr>
          <p:nvPr>
            <p:ph type="pic" sz="quarter" idx="22"/>
          </p:nvPr>
        </p:nvSpPr>
        <p:spPr>
          <a:xfrm>
            <a:off x="6102000" y="0"/>
            <a:ext cx="6102001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endParaRPr/>
          </a:p>
        </p:txBody>
      </p:sp>
      <p:sp>
        <p:nvSpPr>
          <p:cNvPr id="677" name="Picture Placeholder 8"/>
          <p:cNvSpPr>
            <a:spLocks noGrp="1"/>
          </p:cNvSpPr>
          <p:nvPr>
            <p:ph type="pic" sz="quarter" idx="23"/>
          </p:nvPr>
        </p:nvSpPr>
        <p:spPr>
          <a:xfrm>
            <a:off x="12204000" y="0"/>
            <a:ext cx="6102001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endParaRPr/>
          </a:p>
        </p:txBody>
      </p:sp>
      <p:sp>
        <p:nvSpPr>
          <p:cNvPr id="678" name="Picture Placeholder 8"/>
          <p:cNvSpPr>
            <a:spLocks noGrp="1"/>
          </p:cNvSpPr>
          <p:nvPr>
            <p:ph type="pic" sz="quarter" idx="24"/>
          </p:nvPr>
        </p:nvSpPr>
        <p:spPr>
          <a:xfrm>
            <a:off x="18306000" y="0"/>
            <a:ext cx="6102001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endParaRPr/>
          </a:p>
        </p:txBody>
      </p:sp>
      <p:sp>
        <p:nvSpPr>
          <p:cNvPr id="679" name="Picture Placeholder 8"/>
          <p:cNvSpPr>
            <a:spLocks noGrp="1"/>
          </p:cNvSpPr>
          <p:nvPr>
            <p:ph type="pic" sz="quarter" idx="25"/>
          </p:nvPr>
        </p:nvSpPr>
        <p:spPr>
          <a:xfrm>
            <a:off x="0" y="4572000"/>
            <a:ext cx="6102001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endParaRPr/>
          </a:p>
        </p:txBody>
      </p:sp>
      <p:sp>
        <p:nvSpPr>
          <p:cNvPr id="680" name="Picture Placeholder 8"/>
          <p:cNvSpPr>
            <a:spLocks noGrp="1"/>
          </p:cNvSpPr>
          <p:nvPr>
            <p:ph type="pic" sz="quarter" idx="26"/>
          </p:nvPr>
        </p:nvSpPr>
        <p:spPr>
          <a:xfrm>
            <a:off x="6102000" y="4572000"/>
            <a:ext cx="6102001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endParaRPr/>
          </a:p>
        </p:txBody>
      </p:sp>
      <p:sp>
        <p:nvSpPr>
          <p:cNvPr id="681" name="Picture Placeholder 8"/>
          <p:cNvSpPr>
            <a:spLocks noGrp="1"/>
          </p:cNvSpPr>
          <p:nvPr>
            <p:ph type="pic" sz="quarter" idx="27"/>
          </p:nvPr>
        </p:nvSpPr>
        <p:spPr>
          <a:xfrm>
            <a:off x="12204000" y="4572000"/>
            <a:ext cx="6102001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endParaRPr/>
          </a:p>
        </p:txBody>
      </p:sp>
      <p:sp>
        <p:nvSpPr>
          <p:cNvPr id="682" name="Picture Placeholder 8"/>
          <p:cNvSpPr>
            <a:spLocks noGrp="1"/>
          </p:cNvSpPr>
          <p:nvPr>
            <p:ph type="pic" sz="quarter" idx="28"/>
          </p:nvPr>
        </p:nvSpPr>
        <p:spPr>
          <a:xfrm>
            <a:off x="18306000" y="4572000"/>
            <a:ext cx="6102001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endParaRPr/>
          </a:p>
        </p:txBody>
      </p:sp>
      <p:sp>
        <p:nvSpPr>
          <p:cNvPr id="683" name="Picture Placeholder 8"/>
          <p:cNvSpPr>
            <a:spLocks noGrp="1"/>
          </p:cNvSpPr>
          <p:nvPr>
            <p:ph type="pic" sz="quarter" idx="29"/>
          </p:nvPr>
        </p:nvSpPr>
        <p:spPr>
          <a:xfrm>
            <a:off x="0" y="9144000"/>
            <a:ext cx="6102001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endParaRPr/>
          </a:p>
        </p:txBody>
      </p:sp>
      <p:sp>
        <p:nvSpPr>
          <p:cNvPr id="684" name="Picture Placeholder 8"/>
          <p:cNvSpPr>
            <a:spLocks noGrp="1"/>
          </p:cNvSpPr>
          <p:nvPr>
            <p:ph type="pic" sz="quarter" idx="30"/>
          </p:nvPr>
        </p:nvSpPr>
        <p:spPr>
          <a:xfrm>
            <a:off x="6102000" y="9144000"/>
            <a:ext cx="6102001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endParaRPr/>
          </a:p>
        </p:txBody>
      </p:sp>
      <p:sp>
        <p:nvSpPr>
          <p:cNvPr id="685" name="Picture Placeholder 8"/>
          <p:cNvSpPr>
            <a:spLocks noGrp="1"/>
          </p:cNvSpPr>
          <p:nvPr>
            <p:ph type="pic" sz="quarter" idx="31"/>
          </p:nvPr>
        </p:nvSpPr>
        <p:spPr>
          <a:xfrm>
            <a:off x="12204000" y="9144000"/>
            <a:ext cx="6102001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endParaRPr/>
          </a:p>
        </p:txBody>
      </p:sp>
      <p:sp>
        <p:nvSpPr>
          <p:cNvPr id="686" name="Picture Placeholder 8"/>
          <p:cNvSpPr>
            <a:spLocks noGrp="1"/>
          </p:cNvSpPr>
          <p:nvPr>
            <p:ph type="pic" sz="quarter" idx="32"/>
          </p:nvPr>
        </p:nvSpPr>
        <p:spPr>
          <a:xfrm>
            <a:off x="18306000" y="9144000"/>
            <a:ext cx="6102001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endParaRPr/>
          </a:p>
        </p:txBody>
      </p:sp>
      <p:sp>
        <p:nvSpPr>
          <p:cNvPr id="687" name="Picture Placeholder 8"/>
          <p:cNvSpPr>
            <a:spLocks noGrp="1"/>
          </p:cNvSpPr>
          <p:nvPr>
            <p:ph type="pic" sz="quarter" idx="33"/>
          </p:nvPr>
        </p:nvSpPr>
        <p:spPr>
          <a:xfrm>
            <a:off x="12333103" y="6994525"/>
            <a:ext cx="6102001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endParaRPr/>
          </a:p>
        </p:txBody>
      </p:sp>
    </p:spTree>
  </p:cSld>
  <p:clrMapOvr>
    <a:masterClrMapping/>
  </p:clrMapOvr>
  <p:transition spd="med"/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4" name="Текст заголовка"/>
          <p:cNvSpPr txBox="1">
            <a:spLocks noGrp="1"/>
          </p:cNvSpPr>
          <p:nvPr>
            <p:ph type="title"/>
          </p:nvPr>
        </p:nvSpPr>
        <p:spPr>
          <a:xfrm>
            <a:off x="1675963" y="730251"/>
            <a:ext cx="21025724" cy="2651126"/>
          </a:xfrm>
          <a:prstGeom prst="rect">
            <a:avLst/>
          </a:prstGeom>
        </p:spPr>
        <p:txBody>
          <a:bodyPr/>
          <a:lstStyle/>
          <a:p>
            <a:r>
              <a:t>Текст заголовка</a:t>
            </a:r>
          </a:p>
        </p:txBody>
      </p:sp>
      <p:sp>
        <p:nvSpPr>
          <p:cNvPr id="695" name="Уровень текста 1…"/>
          <p:cNvSpPr txBox="1">
            <a:spLocks noGrp="1"/>
          </p:cNvSpPr>
          <p:nvPr>
            <p:ph type="body" sz="half" idx="1"/>
          </p:nvPr>
        </p:nvSpPr>
        <p:spPr>
          <a:xfrm>
            <a:off x="1675963" y="3651250"/>
            <a:ext cx="10360502" cy="8702676"/>
          </a:xfrm>
          <a:prstGeom prst="rect">
            <a:avLst/>
          </a:prstGeom>
        </p:spPr>
        <p:txBody>
          <a:bodyPr/>
          <a:lstStyle/>
          <a:p>
            <a:r>
              <a:t>Уровень текста 1</a:t>
            </a:r>
          </a:p>
          <a:p>
            <a:pPr lvl="1"/>
            <a:r>
              <a:t>Уровень текста 2</a:t>
            </a:r>
          </a:p>
          <a:p>
            <a:pPr lvl="2"/>
            <a:r>
              <a:t>Уровень текста 3</a:t>
            </a:r>
          </a:p>
          <a:p>
            <a:pPr lvl="3"/>
            <a:r>
              <a:t>Уровень текста 4</a:t>
            </a:r>
          </a:p>
          <a:p>
            <a:pPr lvl="4"/>
            <a:r>
              <a:t>Уровень текста 5</a:t>
            </a:r>
          </a:p>
        </p:txBody>
      </p:sp>
      <p:sp>
        <p:nvSpPr>
          <p:cNvPr id="696" name="Номер слайда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3" name="Текст заголовка"/>
          <p:cNvSpPr txBox="1">
            <a:spLocks noGrp="1"/>
          </p:cNvSpPr>
          <p:nvPr>
            <p:ph type="title"/>
          </p:nvPr>
        </p:nvSpPr>
        <p:spPr>
          <a:xfrm>
            <a:off x="1679138" y="730251"/>
            <a:ext cx="21025724" cy="2651126"/>
          </a:xfrm>
          <a:prstGeom prst="rect">
            <a:avLst/>
          </a:prstGeom>
        </p:spPr>
        <p:txBody>
          <a:bodyPr/>
          <a:lstStyle/>
          <a:p>
            <a:r>
              <a:t>Текст заголовка</a:t>
            </a:r>
          </a:p>
        </p:txBody>
      </p:sp>
      <p:sp>
        <p:nvSpPr>
          <p:cNvPr id="704" name="Уровень текста 1…"/>
          <p:cNvSpPr txBox="1">
            <a:spLocks noGrp="1"/>
          </p:cNvSpPr>
          <p:nvPr>
            <p:ph type="body" sz="quarter" idx="1"/>
          </p:nvPr>
        </p:nvSpPr>
        <p:spPr>
          <a:xfrm>
            <a:off x="1679138" y="3362326"/>
            <a:ext cx="10312890" cy="1647825"/>
          </a:xfrm>
          <a:prstGeom prst="rect">
            <a:avLst/>
          </a:prstGeom>
        </p:spPr>
        <p:txBody>
          <a:bodyPr anchor="b"/>
          <a:lstStyle>
            <a:lvl1pPr>
              <a:defRPr sz="4700"/>
            </a:lvl1pPr>
            <a:lvl2pPr>
              <a:defRPr sz="4700"/>
            </a:lvl2pPr>
            <a:lvl3pPr>
              <a:defRPr sz="4700"/>
            </a:lvl3pPr>
            <a:lvl4pPr>
              <a:defRPr sz="4700"/>
            </a:lvl4pPr>
            <a:lvl5pPr indent="3656686">
              <a:defRPr sz="4700"/>
            </a:lvl5pPr>
          </a:lstStyle>
          <a:p>
            <a:r>
              <a:t>Уровень текста 1</a:t>
            </a:r>
          </a:p>
          <a:p>
            <a:pPr lvl="1"/>
            <a:r>
              <a:t>Уровень текста 2</a:t>
            </a:r>
          </a:p>
          <a:p>
            <a:pPr lvl="2"/>
            <a:r>
              <a:t>Уровень текста 3</a:t>
            </a:r>
          </a:p>
          <a:p>
            <a:pPr lvl="3"/>
            <a:r>
              <a:t>Уровень текста 4</a:t>
            </a:r>
          </a:p>
          <a:p>
            <a:pPr lvl="4"/>
            <a:r>
              <a:t>Уровень текста 5</a:t>
            </a:r>
          </a:p>
        </p:txBody>
      </p:sp>
      <p:sp>
        <p:nvSpPr>
          <p:cNvPr id="705" name="Text Placeholder 4"/>
          <p:cNvSpPr>
            <a:spLocks noGrp="1"/>
          </p:cNvSpPr>
          <p:nvPr>
            <p:ph type="body" sz="quarter" idx="21"/>
          </p:nvPr>
        </p:nvSpPr>
        <p:spPr>
          <a:xfrm>
            <a:off x="12341186" y="3362326"/>
            <a:ext cx="10363677" cy="1647825"/>
          </a:xfrm>
          <a:prstGeom prst="rect">
            <a:avLst/>
          </a:prstGeom>
        </p:spPr>
        <p:txBody>
          <a:bodyPr anchor="b"/>
          <a:lstStyle/>
          <a:p>
            <a:pPr>
              <a:defRPr sz="4700"/>
            </a:pPr>
            <a:endParaRPr/>
          </a:p>
        </p:txBody>
      </p:sp>
      <p:sp>
        <p:nvSpPr>
          <p:cNvPr id="706" name="Номер слайда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3" name="Текст заголовка"/>
          <p:cNvSpPr txBox="1">
            <a:spLocks noGrp="1"/>
          </p:cNvSpPr>
          <p:nvPr>
            <p:ph type="title"/>
          </p:nvPr>
        </p:nvSpPr>
        <p:spPr>
          <a:xfrm>
            <a:off x="1675963" y="730251"/>
            <a:ext cx="21025724" cy="2651126"/>
          </a:xfrm>
          <a:prstGeom prst="rect">
            <a:avLst/>
          </a:prstGeom>
        </p:spPr>
        <p:txBody>
          <a:bodyPr/>
          <a:lstStyle/>
          <a:p>
            <a:r>
              <a:t>Текст заголовка</a:t>
            </a:r>
          </a:p>
        </p:txBody>
      </p:sp>
      <p:sp>
        <p:nvSpPr>
          <p:cNvPr id="714" name="Номер слайда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  <p:sp>
        <p:nvSpPr>
          <p:cNvPr id="715" name="Уровень текста 1…"/>
          <p:cNvSpPr txBox="1">
            <a:spLocks noGrp="1"/>
          </p:cNvSpPr>
          <p:nvPr>
            <p:ph type="body" sz="quarter" idx="1"/>
          </p:nvPr>
        </p:nvSpPr>
        <p:spPr>
          <a:xfrm>
            <a:off x="2554288" y="5297487"/>
            <a:ext cx="5299076" cy="1828801"/>
          </a:xfrm>
          <a:prstGeom prst="rect">
            <a:avLst/>
          </a:prstGeom>
        </p:spPr>
        <p:txBody>
          <a:bodyPr/>
          <a:lstStyle>
            <a:lvl1pPr>
              <a:defRPr sz="8800">
                <a:latin typeface="Montserrat Semi Bold"/>
                <a:ea typeface="Montserrat Semi Bold"/>
                <a:cs typeface="Montserrat Semi Bold"/>
                <a:sym typeface="Montserrat Semi Bold"/>
              </a:defRPr>
            </a:lvl1pPr>
            <a:lvl2pPr>
              <a:defRPr sz="8800">
                <a:latin typeface="Montserrat Semi Bold"/>
                <a:ea typeface="Montserrat Semi Bold"/>
                <a:cs typeface="Montserrat Semi Bold"/>
                <a:sym typeface="Montserrat Semi Bold"/>
              </a:defRPr>
            </a:lvl2pPr>
            <a:lvl3pPr>
              <a:defRPr sz="8800">
                <a:latin typeface="Montserrat Semi Bold"/>
                <a:ea typeface="Montserrat Semi Bold"/>
                <a:cs typeface="Montserrat Semi Bold"/>
                <a:sym typeface="Montserrat Semi Bold"/>
              </a:defRPr>
            </a:lvl3pPr>
            <a:lvl4pPr>
              <a:defRPr sz="8800">
                <a:latin typeface="Montserrat Semi Bold"/>
                <a:ea typeface="Montserrat Semi Bold"/>
                <a:cs typeface="Montserrat Semi Bold"/>
                <a:sym typeface="Montserrat Semi Bold"/>
              </a:defRPr>
            </a:lvl4pPr>
            <a:lvl5pPr>
              <a:defRPr sz="8800">
                <a:latin typeface="Montserrat Semi Bold"/>
                <a:ea typeface="Montserrat Semi Bold"/>
                <a:cs typeface="Montserrat Semi Bold"/>
                <a:sym typeface="Montserrat Semi Bold"/>
              </a:defRPr>
            </a:lvl5pPr>
          </a:lstStyle>
          <a:p>
            <a:r>
              <a:t>Уровень текста 1</a:t>
            </a:r>
          </a:p>
          <a:p>
            <a:pPr lvl="1"/>
            <a:r>
              <a:t>Уровень текста 2</a:t>
            </a:r>
          </a:p>
          <a:p>
            <a:pPr lvl="2"/>
            <a:r>
              <a:t>Уровень текста 3</a:t>
            </a:r>
          </a:p>
          <a:p>
            <a:pPr lvl="3"/>
            <a:r>
              <a:t>Уровень текста 4</a:t>
            </a:r>
          </a:p>
          <a:p>
            <a:pPr lvl="4"/>
            <a:r>
              <a:t>Уровень текста 5</a:t>
            </a:r>
          </a:p>
        </p:txBody>
      </p:sp>
      <p:sp>
        <p:nvSpPr>
          <p:cNvPr id="716" name="Text Placeholder 7"/>
          <p:cNvSpPr>
            <a:spLocks noGrp="1"/>
          </p:cNvSpPr>
          <p:nvPr>
            <p:ph type="body" sz="quarter" idx="21"/>
          </p:nvPr>
        </p:nvSpPr>
        <p:spPr>
          <a:xfrm>
            <a:off x="2581275" y="7423150"/>
            <a:ext cx="5272088" cy="1531938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17" name="Text Placeholder 9"/>
          <p:cNvSpPr>
            <a:spLocks noGrp="1"/>
          </p:cNvSpPr>
          <p:nvPr>
            <p:ph type="body" sz="quarter" idx="22"/>
          </p:nvPr>
        </p:nvSpPr>
        <p:spPr>
          <a:xfrm>
            <a:off x="8793722" y="5303839"/>
            <a:ext cx="5299076" cy="1828801"/>
          </a:xfrm>
          <a:prstGeom prst="rect">
            <a:avLst/>
          </a:prstGeom>
        </p:spPr>
        <p:txBody>
          <a:bodyPr/>
          <a:lstStyle/>
          <a:p>
            <a:pPr>
              <a:defRPr sz="3200">
                <a:latin typeface="Montserrat Semi Bold"/>
                <a:ea typeface="Montserrat Semi Bold"/>
                <a:cs typeface="Montserrat Semi Bold"/>
                <a:sym typeface="Montserrat Semi Bold"/>
              </a:defRPr>
            </a:pPr>
            <a:endParaRPr/>
          </a:p>
        </p:txBody>
      </p:sp>
    </p:spTree>
  </p:cSld>
  <p:clrMapOvr>
    <a:masterClrMapping/>
  </p:clrMapOvr>
  <p:transition spd="med"/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4" name="Номер слайда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1" name="Текст заголовка"/>
          <p:cNvSpPr txBox="1">
            <a:spLocks noGrp="1"/>
          </p:cNvSpPr>
          <p:nvPr>
            <p:ph type="title"/>
          </p:nvPr>
        </p:nvSpPr>
        <p:spPr>
          <a:xfrm>
            <a:off x="1679139" y="914400"/>
            <a:ext cx="7862428" cy="3200400"/>
          </a:xfrm>
          <a:prstGeom prst="rect">
            <a:avLst/>
          </a:prstGeom>
        </p:spPr>
        <p:txBody>
          <a:bodyPr anchor="b"/>
          <a:lstStyle>
            <a:lvl1pPr>
              <a:defRPr sz="6300"/>
            </a:lvl1pPr>
          </a:lstStyle>
          <a:p>
            <a:r>
              <a:t>Текст заголовка</a:t>
            </a:r>
          </a:p>
        </p:txBody>
      </p:sp>
      <p:sp>
        <p:nvSpPr>
          <p:cNvPr id="732" name="Уровень текста 1…"/>
          <p:cNvSpPr txBox="1">
            <a:spLocks noGrp="1"/>
          </p:cNvSpPr>
          <p:nvPr>
            <p:ph type="body" sz="half" idx="1"/>
          </p:nvPr>
        </p:nvSpPr>
        <p:spPr>
          <a:xfrm>
            <a:off x="10363676" y="1974850"/>
            <a:ext cx="12341186" cy="9747251"/>
          </a:xfrm>
          <a:prstGeom prst="rect">
            <a:avLst/>
          </a:prstGeom>
        </p:spPr>
        <p:txBody>
          <a:bodyPr/>
          <a:lstStyle>
            <a:lvl1pPr>
              <a:defRPr sz="6300"/>
            </a:lvl1pPr>
            <a:lvl2pPr>
              <a:defRPr sz="6300"/>
            </a:lvl2pPr>
            <a:lvl3pPr>
              <a:defRPr sz="6300"/>
            </a:lvl3pPr>
            <a:lvl4pPr>
              <a:defRPr sz="6300"/>
            </a:lvl4pPr>
            <a:lvl5pPr>
              <a:defRPr sz="6300"/>
            </a:lvl5pPr>
          </a:lstStyle>
          <a:p>
            <a:r>
              <a:t>Уровень текста 1</a:t>
            </a:r>
          </a:p>
          <a:p>
            <a:pPr lvl="1"/>
            <a:r>
              <a:t>Уровень текста 2</a:t>
            </a:r>
          </a:p>
          <a:p>
            <a:pPr lvl="2"/>
            <a:r>
              <a:t>Уровень текста 3</a:t>
            </a:r>
          </a:p>
          <a:p>
            <a:pPr lvl="3"/>
            <a:r>
              <a:t>Уровень текста 4</a:t>
            </a:r>
          </a:p>
          <a:p>
            <a:pPr lvl="4"/>
            <a:r>
              <a:t>Уровень текста 5</a:t>
            </a:r>
          </a:p>
        </p:txBody>
      </p:sp>
      <p:sp>
        <p:nvSpPr>
          <p:cNvPr id="733" name="Text Placeholder 3"/>
          <p:cNvSpPr>
            <a:spLocks noGrp="1"/>
          </p:cNvSpPr>
          <p:nvPr>
            <p:ph type="body" sz="quarter" idx="21"/>
          </p:nvPr>
        </p:nvSpPr>
        <p:spPr>
          <a:xfrm>
            <a:off x="1679139" y="4114800"/>
            <a:ext cx="7862428" cy="7623176"/>
          </a:xfrm>
          <a:prstGeom prst="rect">
            <a:avLst/>
          </a:prstGeom>
        </p:spPr>
        <p:txBody>
          <a:bodyPr/>
          <a:lstStyle/>
          <a:p>
            <a:pPr>
              <a:defRPr sz="3100"/>
            </a:pPr>
            <a:endParaRPr/>
          </a:p>
        </p:txBody>
      </p:sp>
      <p:sp>
        <p:nvSpPr>
          <p:cNvPr id="734" name="Номер слайда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1" name="Текст заголовка"/>
          <p:cNvSpPr txBox="1">
            <a:spLocks noGrp="1"/>
          </p:cNvSpPr>
          <p:nvPr>
            <p:ph type="title"/>
          </p:nvPr>
        </p:nvSpPr>
        <p:spPr>
          <a:xfrm>
            <a:off x="1679139" y="914400"/>
            <a:ext cx="7862428" cy="3200400"/>
          </a:xfrm>
          <a:prstGeom prst="rect">
            <a:avLst/>
          </a:prstGeom>
        </p:spPr>
        <p:txBody>
          <a:bodyPr anchor="b"/>
          <a:lstStyle>
            <a:lvl1pPr>
              <a:defRPr sz="6300"/>
            </a:lvl1pPr>
          </a:lstStyle>
          <a:p>
            <a:r>
              <a:t>Текст заголовка</a:t>
            </a:r>
          </a:p>
        </p:txBody>
      </p:sp>
      <p:sp>
        <p:nvSpPr>
          <p:cNvPr id="742" name="Picture Placeholder 2"/>
          <p:cNvSpPr>
            <a:spLocks noGrp="1"/>
          </p:cNvSpPr>
          <p:nvPr>
            <p:ph type="pic" sz="half" idx="21"/>
          </p:nvPr>
        </p:nvSpPr>
        <p:spPr>
          <a:xfrm>
            <a:off x="10363676" y="1974850"/>
            <a:ext cx="12341186" cy="9747251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endParaRPr/>
          </a:p>
        </p:txBody>
      </p:sp>
      <p:sp>
        <p:nvSpPr>
          <p:cNvPr id="743" name="Уровень текста 1…"/>
          <p:cNvSpPr txBox="1">
            <a:spLocks noGrp="1"/>
          </p:cNvSpPr>
          <p:nvPr>
            <p:ph type="body" sz="quarter" idx="1"/>
          </p:nvPr>
        </p:nvSpPr>
        <p:spPr>
          <a:xfrm>
            <a:off x="1679139" y="4114800"/>
            <a:ext cx="7862428" cy="7623176"/>
          </a:xfrm>
          <a:prstGeom prst="rect">
            <a:avLst/>
          </a:prstGeom>
        </p:spPr>
        <p:txBody>
          <a:bodyPr/>
          <a:lstStyle>
            <a:lvl1pPr>
              <a:defRPr sz="3100"/>
            </a:lvl1pPr>
            <a:lvl2pPr>
              <a:defRPr sz="3100"/>
            </a:lvl2pPr>
            <a:lvl3pPr>
              <a:defRPr sz="3100"/>
            </a:lvl3pPr>
            <a:lvl4pPr>
              <a:defRPr sz="3100"/>
            </a:lvl4pPr>
            <a:lvl5pPr indent="3656686">
              <a:defRPr sz="3100"/>
            </a:lvl5pPr>
          </a:lstStyle>
          <a:p>
            <a:r>
              <a:t>Уровень текста 1</a:t>
            </a:r>
          </a:p>
          <a:p>
            <a:pPr lvl="1"/>
            <a:r>
              <a:t>Уровень текста 2</a:t>
            </a:r>
          </a:p>
          <a:p>
            <a:pPr lvl="2"/>
            <a:r>
              <a:t>Уровень текста 3</a:t>
            </a:r>
          </a:p>
          <a:p>
            <a:pPr lvl="3"/>
            <a:r>
              <a:t>Уровень текста 4</a:t>
            </a:r>
          </a:p>
          <a:p>
            <a:pPr lvl="4"/>
            <a:r>
              <a:t>Уровень текста 5</a:t>
            </a:r>
          </a:p>
        </p:txBody>
      </p:sp>
      <p:sp>
        <p:nvSpPr>
          <p:cNvPr id="744" name="Номер слайда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35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1" name="Picture Placeholder 3"/>
          <p:cNvSpPr>
            <a:spLocks noGrp="1"/>
          </p:cNvSpPr>
          <p:nvPr>
            <p:ph type="pic" sz="quarter" idx="21"/>
          </p:nvPr>
        </p:nvSpPr>
        <p:spPr>
          <a:xfrm>
            <a:off x="14932026" y="4114800"/>
            <a:ext cx="8229601" cy="54864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endParaRPr/>
          </a:p>
        </p:txBody>
      </p:sp>
      <p:sp>
        <p:nvSpPr>
          <p:cNvPr id="752" name="Номер слайда"/>
          <p:cNvSpPr txBox="1">
            <a:spLocks noGrp="1"/>
          </p:cNvSpPr>
          <p:nvPr>
            <p:ph type="sldNum" sz="quarter" idx="2"/>
          </p:nvPr>
        </p:nvSpPr>
        <p:spPr>
          <a:xfrm>
            <a:off x="11779461" y="12344400"/>
            <a:ext cx="5686638" cy="736601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36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9" name="Picture Placeholder 3"/>
          <p:cNvSpPr>
            <a:spLocks noGrp="1"/>
          </p:cNvSpPr>
          <p:nvPr>
            <p:ph type="pic" sz="quarter" idx="21"/>
          </p:nvPr>
        </p:nvSpPr>
        <p:spPr>
          <a:xfrm>
            <a:off x="15236031" y="4297679"/>
            <a:ext cx="9141619" cy="5486401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endParaRPr/>
          </a:p>
        </p:txBody>
      </p:sp>
      <p:sp>
        <p:nvSpPr>
          <p:cNvPr id="760" name="Номер слайда"/>
          <p:cNvSpPr txBox="1">
            <a:spLocks noGrp="1"/>
          </p:cNvSpPr>
          <p:nvPr>
            <p:ph type="sldNum" sz="quarter" idx="2"/>
          </p:nvPr>
        </p:nvSpPr>
        <p:spPr>
          <a:xfrm>
            <a:off x="11779461" y="12344400"/>
            <a:ext cx="5686638" cy="736601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5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4" name="Picture Placeholder 7"/>
          <p:cNvSpPr>
            <a:spLocks noGrp="1"/>
          </p:cNvSpPr>
          <p:nvPr>
            <p:ph type="pic" idx="21"/>
          </p:nvPr>
        </p:nvSpPr>
        <p:spPr>
          <a:xfrm>
            <a:off x="0" y="0"/>
            <a:ext cx="24377650" cy="13716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endParaRPr/>
          </a:p>
        </p:txBody>
      </p:sp>
      <p:sp>
        <p:nvSpPr>
          <p:cNvPr id="795" name="Номер слайда"/>
          <p:cNvSpPr txBox="1">
            <a:spLocks noGrp="1"/>
          </p:cNvSpPr>
          <p:nvPr>
            <p:ph type="sldNum" sz="quarter" idx="2"/>
          </p:nvPr>
        </p:nvSpPr>
        <p:spPr>
          <a:xfrm>
            <a:off x="11779461" y="12344400"/>
            <a:ext cx="5686638" cy="736601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39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4" name="Picture Placeholder 6"/>
          <p:cNvSpPr>
            <a:spLocks noGrp="1"/>
          </p:cNvSpPr>
          <p:nvPr>
            <p:ph type="pic" idx="21"/>
          </p:nvPr>
        </p:nvSpPr>
        <p:spPr>
          <a:xfrm>
            <a:off x="0" y="0"/>
            <a:ext cx="24377650" cy="86868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endParaRPr/>
          </a:p>
        </p:txBody>
      </p:sp>
      <p:sp>
        <p:nvSpPr>
          <p:cNvPr id="835" name="Номер слайда"/>
          <p:cNvSpPr txBox="1">
            <a:spLocks noGrp="1"/>
          </p:cNvSpPr>
          <p:nvPr>
            <p:ph type="sldNum" sz="quarter" idx="2"/>
          </p:nvPr>
        </p:nvSpPr>
        <p:spPr>
          <a:xfrm>
            <a:off x="11779461" y="12344400"/>
            <a:ext cx="5686638" cy="736601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37" Type="http://schemas.openxmlformats.org/officeDocument/2006/relationships/slideLayout" Target="../slideLayouts/slideLayout37.xml"/><Relationship Id="rId38" Type="http://schemas.openxmlformats.org/officeDocument/2006/relationships/slideLayout" Target="../slideLayouts/slideLayout38.xml"/><Relationship Id="rId39" Type="http://schemas.openxmlformats.org/officeDocument/2006/relationships/slideLayout" Target="../slideLayouts/slideLayout39.xml"/><Relationship Id="rId40" Type="http://schemas.openxmlformats.org/officeDocument/2006/relationships/slideLayout" Target="../slideLayouts/slideLayout40.xml"/><Relationship Id="rId41" Type="http://schemas.openxmlformats.org/officeDocument/2006/relationships/slideLayout" Target="../slideLayouts/slideLayout41.xml"/><Relationship Id="rId42" Type="http://schemas.openxmlformats.org/officeDocument/2006/relationships/slideLayout" Target="../slideLayouts/slideLayout42.xml"/><Relationship Id="rId43" Type="http://schemas.openxmlformats.org/officeDocument/2006/relationships/slideLayout" Target="../slideLayouts/slideLayout43.xml"/><Relationship Id="rId44" Type="http://schemas.openxmlformats.org/officeDocument/2006/relationships/slideLayout" Target="../slideLayouts/slideLayout44.xml"/><Relationship Id="rId45" Type="http://schemas.openxmlformats.org/officeDocument/2006/relationships/slideLayout" Target="../slideLayouts/slideLayout45.xml"/><Relationship Id="rId46" Type="http://schemas.openxmlformats.org/officeDocument/2006/relationships/slideLayout" Target="../slideLayouts/slideLayout46.xml"/><Relationship Id="rId47" Type="http://schemas.openxmlformats.org/officeDocument/2006/relationships/slideLayout" Target="../slideLayouts/slideLayout47.xml"/><Relationship Id="rId48" Type="http://schemas.openxmlformats.org/officeDocument/2006/relationships/slideLayout" Target="../slideLayouts/slideLayout48.xml"/><Relationship Id="rId49" Type="http://schemas.openxmlformats.org/officeDocument/2006/relationships/slideLayout" Target="../slideLayouts/slideLayout49.xml"/><Relationship Id="rId50" Type="http://schemas.openxmlformats.org/officeDocument/2006/relationships/slideLayout" Target="../slideLayouts/slideLayout50.xml"/><Relationship Id="rId51" Type="http://schemas.openxmlformats.org/officeDocument/2006/relationships/slideLayout" Target="../slideLayouts/slideLayout51.xml"/><Relationship Id="rId52" Type="http://schemas.openxmlformats.org/officeDocument/2006/relationships/slideLayout" Target="../slideLayouts/slideLayout52.xml"/><Relationship Id="rId53" Type="http://schemas.openxmlformats.org/officeDocument/2006/relationships/slideLayout" Target="../slideLayouts/slideLayout53.xml"/><Relationship Id="rId54" Type="http://schemas.openxmlformats.org/officeDocument/2006/relationships/slideLayout" Target="../slideLayouts/slideLayout54.xml"/><Relationship Id="rId55" Type="http://schemas.openxmlformats.org/officeDocument/2006/relationships/slideLayout" Target="../slideLayouts/slideLayout55.xml"/><Relationship Id="rId5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"/>
          <p:cNvSpPr txBox="1">
            <a:spLocks noGrp="1"/>
          </p:cNvSpPr>
          <p:nvPr>
            <p:ph type="sldNum" sz="quarter" idx="2"/>
          </p:nvPr>
        </p:nvSpPr>
        <p:spPr>
          <a:xfrm>
            <a:off x="22264084" y="12828905"/>
            <a:ext cx="437603" cy="497841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>
            <a:lvl1pPr algn="r">
              <a:defRPr sz="2300">
                <a:solidFill>
                  <a:srgbClr val="888888"/>
                </a:solidFill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  <p:sp>
        <p:nvSpPr>
          <p:cNvPr id="3" name="Текст заголовка"/>
          <p:cNvSpPr txBox="1">
            <a:spLocks noGrp="1"/>
          </p:cNvSpPr>
          <p:nvPr>
            <p:ph type="title"/>
          </p:nvPr>
        </p:nvSpPr>
        <p:spPr>
          <a:xfrm>
            <a:off x="1218565" y="184149"/>
            <a:ext cx="21934170" cy="301625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normAutofit/>
          </a:bodyPr>
          <a:lstStyle/>
          <a:p>
            <a:r>
              <a:t>Текст заголовка</a:t>
            </a:r>
          </a:p>
        </p:txBody>
      </p:sp>
      <p:sp>
        <p:nvSpPr>
          <p:cNvPr id="4" name="Уровень текста 1…"/>
          <p:cNvSpPr txBox="1">
            <a:spLocks noGrp="1"/>
          </p:cNvSpPr>
          <p:nvPr>
            <p:ph type="body" idx="1"/>
          </p:nvPr>
        </p:nvSpPr>
        <p:spPr>
          <a:xfrm>
            <a:off x="1218565" y="3200400"/>
            <a:ext cx="21934170" cy="105156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normAutofit/>
          </a:bodyPr>
          <a:lstStyle/>
          <a:p>
            <a:r>
              <a:t>Уровень текста 1</a:t>
            </a:r>
          </a:p>
          <a:p>
            <a:pPr lvl="1"/>
            <a:r>
              <a:t>Уровень текста 2</a:t>
            </a:r>
          </a:p>
          <a:p>
            <a:pPr lvl="2"/>
            <a:r>
              <a:t>Уровень текста 3</a:t>
            </a:r>
          </a:p>
          <a:p>
            <a:pPr lvl="3"/>
            <a:r>
              <a:t>Уровень текста 4</a:t>
            </a:r>
          </a:p>
          <a:p>
            <a:pPr lvl="4"/>
            <a:r>
              <a:t>Уровень текста 5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0" r:id="rId11"/>
    <p:sldLayoutId id="2147483661" r:id="rId12"/>
    <p:sldLayoutId id="2147483662" r:id="rId13"/>
    <p:sldLayoutId id="2147483663" r:id="rId14"/>
    <p:sldLayoutId id="2147483664" r:id="rId15"/>
    <p:sldLayoutId id="2147483665" r:id="rId16"/>
    <p:sldLayoutId id="2147483666" r:id="rId17"/>
    <p:sldLayoutId id="2147483667" r:id="rId18"/>
    <p:sldLayoutId id="2147483668" r:id="rId19"/>
    <p:sldLayoutId id="2147483669" r:id="rId20"/>
    <p:sldLayoutId id="2147483670" r:id="rId21"/>
    <p:sldLayoutId id="2147483671" r:id="rId22"/>
    <p:sldLayoutId id="2147483672" r:id="rId23"/>
    <p:sldLayoutId id="2147483673" r:id="rId24"/>
    <p:sldLayoutId id="2147483674" r:id="rId25"/>
    <p:sldLayoutId id="2147483675" r:id="rId26"/>
    <p:sldLayoutId id="2147483676" r:id="rId27"/>
    <p:sldLayoutId id="2147483677" r:id="rId28"/>
    <p:sldLayoutId id="2147483678" r:id="rId29"/>
    <p:sldLayoutId id="2147483679" r:id="rId30"/>
    <p:sldLayoutId id="2147483680" r:id="rId31"/>
    <p:sldLayoutId id="2147483681" r:id="rId32"/>
    <p:sldLayoutId id="2147483682" r:id="rId33"/>
    <p:sldLayoutId id="2147483683" r:id="rId34"/>
    <p:sldLayoutId id="2147483684" r:id="rId35"/>
    <p:sldLayoutId id="2147483685" r:id="rId36"/>
    <p:sldLayoutId id="2147483686" r:id="rId37"/>
    <p:sldLayoutId id="2147483687" r:id="rId38"/>
    <p:sldLayoutId id="2147483688" r:id="rId39"/>
    <p:sldLayoutId id="2147483689" r:id="rId40"/>
    <p:sldLayoutId id="2147483690" r:id="rId41"/>
    <p:sldLayoutId id="2147483691" r:id="rId42"/>
    <p:sldLayoutId id="2147483692" r:id="rId43"/>
    <p:sldLayoutId id="2147483693" r:id="rId44"/>
    <p:sldLayoutId id="2147483694" r:id="rId45"/>
    <p:sldLayoutId id="2147483695" r:id="rId46"/>
    <p:sldLayoutId id="2147483696" r:id="rId47"/>
    <p:sldLayoutId id="2147483697" r:id="rId48"/>
    <p:sldLayoutId id="2147483698" r:id="rId49"/>
    <p:sldLayoutId id="2147483699" r:id="rId50"/>
    <p:sldLayoutId id="2147483700" r:id="rId51"/>
    <p:sldLayoutId id="2147483701" r:id="rId52"/>
    <p:sldLayoutId id="2147483702" r:id="rId53"/>
    <p:sldLayoutId id="2147483706" r:id="rId54"/>
    <p:sldLayoutId id="2147483710" r:id="rId55"/>
  </p:sldLayoutIdLst>
  <p:transition spd="med"/>
  <p:txStyles>
    <p:titleStyle>
      <a:lvl1pPr marL="0" marR="0" indent="0" algn="l" defTabSz="1828343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700" b="0" i="0" u="none" strike="noStrike" cap="none" spc="0" baseline="0">
          <a:solidFill>
            <a:srgbClr val="000000"/>
          </a:solidFill>
          <a:uFillTx/>
          <a:latin typeface="Montserrat Semi Bold"/>
          <a:ea typeface="Montserrat Semi Bold"/>
          <a:cs typeface="Montserrat Semi Bold"/>
          <a:sym typeface="Montserrat Semi Bold"/>
        </a:defRPr>
      </a:lvl1pPr>
      <a:lvl2pPr marL="0" marR="0" indent="0" algn="l" defTabSz="1828343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700" b="0" i="0" u="none" strike="noStrike" cap="none" spc="0" baseline="0">
          <a:solidFill>
            <a:srgbClr val="000000"/>
          </a:solidFill>
          <a:uFillTx/>
          <a:latin typeface="Montserrat Semi Bold"/>
          <a:ea typeface="Montserrat Semi Bold"/>
          <a:cs typeface="Montserrat Semi Bold"/>
          <a:sym typeface="Montserrat Semi Bold"/>
        </a:defRPr>
      </a:lvl2pPr>
      <a:lvl3pPr marL="0" marR="0" indent="0" algn="l" defTabSz="1828343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700" b="0" i="0" u="none" strike="noStrike" cap="none" spc="0" baseline="0">
          <a:solidFill>
            <a:srgbClr val="000000"/>
          </a:solidFill>
          <a:uFillTx/>
          <a:latin typeface="Montserrat Semi Bold"/>
          <a:ea typeface="Montserrat Semi Bold"/>
          <a:cs typeface="Montserrat Semi Bold"/>
          <a:sym typeface="Montserrat Semi Bold"/>
        </a:defRPr>
      </a:lvl3pPr>
      <a:lvl4pPr marL="0" marR="0" indent="0" algn="l" defTabSz="1828343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700" b="0" i="0" u="none" strike="noStrike" cap="none" spc="0" baseline="0">
          <a:solidFill>
            <a:srgbClr val="000000"/>
          </a:solidFill>
          <a:uFillTx/>
          <a:latin typeface="Montserrat Semi Bold"/>
          <a:ea typeface="Montserrat Semi Bold"/>
          <a:cs typeface="Montserrat Semi Bold"/>
          <a:sym typeface="Montserrat Semi Bold"/>
        </a:defRPr>
      </a:lvl4pPr>
      <a:lvl5pPr marL="0" marR="0" indent="0" algn="l" defTabSz="1828343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700" b="0" i="0" u="none" strike="noStrike" cap="none" spc="0" baseline="0">
          <a:solidFill>
            <a:srgbClr val="000000"/>
          </a:solidFill>
          <a:uFillTx/>
          <a:latin typeface="Montserrat Semi Bold"/>
          <a:ea typeface="Montserrat Semi Bold"/>
          <a:cs typeface="Montserrat Semi Bold"/>
          <a:sym typeface="Montserrat Semi Bold"/>
        </a:defRPr>
      </a:lvl5pPr>
      <a:lvl6pPr marL="0" marR="0" indent="0" algn="l" defTabSz="1828343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700" b="0" i="0" u="none" strike="noStrike" cap="none" spc="0" baseline="0">
          <a:solidFill>
            <a:srgbClr val="000000"/>
          </a:solidFill>
          <a:uFillTx/>
          <a:latin typeface="Montserrat Semi Bold"/>
          <a:ea typeface="Montserrat Semi Bold"/>
          <a:cs typeface="Montserrat Semi Bold"/>
          <a:sym typeface="Montserrat Semi Bold"/>
        </a:defRPr>
      </a:lvl6pPr>
      <a:lvl7pPr marL="0" marR="0" indent="0" algn="l" defTabSz="1828343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700" b="0" i="0" u="none" strike="noStrike" cap="none" spc="0" baseline="0">
          <a:solidFill>
            <a:srgbClr val="000000"/>
          </a:solidFill>
          <a:uFillTx/>
          <a:latin typeface="Montserrat Semi Bold"/>
          <a:ea typeface="Montserrat Semi Bold"/>
          <a:cs typeface="Montserrat Semi Bold"/>
          <a:sym typeface="Montserrat Semi Bold"/>
        </a:defRPr>
      </a:lvl7pPr>
      <a:lvl8pPr marL="0" marR="0" indent="0" algn="l" defTabSz="1828343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700" b="0" i="0" u="none" strike="noStrike" cap="none" spc="0" baseline="0">
          <a:solidFill>
            <a:srgbClr val="000000"/>
          </a:solidFill>
          <a:uFillTx/>
          <a:latin typeface="Montserrat Semi Bold"/>
          <a:ea typeface="Montserrat Semi Bold"/>
          <a:cs typeface="Montserrat Semi Bold"/>
          <a:sym typeface="Montserrat Semi Bold"/>
        </a:defRPr>
      </a:lvl8pPr>
      <a:lvl9pPr marL="0" marR="0" indent="0" algn="l" defTabSz="1828343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700" b="0" i="0" u="none" strike="noStrike" cap="none" spc="0" baseline="0">
          <a:solidFill>
            <a:srgbClr val="000000"/>
          </a:solidFill>
          <a:uFillTx/>
          <a:latin typeface="Montserrat Semi Bold"/>
          <a:ea typeface="Montserrat Semi Bold"/>
          <a:cs typeface="Montserrat Semi Bold"/>
          <a:sym typeface="Montserrat Semi Bold"/>
        </a:defRPr>
      </a:lvl9pPr>
    </p:titleStyle>
    <p:bodyStyle>
      <a:lvl1pPr marL="0" marR="0" indent="0" algn="l" defTabSz="1828343" rtl="0" latinLnBrk="0">
        <a:lnSpc>
          <a:spcPct val="90000"/>
        </a:lnSpc>
        <a:spcBef>
          <a:spcPts val="2000"/>
        </a:spcBef>
        <a:spcAft>
          <a:spcPts val="0"/>
        </a:spcAft>
        <a:buClrTx/>
        <a:buSzTx/>
        <a:buFontTx/>
        <a:buNone/>
        <a:tabLst/>
        <a:defRPr sz="2800" b="0" i="0" u="none" strike="noStrike" cap="none" spc="0" baseline="0">
          <a:solidFill>
            <a:srgbClr val="000000"/>
          </a:solidFill>
          <a:uFillTx/>
          <a:latin typeface="Open Sans Light"/>
          <a:ea typeface="Open Sans Light"/>
          <a:cs typeface="Open Sans Light"/>
          <a:sym typeface="Open Sans Light"/>
        </a:defRPr>
      </a:lvl1pPr>
      <a:lvl2pPr marL="0" marR="0" indent="914171" algn="l" defTabSz="1828343" rtl="0" latinLnBrk="0">
        <a:lnSpc>
          <a:spcPct val="90000"/>
        </a:lnSpc>
        <a:spcBef>
          <a:spcPts val="2000"/>
        </a:spcBef>
        <a:spcAft>
          <a:spcPts val="0"/>
        </a:spcAft>
        <a:buClrTx/>
        <a:buSzTx/>
        <a:buFontTx/>
        <a:buNone/>
        <a:tabLst/>
        <a:defRPr sz="2800" b="0" i="0" u="none" strike="noStrike" cap="none" spc="0" baseline="0">
          <a:solidFill>
            <a:srgbClr val="000000"/>
          </a:solidFill>
          <a:uFillTx/>
          <a:latin typeface="Open Sans Light"/>
          <a:ea typeface="Open Sans Light"/>
          <a:cs typeface="Open Sans Light"/>
          <a:sym typeface="Open Sans Light"/>
        </a:defRPr>
      </a:lvl2pPr>
      <a:lvl3pPr marL="0" marR="0" indent="1828343" algn="l" defTabSz="1828343" rtl="0" latinLnBrk="0">
        <a:lnSpc>
          <a:spcPct val="90000"/>
        </a:lnSpc>
        <a:spcBef>
          <a:spcPts val="2000"/>
        </a:spcBef>
        <a:spcAft>
          <a:spcPts val="0"/>
        </a:spcAft>
        <a:buClrTx/>
        <a:buSzTx/>
        <a:buFontTx/>
        <a:buNone/>
        <a:tabLst/>
        <a:defRPr sz="2800" b="0" i="0" u="none" strike="noStrike" cap="none" spc="0" baseline="0">
          <a:solidFill>
            <a:srgbClr val="000000"/>
          </a:solidFill>
          <a:uFillTx/>
          <a:latin typeface="Open Sans Light"/>
          <a:ea typeface="Open Sans Light"/>
          <a:cs typeface="Open Sans Light"/>
          <a:sym typeface="Open Sans Light"/>
        </a:defRPr>
      </a:lvl3pPr>
      <a:lvl4pPr marL="0" marR="0" indent="2742513" algn="l" defTabSz="1828343" rtl="0" latinLnBrk="0">
        <a:lnSpc>
          <a:spcPct val="90000"/>
        </a:lnSpc>
        <a:spcBef>
          <a:spcPts val="2000"/>
        </a:spcBef>
        <a:spcAft>
          <a:spcPts val="0"/>
        </a:spcAft>
        <a:buClrTx/>
        <a:buSzTx/>
        <a:buFontTx/>
        <a:buNone/>
        <a:tabLst/>
        <a:defRPr sz="2800" b="0" i="0" u="none" strike="noStrike" cap="none" spc="0" baseline="0">
          <a:solidFill>
            <a:srgbClr val="000000"/>
          </a:solidFill>
          <a:uFillTx/>
          <a:latin typeface="Open Sans Light"/>
          <a:ea typeface="Open Sans Light"/>
          <a:cs typeface="Open Sans Light"/>
          <a:sym typeface="Open Sans Light"/>
        </a:defRPr>
      </a:lvl4pPr>
      <a:lvl5pPr marL="0" marR="0" indent="3656684" algn="l" defTabSz="1828343" rtl="0" latinLnBrk="0">
        <a:lnSpc>
          <a:spcPct val="90000"/>
        </a:lnSpc>
        <a:spcBef>
          <a:spcPts val="2000"/>
        </a:spcBef>
        <a:spcAft>
          <a:spcPts val="0"/>
        </a:spcAft>
        <a:buClrTx/>
        <a:buSzTx/>
        <a:buFontTx/>
        <a:buNone/>
        <a:tabLst/>
        <a:defRPr sz="2800" b="0" i="0" u="none" strike="noStrike" cap="none" spc="0" baseline="0">
          <a:solidFill>
            <a:srgbClr val="000000"/>
          </a:solidFill>
          <a:uFillTx/>
          <a:latin typeface="Open Sans Light"/>
          <a:ea typeface="Open Sans Light"/>
          <a:cs typeface="Open Sans Light"/>
          <a:sym typeface="Open Sans Light"/>
        </a:defRPr>
      </a:lvl5pPr>
      <a:lvl6pPr marL="4936525" marR="0" indent="-365668" algn="l" defTabSz="1828343" rtl="0" latinLnBrk="0">
        <a:lnSpc>
          <a:spcPct val="90000"/>
        </a:lnSpc>
        <a:spcBef>
          <a:spcPts val="2000"/>
        </a:spcBef>
        <a:spcAft>
          <a:spcPts val="0"/>
        </a:spcAft>
        <a:buClrTx/>
        <a:buSzPct val="100000"/>
        <a:buFontTx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Open Sans Light"/>
          <a:ea typeface="Open Sans Light"/>
          <a:cs typeface="Open Sans Light"/>
          <a:sym typeface="Open Sans Light"/>
        </a:defRPr>
      </a:lvl6pPr>
      <a:lvl7pPr marL="5850696" marR="0" indent="-365668" algn="l" defTabSz="1828343" rtl="0" latinLnBrk="0">
        <a:lnSpc>
          <a:spcPct val="90000"/>
        </a:lnSpc>
        <a:spcBef>
          <a:spcPts val="2000"/>
        </a:spcBef>
        <a:spcAft>
          <a:spcPts val="0"/>
        </a:spcAft>
        <a:buClrTx/>
        <a:buSzPct val="100000"/>
        <a:buFontTx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Open Sans Light"/>
          <a:ea typeface="Open Sans Light"/>
          <a:cs typeface="Open Sans Light"/>
          <a:sym typeface="Open Sans Light"/>
        </a:defRPr>
      </a:lvl7pPr>
      <a:lvl8pPr marL="6764869" marR="0" indent="-365669" algn="l" defTabSz="1828343" rtl="0" latinLnBrk="0">
        <a:lnSpc>
          <a:spcPct val="90000"/>
        </a:lnSpc>
        <a:spcBef>
          <a:spcPts val="2000"/>
        </a:spcBef>
        <a:spcAft>
          <a:spcPts val="0"/>
        </a:spcAft>
        <a:buClrTx/>
        <a:buSzPct val="100000"/>
        <a:buFontTx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Open Sans Light"/>
          <a:ea typeface="Open Sans Light"/>
          <a:cs typeface="Open Sans Light"/>
          <a:sym typeface="Open Sans Light"/>
        </a:defRPr>
      </a:lvl8pPr>
      <a:lvl9pPr marL="7679039" marR="0" indent="-365669" algn="l" defTabSz="1828343" rtl="0" latinLnBrk="0">
        <a:lnSpc>
          <a:spcPct val="90000"/>
        </a:lnSpc>
        <a:spcBef>
          <a:spcPts val="2000"/>
        </a:spcBef>
        <a:spcAft>
          <a:spcPts val="0"/>
        </a:spcAft>
        <a:buClrTx/>
        <a:buSzPct val="100000"/>
        <a:buFontTx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Open Sans Light"/>
          <a:ea typeface="Open Sans Light"/>
          <a:cs typeface="Open Sans Light"/>
          <a:sym typeface="Open Sans Light"/>
        </a:defRPr>
      </a:lvl9pPr>
    </p:bodyStyle>
    <p:otherStyle>
      <a:lvl1pPr marL="0" marR="0" indent="0" algn="r" defTabSz="1828433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3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Open Sans Light"/>
        </a:defRPr>
      </a:lvl1pPr>
      <a:lvl2pPr marL="0" marR="0" indent="914216" algn="r" defTabSz="1828433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3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Open Sans Light"/>
        </a:defRPr>
      </a:lvl2pPr>
      <a:lvl3pPr marL="0" marR="0" indent="1828433" algn="r" defTabSz="1828433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3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Open Sans Light"/>
        </a:defRPr>
      </a:lvl3pPr>
      <a:lvl4pPr marL="0" marR="0" indent="2742651" algn="r" defTabSz="1828433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3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Open Sans Light"/>
        </a:defRPr>
      </a:lvl4pPr>
      <a:lvl5pPr marL="0" marR="0" indent="3656867" algn="r" defTabSz="1828433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3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Open Sans Light"/>
        </a:defRPr>
      </a:lvl5pPr>
      <a:lvl6pPr marL="0" marR="0" indent="4571086" algn="r" defTabSz="1828433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3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Open Sans Light"/>
        </a:defRPr>
      </a:lvl6pPr>
      <a:lvl7pPr marL="0" marR="0" indent="5485303" algn="r" defTabSz="1828433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3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Open Sans Light"/>
        </a:defRPr>
      </a:lvl7pPr>
      <a:lvl8pPr marL="0" marR="0" indent="6399519" algn="r" defTabSz="1828433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3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Open Sans Light"/>
        </a:defRPr>
      </a:lvl8pPr>
      <a:lvl9pPr marL="0" marR="0" indent="7313737" algn="r" defTabSz="1828433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3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Open Sans Light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2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jpeg"/><Relationship Id="rId4" Type="http://schemas.openxmlformats.org/officeDocument/2006/relationships/diagramData" Target="../diagrams/data1.xml"/><Relationship Id="rId5" Type="http://schemas.openxmlformats.org/officeDocument/2006/relationships/diagramLayout" Target="../diagrams/layout1.xml"/><Relationship Id="rId6" Type="http://schemas.openxmlformats.org/officeDocument/2006/relationships/diagramQuickStyle" Target="../diagrams/quickStyle1.xml"/><Relationship Id="rId7" Type="http://schemas.openxmlformats.org/officeDocument/2006/relationships/diagramColors" Target="../diagrams/colors1.xml"/><Relationship Id="rId8" Type="http://schemas.microsoft.com/office/2007/relationships/diagramDrawing" Target="../diagrams/drawing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jpe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jpe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jpe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jpe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3.xml"/><Relationship Id="rId2" Type="http://schemas.openxmlformats.org/officeDocument/2006/relationships/notesSlide" Target="../notesSlides/notesSlide7.xml"/><Relationship Id="rId3" Type="http://schemas.openxmlformats.org/officeDocument/2006/relationships/diagramData" Target="../diagrams/data2.xml"/><Relationship Id="rId4" Type="http://schemas.openxmlformats.org/officeDocument/2006/relationships/diagramLayout" Target="../diagrams/layout2.xml"/><Relationship Id="rId5" Type="http://schemas.openxmlformats.org/officeDocument/2006/relationships/diagramQuickStyle" Target="../diagrams/quickStyle2.xml"/><Relationship Id="rId6" Type="http://schemas.openxmlformats.org/officeDocument/2006/relationships/diagramColors" Target="../diagrams/colors2.xml"/><Relationship Id="rId7" Type="http://schemas.microsoft.com/office/2007/relationships/diagramDrawing" Target="../diagrams/drawing2.xml"/><Relationship Id="rId8" Type="http://schemas.openxmlformats.org/officeDocument/2006/relationships/image" Target="../media/image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4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4" name="Rectangle 32"/>
          <p:cNvSpPr/>
          <p:nvPr/>
        </p:nvSpPr>
        <p:spPr>
          <a:xfrm>
            <a:off x="931443" y="5481332"/>
            <a:ext cx="4621489" cy="4445001"/>
          </a:xfrm>
          <a:prstGeom prst="rect">
            <a:avLst/>
          </a:prstGeom>
          <a:solidFill>
            <a:srgbClr val="E6E6E6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845" name="Rectangle 13"/>
          <p:cNvSpPr/>
          <p:nvPr/>
        </p:nvSpPr>
        <p:spPr>
          <a:xfrm>
            <a:off x="13924280" y="0"/>
            <a:ext cx="10636250" cy="13716000"/>
          </a:xfrm>
          <a:prstGeom prst="rect">
            <a:avLst/>
          </a:prstGeom>
          <a:solidFill>
            <a:srgbClr val="DDDDDD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846" name="Rectangle 5"/>
          <p:cNvSpPr/>
          <p:nvPr/>
        </p:nvSpPr>
        <p:spPr>
          <a:xfrm>
            <a:off x="1664241" y="8700653"/>
            <a:ext cx="11649423" cy="108000"/>
          </a:xfrm>
          <a:prstGeom prst="rect">
            <a:avLst/>
          </a:prstGeom>
          <a:gradFill>
            <a:gsLst>
              <a:gs pos="0">
                <a:srgbClr val="656565"/>
              </a:gs>
              <a:gs pos="50000">
                <a:schemeClr val="accent6"/>
              </a:gs>
              <a:gs pos="100000">
                <a:srgbClr val="444444"/>
              </a:gs>
            </a:gsLst>
            <a:lin ang="5400000"/>
          </a:gradFill>
          <a:ln w="6350">
            <a:solidFill>
              <a:srgbClr val="DDDDDD"/>
            </a:solidFill>
            <a:miter/>
          </a:ln>
          <a:effectLst>
            <a:outerShdw blurRad="63500" dist="19050" dir="5400000" rotWithShape="0">
              <a:srgbClr val="000000">
                <a:alpha val="63000"/>
              </a:srgbClr>
            </a:outerShdw>
          </a:effectLst>
        </p:spPr>
        <p:txBody>
          <a:bodyPr lIns="45719" rIns="45719" anchor="ctr"/>
          <a:lstStyle/>
          <a:p>
            <a:pPr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855" name="Text Placeholder 1"/>
          <p:cNvSpPr txBox="1"/>
          <p:nvPr/>
        </p:nvSpPr>
        <p:spPr>
          <a:xfrm>
            <a:off x="1664241" y="6712005"/>
            <a:ext cx="12903097" cy="19836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normAutofit/>
          </a:bodyPr>
          <a:lstStyle/>
          <a:p>
            <a:pPr defTabSz="914400">
              <a:lnSpc>
                <a:spcPct val="90000"/>
              </a:lnSpc>
              <a:spcBef>
                <a:spcPts val="1000"/>
              </a:spcBef>
              <a:defRPr sz="7200" spc="300">
                <a:solidFill>
                  <a:schemeClr val="accent6"/>
                </a:solidFill>
                <a:latin typeface="Montserrat Semi Bold"/>
                <a:ea typeface="Montserrat Semi Bold"/>
                <a:cs typeface="Montserrat Semi Bold"/>
                <a:sym typeface="Montserrat Semi Bold"/>
              </a:defRPr>
            </a:pPr>
            <a:r>
              <a:rPr lang="ru-RU" sz="5400" b="1" spc="300" dirty="0">
                <a:solidFill>
                  <a:schemeClr val="accent6"/>
                </a:solidFill>
                <a:latin typeface="Montserrat Semi Bold"/>
                <a:ea typeface="Montserrat Semi Bold"/>
                <a:cs typeface="Montserrat Semi Bold"/>
              </a:rPr>
              <a:t>ОБУЧЕНИЕ ПРЕПОДАВАТЕЛЕЙ </a:t>
            </a:r>
          </a:p>
          <a:p>
            <a:pPr defTabSz="914400">
              <a:lnSpc>
                <a:spcPct val="90000"/>
              </a:lnSpc>
              <a:spcBef>
                <a:spcPts val="1000"/>
              </a:spcBef>
              <a:defRPr sz="7200" spc="300">
                <a:solidFill>
                  <a:schemeClr val="accent6"/>
                </a:solidFill>
                <a:latin typeface="Montserrat Semi Bold"/>
                <a:ea typeface="Montserrat Semi Bold"/>
                <a:cs typeface="Montserrat Semi Bold"/>
                <a:sym typeface="Montserrat Semi Bold"/>
              </a:defRPr>
            </a:pPr>
            <a:r>
              <a:rPr lang="ru-RU" sz="5400" b="1" spc="300" dirty="0">
                <a:solidFill>
                  <a:schemeClr val="accent6"/>
                </a:solidFill>
                <a:latin typeface="Montserrat Semi Bold"/>
                <a:ea typeface="Montserrat Semi Bold"/>
                <a:cs typeface="Montserrat Semi Bold"/>
              </a:rPr>
              <a:t>ПО ОКАЗАНИЮ ПЕРВОЙ  ПОМОЩИ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fill="hold" grpId="3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855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55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fill="hold" grpId="3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1" fill="hold"/>
                                        <p:tgtEl>
                                          <p:spTgt spid="8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fill="hold" grpId="3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6" fill="hold"/>
                                        <p:tgtEl>
                                          <p:spTgt spid="8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8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55" grpId="3" build="p" bldLvl="5" animBg="1" advAuto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Picture background">
            <a:extLst>
              <a:ext uri="{FF2B5EF4-FFF2-40B4-BE49-F238E27FC236}">
                <a16:creationId xmlns:a16="http://schemas.microsoft.com/office/drawing/2014/main" id="{2EC31362-A480-458A-BCA5-49130CC318D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63000" y="2236046"/>
            <a:ext cx="15608300" cy="113476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66" name="Номер слайда"/>
          <p:cNvSpPr txBox="1">
            <a:spLocks noGrp="1"/>
          </p:cNvSpPr>
          <p:nvPr>
            <p:ph type="sldNum" sz="quarter" idx="4294967295"/>
          </p:nvPr>
        </p:nvSpPr>
        <p:spPr>
          <a:xfrm>
            <a:off x="0" y="6516000"/>
            <a:ext cx="684000" cy="684000"/>
          </a:xfrm>
          <a:prstGeom prst="rect">
            <a:avLst/>
          </a:prstGeom>
          <a:gradFill>
            <a:gsLst>
              <a:gs pos="0">
                <a:srgbClr val="656565"/>
              </a:gs>
              <a:gs pos="50000">
                <a:schemeClr val="accent6"/>
              </a:gs>
              <a:gs pos="100000">
                <a:srgbClr val="444444"/>
              </a:gs>
            </a:gsLst>
            <a:lin ang="5400000"/>
          </a:gradFill>
          <a:ln w="6350">
            <a:solidFill>
              <a:srgbClr val="DDDDDD"/>
            </a:solidFill>
            <a:miter lim="800000"/>
          </a:ln>
          <a:effectLst>
            <a:outerShdw blurRad="63500" dist="19050" dir="5400000" rotWithShape="0">
              <a:srgbClr val="000000">
                <a:alpha val="63000"/>
              </a:srgbClr>
            </a:outerShdw>
          </a:effectLst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/>
          <a:lstStyle>
            <a:lvl1pPr>
              <a:defRPr sz="3500">
                <a:solidFill>
                  <a:srgbClr val="FFFFFF"/>
                </a:solidFill>
              </a:defRPr>
            </a:lvl1pPr>
          </a:lstStyle>
          <a:p>
            <a:pPr algn="ctr"/>
            <a:fld id="{86CB4B4D-7CA3-9044-876B-883B54F8677D}" type="slidenum">
              <a:pPr algn="ctr"/>
              <a:t>2</a:t>
            </a:fld>
            <a:endParaRPr/>
          </a:p>
        </p:txBody>
      </p:sp>
      <p:sp>
        <p:nvSpPr>
          <p:cNvPr id="13" name="TextBox 6">
            <a:extLst>
              <a:ext uri="{FF2B5EF4-FFF2-40B4-BE49-F238E27FC236}">
                <a16:creationId xmlns:a16="http://schemas.microsoft.com/office/drawing/2014/main" id="{CCA45252-FC9F-4EB1-C733-0ED1C6A33B3A}"/>
              </a:ext>
            </a:extLst>
          </p:cNvPr>
          <p:cNvSpPr txBox="1"/>
          <p:nvPr/>
        </p:nvSpPr>
        <p:spPr>
          <a:xfrm>
            <a:off x="2054901" y="1370612"/>
            <a:ext cx="10130749" cy="110799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45719" rIns="45719">
            <a:spAutoFit/>
          </a:bodyPr>
          <a:lstStyle>
            <a:lvl1pPr>
              <a:defRPr sz="6600">
                <a:solidFill>
                  <a:srgbClr val="010101"/>
                </a:solidFill>
                <a:latin typeface="Montserrat Semi Bold"/>
                <a:ea typeface="Montserrat Semi Bold"/>
                <a:cs typeface="Montserrat Semi Bold"/>
                <a:sym typeface="Montserrat Semi Bold"/>
              </a:defRPr>
            </a:lvl1pPr>
          </a:lstStyle>
          <a:p>
            <a:r>
              <a:rPr lang="ru-RU" dirty="0">
                <a:solidFill>
                  <a:schemeClr val="accent6"/>
                </a:solidFill>
              </a:rPr>
              <a:t>ЦЕЛИ И ЗАДАЧИ ОБУЧЕНИЯ</a:t>
            </a:r>
          </a:p>
        </p:txBody>
      </p:sp>
      <p:sp>
        <p:nvSpPr>
          <p:cNvPr id="15" name="Rectangle 29">
            <a:extLst>
              <a:ext uri="{FF2B5EF4-FFF2-40B4-BE49-F238E27FC236}">
                <a16:creationId xmlns:a16="http://schemas.microsoft.com/office/drawing/2014/main" id="{0C11DD3A-6124-C2F3-A8A5-C91349B53694}"/>
              </a:ext>
            </a:extLst>
          </p:cNvPr>
          <p:cNvSpPr/>
          <p:nvPr/>
        </p:nvSpPr>
        <p:spPr>
          <a:xfrm flipV="1">
            <a:off x="2054901" y="2452826"/>
            <a:ext cx="10130749" cy="72000"/>
          </a:xfrm>
          <a:prstGeom prst="rect">
            <a:avLst/>
          </a:prstGeom>
          <a:gradFill>
            <a:gsLst>
              <a:gs pos="0">
                <a:srgbClr val="656565"/>
              </a:gs>
              <a:gs pos="50000">
                <a:schemeClr val="accent6"/>
              </a:gs>
              <a:gs pos="100000">
                <a:srgbClr val="444444"/>
              </a:gs>
            </a:gsLst>
            <a:lin ang="5400000"/>
          </a:gradFill>
          <a:ln w="6350">
            <a:solidFill>
              <a:srgbClr val="DDDDDD"/>
            </a:solidFill>
            <a:miter/>
          </a:ln>
          <a:effectLst>
            <a:outerShdw blurRad="63500" dist="19050" dir="5400000" rotWithShape="0">
              <a:srgbClr val="000000">
                <a:alpha val="63000"/>
              </a:srgbClr>
            </a:outerShdw>
          </a:effectLst>
        </p:spPr>
        <p:txBody>
          <a:bodyPr lIns="45719" rIns="45719" anchor="ctr"/>
          <a:lstStyle/>
          <a:p>
            <a:pPr>
              <a:defRPr>
                <a:solidFill>
                  <a:srgbClr val="FFFFFF"/>
                </a:solidFill>
              </a:defRPr>
            </a:pPr>
            <a:endParaRPr/>
          </a:p>
        </p:txBody>
      </p:sp>
      <p:graphicFrame>
        <p:nvGraphicFramePr>
          <p:cNvPr id="2" name="Схема 1">
            <a:extLst>
              <a:ext uri="{FF2B5EF4-FFF2-40B4-BE49-F238E27FC236}">
                <a16:creationId xmlns:a16="http://schemas.microsoft.com/office/drawing/2014/main" id="{95844AC3-8A53-4FD5-9702-D398BDA8D68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564114736"/>
              </p:ext>
            </p:extLst>
          </p:nvPr>
        </p:nvGraphicFramePr>
        <p:xfrm>
          <a:off x="2626401" y="3344042"/>
          <a:ext cx="7279600" cy="927125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Picture background">
            <a:extLst>
              <a:ext uri="{FF2B5EF4-FFF2-40B4-BE49-F238E27FC236}">
                <a16:creationId xmlns:a16="http://schemas.microsoft.com/office/drawing/2014/main" id="{EF2076FD-64A1-49D0-8764-123817008E9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770"/>
          <a:stretch/>
        </p:blipFill>
        <p:spPr bwMode="auto">
          <a:xfrm>
            <a:off x="11100402" y="5260950"/>
            <a:ext cx="13270898" cy="8455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66" name="Номер слайда"/>
          <p:cNvSpPr txBox="1">
            <a:spLocks noGrp="1"/>
          </p:cNvSpPr>
          <p:nvPr>
            <p:ph type="sldNum" sz="quarter" idx="4294967295"/>
          </p:nvPr>
        </p:nvSpPr>
        <p:spPr>
          <a:xfrm>
            <a:off x="0" y="6516000"/>
            <a:ext cx="684000" cy="684000"/>
          </a:xfrm>
          <a:prstGeom prst="rect">
            <a:avLst/>
          </a:prstGeom>
          <a:gradFill>
            <a:gsLst>
              <a:gs pos="0">
                <a:srgbClr val="656565"/>
              </a:gs>
              <a:gs pos="50000">
                <a:schemeClr val="accent6"/>
              </a:gs>
              <a:gs pos="100000">
                <a:srgbClr val="444444"/>
              </a:gs>
            </a:gsLst>
            <a:lin ang="5400000"/>
          </a:gradFill>
          <a:ln w="6350">
            <a:solidFill>
              <a:srgbClr val="DDDDDD"/>
            </a:solidFill>
            <a:miter lim="800000"/>
          </a:ln>
          <a:effectLst>
            <a:outerShdw blurRad="63500" dist="19050" dir="5400000" rotWithShape="0">
              <a:srgbClr val="000000">
                <a:alpha val="63000"/>
              </a:srgbClr>
            </a:outerShdw>
          </a:effectLst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/>
          <a:lstStyle>
            <a:lvl1pPr>
              <a:defRPr sz="3500">
                <a:solidFill>
                  <a:srgbClr val="FFFFFF"/>
                </a:solidFill>
              </a:defRPr>
            </a:lvl1pPr>
          </a:lstStyle>
          <a:p>
            <a:pPr algn="ctr"/>
            <a:fld id="{86CB4B4D-7CA3-9044-876B-883B54F8677D}" type="slidenum">
              <a:pPr algn="ctr"/>
              <a:t>3</a:t>
            </a:fld>
            <a:endParaRPr/>
          </a:p>
        </p:txBody>
      </p:sp>
      <p:sp>
        <p:nvSpPr>
          <p:cNvPr id="13" name="TextBox 6">
            <a:extLst>
              <a:ext uri="{FF2B5EF4-FFF2-40B4-BE49-F238E27FC236}">
                <a16:creationId xmlns:a16="http://schemas.microsoft.com/office/drawing/2014/main" id="{CCA45252-FC9F-4EB1-C733-0ED1C6A33B3A}"/>
              </a:ext>
            </a:extLst>
          </p:cNvPr>
          <p:cNvSpPr txBox="1"/>
          <p:nvPr/>
        </p:nvSpPr>
        <p:spPr>
          <a:xfrm>
            <a:off x="2054901" y="401168"/>
            <a:ext cx="14370432" cy="212365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45719" rIns="45719">
            <a:spAutoFit/>
          </a:bodyPr>
          <a:lstStyle>
            <a:lvl1pPr>
              <a:defRPr sz="6600">
                <a:solidFill>
                  <a:srgbClr val="010101"/>
                </a:solidFill>
                <a:latin typeface="Montserrat Semi Bold"/>
                <a:ea typeface="Montserrat Semi Bold"/>
                <a:cs typeface="Montserrat Semi Bold"/>
                <a:sym typeface="Montserrat Semi Bold"/>
              </a:defRPr>
            </a:lvl1pPr>
          </a:lstStyle>
          <a:p>
            <a:r>
              <a:rPr lang="ru-RU" dirty="0">
                <a:solidFill>
                  <a:schemeClr val="accent6"/>
                </a:solidFill>
              </a:rPr>
              <a:t>ОСОБЕННОСТИ ПРОВЕДЕНИЯ ЗАНЯТИЙ </a:t>
            </a:r>
          </a:p>
          <a:p>
            <a:r>
              <a:rPr lang="ru-RU" dirty="0">
                <a:solidFill>
                  <a:schemeClr val="accent6"/>
                </a:solidFill>
              </a:rPr>
              <a:t>СО ВЗРОСЛЫМИ ОБУЧАЮЩИМИСЯ</a:t>
            </a:r>
          </a:p>
        </p:txBody>
      </p:sp>
      <p:sp>
        <p:nvSpPr>
          <p:cNvPr id="15" name="Rectangle 29">
            <a:extLst>
              <a:ext uri="{FF2B5EF4-FFF2-40B4-BE49-F238E27FC236}">
                <a16:creationId xmlns:a16="http://schemas.microsoft.com/office/drawing/2014/main" id="{0C11DD3A-6124-C2F3-A8A5-C91349B53694}"/>
              </a:ext>
            </a:extLst>
          </p:cNvPr>
          <p:cNvSpPr/>
          <p:nvPr/>
        </p:nvSpPr>
        <p:spPr>
          <a:xfrm flipV="1">
            <a:off x="2054899" y="2452826"/>
            <a:ext cx="14370431" cy="72000"/>
          </a:xfrm>
          <a:prstGeom prst="rect">
            <a:avLst/>
          </a:prstGeom>
          <a:gradFill>
            <a:gsLst>
              <a:gs pos="0">
                <a:srgbClr val="656565"/>
              </a:gs>
              <a:gs pos="50000">
                <a:schemeClr val="accent6"/>
              </a:gs>
              <a:gs pos="100000">
                <a:srgbClr val="444444"/>
              </a:gs>
            </a:gsLst>
            <a:lin ang="5400000"/>
          </a:gradFill>
          <a:ln w="6350">
            <a:solidFill>
              <a:srgbClr val="DDDDDD"/>
            </a:solidFill>
            <a:miter/>
          </a:ln>
          <a:effectLst>
            <a:outerShdw blurRad="63500" dist="19050" dir="5400000" rotWithShape="0">
              <a:srgbClr val="000000">
                <a:alpha val="63000"/>
              </a:srgbClr>
            </a:outerShdw>
          </a:effectLst>
        </p:spPr>
        <p:txBody>
          <a:bodyPr lIns="45719" rIns="45719" anchor="ctr"/>
          <a:lstStyle/>
          <a:p>
            <a:pPr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E88EDE00-1F6D-3C16-D115-1CD4726DD3E7}"/>
              </a:ext>
            </a:extLst>
          </p:cNvPr>
          <p:cNvSpPr txBox="1"/>
          <p:nvPr/>
        </p:nvSpPr>
        <p:spPr>
          <a:xfrm>
            <a:off x="2054899" y="3951610"/>
            <a:ext cx="10130751" cy="649677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algn="just">
              <a:lnSpc>
                <a:spcPct val="100000"/>
              </a:lnSpc>
              <a:spcBef>
                <a:spcPts val="105"/>
              </a:spcBef>
            </a:pPr>
            <a:r>
              <a:rPr sz="2800" b="1" dirty="0">
                <a:solidFill>
                  <a:schemeClr val="accent6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Особенности</a:t>
            </a:r>
            <a:r>
              <a:rPr sz="2800" b="1" spc="15" dirty="0">
                <a:solidFill>
                  <a:schemeClr val="accent6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 </a:t>
            </a:r>
            <a:r>
              <a:rPr sz="2800" b="1" dirty="0">
                <a:solidFill>
                  <a:schemeClr val="accent6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взрослой</a:t>
            </a:r>
            <a:r>
              <a:rPr sz="2800" b="1" spc="10" dirty="0">
                <a:solidFill>
                  <a:schemeClr val="accent6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 </a:t>
            </a:r>
            <a:r>
              <a:rPr sz="2800" b="1" dirty="0">
                <a:solidFill>
                  <a:schemeClr val="accent6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аудитории:</a:t>
            </a:r>
            <a:endParaRPr sz="2800" dirty="0">
              <a:solidFill>
                <a:schemeClr val="accent6"/>
              </a:solidFill>
              <a:latin typeface="Open Sans Light" panose="020B0306030504020204" pitchFamily="34" charset="0"/>
              <a:ea typeface="Open Sans Light" panose="020B0306030504020204" pitchFamily="34" charset="0"/>
              <a:cs typeface="Open Sans Light" panose="020B0306030504020204" pitchFamily="34" charset="0"/>
            </a:endParaRPr>
          </a:p>
          <a:p>
            <a:pPr algn="just">
              <a:lnSpc>
                <a:spcPct val="100000"/>
              </a:lnSpc>
            </a:pPr>
            <a:endParaRPr sz="2800" dirty="0">
              <a:solidFill>
                <a:schemeClr val="accent6"/>
              </a:solidFill>
              <a:latin typeface="Open Sans Light" panose="020B0306030504020204" pitchFamily="34" charset="0"/>
              <a:ea typeface="Open Sans Light" panose="020B0306030504020204" pitchFamily="34" charset="0"/>
              <a:cs typeface="Open Sans Light" panose="020B0306030504020204" pitchFamily="34" charset="0"/>
            </a:endParaRPr>
          </a:p>
          <a:p>
            <a:pPr marL="389255" indent="-377190" algn="just">
              <a:lnSpc>
                <a:spcPct val="100000"/>
              </a:lnSpc>
              <a:spcBef>
                <a:spcPts val="5"/>
              </a:spcBef>
              <a:buFont typeface="Wingdings"/>
              <a:buChar char=""/>
              <a:tabLst>
                <a:tab pos="389890" algn="l"/>
              </a:tabLst>
            </a:pPr>
            <a:r>
              <a:rPr sz="2800" spc="5" dirty="0">
                <a:solidFill>
                  <a:schemeClr val="accent6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Обладают</a:t>
            </a:r>
            <a:r>
              <a:rPr sz="2800" spc="20" dirty="0">
                <a:solidFill>
                  <a:schemeClr val="accent6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 </a:t>
            </a:r>
            <a:r>
              <a:rPr sz="2800" dirty="0">
                <a:solidFill>
                  <a:schemeClr val="accent6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свободой</a:t>
            </a:r>
            <a:r>
              <a:rPr sz="2800" spc="10" dirty="0">
                <a:solidFill>
                  <a:schemeClr val="accent6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 </a:t>
            </a:r>
            <a:r>
              <a:rPr sz="2800" dirty="0">
                <a:solidFill>
                  <a:schemeClr val="accent6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выбора</a:t>
            </a:r>
          </a:p>
          <a:p>
            <a:pPr marL="389255" marR="257810" indent="-377190" algn="just">
              <a:lnSpc>
                <a:spcPct val="110400"/>
              </a:lnSpc>
              <a:buFont typeface="Wingdings"/>
              <a:buChar char=""/>
              <a:tabLst>
                <a:tab pos="389890" algn="l"/>
              </a:tabLst>
            </a:pPr>
            <a:r>
              <a:rPr sz="2800" spc="5" dirty="0">
                <a:solidFill>
                  <a:schemeClr val="accent6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Являются</a:t>
            </a:r>
            <a:r>
              <a:rPr sz="2800" spc="40" dirty="0">
                <a:solidFill>
                  <a:schemeClr val="accent6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 </a:t>
            </a:r>
            <a:r>
              <a:rPr sz="2800" spc="-10" dirty="0">
                <a:solidFill>
                  <a:schemeClr val="accent6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самостоятельными</a:t>
            </a:r>
            <a:r>
              <a:rPr sz="2800" spc="55" dirty="0">
                <a:solidFill>
                  <a:schemeClr val="accent6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 </a:t>
            </a:r>
            <a:r>
              <a:rPr sz="2800" spc="-10" dirty="0">
                <a:solidFill>
                  <a:schemeClr val="accent6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личностями,</a:t>
            </a:r>
            <a:r>
              <a:rPr sz="2800" spc="55" dirty="0">
                <a:solidFill>
                  <a:schemeClr val="accent6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 </a:t>
            </a:r>
            <a:r>
              <a:rPr sz="2800" spc="-10" dirty="0">
                <a:solidFill>
                  <a:schemeClr val="accent6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имеющими </a:t>
            </a:r>
            <a:r>
              <a:rPr sz="2800" spc="-595" dirty="0">
                <a:solidFill>
                  <a:schemeClr val="accent6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 </a:t>
            </a:r>
            <a:r>
              <a:rPr sz="2800" spc="-5" dirty="0">
                <a:solidFill>
                  <a:schemeClr val="accent6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определенные</a:t>
            </a:r>
            <a:r>
              <a:rPr sz="2800" spc="55" dirty="0">
                <a:solidFill>
                  <a:schemeClr val="accent6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 </a:t>
            </a:r>
            <a:r>
              <a:rPr sz="2800" spc="-20" dirty="0">
                <a:solidFill>
                  <a:schemeClr val="accent6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знания</a:t>
            </a:r>
            <a:r>
              <a:rPr sz="2800" spc="35" dirty="0">
                <a:solidFill>
                  <a:schemeClr val="accent6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 </a:t>
            </a:r>
            <a:r>
              <a:rPr sz="2800" dirty="0">
                <a:solidFill>
                  <a:schemeClr val="accent6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и</a:t>
            </a:r>
            <a:r>
              <a:rPr sz="2800" spc="20" dirty="0">
                <a:solidFill>
                  <a:schemeClr val="accent6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 </a:t>
            </a:r>
            <a:r>
              <a:rPr sz="2800" spc="-5" dirty="0">
                <a:solidFill>
                  <a:schemeClr val="accent6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личный</a:t>
            </a:r>
            <a:r>
              <a:rPr sz="2800" spc="45" dirty="0">
                <a:solidFill>
                  <a:schemeClr val="accent6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 </a:t>
            </a:r>
            <a:r>
              <a:rPr sz="2800" spc="-10" dirty="0">
                <a:solidFill>
                  <a:schemeClr val="accent6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опыт</a:t>
            </a:r>
            <a:endParaRPr sz="2800" dirty="0">
              <a:solidFill>
                <a:schemeClr val="accent6"/>
              </a:solidFill>
              <a:latin typeface="Open Sans Light" panose="020B0306030504020204" pitchFamily="34" charset="0"/>
              <a:ea typeface="Open Sans Light" panose="020B0306030504020204" pitchFamily="34" charset="0"/>
              <a:cs typeface="Open Sans Light" panose="020B0306030504020204" pitchFamily="34" charset="0"/>
            </a:endParaRPr>
          </a:p>
          <a:p>
            <a:pPr marL="389255" indent="-377190" algn="just">
              <a:lnSpc>
                <a:spcPct val="100000"/>
              </a:lnSpc>
              <a:spcBef>
                <a:spcPts val="285"/>
              </a:spcBef>
              <a:buFont typeface="Wingdings"/>
              <a:buChar char=""/>
              <a:tabLst>
                <a:tab pos="389890" algn="l"/>
              </a:tabLst>
            </a:pPr>
            <a:r>
              <a:rPr sz="2800" spc="-5" dirty="0">
                <a:solidFill>
                  <a:schemeClr val="accent6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Самостоятельно</a:t>
            </a:r>
            <a:r>
              <a:rPr sz="2800" spc="75" dirty="0">
                <a:solidFill>
                  <a:schemeClr val="accent6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 </a:t>
            </a:r>
            <a:r>
              <a:rPr sz="2800" dirty="0">
                <a:solidFill>
                  <a:schemeClr val="accent6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определяют</a:t>
            </a:r>
            <a:r>
              <a:rPr sz="2800" spc="40" dirty="0">
                <a:solidFill>
                  <a:schemeClr val="accent6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 </a:t>
            </a:r>
            <a:r>
              <a:rPr sz="2800" spc="-5" dirty="0">
                <a:solidFill>
                  <a:schemeClr val="accent6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потребность</a:t>
            </a:r>
            <a:r>
              <a:rPr sz="2800" spc="45" dirty="0">
                <a:solidFill>
                  <a:schemeClr val="accent6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 </a:t>
            </a:r>
            <a:r>
              <a:rPr sz="2800" dirty="0">
                <a:solidFill>
                  <a:schemeClr val="accent6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в</a:t>
            </a:r>
            <a:r>
              <a:rPr sz="2800" spc="25" dirty="0">
                <a:solidFill>
                  <a:schemeClr val="accent6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 </a:t>
            </a:r>
            <a:r>
              <a:rPr sz="2800" spc="-20" dirty="0">
                <a:solidFill>
                  <a:schemeClr val="accent6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подготовке</a:t>
            </a:r>
            <a:endParaRPr sz="2800" dirty="0">
              <a:solidFill>
                <a:schemeClr val="accent6"/>
              </a:solidFill>
              <a:latin typeface="Open Sans Light" panose="020B0306030504020204" pitchFamily="34" charset="0"/>
              <a:ea typeface="Open Sans Light" panose="020B0306030504020204" pitchFamily="34" charset="0"/>
              <a:cs typeface="Open Sans Light" panose="020B0306030504020204" pitchFamily="34" charset="0"/>
            </a:endParaRPr>
          </a:p>
          <a:p>
            <a:pPr marL="389255" indent="-377190" algn="just">
              <a:lnSpc>
                <a:spcPct val="100000"/>
              </a:lnSpc>
              <a:spcBef>
                <a:spcPts val="290"/>
              </a:spcBef>
              <a:buFont typeface="Wingdings"/>
              <a:buChar char=""/>
              <a:tabLst>
                <a:tab pos="389890" algn="l"/>
              </a:tabLst>
            </a:pPr>
            <a:r>
              <a:rPr sz="2800" spc="-10" dirty="0">
                <a:solidFill>
                  <a:schemeClr val="accent6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Значительно</a:t>
            </a:r>
            <a:r>
              <a:rPr sz="2800" spc="55" dirty="0">
                <a:solidFill>
                  <a:schemeClr val="accent6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 </a:t>
            </a:r>
            <a:r>
              <a:rPr sz="2800" spc="-5" dirty="0">
                <a:solidFill>
                  <a:schemeClr val="accent6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лучше</a:t>
            </a:r>
            <a:r>
              <a:rPr sz="2800" spc="35" dirty="0">
                <a:solidFill>
                  <a:schemeClr val="accent6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 </a:t>
            </a:r>
            <a:r>
              <a:rPr sz="2800" spc="5" dirty="0">
                <a:solidFill>
                  <a:schemeClr val="accent6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усваивают</a:t>
            </a:r>
            <a:r>
              <a:rPr sz="2800" spc="20" dirty="0">
                <a:solidFill>
                  <a:schemeClr val="accent6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 </a:t>
            </a:r>
            <a:r>
              <a:rPr sz="2800" spc="-20" dirty="0">
                <a:solidFill>
                  <a:schemeClr val="accent6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знания</a:t>
            </a:r>
            <a:endParaRPr sz="2800" dirty="0">
              <a:solidFill>
                <a:schemeClr val="accent6"/>
              </a:solidFill>
              <a:latin typeface="Open Sans Light" panose="020B0306030504020204" pitchFamily="34" charset="0"/>
              <a:ea typeface="Open Sans Light" panose="020B0306030504020204" pitchFamily="34" charset="0"/>
              <a:cs typeface="Open Sans Light" panose="020B0306030504020204" pitchFamily="34" charset="0"/>
            </a:endParaRPr>
          </a:p>
          <a:p>
            <a:pPr marL="389255" marR="76200" indent="-377190" algn="just">
              <a:lnSpc>
                <a:spcPct val="110400"/>
              </a:lnSpc>
              <a:buFont typeface="Wingdings"/>
              <a:buChar char=""/>
              <a:tabLst>
                <a:tab pos="389890" algn="l"/>
              </a:tabLst>
            </a:pPr>
            <a:r>
              <a:rPr sz="2800" spc="-5" dirty="0">
                <a:solidFill>
                  <a:schemeClr val="accent6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Могут</a:t>
            </a:r>
            <a:r>
              <a:rPr sz="2800" spc="35" dirty="0">
                <a:solidFill>
                  <a:schemeClr val="accent6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 </a:t>
            </a:r>
            <a:r>
              <a:rPr sz="2800" spc="-10" dirty="0">
                <a:solidFill>
                  <a:schemeClr val="accent6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переживать</a:t>
            </a:r>
            <a:r>
              <a:rPr sz="2800" spc="45" dirty="0">
                <a:solidFill>
                  <a:schemeClr val="accent6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 </a:t>
            </a:r>
            <a:r>
              <a:rPr sz="2800" spc="-40" dirty="0">
                <a:solidFill>
                  <a:schemeClr val="accent6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из-за</a:t>
            </a:r>
            <a:r>
              <a:rPr sz="2800" spc="40" dirty="0">
                <a:solidFill>
                  <a:schemeClr val="accent6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 </a:t>
            </a:r>
            <a:r>
              <a:rPr sz="2800" spc="-35" dirty="0">
                <a:solidFill>
                  <a:schemeClr val="accent6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возможно</a:t>
            </a:r>
            <a:r>
              <a:rPr sz="2800" spc="40" dirty="0">
                <a:solidFill>
                  <a:schemeClr val="accent6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 </a:t>
            </a:r>
            <a:r>
              <a:rPr sz="2800" spc="5" dirty="0">
                <a:solidFill>
                  <a:schemeClr val="accent6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слабых</a:t>
            </a:r>
            <a:r>
              <a:rPr sz="2800" spc="40" dirty="0">
                <a:solidFill>
                  <a:schemeClr val="accent6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 </a:t>
            </a:r>
            <a:r>
              <a:rPr sz="2800" dirty="0">
                <a:solidFill>
                  <a:schemeClr val="accent6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выступлений </a:t>
            </a:r>
            <a:r>
              <a:rPr sz="2800" spc="-595" dirty="0">
                <a:solidFill>
                  <a:schemeClr val="accent6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 </a:t>
            </a:r>
            <a:r>
              <a:rPr sz="2800" dirty="0">
                <a:solidFill>
                  <a:schemeClr val="accent6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(ответов,</a:t>
            </a:r>
            <a:r>
              <a:rPr sz="2800" spc="25" dirty="0">
                <a:solidFill>
                  <a:schemeClr val="accent6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 </a:t>
            </a:r>
            <a:r>
              <a:rPr sz="2800" spc="-10" dirty="0">
                <a:solidFill>
                  <a:schemeClr val="accent6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демонстраций)</a:t>
            </a:r>
            <a:endParaRPr sz="2800" dirty="0">
              <a:solidFill>
                <a:schemeClr val="accent6"/>
              </a:solidFill>
              <a:latin typeface="Open Sans Light" panose="020B0306030504020204" pitchFamily="34" charset="0"/>
              <a:ea typeface="Open Sans Light" panose="020B0306030504020204" pitchFamily="34" charset="0"/>
              <a:cs typeface="Open Sans Light" panose="020B0306030504020204" pitchFamily="34" charset="0"/>
            </a:endParaRPr>
          </a:p>
          <a:p>
            <a:pPr marL="389255" marR="5080" indent="-377190" algn="just">
              <a:lnSpc>
                <a:spcPct val="110400"/>
              </a:lnSpc>
              <a:buFont typeface="Wingdings"/>
              <a:buChar char=""/>
              <a:tabLst>
                <a:tab pos="389890" algn="l"/>
              </a:tabLst>
            </a:pPr>
            <a:r>
              <a:rPr sz="2800" spc="5" dirty="0">
                <a:solidFill>
                  <a:schemeClr val="accent6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Хотели</a:t>
            </a:r>
            <a:r>
              <a:rPr sz="2800" spc="35" dirty="0">
                <a:solidFill>
                  <a:schemeClr val="accent6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 </a:t>
            </a:r>
            <a:r>
              <a:rPr sz="2800" dirty="0">
                <a:solidFill>
                  <a:schemeClr val="accent6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бы,</a:t>
            </a:r>
            <a:r>
              <a:rPr sz="2800" spc="35" dirty="0">
                <a:solidFill>
                  <a:schemeClr val="accent6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 </a:t>
            </a:r>
            <a:r>
              <a:rPr sz="2800" spc="-5" dirty="0">
                <a:solidFill>
                  <a:schemeClr val="accent6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чтобы</a:t>
            </a:r>
            <a:r>
              <a:rPr sz="2800" spc="45" dirty="0">
                <a:solidFill>
                  <a:schemeClr val="accent6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 </a:t>
            </a:r>
            <a:r>
              <a:rPr sz="2800" dirty="0">
                <a:solidFill>
                  <a:schemeClr val="accent6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их</a:t>
            </a:r>
            <a:r>
              <a:rPr sz="2800" spc="30" dirty="0">
                <a:solidFill>
                  <a:schemeClr val="accent6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 </a:t>
            </a:r>
            <a:r>
              <a:rPr sz="2800" spc="-10" dirty="0">
                <a:solidFill>
                  <a:schemeClr val="accent6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время,</a:t>
            </a:r>
            <a:r>
              <a:rPr sz="2800" spc="35" dirty="0">
                <a:solidFill>
                  <a:schemeClr val="accent6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 </a:t>
            </a:r>
            <a:r>
              <a:rPr sz="2800" spc="-15" dirty="0">
                <a:solidFill>
                  <a:schemeClr val="accent6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затраченное</a:t>
            </a:r>
            <a:r>
              <a:rPr sz="2800" spc="60" dirty="0">
                <a:solidFill>
                  <a:schemeClr val="accent6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 </a:t>
            </a:r>
            <a:r>
              <a:rPr sz="2800" spc="-5" dirty="0">
                <a:solidFill>
                  <a:schemeClr val="accent6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на</a:t>
            </a:r>
            <a:r>
              <a:rPr sz="2800" spc="35" dirty="0">
                <a:solidFill>
                  <a:schemeClr val="accent6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 </a:t>
            </a:r>
            <a:r>
              <a:rPr sz="2800" spc="-20" dirty="0">
                <a:solidFill>
                  <a:schemeClr val="accent6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подготовку, </a:t>
            </a:r>
            <a:r>
              <a:rPr sz="2800" spc="-595" dirty="0">
                <a:solidFill>
                  <a:schemeClr val="accent6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 </a:t>
            </a:r>
            <a:r>
              <a:rPr sz="2800" spc="-5" dirty="0">
                <a:solidFill>
                  <a:schemeClr val="accent6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использовалось</a:t>
            </a:r>
            <a:r>
              <a:rPr sz="2800" spc="50" dirty="0">
                <a:solidFill>
                  <a:schemeClr val="accent6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 </a:t>
            </a:r>
            <a:r>
              <a:rPr sz="2800" spc="-15" dirty="0">
                <a:solidFill>
                  <a:schemeClr val="accent6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качественно</a:t>
            </a:r>
            <a:endParaRPr sz="2800" dirty="0">
              <a:solidFill>
                <a:schemeClr val="accent6"/>
              </a:solidFill>
              <a:latin typeface="Open Sans Light" panose="020B0306030504020204" pitchFamily="34" charset="0"/>
              <a:ea typeface="Open Sans Light" panose="020B0306030504020204" pitchFamily="34" charset="0"/>
              <a:cs typeface="Open Sans Light" panose="020B0306030504020204" pitchFamily="34" charset="0"/>
            </a:endParaRPr>
          </a:p>
          <a:p>
            <a:pPr marL="389255" indent="-377190" algn="just">
              <a:lnSpc>
                <a:spcPct val="100000"/>
              </a:lnSpc>
              <a:spcBef>
                <a:spcPts val="285"/>
              </a:spcBef>
              <a:buFont typeface="Wingdings"/>
              <a:buChar char=""/>
              <a:tabLst>
                <a:tab pos="389890" algn="l"/>
              </a:tabLst>
            </a:pPr>
            <a:r>
              <a:rPr sz="2800" spc="-10" dirty="0">
                <a:solidFill>
                  <a:schemeClr val="accent6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Ожидают</a:t>
            </a:r>
            <a:r>
              <a:rPr sz="2800" spc="45" dirty="0">
                <a:solidFill>
                  <a:schemeClr val="accent6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 </a:t>
            </a:r>
            <a:r>
              <a:rPr sz="2800" spc="-30" dirty="0">
                <a:solidFill>
                  <a:schemeClr val="accent6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практической</a:t>
            </a:r>
            <a:r>
              <a:rPr sz="2800" spc="55" dirty="0">
                <a:solidFill>
                  <a:schemeClr val="accent6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 </a:t>
            </a:r>
            <a:r>
              <a:rPr sz="2800" spc="-20" dirty="0">
                <a:solidFill>
                  <a:schemeClr val="accent6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значимости</a:t>
            </a:r>
            <a:r>
              <a:rPr sz="2800" spc="55" dirty="0">
                <a:solidFill>
                  <a:schemeClr val="accent6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 </a:t>
            </a:r>
            <a:r>
              <a:rPr sz="2800" spc="-5" dirty="0">
                <a:solidFill>
                  <a:schemeClr val="accent6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полученных</a:t>
            </a:r>
            <a:r>
              <a:rPr sz="2800" spc="50" dirty="0">
                <a:solidFill>
                  <a:schemeClr val="accent6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 </a:t>
            </a:r>
            <a:r>
              <a:rPr sz="2800" spc="-20" dirty="0">
                <a:solidFill>
                  <a:schemeClr val="accent6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знаний</a:t>
            </a:r>
            <a:endParaRPr sz="2800" dirty="0">
              <a:solidFill>
                <a:schemeClr val="accent6"/>
              </a:solidFill>
              <a:latin typeface="Open Sans Light" panose="020B0306030504020204" pitchFamily="34" charset="0"/>
              <a:ea typeface="Open Sans Light" panose="020B0306030504020204" pitchFamily="34" charset="0"/>
              <a:cs typeface="Open Sans Light" panose="020B0306030504020204" pitchFamily="34" charset="0"/>
            </a:endParaRPr>
          </a:p>
          <a:p>
            <a:pPr marL="389255" indent="-377190" algn="just">
              <a:lnSpc>
                <a:spcPct val="100000"/>
              </a:lnSpc>
              <a:spcBef>
                <a:spcPts val="290"/>
              </a:spcBef>
              <a:buFont typeface="Wingdings"/>
              <a:buChar char=""/>
              <a:tabLst>
                <a:tab pos="389890" algn="l"/>
              </a:tabLst>
            </a:pPr>
            <a:r>
              <a:rPr sz="2800" spc="-5" dirty="0">
                <a:solidFill>
                  <a:schemeClr val="accent6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Могут</a:t>
            </a:r>
            <a:r>
              <a:rPr sz="2800" spc="35" dirty="0">
                <a:solidFill>
                  <a:schemeClr val="accent6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 </a:t>
            </a:r>
            <a:r>
              <a:rPr sz="2800" dirty="0">
                <a:solidFill>
                  <a:schemeClr val="accent6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относиться</a:t>
            </a:r>
            <a:r>
              <a:rPr sz="2800" spc="40" dirty="0">
                <a:solidFill>
                  <a:schemeClr val="accent6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 </a:t>
            </a:r>
            <a:r>
              <a:rPr sz="2800" spc="-145" dirty="0">
                <a:solidFill>
                  <a:schemeClr val="accent6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к</a:t>
            </a:r>
            <a:r>
              <a:rPr sz="2800" spc="30" dirty="0">
                <a:solidFill>
                  <a:schemeClr val="accent6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 </a:t>
            </a:r>
            <a:r>
              <a:rPr sz="2800" spc="-30" dirty="0">
                <a:solidFill>
                  <a:schemeClr val="accent6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разным</a:t>
            </a:r>
            <a:r>
              <a:rPr sz="2800" spc="35" dirty="0">
                <a:solidFill>
                  <a:schemeClr val="accent6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 </a:t>
            </a:r>
            <a:r>
              <a:rPr sz="2800" spc="-15" dirty="0">
                <a:solidFill>
                  <a:schemeClr val="accent6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социокультурным</a:t>
            </a:r>
            <a:r>
              <a:rPr sz="2800" spc="45" dirty="0">
                <a:solidFill>
                  <a:schemeClr val="accent6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 </a:t>
            </a:r>
            <a:r>
              <a:rPr sz="2800" spc="-5" dirty="0">
                <a:solidFill>
                  <a:schemeClr val="accent6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слоям</a:t>
            </a:r>
            <a:endParaRPr sz="2800" dirty="0">
              <a:solidFill>
                <a:schemeClr val="accent6"/>
              </a:solidFill>
              <a:latin typeface="Open Sans Light" panose="020B0306030504020204" pitchFamily="34" charset="0"/>
              <a:ea typeface="Open Sans Light" panose="020B0306030504020204" pitchFamily="34" charset="0"/>
              <a:cs typeface="Open Sans Light" panose="020B0306030504020204" pitchFamily="34" charset="0"/>
            </a:endParaRPr>
          </a:p>
          <a:p>
            <a:pPr marL="389255" indent="-377190" algn="just">
              <a:lnSpc>
                <a:spcPct val="100000"/>
              </a:lnSpc>
              <a:spcBef>
                <a:spcPts val="290"/>
              </a:spcBef>
              <a:buFont typeface="Wingdings"/>
              <a:buChar char=""/>
              <a:tabLst>
                <a:tab pos="389890" algn="l"/>
              </a:tabLst>
            </a:pPr>
            <a:r>
              <a:rPr sz="2800" spc="-5" dirty="0">
                <a:solidFill>
                  <a:schemeClr val="accent6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Могут</a:t>
            </a:r>
            <a:r>
              <a:rPr sz="2800" spc="40" dirty="0">
                <a:solidFill>
                  <a:schemeClr val="accent6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 </a:t>
            </a:r>
            <a:r>
              <a:rPr sz="2800" spc="-10" dirty="0">
                <a:solidFill>
                  <a:schemeClr val="accent6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воспринимать</a:t>
            </a:r>
            <a:r>
              <a:rPr sz="2800" spc="55" dirty="0">
                <a:solidFill>
                  <a:schemeClr val="accent6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 </a:t>
            </a:r>
            <a:r>
              <a:rPr sz="2800" spc="-10" dirty="0">
                <a:solidFill>
                  <a:schemeClr val="accent6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информацию</a:t>
            </a:r>
            <a:r>
              <a:rPr sz="2800" spc="40" dirty="0">
                <a:solidFill>
                  <a:schemeClr val="accent6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 </a:t>
            </a:r>
            <a:r>
              <a:rPr sz="2800" spc="-25" dirty="0">
                <a:solidFill>
                  <a:schemeClr val="accent6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разными</a:t>
            </a:r>
            <a:r>
              <a:rPr sz="2800" spc="45" dirty="0">
                <a:solidFill>
                  <a:schemeClr val="accent6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 </a:t>
            </a:r>
            <a:r>
              <a:rPr sz="2800" spc="-15" dirty="0">
                <a:solidFill>
                  <a:schemeClr val="accent6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путями</a:t>
            </a:r>
            <a:endParaRPr sz="2800" dirty="0">
              <a:solidFill>
                <a:schemeClr val="accent6"/>
              </a:solidFill>
              <a:latin typeface="Open Sans Light" panose="020B0306030504020204" pitchFamily="34" charset="0"/>
              <a:ea typeface="Open Sans Light" panose="020B0306030504020204" pitchFamily="34" charset="0"/>
              <a:cs typeface="Open Sans Light" panose="020B030603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93388142"/>
      </p:ext>
    </p:extLst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6" name="Номер слайда"/>
          <p:cNvSpPr txBox="1">
            <a:spLocks noGrp="1"/>
          </p:cNvSpPr>
          <p:nvPr>
            <p:ph type="sldNum" sz="quarter" idx="4294967295"/>
          </p:nvPr>
        </p:nvSpPr>
        <p:spPr>
          <a:xfrm>
            <a:off x="0" y="6516000"/>
            <a:ext cx="684000" cy="684000"/>
          </a:xfrm>
          <a:prstGeom prst="rect">
            <a:avLst/>
          </a:prstGeom>
          <a:gradFill>
            <a:gsLst>
              <a:gs pos="0">
                <a:srgbClr val="656565"/>
              </a:gs>
              <a:gs pos="50000">
                <a:schemeClr val="accent6"/>
              </a:gs>
              <a:gs pos="100000">
                <a:srgbClr val="444444"/>
              </a:gs>
            </a:gsLst>
            <a:lin ang="5400000"/>
          </a:gradFill>
          <a:ln w="6350">
            <a:solidFill>
              <a:srgbClr val="DDDDDD"/>
            </a:solidFill>
            <a:miter lim="800000"/>
          </a:ln>
          <a:effectLst>
            <a:outerShdw blurRad="63500" dist="19050" dir="5400000" rotWithShape="0">
              <a:srgbClr val="000000">
                <a:alpha val="63000"/>
              </a:srgbClr>
            </a:outerShdw>
          </a:effectLst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/>
          <a:lstStyle>
            <a:lvl1pPr>
              <a:defRPr sz="3500">
                <a:solidFill>
                  <a:srgbClr val="FFFFFF"/>
                </a:solidFill>
              </a:defRPr>
            </a:lvl1pPr>
          </a:lstStyle>
          <a:p>
            <a:pPr algn="ctr"/>
            <a:fld id="{86CB4B4D-7CA3-9044-876B-883B54F8677D}" type="slidenum">
              <a:pPr algn="ctr"/>
              <a:t>4</a:t>
            </a:fld>
            <a:endParaRPr/>
          </a:p>
        </p:txBody>
      </p:sp>
      <p:sp>
        <p:nvSpPr>
          <p:cNvPr id="13" name="TextBox 6">
            <a:extLst>
              <a:ext uri="{FF2B5EF4-FFF2-40B4-BE49-F238E27FC236}">
                <a16:creationId xmlns:a16="http://schemas.microsoft.com/office/drawing/2014/main" id="{CCA45252-FC9F-4EB1-C733-0ED1C6A33B3A}"/>
              </a:ext>
            </a:extLst>
          </p:cNvPr>
          <p:cNvSpPr txBox="1"/>
          <p:nvPr/>
        </p:nvSpPr>
        <p:spPr>
          <a:xfrm>
            <a:off x="2054899" y="401168"/>
            <a:ext cx="16436299" cy="212365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45719" rIns="45719">
            <a:spAutoFit/>
          </a:bodyPr>
          <a:lstStyle>
            <a:lvl1pPr>
              <a:defRPr sz="6600">
                <a:solidFill>
                  <a:srgbClr val="010101"/>
                </a:solidFill>
                <a:latin typeface="Montserrat Semi Bold"/>
                <a:ea typeface="Montserrat Semi Bold"/>
                <a:cs typeface="Montserrat Semi Bold"/>
                <a:sym typeface="Montserrat Semi Bold"/>
              </a:defRPr>
            </a:lvl1pPr>
          </a:lstStyle>
          <a:p>
            <a:r>
              <a:rPr lang="ru-RU" dirty="0">
                <a:solidFill>
                  <a:schemeClr val="accent6"/>
                </a:solidFill>
              </a:rPr>
              <a:t>КАК РАБОТАТЬ С УЧЕНИКАМИ, </a:t>
            </a:r>
          </a:p>
          <a:p>
            <a:r>
              <a:rPr lang="ru-RU" dirty="0">
                <a:solidFill>
                  <a:schemeClr val="accent6"/>
                </a:solidFill>
              </a:rPr>
              <a:t>КОТОРЫЕ МЕШАЮТ УЧЕБНОМУ ПРОЦЕССУ</a:t>
            </a:r>
          </a:p>
        </p:txBody>
      </p:sp>
      <p:sp>
        <p:nvSpPr>
          <p:cNvPr id="15" name="Rectangle 29">
            <a:extLst>
              <a:ext uri="{FF2B5EF4-FFF2-40B4-BE49-F238E27FC236}">
                <a16:creationId xmlns:a16="http://schemas.microsoft.com/office/drawing/2014/main" id="{0C11DD3A-6124-C2F3-A8A5-C91349B53694}"/>
              </a:ext>
            </a:extLst>
          </p:cNvPr>
          <p:cNvSpPr/>
          <p:nvPr/>
        </p:nvSpPr>
        <p:spPr>
          <a:xfrm flipV="1">
            <a:off x="2054898" y="2452826"/>
            <a:ext cx="15480000" cy="72000"/>
          </a:xfrm>
          <a:prstGeom prst="rect">
            <a:avLst/>
          </a:prstGeom>
          <a:gradFill>
            <a:gsLst>
              <a:gs pos="0">
                <a:srgbClr val="656565"/>
              </a:gs>
              <a:gs pos="50000">
                <a:schemeClr val="accent6"/>
              </a:gs>
              <a:gs pos="100000">
                <a:srgbClr val="444444"/>
              </a:gs>
            </a:gsLst>
            <a:lin ang="5400000"/>
          </a:gradFill>
          <a:ln w="6350">
            <a:solidFill>
              <a:srgbClr val="DDDDDD"/>
            </a:solidFill>
            <a:miter/>
          </a:ln>
          <a:effectLst>
            <a:outerShdw blurRad="63500" dist="19050" dir="5400000" rotWithShape="0">
              <a:srgbClr val="000000">
                <a:alpha val="63000"/>
              </a:srgbClr>
            </a:outerShdw>
          </a:effectLst>
        </p:spPr>
        <p:txBody>
          <a:bodyPr lIns="45719" rIns="45719" anchor="ctr"/>
          <a:lstStyle/>
          <a:p>
            <a:pPr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9" name="object 7">
            <a:extLst>
              <a:ext uri="{FF2B5EF4-FFF2-40B4-BE49-F238E27FC236}">
                <a16:creationId xmlns:a16="http://schemas.microsoft.com/office/drawing/2014/main" id="{8B18DD2C-D9A4-B258-F764-C061A5E5B285}"/>
              </a:ext>
            </a:extLst>
          </p:cNvPr>
          <p:cNvSpPr txBox="1"/>
          <p:nvPr/>
        </p:nvSpPr>
        <p:spPr>
          <a:xfrm>
            <a:off x="2683548" y="4024852"/>
            <a:ext cx="7660602" cy="738984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9255" indent="-377190">
              <a:lnSpc>
                <a:spcPct val="100000"/>
              </a:lnSpc>
              <a:spcBef>
                <a:spcPts val="105"/>
              </a:spcBef>
              <a:buFont typeface="Microsoft Sans Serif"/>
              <a:buChar char="•"/>
              <a:tabLst>
                <a:tab pos="389255" algn="l"/>
                <a:tab pos="389890" algn="l"/>
              </a:tabLst>
            </a:pPr>
            <a:r>
              <a:rPr sz="2800" b="1" spc="-5" dirty="0">
                <a:solidFill>
                  <a:schemeClr val="accent6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Критик</a:t>
            </a:r>
            <a:r>
              <a:rPr sz="2800" b="1" spc="55" dirty="0">
                <a:solidFill>
                  <a:schemeClr val="accent6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 </a:t>
            </a:r>
            <a:r>
              <a:rPr sz="2800" spc="605" dirty="0">
                <a:solidFill>
                  <a:schemeClr val="accent6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–</a:t>
            </a:r>
            <a:r>
              <a:rPr sz="2800" spc="40" dirty="0">
                <a:solidFill>
                  <a:schemeClr val="accent6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 </a:t>
            </a:r>
            <a:r>
              <a:rPr sz="2800" spc="-5" dirty="0">
                <a:solidFill>
                  <a:schemeClr val="accent6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прерывает</a:t>
            </a:r>
            <a:r>
              <a:rPr sz="2800" spc="55" dirty="0">
                <a:solidFill>
                  <a:schemeClr val="accent6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 </a:t>
            </a:r>
            <a:r>
              <a:rPr sz="2800" spc="-5" dirty="0">
                <a:solidFill>
                  <a:schemeClr val="accent6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обучение</a:t>
            </a:r>
            <a:r>
              <a:rPr sz="2800" spc="60" dirty="0">
                <a:solidFill>
                  <a:schemeClr val="accent6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 </a:t>
            </a:r>
            <a:r>
              <a:rPr sz="2800" spc="-10" dirty="0">
                <a:solidFill>
                  <a:schemeClr val="accent6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агрессивными</a:t>
            </a:r>
            <a:r>
              <a:rPr sz="2800" spc="40" dirty="0">
                <a:solidFill>
                  <a:schemeClr val="accent6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 </a:t>
            </a:r>
            <a:r>
              <a:rPr sz="2800" spc="-20" dirty="0">
                <a:solidFill>
                  <a:schemeClr val="accent6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замечаниями.</a:t>
            </a:r>
            <a:endParaRPr sz="2800" dirty="0">
              <a:solidFill>
                <a:schemeClr val="accent6"/>
              </a:solidFill>
              <a:latin typeface="Open Sans Light" panose="020B0306030504020204" pitchFamily="34" charset="0"/>
              <a:ea typeface="Open Sans Light" panose="020B0306030504020204" pitchFamily="34" charset="0"/>
              <a:cs typeface="Open Sans Light" panose="020B0306030504020204" pitchFamily="34" charset="0"/>
            </a:endParaRPr>
          </a:p>
          <a:p>
            <a:pPr>
              <a:lnSpc>
                <a:spcPct val="100000"/>
              </a:lnSpc>
              <a:buClr>
                <a:srgbClr val="525252"/>
              </a:buClr>
              <a:buFont typeface="Microsoft Sans Serif"/>
              <a:buChar char="•"/>
            </a:pPr>
            <a:endParaRPr sz="2800" dirty="0">
              <a:solidFill>
                <a:schemeClr val="accent6"/>
              </a:solidFill>
              <a:latin typeface="Open Sans Light" panose="020B0306030504020204" pitchFamily="34" charset="0"/>
              <a:ea typeface="Open Sans Light" panose="020B0306030504020204" pitchFamily="34" charset="0"/>
              <a:cs typeface="Open Sans Light" panose="020B0306030504020204" pitchFamily="34" charset="0"/>
            </a:endParaRPr>
          </a:p>
          <a:p>
            <a:pPr marL="389255" indent="-377190">
              <a:lnSpc>
                <a:spcPct val="100000"/>
              </a:lnSpc>
              <a:buFont typeface="Microsoft Sans Serif"/>
              <a:buChar char="•"/>
              <a:tabLst>
                <a:tab pos="389255" algn="l"/>
                <a:tab pos="389890" algn="l"/>
              </a:tabLst>
            </a:pPr>
            <a:r>
              <a:rPr sz="2800" b="1" dirty="0">
                <a:solidFill>
                  <a:schemeClr val="accent6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Всезнайка</a:t>
            </a:r>
            <a:r>
              <a:rPr sz="2800" b="1" spc="15" dirty="0">
                <a:solidFill>
                  <a:schemeClr val="accent6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 </a:t>
            </a:r>
            <a:r>
              <a:rPr sz="2800" spc="605" dirty="0">
                <a:solidFill>
                  <a:schemeClr val="accent6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–</a:t>
            </a:r>
            <a:r>
              <a:rPr sz="2800" spc="35" dirty="0">
                <a:solidFill>
                  <a:schemeClr val="accent6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 </a:t>
            </a:r>
            <a:r>
              <a:rPr sz="2800" spc="-10" dirty="0">
                <a:solidFill>
                  <a:schemeClr val="accent6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думает,</a:t>
            </a:r>
            <a:r>
              <a:rPr sz="2800" spc="30" dirty="0">
                <a:solidFill>
                  <a:schemeClr val="accent6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 </a:t>
            </a:r>
            <a:r>
              <a:rPr sz="2800" spc="-10" dirty="0">
                <a:solidFill>
                  <a:schemeClr val="accent6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что</a:t>
            </a:r>
            <a:r>
              <a:rPr sz="2800" spc="40" dirty="0">
                <a:solidFill>
                  <a:schemeClr val="accent6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 </a:t>
            </a:r>
            <a:r>
              <a:rPr sz="2800" spc="-25" dirty="0">
                <a:solidFill>
                  <a:schemeClr val="accent6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знает</a:t>
            </a:r>
            <a:r>
              <a:rPr sz="2800" spc="40" dirty="0">
                <a:solidFill>
                  <a:schemeClr val="accent6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 </a:t>
            </a:r>
            <a:r>
              <a:rPr sz="2800" dirty="0">
                <a:solidFill>
                  <a:schemeClr val="accent6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все</a:t>
            </a:r>
            <a:r>
              <a:rPr sz="2800" spc="25" dirty="0">
                <a:solidFill>
                  <a:schemeClr val="accent6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 </a:t>
            </a:r>
            <a:r>
              <a:rPr sz="2800" spc="-5" dirty="0">
                <a:solidFill>
                  <a:schemeClr val="accent6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лучше</a:t>
            </a:r>
            <a:r>
              <a:rPr sz="2800" spc="40" dirty="0">
                <a:solidFill>
                  <a:schemeClr val="accent6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 </a:t>
            </a:r>
            <a:r>
              <a:rPr sz="2800" dirty="0">
                <a:solidFill>
                  <a:schemeClr val="accent6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всех.</a:t>
            </a:r>
          </a:p>
          <a:p>
            <a:pPr>
              <a:lnSpc>
                <a:spcPct val="100000"/>
              </a:lnSpc>
              <a:spcBef>
                <a:spcPts val="50"/>
              </a:spcBef>
              <a:buClr>
                <a:srgbClr val="525252"/>
              </a:buClr>
              <a:buFont typeface="Microsoft Sans Serif"/>
              <a:buChar char="•"/>
            </a:pPr>
            <a:endParaRPr sz="2800" dirty="0">
              <a:solidFill>
                <a:schemeClr val="accent6"/>
              </a:solidFill>
              <a:latin typeface="Open Sans Light" panose="020B0306030504020204" pitchFamily="34" charset="0"/>
              <a:ea typeface="Open Sans Light" panose="020B0306030504020204" pitchFamily="34" charset="0"/>
              <a:cs typeface="Open Sans Light" panose="020B0306030504020204" pitchFamily="34" charset="0"/>
            </a:endParaRPr>
          </a:p>
          <a:p>
            <a:pPr marL="389255" indent="-377190">
              <a:lnSpc>
                <a:spcPct val="100000"/>
              </a:lnSpc>
              <a:buFont typeface="Microsoft Sans Serif"/>
              <a:buChar char="•"/>
              <a:tabLst>
                <a:tab pos="389255" algn="l"/>
                <a:tab pos="389890" algn="l"/>
              </a:tabLst>
            </a:pPr>
            <a:r>
              <a:rPr sz="2800" b="1" spc="-5" dirty="0">
                <a:solidFill>
                  <a:schemeClr val="accent6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Занятой</a:t>
            </a:r>
            <a:r>
              <a:rPr sz="2800" b="1" spc="50" dirty="0">
                <a:solidFill>
                  <a:schemeClr val="accent6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 </a:t>
            </a:r>
            <a:r>
              <a:rPr sz="2800" spc="605" dirty="0">
                <a:solidFill>
                  <a:schemeClr val="accent6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–</a:t>
            </a:r>
            <a:r>
              <a:rPr sz="2800" spc="30" dirty="0">
                <a:solidFill>
                  <a:schemeClr val="accent6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 </a:t>
            </a:r>
            <a:r>
              <a:rPr sz="2800" spc="-5" dirty="0">
                <a:solidFill>
                  <a:schemeClr val="accent6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не</a:t>
            </a:r>
            <a:r>
              <a:rPr sz="2800" spc="30" dirty="0">
                <a:solidFill>
                  <a:schemeClr val="accent6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 </a:t>
            </a:r>
            <a:r>
              <a:rPr sz="2800" spc="-5" dirty="0">
                <a:solidFill>
                  <a:schemeClr val="accent6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хочет</a:t>
            </a:r>
            <a:r>
              <a:rPr sz="2800" spc="25" dirty="0">
                <a:solidFill>
                  <a:schemeClr val="accent6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 </a:t>
            </a:r>
            <a:r>
              <a:rPr sz="2800" spc="-5" dirty="0">
                <a:solidFill>
                  <a:schemeClr val="accent6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учиться</a:t>
            </a:r>
            <a:r>
              <a:rPr sz="2800" spc="45" dirty="0">
                <a:solidFill>
                  <a:schemeClr val="accent6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 </a:t>
            </a:r>
            <a:r>
              <a:rPr sz="2800" dirty="0">
                <a:solidFill>
                  <a:schemeClr val="accent6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и</a:t>
            </a:r>
            <a:r>
              <a:rPr sz="2800" spc="15" dirty="0">
                <a:solidFill>
                  <a:schemeClr val="accent6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 </a:t>
            </a:r>
            <a:r>
              <a:rPr sz="2800" spc="-5" dirty="0">
                <a:solidFill>
                  <a:schemeClr val="accent6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«очень</a:t>
            </a:r>
            <a:r>
              <a:rPr sz="2800" spc="40" dirty="0">
                <a:solidFill>
                  <a:schemeClr val="accent6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 </a:t>
            </a:r>
            <a:r>
              <a:rPr sz="2800" spc="-15" dirty="0">
                <a:solidFill>
                  <a:schemeClr val="accent6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занят».</a:t>
            </a:r>
            <a:endParaRPr sz="2800" dirty="0">
              <a:solidFill>
                <a:schemeClr val="accent6"/>
              </a:solidFill>
              <a:latin typeface="Open Sans Light" panose="020B0306030504020204" pitchFamily="34" charset="0"/>
              <a:ea typeface="Open Sans Light" panose="020B0306030504020204" pitchFamily="34" charset="0"/>
              <a:cs typeface="Open Sans Light" panose="020B0306030504020204" pitchFamily="34" charset="0"/>
            </a:endParaRPr>
          </a:p>
          <a:p>
            <a:pPr>
              <a:lnSpc>
                <a:spcPct val="100000"/>
              </a:lnSpc>
              <a:spcBef>
                <a:spcPts val="55"/>
              </a:spcBef>
              <a:buClr>
                <a:srgbClr val="525252"/>
              </a:buClr>
              <a:buFont typeface="Microsoft Sans Serif"/>
              <a:buChar char="•"/>
            </a:pPr>
            <a:endParaRPr sz="2800" dirty="0">
              <a:solidFill>
                <a:schemeClr val="accent6"/>
              </a:solidFill>
              <a:latin typeface="Open Sans Light" panose="020B0306030504020204" pitchFamily="34" charset="0"/>
              <a:ea typeface="Open Sans Light" panose="020B0306030504020204" pitchFamily="34" charset="0"/>
              <a:cs typeface="Open Sans Light" panose="020B0306030504020204" pitchFamily="34" charset="0"/>
            </a:endParaRPr>
          </a:p>
          <a:p>
            <a:pPr marL="389255" indent="-377190">
              <a:lnSpc>
                <a:spcPct val="100000"/>
              </a:lnSpc>
              <a:buFont typeface="Microsoft Sans Serif"/>
              <a:buChar char="•"/>
              <a:tabLst>
                <a:tab pos="389255" algn="l"/>
                <a:tab pos="389890" algn="l"/>
              </a:tabLst>
            </a:pPr>
            <a:r>
              <a:rPr sz="2800" b="1" spc="-5" dirty="0">
                <a:solidFill>
                  <a:schemeClr val="accent6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Застенчивый</a:t>
            </a:r>
            <a:r>
              <a:rPr sz="2800" b="1" spc="65" dirty="0">
                <a:solidFill>
                  <a:schemeClr val="accent6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 </a:t>
            </a:r>
            <a:r>
              <a:rPr sz="2800" spc="605" dirty="0">
                <a:solidFill>
                  <a:schemeClr val="accent6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–</a:t>
            </a:r>
            <a:r>
              <a:rPr sz="2800" spc="45" dirty="0">
                <a:solidFill>
                  <a:schemeClr val="accent6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 </a:t>
            </a:r>
            <a:r>
              <a:rPr sz="2800" spc="-5" dirty="0">
                <a:solidFill>
                  <a:schemeClr val="accent6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не</a:t>
            </a:r>
            <a:r>
              <a:rPr sz="2800" spc="40" dirty="0">
                <a:solidFill>
                  <a:schemeClr val="accent6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 </a:t>
            </a:r>
            <a:r>
              <a:rPr sz="2800" spc="-5" dirty="0">
                <a:solidFill>
                  <a:schemeClr val="accent6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участвует</a:t>
            </a:r>
            <a:r>
              <a:rPr sz="2800" spc="40" dirty="0">
                <a:solidFill>
                  <a:schemeClr val="accent6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 </a:t>
            </a:r>
            <a:r>
              <a:rPr sz="2800" dirty="0">
                <a:solidFill>
                  <a:schemeClr val="accent6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в</a:t>
            </a:r>
            <a:r>
              <a:rPr sz="2800" spc="40" dirty="0">
                <a:solidFill>
                  <a:schemeClr val="accent6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 </a:t>
            </a:r>
            <a:r>
              <a:rPr sz="2800" spc="-5" dirty="0">
                <a:solidFill>
                  <a:schemeClr val="accent6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процессе</a:t>
            </a:r>
            <a:r>
              <a:rPr sz="2800" spc="45" dirty="0">
                <a:solidFill>
                  <a:schemeClr val="accent6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 </a:t>
            </a:r>
            <a:r>
              <a:rPr sz="2800" spc="-10" dirty="0">
                <a:solidFill>
                  <a:schemeClr val="accent6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обучения.</a:t>
            </a:r>
            <a:r>
              <a:rPr sz="2800" spc="50" dirty="0">
                <a:solidFill>
                  <a:schemeClr val="accent6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 </a:t>
            </a:r>
            <a:r>
              <a:rPr sz="2800" dirty="0">
                <a:solidFill>
                  <a:schemeClr val="accent6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Боится</a:t>
            </a:r>
            <a:r>
              <a:rPr sz="2800" spc="40" dirty="0">
                <a:solidFill>
                  <a:schemeClr val="accent6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 </a:t>
            </a:r>
            <a:r>
              <a:rPr sz="2800" spc="-5" dirty="0">
                <a:solidFill>
                  <a:schemeClr val="accent6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выглядеть</a:t>
            </a:r>
            <a:r>
              <a:rPr sz="2800" spc="65" dirty="0">
                <a:solidFill>
                  <a:schemeClr val="accent6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 </a:t>
            </a:r>
            <a:r>
              <a:rPr sz="2800" spc="-5" dirty="0">
                <a:solidFill>
                  <a:schemeClr val="accent6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глупо.</a:t>
            </a:r>
            <a:endParaRPr sz="2800" dirty="0">
              <a:solidFill>
                <a:schemeClr val="accent6"/>
              </a:solidFill>
              <a:latin typeface="Open Sans Light" panose="020B0306030504020204" pitchFamily="34" charset="0"/>
              <a:ea typeface="Open Sans Light" panose="020B0306030504020204" pitchFamily="34" charset="0"/>
              <a:cs typeface="Open Sans Light" panose="020B0306030504020204" pitchFamily="34" charset="0"/>
            </a:endParaRPr>
          </a:p>
          <a:p>
            <a:pPr>
              <a:lnSpc>
                <a:spcPct val="100000"/>
              </a:lnSpc>
              <a:spcBef>
                <a:spcPts val="50"/>
              </a:spcBef>
              <a:buClr>
                <a:srgbClr val="525252"/>
              </a:buClr>
              <a:buFont typeface="Microsoft Sans Serif"/>
              <a:buChar char="•"/>
            </a:pPr>
            <a:endParaRPr sz="2800" dirty="0">
              <a:solidFill>
                <a:schemeClr val="accent6"/>
              </a:solidFill>
              <a:latin typeface="Open Sans Light" panose="020B0306030504020204" pitchFamily="34" charset="0"/>
              <a:ea typeface="Open Sans Light" panose="020B0306030504020204" pitchFamily="34" charset="0"/>
              <a:cs typeface="Open Sans Light" panose="020B0306030504020204" pitchFamily="34" charset="0"/>
            </a:endParaRPr>
          </a:p>
          <a:p>
            <a:pPr marL="389255" indent="-377190">
              <a:lnSpc>
                <a:spcPct val="100000"/>
              </a:lnSpc>
              <a:buFont typeface="Microsoft Sans Serif"/>
              <a:buChar char="•"/>
              <a:tabLst>
                <a:tab pos="389255" algn="l"/>
                <a:tab pos="389890" algn="l"/>
              </a:tabLst>
            </a:pPr>
            <a:r>
              <a:rPr sz="2800" b="1" spc="-5" dirty="0">
                <a:solidFill>
                  <a:schemeClr val="accent6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Шутник</a:t>
            </a:r>
            <a:r>
              <a:rPr sz="2800" b="1" spc="45" dirty="0">
                <a:solidFill>
                  <a:schemeClr val="accent6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 </a:t>
            </a:r>
            <a:r>
              <a:rPr sz="2800" spc="605" dirty="0">
                <a:solidFill>
                  <a:schemeClr val="accent6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–</a:t>
            </a:r>
            <a:r>
              <a:rPr sz="2800" spc="40" dirty="0">
                <a:solidFill>
                  <a:schemeClr val="accent6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 </a:t>
            </a:r>
            <a:r>
              <a:rPr sz="2800" spc="-5" dirty="0">
                <a:solidFill>
                  <a:schemeClr val="accent6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думает,</a:t>
            </a:r>
            <a:r>
              <a:rPr sz="2800" spc="35" dirty="0">
                <a:solidFill>
                  <a:schemeClr val="accent6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 </a:t>
            </a:r>
            <a:r>
              <a:rPr sz="2800" spc="-10" dirty="0">
                <a:solidFill>
                  <a:schemeClr val="accent6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что</a:t>
            </a:r>
            <a:r>
              <a:rPr sz="2800" spc="45" dirty="0">
                <a:solidFill>
                  <a:schemeClr val="accent6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 </a:t>
            </a:r>
            <a:r>
              <a:rPr sz="2800" spc="-10" dirty="0">
                <a:solidFill>
                  <a:schemeClr val="accent6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умеет</a:t>
            </a:r>
            <a:r>
              <a:rPr sz="2800" spc="35" dirty="0">
                <a:solidFill>
                  <a:schemeClr val="accent6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 </a:t>
            </a:r>
            <a:r>
              <a:rPr sz="2800" dirty="0">
                <a:solidFill>
                  <a:schemeClr val="accent6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хорошо</a:t>
            </a:r>
            <a:r>
              <a:rPr sz="2800" spc="50" dirty="0">
                <a:solidFill>
                  <a:schemeClr val="accent6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 </a:t>
            </a:r>
            <a:r>
              <a:rPr sz="2800" dirty="0">
                <a:solidFill>
                  <a:schemeClr val="accent6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шутить</a:t>
            </a:r>
            <a:r>
              <a:rPr sz="2800" spc="35" dirty="0">
                <a:solidFill>
                  <a:schemeClr val="accent6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 </a:t>
            </a:r>
            <a:r>
              <a:rPr sz="2800" dirty="0">
                <a:solidFill>
                  <a:schemeClr val="accent6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и</a:t>
            </a:r>
            <a:r>
              <a:rPr sz="2800" spc="35" dirty="0">
                <a:solidFill>
                  <a:schemeClr val="accent6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 </a:t>
            </a:r>
            <a:r>
              <a:rPr sz="2800" spc="5" dirty="0">
                <a:solidFill>
                  <a:schemeClr val="accent6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делает</a:t>
            </a:r>
            <a:r>
              <a:rPr sz="2800" spc="60" dirty="0">
                <a:solidFill>
                  <a:schemeClr val="accent6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 </a:t>
            </a:r>
            <a:r>
              <a:rPr sz="2800" spc="10" dirty="0">
                <a:solidFill>
                  <a:schemeClr val="accent6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это</a:t>
            </a:r>
            <a:r>
              <a:rPr sz="2800" spc="25" dirty="0">
                <a:solidFill>
                  <a:schemeClr val="accent6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 </a:t>
            </a:r>
            <a:r>
              <a:rPr sz="2800" spc="-5" dirty="0">
                <a:solidFill>
                  <a:schemeClr val="accent6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постоянно.</a:t>
            </a:r>
            <a:endParaRPr sz="2800" dirty="0">
              <a:solidFill>
                <a:schemeClr val="accent6"/>
              </a:solidFill>
              <a:latin typeface="Open Sans Light" panose="020B0306030504020204" pitchFamily="34" charset="0"/>
              <a:ea typeface="Open Sans Light" panose="020B0306030504020204" pitchFamily="34" charset="0"/>
              <a:cs typeface="Open Sans Light" panose="020B0306030504020204" pitchFamily="34" charset="0"/>
            </a:endParaRPr>
          </a:p>
          <a:p>
            <a:pPr>
              <a:lnSpc>
                <a:spcPct val="100000"/>
              </a:lnSpc>
              <a:spcBef>
                <a:spcPts val="55"/>
              </a:spcBef>
              <a:buClr>
                <a:srgbClr val="525252"/>
              </a:buClr>
              <a:buFont typeface="Microsoft Sans Serif"/>
              <a:buChar char="•"/>
            </a:pPr>
            <a:endParaRPr sz="2800" dirty="0">
              <a:solidFill>
                <a:schemeClr val="accent6"/>
              </a:solidFill>
              <a:latin typeface="Open Sans Light" panose="020B0306030504020204" pitchFamily="34" charset="0"/>
              <a:ea typeface="Open Sans Light" panose="020B0306030504020204" pitchFamily="34" charset="0"/>
              <a:cs typeface="Open Sans Light" panose="020B0306030504020204" pitchFamily="34" charset="0"/>
            </a:endParaRPr>
          </a:p>
          <a:p>
            <a:pPr marL="389255" indent="-377190">
              <a:lnSpc>
                <a:spcPct val="100000"/>
              </a:lnSpc>
              <a:buFont typeface="Microsoft Sans Serif"/>
              <a:buChar char="•"/>
              <a:tabLst>
                <a:tab pos="389255" algn="l"/>
                <a:tab pos="389890" algn="l"/>
              </a:tabLst>
            </a:pPr>
            <a:r>
              <a:rPr sz="2800" b="1" dirty="0">
                <a:solidFill>
                  <a:schemeClr val="accent6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Помощник</a:t>
            </a:r>
            <a:r>
              <a:rPr sz="2800" b="1" spc="20" dirty="0">
                <a:solidFill>
                  <a:schemeClr val="accent6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 </a:t>
            </a:r>
            <a:r>
              <a:rPr sz="2800" spc="605" dirty="0">
                <a:solidFill>
                  <a:schemeClr val="accent6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–</a:t>
            </a:r>
            <a:r>
              <a:rPr sz="2800" spc="10" dirty="0">
                <a:solidFill>
                  <a:schemeClr val="accent6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 </a:t>
            </a:r>
            <a:r>
              <a:rPr sz="2800" spc="-20" dirty="0">
                <a:solidFill>
                  <a:schemeClr val="accent6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подсказывает</a:t>
            </a:r>
            <a:r>
              <a:rPr sz="2800" spc="35" dirty="0">
                <a:solidFill>
                  <a:schemeClr val="accent6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 </a:t>
            </a:r>
            <a:r>
              <a:rPr sz="2800" dirty="0">
                <a:solidFill>
                  <a:schemeClr val="accent6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преподавателю.</a:t>
            </a:r>
          </a:p>
        </p:txBody>
      </p:sp>
      <p:pic>
        <p:nvPicPr>
          <p:cNvPr id="3076" name="Picture 4" descr="Picture background">
            <a:extLst>
              <a:ext uri="{FF2B5EF4-FFF2-40B4-BE49-F238E27FC236}">
                <a16:creationId xmlns:a16="http://schemas.microsoft.com/office/drawing/2014/main" id="{1DAF43C3-FF02-4AB9-A923-96AEB864FD4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44150" y="3837675"/>
            <a:ext cx="11134649" cy="70294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74006971"/>
      </p:ext>
    </p:extLst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 descr="Picture background">
            <a:extLst>
              <a:ext uri="{FF2B5EF4-FFF2-40B4-BE49-F238E27FC236}">
                <a16:creationId xmlns:a16="http://schemas.microsoft.com/office/drawing/2014/main" id="{3B0B4147-67F9-4F55-9693-1FC39E1DDA5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9950" y="2740826"/>
            <a:ext cx="14760861" cy="98405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66" name="Номер слайда"/>
          <p:cNvSpPr txBox="1">
            <a:spLocks noGrp="1"/>
          </p:cNvSpPr>
          <p:nvPr>
            <p:ph type="sldNum" sz="quarter" idx="4294967295"/>
          </p:nvPr>
        </p:nvSpPr>
        <p:spPr>
          <a:xfrm>
            <a:off x="0" y="6516000"/>
            <a:ext cx="684000" cy="684000"/>
          </a:xfrm>
          <a:prstGeom prst="rect">
            <a:avLst/>
          </a:prstGeom>
          <a:gradFill>
            <a:gsLst>
              <a:gs pos="0">
                <a:srgbClr val="656565"/>
              </a:gs>
              <a:gs pos="50000">
                <a:schemeClr val="accent6"/>
              </a:gs>
              <a:gs pos="100000">
                <a:srgbClr val="444444"/>
              </a:gs>
            </a:gsLst>
            <a:lin ang="5400000"/>
          </a:gradFill>
          <a:ln w="6350">
            <a:solidFill>
              <a:srgbClr val="DDDDDD"/>
            </a:solidFill>
            <a:miter lim="800000"/>
          </a:ln>
          <a:effectLst>
            <a:outerShdw blurRad="63500" dist="19050" dir="5400000" rotWithShape="0">
              <a:srgbClr val="000000">
                <a:alpha val="63000"/>
              </a:srgbClr>
            </a:outerShdw>
          </a:effectLst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/>
          <a:lstStyle>
            <a:lvl1pPr>
              <a:defRPr sz="3500">
                <a:solidFill>
                  <a:srgbClr val="FFFFFF"/>
                </a:solidFill>
              </a:defRPr>
            </a:lvl1pPr>
          </a:lstStyle>
          <a:p>
            <a:pPr algn="ctr"/>
            <a:fld id="{86CB4B4D-7CA3-9044-876B-883B54F8677D}" type="slidenum">
              <a:pPr algn="ctr"/>
              <a:t>5</a:t>
            </a:fld>
            <a:endParaRPr/>
          </a:p>
        </p:txBody>
      </p:sp>
      <p:sp>
        <p:nvSpPr>
          <p:cNvPr id="13" name="TextBox 6">
            <a:extLst>
              <a:ext uri="{FF2B5EF4-FFF2-40B4-BE49-F238E27FC236}">
                <a16:creationId xmlns:a16="http://schemas.microsoft.com/office/drawing/2014/main" id="{CCA45252-FC9F-4EB1-C733-0ED1C6A33B3A}"/>
              </a:ext>
            </a:extLst>
          </p:cNvPr>
          <p:cNvSpPr txBox="1"/>
          <p:nvPr/>
        </p:nvSpPr>
        <p:spPr>
          <a:xfrm>
            <a:off x="2054899" y="1344830"/>
            <a:ext cx="13451801" cy="110799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45719" rIns="45719">
            <a:spAutoFit/>
          </a:bodyPr>
          <a:lstStyle>
            <a:lvl1pPr>
              <a:defRPr sz="6600">
                <a:solidFill>
                  <a:srgbClr val="010101"/>
                </a:solidFill>
                <a:latin typeface="Montserrat Semi Bold"/>
                <a:ea typeface="Montserrat Semi Bold"/>
                <a:cs typeface="Montserrat Semi Bold"/>
                <a:sym typeface="Montserrat Semi Bold"/>
              </a:defRPr>
            </a:lvl1pPr>
          </a:lstStyle>
          <a:p>
            <a:r>
              <a:rPr lang="ru-RU" dirty="0">
                <a:solidFill>
                  <a:schemeClr val="accent6"/>
                </a:solidFill>
              </a:rPr>
              <a:t>РАЗЛИЧНЫЙ УРОВЕНЬ ПОДГОТОВКИ</a:t>
            </a:r>
          </a:p>
        </p:txBody>
      </p:sp>
      <p:sp>
        <p:nvSpPr>
          <p:cNvPr id="15" name="Rectangle 29">
            <a:extLst>
              <a:ext uri="{FF2B5EF4-FFF2-40B4-BE49-F238E27FC236}">
                <a16:creationId xmlns:a16="http://schemas.microsoft.com/office/drawing/2014/main" id="{0C11DD3A-6124-C2F3-A8A5-C91349B53694}"/>
              </a:ext>
            </a:extLst>
          </p:cNvPr>
          <p:cNvSpPr/>
          <p:nvPr/>
        </p:nvSpPr>
        <p:spPr>
          <a:xfrm>
            <a:off x="2054898" y="2524826"/>
            <a:ext cx="13392000" cy="72000"/>
          </a:xfrm>
          <a:prstGeom prst="rect">
            <a:avLst/>
          </a:prstGeom>
          <a:gradFill>
            <a:gsLst>
              <a:gs pos="0">
                <a:srgbClr val="656565"/>
              </a:gs>
              <a:gs pos="50000">
                <a:schemeClr val="accent6"/>
              </a:gs>
              <a:gs pos="100000">
                <a:srgbClr val="444444"/>
              </a:gs>
            </a:gsLst>
            <a:lin ang="5400000"/>
          </a:gradFill>
          <a:ln w="6350">
            <a:solidFill>
              <a:srgbClr val="DDDDDD"/>
            </a:solidFill>
            <a:miter/>
          </a:ln>
          <a:effectLst>
            <a:outerShdw blurRad="63500" dist="19050" dir="5400000" rotWithShape="0">
              <a:srgbClr val="000000">
                <a:alpha val="63000"/>
              </a:srgbClr>
            </a:outerShdw>
          </a:effectLst>
        </p:spPr>
        <p:txBody>
          <a:bodyPr lIns="45719" rIns="45719" anchor="ctr"/>
          <a:lstStyle/>
          <a:p>
            <a:pPr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7" name="object 9">
            <a:extLst>
              <a:ext uri="{FF2B5EF4-FFF2-40B4-BE49-F238E27FC236}">
                <a16:creationId xmlns:a16="http://schemas.microsoft.com/office/drawing/2014/main" id="{BCAAECF1-A2BD-4400-694B-700AB642EF44}"/>
              </a:ext>
            </a:extLst>
          </p:cNvPr>
          <p:cNvSpPr txBox="1"/>
          <p:nvPr/>
        </p:nvSpPr>
        <p:spPr>
          <a:xfrm>
            <a:off x="14589648" y="5241451"/>
            <a:ext cx="8463134" cy="3917098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600" b="1" dirty="0">
                <a:solidFill>
                  <a:schemeClr val="accent6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Обмен</a:t>
            </a:r>
            <a:r>
              <a:rPr sz="3600" b="1" spc="-30" dirty="0">
                <a:solidFill>
                  <a:schemeClr val="accent6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 </a:t>
            </a:r>
            <a:r>
              <a:rPr sz="3600" b="1" spc="-5" dirty="0">
                <a:solidFill>
                  <a:schemeClr val="accent6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опытом:</a:t>
            </a:r>
            <a:endParaRPr sz="3600" dirty="0">
              <a:solidFill>
                <a:schemeClr val="accent6"/>
              </a:solidFill>
              <a:latin typeface="Open Sans Light" panose="020B0306030504020204" pitchFamily="34" charset="0"/>
              <a:ea typeface="Open Sans Light" panose="020B0306030504020204" pitchFamily="34" charset="0"/>
              <a:cs typeface="Open Sans Light" panose="020B0306030504020204" pitchFamily="34" charset="0"/>
            </a:endParaRPr>
          </a:p>
          <a:p>
            <a:pPr>
              <a:lnSpc>
                <a:spcPct val="100000"/>
              </a:lnSpc>
            </a:pPr>
            <a:endParaRPr sz="3600" dirty="0">
              <a:solidFill>
                <a:schemeClr val="accent6"/>
              </a:solidFill>
              <a:latin typeface="Open Sans Light" panose="020B0306030504020204" pitchFamily="34" charset="0"/>
              <a:ea typeface="Open Sans Light" panose="020B0306030504020204" pitchFamily="34" charset="0"/>
              <a:cs typeface="Open Sans Light" panose="020B0306030504020204" pitchFamily="34" charset="0"/>
            </a:endParaRPr>
          </a:p>
          <a:p>
            <a:pPr marL="389255" indent="-377190">
              <a:lnSpc>
                <a:spcPct val="100000"/>
              </a:lnSpc>
              <a:buFont typeface="Wingdings"/>
              <a:buChar char=""/>
              <a:tabLst>
                <a:tab pos="389890" algn="l"/>
              </a:tabLst>
            </a:pPr>
            <a:r>
              <a:rPr sz="3600" dirty="0">
                <a:solidFill>
                  <a:schemeClr val="accent6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Преподаватель</a:t>
            </a:r>
            <a:r>
              <a:rPr sz="3600" spc="45" dirty="0">
                <a:solidFill>
                  <a:schemeClr val="accent6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 </a:t>
            </a:r>
            <a:r>
              <a:rPr sz="3600" spc="605" dirty="0">
                <a:solidFill>
                  <a:schemeClr val="accent6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–</a:t>
            </a:r>
            <a:r>
              <a:rPr sz="3600" dirty="0">
                <a:solidFill>
                  <a:schemeClr val="accent6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 </a:t>
            </a:r>
            <a:r>
              <a:rPr sz="3600" spc="5" dirty="0">
                <a:solidFill>
                  <a:schemeClr val="accent6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слушатель</a:t>
            </a:r>
            <a:endParaRPr sz="3600" dirty="0">
              <a:solidFill>
                <a:schemeClr val="accent6"/>
              </a:solidFill>
              <a:latin typeface="Open Sans Light" panose="020B0306030504020204" pitchFamily="34" charset="0"/>
              <a:ea typeface="Open Sans Light" panose="020B0306030504020204" pitchFamily="34" charset="0"/>
              <a:cs typeface="Open Sans Light" panose="020B0306030504020204" pitchFamily="34" charset="0"/>
            </a:endParaRPr>
          </a:p>
          <a:p>
            <a:pPr>
              <a:lnSpc>
                <a:spcPct val="100000"/>
              </a:lnSpc>
              <a:spcBef>
                <a:spcPts val="50"/>
              </a:spcBef>
              <a:buClr>
                <a:srgbClr val="525252"/>
              </a:buClr>
              <a:buFont typeface="Wingdings"/>
              <a:buChar char=""/>
            </a:pPr>
            <a:endParaRPr sz="3600" dirty="0">
              <a:solidFill>
                <a:schemeClr val="accent6"/>
              </a:solidFill>
              <a:latin typeface="Open Sans Light" panose="020B0306030504020204" pitchFamily="34" charset="0"/>
              <a:ea typeface="Open Sans Light" panose="020B0306030504020204" pitchFamily="34" charset="0"/>
              <a:cs typeface="Open Sans Light" panose="020B0306030504020204" pitchFamily="34" charset="0"/>
            </a:endParaRPr>
          </a:p>
          <a:p>
            <a:pPr marL="389255" indent="-377190">
              <a:lnSpc>
                <a:spcPct val="100000"/>
              </a:lnSpc>
              <a:buFont typeface="Wingdings"/>
              <a:buChar char=""/>
              <a:tabLst>
                <a:tab pos="389890" algn="l"/>
              </a:tabLst>
            </a:pPr>
            <a:r>
              <a:rPr sz="3600" spc="5" dirty="0">
                <a:solidFill>
                  <a:schemeClr val="accent6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Слушатель</a:t>
            </a:r>
            <a:r>
              <a:rPr sz="3600" spc="25" dirty="0">
                <a:solidFill>
                  <a:schemeClr val="accent6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 </a:t>
            </a:r>
            <a:r>
              <a:rPr sz="3600" spc="605" dirty="0">
                <a:solidFill>
                  <a:schemeClr val="accent6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–</a:t>
            </a:r>
            <a:r>
              <a:rPr sz="3600" dirty="0">
                <a:solidFill>
                  <a:schemeClr val="accent6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 преподаватель</a:t>
            </a:r>
          </a:p>
          <a:p>
            <a:pPr>
              <a:lnSpc>
                <a:spcPct val="100000"/>
              </a:lnSpc>
              <a:spcBef>
                <a:spcPts val="55"/>
              </a:spcBef>
              <a:buClr>
                <a:srgbClr val="525252"/>
              </a:buClr>
              <a:buFont typeface="Wingdings"/>
              <a:buChar char=""/>
            </a:pPr>
            <a:endParaRPr sz="3600" dirty="0">
              <a:solidFill>
                <a:schemeClr val="accent6"/>
              </a:solidFill>
              <a:latin typeface="Open Sans Light" panose="020B0306030504020204" pitchFamily="34" charset="0"/>
              <a:ea typeface="Open Sans Light" panose="020B0306030504020204" pitchFamily="34" charset="0"/>
              <a:cs typeface="Open Sans Light" panose="020B0306030504020204" pitchFamily="34" charset="0"/>
            </a:endParaRPr>
          </a:p>
          <a:p>
            <a:pPr marL="389255" indent="-377190">
              <a:lnSpc>
                <a:spcPct val="100000"/>
              </a:lnSpc>
              <a:buFont typeface="Wingdings"/>
              <a:buChar char=""/>
              <a:tabLst>
                <a:tab pos="389890" algn="l"/>
              </a:tabLst>
            </a:pPr>
            <a:r>
              <a:rPr sz="3600" spc="5" dirty="0">
                <a:solidFill>
                  <a:schemeClr val="accent6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Слушатель</a:t>
            </a:r>
            <a:r>
              <a:rPr sz="3600" spc="45" dirty="0">
                <a:solidFill>
                  <a:schemeClr val="accent6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 </a:t>
            </a:r>
            <a:r>
              <a:rPr sz="3600" spc="605" dirty="0">
                <a:solidFill>
                  <a:schemeClr val="accent6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–</a:t>
            </a:r>
            <a:r>
              <a:rPr sz="3600" spc="15" dirty="0">
                <a:solidFill>
                  <a:schemeClr val="accent6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 </a:t>
            </a:r>
            <a:r>
              <a:rPr sz="3600" spc="5" dirty="0">
                <a:solidFill>
                  <a:schemeClr val="accent6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слушатель</a:t>
            </a:r>
            <a:endParaRPr sz="3600" dirty="0">
              <a:solidFill>
                <a:schemeClr val="accent6"/>
              </a:solidFill>
              <a:latin typeface="Open Sans Light" panose="020B0306030504020204" pitchFamily="34" charset="0"/>
              <a:ea typeface="Open Sans Light" panose="020B0306030504020204" pitchFamily="34" charset="0"/>
              <a:cs typeface="Open Sans Light" panose="020B030603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32256489"/>
      </p:ext>
    </p:extLst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 descr="Picture background">
            <a:extLst>
              <a:ext uri="{FF2B5EF4-FFF2-40B4-BE49-F238E27FC236}">
                <a16:creationId xmlns:a16="http://schemas.microsoft.com/office/drawing/2014/main" id="{278832C8-5D90-490F-BAB4-40857ED03A8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89524" y="914558"/>
            <a:ext cx="18856325" cy="125708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66" name="Номер слайда"/>
          <p:cNvSpPr txBox="1">
            <a:spLocks noGrp="1"/>
          </p:cNvSpPr>
          <p:nvPr>
            <p:ph type="sldNum" sz="quarter" idx="4294967295"/>
          </p:nvPr>
        </p:nvSpPr>
        <p:spPr>
          <a:xfrm>
            <a:off x="0" y="6516000"/>
            <a:ext cx="684000" cy="684000"/>
          </a:xfrm>
          <a:prstGeom prst="rect">
            <a:avLst/>
          </a:prstGeom>
          <a:gradFill>
            <a:gsLst>
              <a:gs pos="0">
                <a:srgbClr val="656565"/>
              </a:gs>
              <a:gs pos="50000">
                <a:schemeClr val="accent6"/>
              </a:gs>
              <a:gs pos="100000">
                <a:srgbClr val="444444"/>
              </a:gs>
            </a:gsLst>
            <a:lin ang="5400000"/>
          </a:gradFill>
          <a:ln w="6350">
            <a:solidFill>
              <a:srgbClr val="DDDDDD"/>
            </a:solidFill>
            <a:miter lim="800000"/>
          </a:ln>
          <a:effectLst>
            <a:outerShdw blurRad="63500" dist="19050" dir="5400000" rotWithShape="0">
              <a:srgbClr val="000000">
                <a:alpha val="63000"/>
              </a:srgbClr>
            </a:outerShdw>
          </a:effectLst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/>
          <a:lstStyle>
            <a:lvl1pPr>
              <a:defRPr sz="3500">
                <a:solidFill>
                  <a:srgbClr val="FFFFFF"/>
                </a:solidFill>
              </a:defRPr>
            </a:lvl1pPr>
          </a:lstStyle>
          <a:p>
            <a:pPr algn="ctr"/>
            <a:fld id="{86CB4B4D-7CA3-9044-876B-883B54F8677D}" type="slidenum">
              <a:pPr algn="ctr"/>
              <a:t>6</a:t>
            </a:fld>
            <a:endParaRPr/>
          </a:p>
        </p:txBody>
      </p:sp>
      <p:sp>
        <p:nvSpPr>
          <p:cNvPr id="13" name="TextBox 6">
            <a:extLst>
              <a:ext uri="{FF2B5EF4-FFF2-40B4-BE49-F238E27FC236}">
                <a16:creationId xmlns:a16="http://schemas.microsoft.com/office/drawing/2014/main" id="{CCA45252-FC9F-4EB1-C733-0ED1C6A33B3A}"/>
              </a:ext>
            </a:extLst>
          </p:cNvPr>
          <p:cNvSpPr txBox="1"/>
          <p:nvPr/>
        </p:nvSpPr>
        <p:spPr>
          <a:xfrm>
            <a:off x="2054899" y="1344830"/>
            <a:ext cx="9184601" cy="110799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45719" rIns="45719">
            <a:spAutoFit/>
          </a:bodyPr>
          <a:lstStyle>
            <a:lvl1pPr>
              <a:defRPr sz="6600">
                <a:solidFill>
                  <a:srgbClr val="010101"/>
                </a:solidFill>
                <a:latin typeface="Montserrat Semi Bold"/>
                <a:ea typeface="Montserrat Semi Bold"/>
                <a:cs typeface="Montserrat Semi Bold"/>
                <a:sym typeface="Montserrat Semi Bold"/>
              </a:defRPr>
            </a:lvl1pPr>
          </a:lstStyle>
          <a:p>
            <a:r>
              <a:rPr lang="ru-RU" dirty="0">
                <a:solidFill>
                  <a:schemeClr val="accent6"/>
                </a:solidFill>
              </a:rPr>
              <a:t>ВОВЛЕЧЕНИЕ В ПРОЦЕСС</a:t>
            </a:r>
          </a:p>
        </p:txBody>
      </p:sp>
      <p:sp>
        <p:nvSpPr>
          <p:cNvPr id="15" name="Rectangle 29">
            <a:extLst>
              <a:ext uri="{FF2B5EF4-FFF2-40B4-BE49-F238E27FC236}">
                <a16:creationId xmlns:a16="http://schemas.microsoft.com/office/drawing/2014/main" id="{0C11DD3A-6124-C2F3-A8A5-C91349B53694}"/>
              </a:ext>
            </a:extLst>
          </p:cNvPr>
          <p:cNvSpPr/>
          <p:nvPr/>
        </p:nvSpPr>
        <p:spPr>
          <a:xfrm flipV="1">
            <a:off x="2054898" y="2452825"/>
            <a:ext cx="9360000" cy="72000"/>
          </a:xfrm>
          <a:prstGeom prst="rect">
            <a:avLst/>
          </a:prstGeom>
          <a:gradFill>
            <a:gsLst>
              <a:gs pos="0">
                <a:srgbClr val="656565"/>
              </a:gs>
              <a:gs pos="50000">
                <a:schemeClr val="accent6"/>
              </a:gs>
              <a:gs pos="100000">
                <a:srgbClr val="444444"/>
              </a:gs>
            </a:gsLst>
            <a:lin ang="5400000"/>
          </a:gradFill>
          <a:ln w="6350">
            <a:solidFill>
              <a:srgbClr val="DDDDDD"/>
            </a:solidFill>
            <a:miter/>
          </a:ln>
          <a:effectLst>
            <a:outerShdw blurRad="63500" dist="19050" dir="5400000" rotWithShape="0">
              <a:srgbClr val="000000">
                <a:alpha val="63000"/>
              </a:srgbClr>
            </a:outerShdw>
          </a:effectLst>
        </p:spPr>
        <p:txBody>
          <a:bodyPr lIns="45719" rIns="45719" anchor="ctr"/>
          <a:lstStyle/>
          <a:p>
            <a:pPr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9" name="object 6">
            <a:extLst>
              <a:ext uri="{FF2B5EF4-FFF2-40B4-BE49-F238E27FC236}">
                <a16:creationId xmlns:a16="http://schemas.microsoft.com/office/drawing/2014/main" id="{10760E6E-FA03-E88E-D35C-1E97DCCD5820}"/>
              </a:ext>
            </a:extLst>
          </p:cNvPr>
          <p:cNvSpPr txBox="1"/>
          <p:nvPr/>
        </p:nvSpPr>
        <p:spPr>
          <a:xfrm>
            <a:off x="2054898" y="2994641"/>
            <a:ext cx="7258435" cy="56618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600" b="1" spc="-10" dirty="0">
                <a:solidFill>
                  <a:srgbClr val="525252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Ситуационные</a:t>
            </a:r>
            <a:r>
              <a:rPr sz="3600" b="1" spc="-35" dirty="0">
                <a:solidFill>
                  <a:srgbClr val="525252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 </a:t>
            </a:r>
            <a:r>
              <a:rPr sz="3600" b="1" spc="-10" dirty="0">
                <a:solidFill>
                  <a:srgbClr val="525252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задачи</a:t>
            </a:r>
            <a:endParaRPr sz="3600" dirty="0">
              <a:latin typeface="Open Sans Light" panose="020B0306030504020204" pitchFamily="34" charset="0"/>
              <a:ea typeface="Open Sans Light" panose="020B0306030504020204" pitchFamily="34" charset="0"/>
              <a:cs typeface="Open Sans Light" panose="020B030603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14319491"/>
      </p:ext>
    </p:extLst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6" name="Номер слайда"/>
          <p:cNvSpPr txBox="1">
            <a:spLocks noGrp="1"/>
          </p:cNvSpPr>
          <p:nvPr>
            <p:ph type="sldNum" sz="quarter" idx="4294967295"/>
          </p:nvPr>
        </p:nvSpPr>
        <p:spPr>
          <a:xfrm>
            <a:off x="0" y="6516000"/>
            <a:ext cx="684000" cy="684000"/>
          </a:xfrm>
          <a:prstGeom prst="rect">
            <a:avLst/>
          </a:prstGeom>
          <a:gradFill>
            <a:gsLst>
              <a:gs pos="0">
                <a:srgbClr val="656565"/>
              </a:gs>
              <a:gs pos="50000">
                <a:schemeClr val="accent6"/>
              </a:gs>
              <a:gs pos="100000">
                <a:srgbClr val="444444"/>
              </a:gs>
            </a:gsLst>
            <a:lin ang="5400000"/>
          </a:gradFill>
          <a:ln w="6350">
            <a:solidFill>
              <a:srgbClr val="DDDDDD"/>
            </a:solidFill>
            <a:miter lim="800000"/>
          </a:ln>
          <a:effectLst>
            <a:outerShdw blurRad="63500" dist="19050" dir="5400000" rotWithShape="0">
              <a:srgbClr val="000000">
                <a:alpha val="63000"/>
              </a:srgbClr>
            </a:outerShdw>
          </a:effectLst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/>
          <a:lstStyle>
            <a:lvl1pPr>
              <a:defRPr sz="3500">
                <a:solidFill>
                  <a:srgbClr val="FFFFFF"/>
                </a:solidFill>
              </a:defRPr>
            </a:lvl1pPr>
          </a:lstStyle>
          <a:p>
            <a:pPr algn="ctr"/>
            <a:fld id="{86CB4B4D-7CA3-9044-876B-883B54F8677D}" type="slidenum">
              <a:pPr algn="ctr"/>
              <a:t>7</a:t>
            </a:fld>
            <a:endParaRPr/>
          </a:p>
        </p:txBody>
      </p:sp>
      <p:sp>
        <p:nvSpPr>
          <p:cNvPr id="13" name="TextBox 6">
            <a:extLst>
              <a:ext uri="{FF2B5EF4-FFF2-40B4-BE49-F238E27FC236}">
                <a16:creationId xmlns:a16="http://schemas.microsoft.com/office/drawing/2014/main" id="{CCA45252-FC9F-4EB1-C733-0ED1C6A33B3A}"/>
              </a:ext>
            </a:extLst>
          </p:cNvPr>
          <p:cNvSpPr txBox="1"/>
          <p:nvPr/>
        </p:nvSpPr>
        <p:spPr>
          <a:xfrm>
            <a:off x="2054899" y="1344830"/>
            <a:ext cx="16436299" cy="110799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45719" rIns="45719">
            <a:spAutoFit/>
          </a:bodyPr>
          <a:lstStyle>
            <a:lvl1pPr>
              <a:defRPr sz="6600">
                <a:solidFill>
                  <a:srgbClr val="010101"/>
                </a:solidFill>
                <a:latin typeface="Montserrat Semi Bold"/>
                <a:ea typeface="Montserrat Semi Bold"/>
                <a:cs typeface="Montserrat Semi Bold"/>
                <a:sym typeface="Montserrat Semi Bold"/>
              </a:defRPr>
            </a:lvl1pPr>
          </a:lstStyle>
          <a:p>
            <a:r>
              <a:rPr lang="ru-RU" dirty="0">
                <a:solidFill>
                  <a:schemeClr val="accent6"/>
                </a:solidFill>
              </a:rPr>
              <a:t>ВОВЛЕЧЕНИЕ В ПРОЦЕСС</a:t>
            </a:r>
          </a:p>
        </p:txBody>
      </p:sp>
      <p:sp>
        <p:nvSpPr>
          <p:cNvPr id="14" name="object 11">
            <a:extLst>
              <a:ext uri="{FF2B5EF4-FFF2-40B4-BE49-F238E27FC236}">
                <a16:creationId xmlns:a16="http://schemas.microsoft.com/office/drawing/2014/main" id="{FA12C38D-821A-8229-3327-2DA509F01390}"/>
              </a:ext>
            </a:extLst>
          </p:cNvPr>
          <p:cNvSpPr txBox="1"/>
          <p:nvPr/>
        </p:nvSpPr>
        <p:spPr>
          <a:xfrm>
            <a:off x="2054898" y="2933911"/>
            <a:ext cx="20386002" cy="1009251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065">
              <a:spcBef>
                <a:spcPts val="90"/>
              </a:spcBef>
              <a:tabLst>
                <a:tab pos="295275" algn="l"/>
                <a:tab pos="295910" algn="l"/>
              </a:tabLst>
            </a:pPr>
            <a:r>
              <a:rPr lang="ru-RU" sz="3200" b="1" spc="-10" dirty="0">
                <a:solidFill>
                  <a:srgbClr val="404042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   </a:t>
            </a:r>
            <a:r>
              <a:rPr lang="ru-RU" sz="3600" b="1" spc="-10" dirty="0">
                <a:solidFill>
                  <a:srgbClr val="404042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ФОРМАТЫ</a:t>
            </a:r>
            <a:r>
              <a:rPr lang="ru-RU" sz="3600" b="1" spc="-95" dirty="0">
                <a:solidFill>
                  <a:srgbClr val="404042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 </a:t>
            </a:r>
            <a:r>
              <a:rPr lang="ru-RU" sz="3600" b="1" spc="-5" dirty="0">
                <a:solidFill>
                  <a:srgbClr val="404042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ОБУЧЕНИЯ</a:t>
            </a:r>
          </a:p>
          <a:p>
            <a:pPr marL="12065">
              <a:spcBef>
                <a:spcPts val="90"/>
              </a:spcBef>
              <a:tabLst>
                <a:tab pos="295275" algn="l"/>
                <a:tab pos="295910" algn="l"/>
              </a:tabLst>
            </a:pPr>
            <a:endParaRPr lang="ru-RU" sz="2800" b="1" spc="-15" dirty="0">
              <a:solidFill>
                <a:srgbClr val="404042"/>
              </a:solidFill>
              <a:latin typeface="Open Sans Light" panose="020B0306030504020204" pitchFamily="34" charset="0"/>
              <a:ea typeface="Open Sans Light" panose="020B0306030504020204" pitchFamily="34" charset="0"/>
              <a:cs typeface="Open Sans Light" panose="020B0306030504020204" pitchFamily="34" charset="0"/>
            </a:endParaRPr>
          </a:p>
        </p:txBody>
      </p:sp>
      <p:sp>
        <p:nvSpPr>
          <p:cNvPr id="19" name="object 15">
            <a:extLst>
              <a:ext uri="{FF2B5EF4-FFF2-40B4-BE49-F238E27FC236}">
                <a16:creationId xmlns:a16="http://schemas.microsoft.com/office/drawing/2014/main" id="{816EA14F-3F1F-1625-0452-1A193092825B}"/>
              </a:ext>
            </a:extLst>
          </p:cNvPr>
          <p:cNvSpPr txBox="1"/>
          <p:nvPr/>
        </p:nvSpPr>
        <p:spPr>
          <a:xfrm>
            <a:off x="3529348" y="12166933"/>
            <a:ext cx="18568652" cy="913712"/>
          </a:xfrm>
          <a:prstGeom prst="rect">
            <a:avLst/>
          </a:prstGeom>
        </p:spPr>
        <p:txBody>
          <a:bodyPr vert="horz" wrap="square" lIns="0" tIns="51435" rIns="0" bIns="0" rtlCol="0">
            <a:spAutoFit/>
          </a:bodyPr>
          <a:lstStyle/>
          <a:p>
            <a:pPr marL="12700" algn="just">
              <a:lnSpc>
                <a:spcPct val="100000"/>
              </a:lnSpc>
              <a:spcBef>
                <a:spcPts val="405"/>
              </a:spcBef>
            </a:pPr>
            <a:r>
              <a:rPr lang="ru-RU" sz="2800" spc="-40" dirty="0">
                <a:solidFill>
                  <a:srgbClr val="525252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Поскольку создать ценность </a:t>
            </a:r>
            <a:r>
              <a:rPr lang="ru-RU" sz="2800" spc="-15" dirty="0">
                <a:solidFill>
                  <a:srgbClr val="525252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получаемых</a:t>
            </a:r>
            <a:r>
              <a:rPr sz="2800" spc="-15" dirty="0">
                <a:solidFill>
                  <a:srgbClr val="525252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 </a:t>
            </a:r>
            <a:r>
              <a:rPr sz="2800" spc="-685" dirty="0">
                <a:solidFill>
                  <a:srgbClr val="525252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 </a:t>
            </a:r>
            <a:r>
              <a:rPr lang="ru-RU" sz="2800" spc="-35" dirty="0">
                <a:solidFill>
                  <a:srgbClr val="525252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знаний</a:t>
            </a:r>
            <a:r>
              <a:rPr sz="2800" spc="-5" dirty="0">
                <a:solidFill>
                  <a:srgbClr val="525252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 </a:t>
            </a:r>
            <a:r>
              <a:rPr lang="ru-RU" sz="2800" spc="-5" dirty="0">
                <a:solidFill>
                  <a:srgbClr val="525252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достаточно</a:t>
            </a:r>
            <a:r>
              <a:rPr sz="2800" spc="-15" dirty="0">
                <a:solidFill>
                  <a:srgbClr val="525252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 </a:t>
            </a:r>
            <a:r>
              <a:rPr sz="2800" spc="-20" dirty="0">
                <a:solidFill>
                  <a:srgbClr val="525252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сложно, </a:t>
            </a:r>
            <a:r>
              <a:rPr lang="ru-RU" sz="2800" spc="-5" dirty="0">
                <a:solidFill>
                  <a:srgbClr val="525252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то</a:t>
            </a:r>
            <a:r>
              <a:rPr sz="2800" spc="-10" dirty="0">
                <a:solidFill>
                  <a:srgbClr val="525252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 </a:t>
            </a:r>
            <a:r>
              <a:rPr lang="ru-RU" sz="2800" spc="-10" dirty="0">
                <a:solidFill>
                  <a:srgbClr val="525252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следует </a:t>
            </a:r>
            <a:r>
              <a:rPr lang="ru-RU" sz="2800" spc="-25" dirty="0">
                <a:solidFill>
                  <a:srgbClr val="525252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повышать </a:t>
            </a:r>
            <a:r>
              <a:rPr lang="ru-RU" sz="2800" spc="-15" dirty="0">
                <a:solidFill>
                  <a:srgbClr val="525252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интерес</a:t>
            </a:r>
            <a:r>
              <a:rPr sz="2800" spc="-15" dirty="0">
                <a:solidFill>
                  <a:srgbClr val="525252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 </a:t>
            </a:r>
            <a:r>
              <a:rPr sz="2800" spc="-690" dirty="0">
                <a:solidFill>
                  <a:srgbClr val="525252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 </a:t>
            </a:r>
            <a:r>
              <a:rPr sz="2800" spc="-15" dirty="0">
                <a:solidFill>
                  <a:srgbClr val="525252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не </a:t>
            </a:r>
            <a:r>
              <a:rPr sz="2800" spc="-170" dirty="0">
                <a:solidFill>
                  <a:srgbClr val="525252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к</a:t>
            </a:r>
            <a:r>
              <a:rPr sz="2800" spc="-165" dirty="0">
                <a:solidFill>
                  <a:srgbClr val="525252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 </a:t>
            </a:r>
            <a:r>
              <a:rPr sz="2800" spc="-20" dirty="0">
                <a:solidFill>
                  <a:srgbClr val="525252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предмету </a:t>
            </a:r>
            <a:r>
              <a:rPr sz="2800" spc="-15" dirty="0">
                <a:solidFill>
                  <a:srgbClr val="525252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 обучения,</a:t>
            </a:r>
            <a:r>
              <a:rPr sz="2800" spc="-5" dirty="0">
                <a:solidFill>
                  <a:srgbClr val="525252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 а</a:t>
            </a:r>
            <a:r>
              <a:rPr sz="2800" spc="20" dirty="0">
                <a:solidFill>
                  <a:srgbClr val="525252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 </a:t>
            </a:r>
            <a:r>
              <a:rPr sz="2800" spc="-170" dirty="0">
                <a:solidFill>
                  <a:srgbClr val="525252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к</a:t>
            </a:r>
            <a:r>
              <a:rPr lang="ru-RU" sz="2800" spc="-170" dirty="0">
                <a:solidFill>
                  <a:srgbClr val="525252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 </a:t>
            </a:r>
            <a:r>
              <a:rPr lang="ru-RU" sz="2800" spc="-15" dirty="0">
                <a:solidFill>
                  <a:srgbClr val="525252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процессу</a:t>
            </a:r>
            <a:r>
              <a:rPr sz="2800" spc="-15" dirty="0">
                <a:solidFill>
                  <a:srgbClr val="525252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 обучения.</a:t>
            </a:r>
            <a:endParaRPr sz="2800" dirty="0">
              <a:latin typeface="Open Sans Light" panose="020B0306030504020204" pitchFamily="34" charset="0"/>
              <a:ea typeface="Open Sans Light" panose="020B0306030504020204" pitchFamily="34" charset="0"/>
              <a:cs typeface="Open Sans Light" panose="020B0306030504020204" pitchFamily="34" charset="0"/>
            </a:endParaRPr>
          </a:p>
        </p:txBody>
      </p:sp>
      <p:sp>
        <p:nvSpPr>
          <p:cNvPr id="20" name="Rectangle 29">
            <a:extLst>
              <a:ext uri="{FF2B5EF4-FFF2-40B4-BE49-F238E27FC236}">
                <a16:creationId xmlns:a16="http://schemas.microsoft.com/office/drawing/2014/main" id="{4A1F07D6-EBE6-7139-8BEA-640D306CFE27}"/>
              </a:ext>
            </a:extLst>
          </p:cNvPr>
          <p:cNvSpPr/>
          <p:nvPr/>
        </p:nvSpPr>
        <p:spPr>
          <a:xfrm flipV="1">
            <a:off x="2054898" y="2452825"/>
            <a:ext cx="9360000" cy="72000"/>
          </a:xfrm>
          <a:prstGeom prst="rect">
            <a:avLst/>
          </a:prstGeom>
          <a:gradFill>
            <a:gsLst>
              <a:gs pos="0">
                <a:srgbClr val="656565"/>
              </a:gs>
              <a:gs pos="50000">
                <a:schemeClr val="accent6"/>
              </a:gs>
              <a:gs pos="100000">
                <a:srgbClr val="444444"/>
              </a:gs>
            </a:gsLst>
            <a:lin ang="5400000"/>
          </a:gradFill>
          <a:ln w="6350">
            <a:solidFill>
              <a:srgbClr val="DDDDDD"/>
            </a:solidFill>
            <a:miter/>
          </a:ln>
          <a:effectLst>
            <a:outerShdw blurRad="63500" dist="19050" dir="5400000" rotWithShape="0">
              <a:srgbClr val="000000">
                <a:alpha val="63000"/>
              </a:srgbClr>
            </a:outerShdw>
          </a:effectLst>
        </p:spPr>
        <p:txBody>
          <a:bodyPr lIns="45719" rIns="45719" anchor="ctr"/>
          <a:lstStyle/>
          <a:p>
            <a:pPr>
              <a:defRPr>
                <a:solidFill>
                  <a:srgbClr val="FFFFFF"/>
                </a:solidFill>
              </a:defRPr>
            </a:pPr>
            <a:endParaRPr/>
          </a:p>
        </p:txBody>
      </p:sp>
      <p:graphicFrame>
        <p:nvGraphicFramePr>
          <p:cNvPr id="3" name="Схема 2">
            <a:extLst>
              <a:ext uri="{FF2B5EF4-FFF2-40B4-BE49-F238E27FC236}">
                <a16:creationId xmlns:a16="http://schemas.microsoft.com/office/drawing/2014/main" id="{1D1F2681-0742-4725-9CD2-8A1C671019E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571535952"/>
              </p:ext>
            </p:extLst>
          </p:nvPr>
        </p:nvGraphicFramePr>
        <p:xfrm>
          <a:off x="1409074" y="3735359"/>
          <a:ext cx="21553151" cy="813475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F3792D68-26BB-4F3C-843E-C8F5716898DF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853574" y="11839731"/>
            <a:ext cx="1470026" cy="14567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2711106"/>
      </p:ext>
    </p:extLst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13">
            <a:extLst>
              <a:ext uri="{FF2B5EF4-FFF2-40B4-BE49-F238E27FC236}">
                <a16:creationId xmlns:a16="http://schemas.microsoft.com/office/drawing/2014/main" id="{A11FBE5E-F1E3-3B25-C262-1D7960CB38CE}"/>
              </a:ext>
            </a:extLst>
          </p:cNvPr>
          <p:cNvSpPr/>
          <p:nvPr/>
        </p:nvSpPr>
        <p:spPr>
          <a:xfrm>
            <a:off x="0" y="0"/>
            <a:ext cx="24371300" cy="13716000"/>
          </a:xfrm>
          <a:prstGeom prst="rect">
            <a:avLst/>
          </a:prstGeom>
          <a:solidFill>
            <a:srgbClr val="DDDDDD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937" name="Rectangle 10"/>
          <p:cNvSpPr/>
          <p:nvPr/>
        </p:nvSpPr>
        <p:spPr>
          <a:xfrm>
            <a:off x="0" y="0"/>
            <a:ext cx="7435516" cy="13716000"/>
          </a:xfrm>
          <a:prstGeom prst="rect">
            <a:avLst/>
          </a:prstGeom>
          <a:solidFill>
            <a:srgbClr val="6F6F6F">
              <a:alpha val="50195"/>
            </a:srgbClr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 sz="8600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0" name="Text Placeholder 1">
            <a:extLst>
              <a:ext uri="{FF2B5EF4-FFF2-40B4-BE49-F238E27FC236}">
                <a16:creationId xmlns:a16="http://schemas.microsoft.com/office/drawing/2014/main" id="{0D6831AF-029B-BAB8-7154-50854AD562BF}"/>
              </a:ext>
            </a:extLst>
          </p:cNvPr>
          <p:cNvSpPr txBox="1"/>
          <p:nvPr/>
        </p:nvSpPr>
        <p:spPr>
          <a:xfrm>
            <a:off x="10078696" y="5351780"/>
            <a:ext cx="11649423" cy="30124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normAutofit/>
          </a:bodyPr>
          <a:lstStyle/>
          <a:p>
            <a:pPr defTabSz="914400">
              <a:lnSpc>
                <a:spcPct val="90000"/>
              </a:lnSpc>
              <a:spcBef>
                <a:spcPts val="1000"/>
              </a:spcBef>
              <a:defRPr sz="7200" spc="300">
                <a:solidFill>
                  <a:schemeClr val="accent6"/>
                </a:solidFill>
                <a:latin typeface="Montserrat Semi Bold"/>
                <a:ea typeface="Montserrat Semi Bold"/>
                <a:cs typeface="Montserrat Semi Bold"/>
                <a:sym typeface="Montserrat Semi Bold"/>
              </a:defRPr>
            </a:pPr>
            <a:r>
              <a:rPr lang="ru-RU" sz="6600" b="1" spc="300" dirty="0">
                <a:solidFill>
                  <a:schemeClr val="accent6"/>
                </a:solidFill>
                <a:latin typeface="Montserrat Semi Bold"/>
                <a:ea typeface="Montserrat Semi Bold"/>
                <a:cs typeface="Montserrat Semi Bold"/>
              </a:rPr>
              <a:t>БЛАГОДАРИМ ЗА ВНИМАНИЕ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10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1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build="p" bldLvl="5" animBg="1" advAuto="0"/>
    </p:bldLst>
  </p:timing>
</p:sld>
</file>

<file path=ppt/theme/theme1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8F8F8"/>
      </a:lt1>
      <a:dk2>
        <a:srgbClr val="A7A7A7"/>
      </a:dk2>
      <a:lt2>
        <a:srgbClr val="535353"/>
      </a:lt2>
      <a:accent1>
        <a:srgbClr val="7C7C7C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0000FF"/>
      </a:hlink>
      <a:folHlink>
        <a:srgbClr val="FF00FF"/>
      </a:folHlink>
    </a:clrScheme>
    <a:fontScheme name="Office Theme">
      <a:majorFont>
        <a:latin typeface="Helvetica"/>
        <a:ea typeface="Helvetica"/>
        <a:cs typeface="Helvetica"/>
      </a:majorFont>
      <a:minorFont>
        <a:latin typeface="Calibri"/>
        <a:ea typeface="Calibri"/>
        <a:cs typeface="Calibri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solidFill>
            <a:srgbClr val="DDDDDD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>
        <a:spAutoFit/>
      </a:bodyPr>
      <a:lstStyle>
        <a:defPPr marL="0" marR="0" indent="0" algn="l" defTabSz="1828433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5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Open Sans Light"/>
            <a:ea typeface="Open Sans Light"/>
            <a:cs typeface="Open Sans Light"/>
            <a:sym typeface="Open Sans Ligh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12700" cap="flat">
          <a:solidFill>
            <a:srgbClr val="DDDDDD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1828433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5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Open Sans Light"/>
            <a:ea typeface="Open Sans Light"/>
            <a:cs typeface="Open Sans Light"/>
            <a:sym typeface="Open Sans Ligh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7C7C7C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0000FF"/>
      </a:hlink>
      <a:folHlink>
        <a:srgbClr val="FF00FF"/>
      </a:folHlink>
    </a:clrScheme>
    <a:fontScheme name="Office Theme">
      <a:majorFont>
        <a:latin typeface="Helvetica"/>
        <a:ea typeface="Helvetica"/>
        <a:cs typeface="Helvetica"/>
      </a:majorFont>
      <a:minorFont>
        <a:latin typeface="Calibri"/>
        <a:ea typeface="Calibri"/>
        <a:cs typeface="Calibri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solidFill>
            <a:srgbClr val="DDDDDD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>
        <a:spAutoFit/>
      </a:bodyPr>
      <a:lstStyle>
        <a:defPPr marL="0" marR="0" indent="0" algn="l" defTabSz="1828433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5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Open Sans Light"/>
            <a:ea typeface="Open Sans Light"/>
            <a:cs typeface="Open Sans Light"/>
            <a:sym typeface="Open Sans Ligh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12700" cap="flat">
          <a:solidFill>
            <a:srgbClr val="DDDDDD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1828433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5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Open Sans Light"/>
            <a:ea typeface="Open Sans Light"/>
            <a:cs typeface="Open Sans Light"/>
            <a:sym typeface="Open Sans Ligh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728</TotalTime>
  <Words>988</Words>
  <Application>Microsoft Office PowerPoint</Application>
  <PresentationFormat>Произвольный</PresentationFormat>
  <Paragraphs>112</Paragraphs>
  <Slides>8</Slides>
  <Notes>8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8</vt:i4>
      </vt:variant>
    </vt:vector>
  </HeadingPairs>
  <TitlesOfParts>
    <vt:vector size="15" baseType="lpstr">
      <vt:lpstr>Calibri</vt:lpstr>
      <vt:lpstr>Microsoft Sans Serif</vt:lpstr>
      <vt:lpstr>Montserrat Semi Bold</vt:lpstr>
      <vt:lpstr>Open Sans</vt:lpstr>
      <vt:lpstr>Open Sans Light</vt:lpstr>
      <vt:lpstr>Wingdings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Lukina Marina</dc:creator>
  <cp:lastModifiedBy>Lukina Marina</cp:lastModifiedBy>
  <cp:revision>12</cp:revision>
  <dcterms:modified xsi:type="dcterms:W3CDTF">2026-08-20T09:15:49Z</dcterms:modified>
</cp:coreProperties>
</file>