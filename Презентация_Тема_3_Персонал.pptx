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66" r:id="rId11"/>
    <p:sldId id="271" r:id="rId16"/>
    <p:sldId id="272" r:id="rId17"/>
    <p:sldId id="274" r:id="rId19"/>
    <p:sldId id="276" r:id="rId21"/>
    <p:sldId id="277" r:id="rId22"/>
    <p:sldId id="283" r:id="rId28"/>
    <p:sldId id="284" r:id="rId29"/>
    <p:sldId id="287" r:id="rId32"/>
    <p:sldId id="289" r:id="rId33"/>
    <p:sldId id="290" r:id="rId20"/>
    <p:sldId id="291" r:id="rId18"/>
    <p:sldId id="292" r:id="rId23"/>
    <p:sldId id="293" r:id="rId24"/>
    <p:sldId id="294" r:id="rId25"/>
    <p:sldId id="295" r:id="rId26"/>
    <p:sldId id="296" r:id="rId27"/>
    <p:sldId id="297" r:id="rId15"/>
    <p:sldId id="298" r:id="rId14"/>
    <p:sldId id="299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6.xml"/><Relationship Id="rId14" Type="http://schemas.openxmlformats.org/officeDocument/2006/relationships/slide" Target="slides/slide24.xml"/><Relationship Id="rId15" Type="http://schemas.openxmlformats.org/officeDocument/2006/relationships/slide" Target="slides/slide23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17.xml"/><Relationship Id="rId19" Type="http://schemas.openxmlformats.org/officeDocument/2006/relationships/slide" Target="slides/slide9.xml"/><Relationship Id="rId20" Type="http://schemas.openxmlformats.org/officeDocument/2006/relationships/slide" Target="slides/slide16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25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Модуль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Электробезопасность и работа с персоналом в электроустановках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Нормативные требования, организация работ, ответственность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664208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Модуль охватывает три ключевых блока:
1. Правовая база — требования Правил по охране труда при эксплуатации электроустановок (ПОТЭУ) и Правил технической эксплуатации электроустановок потребителей (ПТЭЭП).
2. Организация работ — группы допуска, наряд-допуск, распоряжение, перечни работ, выполняемых в порядке текущей эксплуатации.
3. Работа с персоналом — проверка знаний, инструктажи, стажировка, дублирование, допуск к самостоятельной работе.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61688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498848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По завершении модуля специалист должен знать нормативные требования и уметь применять их при организации безопасной эксплуатации электроустановок.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01 / 25</a:t>
            </a:r>
          </a:p>
        </p:txBody>
      </p:sp>
      <p:pic>
        <p:nvPicPr>
          <p:cNvPr id="11" name="Picture 10" descr="p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000" y="1200000"/>
            <a:ext cx="5000000" cy="45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Нормативная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Inter"/>
              </a:rPr>
              <a:t>Правила работы с персоналом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Приказ Минэнерго России от 22 сентября 2020 года № 796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1094415" cy="190195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Настоящие Правила работы с персоналом в организациях электроэнергетики Российской Федерации устанавливают требования к подготовке работников организаций, осуществляющих деятельность в сфере электроэнергетики, к работе на объектах электроэнергетики и энергопринимающих установках, включая проведение обязательных форм работы с указанным персоналом, поддержание и повышение его квалификации.
Требования Правил распространяются на:
• субъекты электроэнергетики и потребителей электрической энергии, владеющих объектами по производству электрической энергии;
• субъектов, владеющих объектами электросетевого хозяйства;
• системного оператора и субъекты оперативно-диспетчерского управления;
• обслуживающие организации;
• потребителей электрической энергии, владеющих иными электроустановками.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41655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39" y="5985589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 dirty="0" err="1">
                <a:solidFill>
                  <a:srgbClr val="6B7280"/>
                </a:solidFill>
                <a:latin typeface="Inter"/>
              </a:rPr>
              <a:t>Документ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применяется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совместно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с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Правилами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по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охране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труда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при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эксплуатации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электроустановок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и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Правилами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технической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эксплуатации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электроустановок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потребителей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электрической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 </a:t>
            </a:r>
            <a:r>
              <a:rPr sz="1100" b="0" i="0" dirty="0" err="1">
                <a:solidFill>
                  <a:srgbClr val="6B7280"/>
                </a:solidFill>
                <a:latin typeface="Inter"/>
              </a:rPr>
              <a:t>энергии</a:t>
            </a:r>
            <a:r>
              <a:rPr sz="1100" b="0" i="0" dirty="0">
                <a:solidFill>
                  <a:srgbClr val="6B7280"/>
                </a:solidFill>
                <a:latin typeface="Inter"/>
              </a:rPr>
              <a:t>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Кто обязан соблюдать Правила работы с персоналом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Приказ Минэнерго России от 22 сентября 2020 года № 796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43175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Субъекты электроэнергетики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863215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00375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Производители электроэнергии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28975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Субъекты электроэнергетики и потребители электрической энергии, владеющие объектами по производству электрической энергии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7990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Владельцы электросетевого хозяйства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8501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Субъекты, владеющие объектами электросетевого хозяйства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Системный оператор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99431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Системный оператор и субъекты оперативно-диспетчерского управления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61763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Обслуживающие организации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90363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Организации, осуществляющие техническое обслуживание объектов электроэнергетики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2744343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Потребители и применяемые НПА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24447" y="3064383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447" y="3201543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Потребители электрической энергии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3430143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Владельцы иных электроустановок, не относящихся к объектам производства или электросетевого хозяйства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3981069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Правила по охране труда при эксплуатации электроустановок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4209669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Применяются совместно с настоящими Правилами работы с персоналом при организации безопасной эксплуатации электроустановок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4760595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Правила технической эксплуатации электроустановок потребителей электрической энергии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4989195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Устанавливают требования к эксплуатации электроустановок потребителей и применяются в совокупности с Правилами работы с персоналом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Требования Правил (приказ № 796) распространяются на всех субъектов электроэнергетики, потребителей электрической энергии, владеющих объектами электросетевого хозяйства, системного оператора и обслуживающие организации.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Нормативная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Приказ Минэнерго № 796 в системе НПА по охране труда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Правила работы с персоналом — область применения и связанные документы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43175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Сфера действия Правил (Приказ Минэнерго России от 22 сентября 2020 года № 796)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863215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00375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Субъекты электроэнергетики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28975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Организации, владеющие объектами по производству электрической энергии и объектами электросетевого хозяйства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7990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Системный оператор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8501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Субъекты оперативно-диспетчерского управления в электроэнергетике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Потребители электрической энергии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99431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Владельцы энергопринимающих установок и иных электроустановок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61763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Обслуживающие организации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90363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Организации, осуществляющие техническое обслуживание объектов электроэнергетики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2555748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Связанные НПА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24447" y="2875788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24447" y="3012948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Правила по охране труда при эксплуатации электроустановок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3241548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Устанавливают требования охраны труда при эксплуатации электроустановок; применяются совместно с Правилами работы с персоналом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3792474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Правила технической эксплуатации электроустановок потребителей электрической энергии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447" y="4021074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Определяют требования к технической эксплуатации электроустановок потребителей; взаимосвязаны с требованиями приказа № 796 в части подготовки и квалификации персонала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4760595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Приказ Минэнерго России от 22 сентября 2020 года № 796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4989195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Утверждает Правила работы с персоналом в организациях электроэнергетики РФ: обязательные формы работы, поддержание и повышение квалификации персонала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Требования Правил работы с персоналом (Приказ № 796) распространяются на все категории субъектов электроэнергетики и потребителей электрической энергии, владеющих объектами электросетевого хозяйства и энергопринимающими установками.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Изменения с 1 сентября 2022 года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Новая норма п. 2.4 Правил по охране труда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95827"/>
            <a:ext cx="45720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5574" b="1">
                <a:solidFill>
                  <a:srgbClr val="E30613"/>
                </a:solidFill>
                <a:latin typeface="Inter"/>
              </a:rPr>
              <a:t>01.09.2022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156655" y="3184029"/>
            <a:ext cx="502920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56655" y="3216771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 err="1">
                <a:solidFill>
                  <a:srgbClr val="1A1A1A"/>
                </a:solidFill>
                <a:latin typeface="Inter"/>
              </a:rPr>
              <a:t>Группа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по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электробезопасности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присваивается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по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результатам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проверки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знаний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в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объёме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согласно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приложению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№ 1 к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Правилам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(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за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исключением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I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группы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,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присвоение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которой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осуществляется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в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соответствии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 с п. 2.3 </a:t>
            </a:r>
            <a:r>
              <a:rPr sz="1100" b="1" i="0" dirty="0" err="1">
                <a:solidFill>
                  <a:srgbClr val="1A1A1A"/>
                </a:solidFill>
                <a:latin typeface="Inter"/>
              </a:rPr>
              <a:t>Правил</a:t>
            </a:r>
            <a:r>
              <a:rPr sz="1100" b="1" i="0" dirty="0">
                <a:solidFill>
                  <a:srgbClr val="1A1A1A"/>
                </a:solidFill>
                <a:latin typeface="Inter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6655" y="377838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Inter"/>
              </a:rPr>
              <a:t>П. 2.4 Правил по охране труда при эксплуатации электроустановок (в ред. приказа Минэнерго России от 22 сентября 2020 года № 796, вступил в силу с 1 сентября 2022 года): «Группа по электробезопасности (за исключением I группы по электробезопасности, присвоение которой осуществляется в соответствии с пунктом 2.3 Правил) присваивается по результатам проверки знаний в объеме, определенном в соответствии с приложением № 1 к Правилам и Правилами работы с персоналом в организациях электроэнергетики Российской Федерации, утвержденными приказом Министерства энергетики Российской Федерации от 22 сентября 2020 г. № 796...»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Персонал электроустановок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Категории электротехнического и электротехнологического персонала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Правила технической эксплуатации электроустановок потребителей электрической энергии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0045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Электротехнический персонал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70085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107245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Административно-технический персонал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5845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Руководители и специалисты, осуществляющие организационное и техническое руководство эксплуатацией электроустановок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77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Оперативный персонал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5371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Персонал, осуществляющий оперативное управление и обслуживание электроустановок (осмотр, оперативные переключения, подготовка рабочего места, допуск и надзор за работающими)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54892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Оперативно-ремонтный персонал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83492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Ремонтный персонал, специально обученный и подготовленный для оперативного обслуживания закреплённых за ним электроустановок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3134106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Электротехнологический персонал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24447" y="3454146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24447" y="3591306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Ремонтный персонал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3819906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Персонал, обеспечивающий техническое обслуживание и ремонт, монтаж, наладку и испытание электрооборудования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437083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Вспомогательный персонал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4599431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Персонал, выполняющий вспомогательные функции в электроустановках под надзором электротехнического персонала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93829"/>
            <a:ext cx="11094415" cy="815531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466496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 err="1">
                <a:solidFill>
                  <a:srgbClr val="F59E0B"/>
                </a:solidFill>
                <a:latin typeface="Inter"/>
              </a:rPr>
              <a:t>Дословно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НПА: «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Эксплуатацию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электроустановок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должен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осуществлять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электротехнический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и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электротехнологический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который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подразделяется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на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следующие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категории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: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административно-технический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;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оперативный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;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оперативно-ремонтный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;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ремонтный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;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вспомогательный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.» —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Правила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технической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эксплуатации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электроустановок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потребителей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электрической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энергии</a:t>
            </a:r>
            <a:endParaRPr sz="1400" b="1" i="0" dirty="0">
              <a:solidFill>
                <a:srgbClr val="F59E0B"/>
              </a:solidFill>
              <a:latin typeface="Inter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Группа по электробезопасности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Кто обязан иметь группу по электробезопасности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Требования Правил по охране труда при эксплуатации электроустановок и Правил работы с персоналом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42646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Работники, относящиеся к электротехническому и электротехнологическому персоналу, а также специалисты по охране труда, контролирующие электроустановки, и работники, относящиеся к неэлектротехническому персоналу и выполняющие работы, при которых может возникнуть опасность поражения электрическим током, должны иметь группу по электробезопасности, определённую в соответствии с Правилами по охране труда при эксплуатации электроустановок. Руководители структурных подразделений потребителя, в подчинении которых находится электротехнологический персонал, должны иметь группу по электробезопасности не ниже, чем у подчинённого персонала.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123944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261104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Для руководителей структурных подразделений, чей персонал имеет IV группу, минимально допустимая группа руководителя — не ниже IV. Требование закреплено в Правилах работы с персоналом.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Электробезопасность персонала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Группы по электробезопасности: требования к персоналу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Правила по охране труда при эксплуатации электроустановок; Правила работы с персоналом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Кто обязан иметь группу по электробезопасности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Электротехнический персонал — группа по электробезопасности в соответствии с Правилами по охране труда при эксплуатации электроустановок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Электротехнологический персонал — группа по электробезопасности согласно тем же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Специалисты по охране труда, контролирующие электроустановки, — группа по электробезопасности обязательна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Неэлектротехнический персонал, выполняющий работы, при которых может возникнуть опасность поражения электрическим током, — группа по электробезопасности обязательна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Руководители структурных подразделений, в подчинении которых находится электротехнологический персонал, — группа не ниже, чем у подчинённого персонала (Правила работы с персоналом)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Группы по электробезопасности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A1A1A"/>
                </a:solidFill>
                <a:latin typeface="Inter"/>
              </a:rPr>
              <a:t>Руководитель обязан иметь группу не ниже, чем у подчинённого персонала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Правила работы с персоналом / Правила по охране труда при эксплуатации электроустановок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42646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Работники, относящиеся к электротехническому и электротехнологическому персоналу, а также специалисты по охране труда, контролирующие электроустановки, и работники, относящиеся к неэлектротехническому персоналу и выполняющие работы, при которых может возникнуть опасность поражения электрическим током, должны иметь группу по электробезопасности, определённую в соответствии с Правилами по охране труда при эксплуатации электроустановок. Руководители структурных подразделений потребителя, в подчинении которых находится электротехнологический персонал, должны иметь группу по электробезопасности не ниже, чем у подчинённого персонала.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123944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261104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Минимальная группа для руководителей, контролирующих электроустановки напряжением до 1000 В, — IV. Требование установлено Правилами работы с персоналом и Правилами по охране труда при эксплуатации электроустановок.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09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Проверка знаний персонала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Зачем и как проверяют знания в электроустановках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Допуск к работе — через подтверждённую компетентность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11887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Проверка знаний персонала — обязательная процедура, которая подтверждает, что работник понимает требования безопасности, умеет применять их на практике и допускается к самостоятельной работе в электроустановках. Проверка бывает первичной (перед допуском), очередной (периодически) и внеочередной (после нарушений, изменений НПА или перерыва в работе). Результат фиксируется в удостоверении с присвоением группы по электробезопасности — от I до V в зависимости от квалификации и характера работ.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86200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023360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В этом разделе разберём виды проверок, состав комиссий, периодичность и документальное оформление.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Группы по электробезопасности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Inter"/>
              </a:rPr>
              <a:t>Требование к составу комиссии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Присвоение и подтверждение группы по электробезопасности осуществляются в соответствии с Правилами по охране труда при эксплуатации электроустановок и Правилами работы с персоналом.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23006"/>
            <a:ext cx="4572000" cy="2011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800" b="1">
                <a:solidFill>
                  <a:srgbClr val="E30613"/>
                </a:solidFill>
                <a:latin typeface="Inter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94326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Inter"/>
              </a:rPr>
              <a:t>группа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56655" y="3470046"/>
            <a:ext cx="502920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56655" y="3607206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Inter"/>
              </a:rPr>
              <a:t>Для электроустановок до 1000 В: при присвоении (подтверждении) IV группы по электробезопасности один из членов комиссии по проверке знаний обязан иметь IV группу по электробезопасности.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Совместитель как ответственный за электрохозяйство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3 условия для освобождения совместителя от проверки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Все три условия должны выполняться одновременно. Решение принимает руководитель или иное должностное лицо потребителя.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95244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Условия, при которых проверка знаний не проводится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415284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55244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52444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С даты проверки знаний работника по месту основной работы, связанной с эксплуатацией электроустановок, прошло не более 6 месяцев.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Энергоёмкость электроустановок и их сложность у потребителя, у которого работник трудится по совместительству, не выше, чем по месту основной работы такого работника.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6859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76859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У потребителя отсутствуют электроустановки напряжением выше 1000 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Если хотя бы одно из условий не выполнено — проверка знаний при назначении на должность ответственного за электрохозяйство обязательна.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Проверка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Проверка знаний в органе энергонадзора: когда и как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Порядок для организаций, не имеющих возможности сформировать собственную комиссию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34106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Условие применения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454146"/>
            <a:ext cx="5318607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591306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Юридическое лицо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19906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Потребитель — юридическое лицо, у которого недостаточно работников для формирования собственной комиссии по проверке знаний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70831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Численность работников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99431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Численность работников не позволяет образовать комиссию по проверке знаний внутри организации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3039808"/>
            <a:ext cx="53186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Порядок проведения проверки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24447" y="3359848"/>
            <a:ext cx="5318608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24447" y="3497008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Комиссия по проверке знаний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3725608"/>
            <a:ext cx="5318607" cy="5657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Проверка проводится в комиссиях, формируемых федеральным органом исполнительной власти, уполномоченным на осуществление федерального государственного энергетического надзора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465129"/>
            <a:ext cx="531860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Inter"/>
              </a:rPr>
              <a:t>Территориальные органы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447" y="4693729"/>
            <a:ext cx="5318607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Допускается проведение проверки в территориальных органах федерального органа энергетического надзора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72113"/>
            <a:ext cx="11094415" cy="861215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456504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 err="1">
                <a:solidFill>
                  <a:srgbClr val="F59E0B"/>
                </a:solidFill>
                <a:latin typeface="Inter"/>
              </a:rPr>
              <a:t>Дословно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(regulation): «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Проверка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знаний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работников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потребителя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-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юридического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лица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численность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работников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которого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не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позволяет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образовать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комиссию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проверке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знаний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должна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проводиться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в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комиссиях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формируемых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федеральным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органом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исполнительной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власти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уполномоченным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на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осуществление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федерального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государственного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энергетического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надзора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или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его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территориальными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органами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.»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Оперативный и оперативно-ремонтный персонал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Противоаварийные тренировки оперативного персонала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Обязанность потребителя по организации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11094415" cy="71323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В случаях и порядке, установленных Правилами проведения противоаварийных тренировок, потребителем должны проводиться противоаварийные тренировки для его оперативного (оперативно-ремонтного) персонала, а также должно быть обеспечено участие персонала потребителя в противоаварийных тренировках, проводимых другими организациями.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410712"/>
            <a:ext cx="548640" cy="0"/>
          </a:xfrm>
          <a:prstGeom prst="line">
            <a:avLst/>
          </a:prstGeom>
          <a:ln w="6350">
            <a:solidFill>
              <a:srgbClr val="E3061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547872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Основание: Правила проведения противоаварийных тренировок.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Противоаварийные тренировки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Inter"/>
              </a:rPr>
              <a:t>Участие персонала в тренировках других организаций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6B7280"/>
                </a:solidFill>
                <a:latin typeface="Inter"/>
              </a:rPr>
              <a:t>Правила проведения противоаварийных тренировок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98114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30613"/>
                </a:solidFill>
                <a:latin typeface="Inter"/>
              </a:rPr>
              <a:t>Обязанности потребителя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518154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5314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Проводить противоаварийные тренировки для оперативного (оперативно-ремонтного) персонала — в случаях и порядке, установленных Правилами проведения противоаварийных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6339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6339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Обеспечивать участие персонала потребителя в противоаварийных тренировках, проводимых другими организациями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572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6572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Inter"/>
              </a:rPr>
              <a:t>Распространять требование на оперативный персонал и оперативно-ремонтный персонал без исключений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46420"/>
            <a:ext cx="11094415" cy="7086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64642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 err="1">
                <a:solidFill>
                  <a:srgbClr val="F59E0B"/>
                </a:solidFill>
                <a:latin typeface="Inter"/>
              </a:rPr>
              <a:t>Цитата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: «В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случаях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и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порядке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установленных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Правилами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проведения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противоаварийных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тренировок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потребителем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должны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проводиться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противоаварийные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тренировки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для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его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оперативного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(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оперативно-ремонтного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)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а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также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должно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быть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обеспечено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участие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персонала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потребителя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в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противоаварийных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тренировках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,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проводимых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другими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 </a:t>
            </a:r>
            <a:r>
              <a:rPr sz="1400" b="1" i="0" dirty="0" err="1">
                <a:solidFill>
                  <a:srgbClr val="F59E0B"/>
                </a:solidFill>
                <a:latin typeface="Inter"/>
              </a:rPr>
              <a:t>организациями</a:t>
            </a:r>
            <a:r>
              <a:rPr sz="1400" b="1" i="0" dirty="0">
                <a:solidFill>
                  <a:srgbClr val="F59E0B"/>
                </a:solidFill>
                <a:latin typeface="Inter"/>
              </a:rPr>
              <a:t>.»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3.2 · Работа с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Обязательные формы работы с персоналом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Приказ Минэнерго № 796 — по категориям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Формы работы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АТП: предэкзаменационная подготовка, проверка знаний, производственный инструктаж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диспетчерский / оперативный / ОРп: стажировка, новая должность, проверка, дублирование, тренировки, спецподготовка, инструктаж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ремонтный: стажировка, новая должность, проверка знаний, производственный инструктаж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вспомогательный: предэкзаменационная подготовка и проверка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Требования не распространяются на потребителей — физических лиц.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3.3 · Новая должность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Подготовка по новой должности (рабочему месту)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Для диспетчерского, оперативного, ОРп и ремонтного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Этапы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теоретическая подготовка → стажировка → проверка знаний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дублирование (диспетчерский, оперативный, ОРп)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противоаварийные и противопожарные тренировки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допуск к самостоятельной работе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3.4 · Стажировка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Стажировка в организациях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Для диспетчерского, оперативного, ОРп и ремонтного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Ключевые требования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под руководством назначенного ответственного за стажировку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минимум 2 рабочих дня (смены) на каждом рабочем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максимум — не более 14 рабочих дней (смен)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допуск к стажировке оформляется ОРД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18 / 25</a:t>
            </a:r>
          </a:p>
        </p:txBody>
      </p:sp>
      <p:pic>
        <p:nvPicPr>
          <p:cNvPr id="22" name="Picture 21" descr="switchgear_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00000"/>
            <a:ext cx="107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3.5 · Группы I–V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Группы по электробезопасности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Пять классов допуска по опыту и правам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Группы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I — неэлектротехнический персонал (запись в журнале)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II — начинающие, переносной инструмент, водители в ЭУ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III — единоличная работа до 1000 В; в бригаде — и выше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IV — обслуживание &gt; 1000 В; старший смены / ответственный до 1000 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3.5 · Проверка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Внеочередная проверка и состав комиссии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По Приказу Минэнерго № 796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Основания и комиссия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внеочередная: новые НПА, перевод, новое оборудование, нарушения, аварии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внеочередная: предписание надзора; перерыв в работе &gt; 6 месяцев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комиссия ≥ 5 человек; при проверке ≥ 3 членов, включая председателя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при присвоении группы ЭБ — ≥ 3 с группой, один не ниже присваиваемой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Допуск к самостоятельной работе без очередной проверки знаний запрещён.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20 / 25</a:t>
            </a:r>
          </a:p>
        </p:txBody>
      </p:sp>
      <p:pic>
        <p:nvPicPr>
          <p:cNvPr id="22" name="Picture 21" descr="kipia_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00000"/>
            <a:ext cx="107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3.6–3.7 · Дублирование и допуск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Дублирование и допуск к самостоятельной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Для диспетчерского, оперативного и ОРп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Ключевые правила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дублирование при новой должности — ≥ 12 рабочих смен после проверки знаний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после перерыва &gt; 30 дней — ≥ 1 смена; 60 дней–6 мес. — обязательно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в дублировании — контрольные противоаварийная и противопожарная тренировки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допуск действует до очередной проверки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Ответственность несут дублёр и руководящий работник в равной мере.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3.8 · Инструктаж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Производственный инструктаж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Плановый и внеплановый для диспетчерского, оперативного, ОРп и ремонтного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Периодичность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плановый для диспетчерского / оперативного / ОРп — ежемесячно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плановый для ремонтного — не реже одного раза в квартал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программа актуализируется ежегодно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внеплановый — при новых документах, схемах, нарушениях, пропуске планового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22 / 25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00000"/>
            <a:ext cx="107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3.9 · Тренировки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Противоаварийные и противопожарные тренировки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Учебные и контрольные тренировки персонала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Периодичность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учебная противопожарная — 1 раз в 3 календарных месяца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контрольная противопожарная — 1 раз в 6 календарных месяцев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допускается совмещать контрольные противоаварийные и противопожарные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проводятся в свободное от дежурства время (или в смену по решению)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Inter"/>
              </a:rPr>
              <a:t>Время тренировок включается в рабочее время.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3.10–3.11 · ДПО и обходы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Повышение квалификации и обходы рабочих мест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Дополнительное профессиональное образование и контроль готовности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Требования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ДПО для АТП, диспетчерского, оперативного, ОРп и ремонтного — не реже 1 раза в 5 лет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с отрывом от основных обязанностей в лицензированной организации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обходы — для диспетчерского, оперативного и ОРп персонала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проверка: режим, документация, дефекты, наряды-допуски, СИЗ и инструмент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Итоги темы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Ключевые требования к персоналу и его подготовке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Что должен знать каждый специалист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9003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  <a:latin typeface="Inter"/>
              </a:rPr>
              <a:t>Главные выводы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910078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304723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47238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пять категорий персонала + обязательные формы работы (Приказ № 796)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5314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5314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группа по ЭБ — по результатам проверки знаний (кроме I группы)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765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5765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новая должность: теория → стажировка → проверка → дублирование → допуск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59986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59986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>проверка знаний: 12 месяцев / 3 года; комиссия ≥ 5 человек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68062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8062"/>
            <a:ext cx="10637215" cy="4800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Inter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52160"/>
            <a:ext cx="11094415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Inter"/>
              </a:rPr>
              <a:t>Руководители структурных подразделений обязаны иметь группу не ниже IV, если их подчинённый электротехнологический персонал имеет IV группу. Требование установлено Правилами работы с персоналом.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71455" y="649224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>
                <a:solidFill>
                  <a:srgbClr val="E30613"/>
                </a:solidFill>
                <a:latin typeface="Inter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3746</Words>
  <Application>Microsoft Office PowerPoint</Application>
  <PresentationFormat>Широкоэкранный</PresentationFormat>
  <Paragraphs>335</Paragraphs>
  <Slides>34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38" baseType="lpstr">
      <vt:lpstr>Arial</vt:lpstr>
      <vt:lpstr>Calibri</vt:lpstr>
      <vt:lpstr>Inter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2026-07-28T12:56:02Z</dcterms:modified>
  <cp:category/>
</cp:coreProperties>
</file>