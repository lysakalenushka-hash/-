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Введение в модуль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Профессиональная подготовка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Цели и структура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Курс формирует профессиональные компетенции, необходимые для безопасной эксплуатации подъёмников. По итогам обучения слушатель будет знать нормативную базу, регламентирующую эксплуатацию подъёмников; понимать устройство, принципы работы и технические характеристики машин; уметь выполнять предрейсовые осмотры, техническое обслуживание и безопасное управление подъёмником; действовать правильно в аварийных и нештатных ситуациях.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4845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8561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Обучение строится на требованиях действующих нормативных правовых актов в области промышленной безопасности и охраны труда.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Машинист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Категория: рабочие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подъемника 5-го разряда назначается на должность и освобождается от должности в установленном действующим трудовым законодательством порядке приказом руководителя Компании. Он относится к категории «Рабочих».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6324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Основание: действующее трудовое законодательство.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Категория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Статус должности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подъемника назначается на должность и освобождается от должности в установленном действующим трудовым законодательством порядке приказом руководителя Компании. Он относится к категории «Рабочих».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разряд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Машинист подъемника — категория «Рабочие»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40644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Назначается и освобождается от должности приказом руководителя Компании в порядке, установленном действующим трудовым законодательством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назначения и освобождения от должности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649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Статус и категория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85031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" y="38953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8221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Категория должности: «Рабочие»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3525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Разряд: машинист подъёмника 5-го разряда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1363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Порядок оформления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3456432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24447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35935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Назначение: приказом руководителя Компании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40507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Освобождение от должности: приказом руководителя Компании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9039" y="45079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Порядок: в соответствии с действующим трудовым законодательством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Назначение и освобождение от должности — исключительно в порядке, установленном действующим трудовым законодательством.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Чем руководствуется машинист подъёмника в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Перечень обязательных документов и норм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практической деятельности машинист подъёмника 5-го разряда должен руководствоваться:
• локальными актами и организационно-распорядительными документами Компании;
• правилами внутреннего трудового распорядка;
• правилами охраны труда и техники безопасности, обеспечения производственной санитарии и противопожарной защиты;
• указаниями, приказаниями, решениями и поручениями непосредственного руководителя.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5ddcaedd_5.docx — цитируется дословно. Ключевые документы: правила охраны труда и техники безопасности; правила внутреннего трудового распорядка.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Чем руководствуется машинист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5-го разряда обязан руководствоваться следующими документами и нормами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обязательных документов и норм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175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54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Локальные акты и организационно-распорядительные документы Компании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70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5701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Правила внутреннего трудового распорядка (ПВТР)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593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Правила охраны труда и техники безопасности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616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Требования производственной санитарии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640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Требования противопожарной защиты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Указания, приказания, решения и поручения непосредственного руководителя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Все перечисленные нормы обязательны к исполнению. Источник: правила охраны труда и техники безопасности; правила внутреннего трудового распорядка.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Чем руководствуется машинист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Перечень обязательных документов и норм (5-й разряд)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7235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Внутренние документы организации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34727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4844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Локальные акты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30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Локальные акты и организационно-распорядительные документы Компании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внутреннего трудового распорядка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039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Правила внутреннего трудового распорядка (ПВТР)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Поручения руководителя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48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Указания, приказания, решения и поручения непосредственного руководителя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027235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Нормы охраны труда и безопасности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347275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4844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Охрана труда и техника безопасности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7130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Правила охраны труда и техники безопасности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0753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Производственная санитария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3039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Нормы и требования производственной санитарии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Противопожарная защита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8948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Правила обеспечения противопожарной защиты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Источник: «В практической деятельности машинист подъемника 5-го разряда должен руководствоваться: локальными актами и организационно-распорядительными документами Компании; правилами внутреннего трудового распорядка; правилами охраны труда и техники безопасности, обеспечения производственной санитарии и противопожарной защиты; указаниями, приказаниями, решениями и поручениями непосредственного руководителя.» (5ddcaedd_5.docx)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Модуль пройден. Двигаемся дальше.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усвоено и что предстоит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этом модуле вы изучили базовые принципы устройства подъёмника, классификацию оборудования и требования к персоналу. Эти знания — фундамент для безопасной и грамотной работы машиниста.
Следующий модуль посвящён технической документации и порядку приёмки подъёмника перед началом работы: требования к осмотру, проверке систем безопасности и оформлению результатов.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655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027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Переходите к следующему модулю только после того, как материал текущего усвоен в полном объёме.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Модуль: Ответственность и знания машиниста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Что обязан знать и за что отвечает машинист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Профессиональная компетентность как основа безопасной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несёт прямую ответственность за безопасность людей, находящихся в рабочей зоне и на люльке, за техническое состояние машины и соблюдение технологических регламентов. Модуль охватывает четыре ключевых блока: нормативно-правовую базу, регулирующую эксплуатацию подъёмников; производственные обязанности до, во время и после смены; порядок действий в нештатных и аварийных ситуациях; документальное оформление и взаимодействие с ответственными лицами.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 итогам модуля специалист должен уверенно применять полученные знания на практике и нести за это персональную ответственность.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Зоны ответственности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Ответственность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Рабочее место — зона личной ответственности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7132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5-го разряда отвечает за: своевременное и качественное выполнение им задач по предназначению; соблюдение исполнительской и трудовой дисциплины; соблюдение мер безопасности труда, поддержание порядка, выполнение правил пожарной безопасности на порученном ему участке работы (рабочем месте).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071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4787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Ключевые области: трудовая дисциплина, исполнительская дисциплина, безопасность труда, пожарная безопасность, рабочее место.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Зоны ответственности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Трудовая и исполнительская дисциплина машиниста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5-го разряда несёт персональную ответственность за соблюдение дисциплины и безопасности на рабочем месте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4106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Дисциплина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54146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9130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Трудовая дисциплина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19906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Соблюдение установленного трудового распорядка, норм и правил, регулирующих поведение работника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831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Исполнительская дисциплина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9431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Своевременное и качественное выполнение задач по предназначению в полном объёме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838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Безопасность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1586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295840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Безопасность труда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524440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Соблюдение мер безопасности труда и поддержание порядка на порученном участке работы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0753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Пожарная безопасность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3039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Выполнение правил пожарной безопасности на рабочем месте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Рабочее место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894897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Ответственность распространяется на весь порученный машинисту участок работы (рабочее место)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Машинист подъёмника отвечает за: своевременное и качественное выполнение им задач по предназначению; соблюдение исполнительской и трудовой дисциплины; соблюдение мер безопасности труда, поддержание порядка, выполнение правил пожарной безопасности на порученном ему участке работы (рабочем месте).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Охрана труда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Зоны ответственности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5-го разряда несёт персональную ответственность за соблюдение следующих требований на своём рабочем месте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986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Машинист отвечает за: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1868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5584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Своевременное и качественное выполнение задач по предназначению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81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8183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Соблюдение исполнительской дисциплины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Соблюдение трудовой дисциплины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6285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Соблюдение мер безопасности труда и поддержание порядка на рабочем месте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6519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Выполнение правил пожарной безопасности на порученном участке работы (рабочем месте)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Ответственность распространяется на весь порученный участок работы — рабочее место машиниста.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Зоны ответственности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Ответственность машиниста за пожарную безопасность и дисциплину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Рабочее место — зона личной ответственности машиниста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7132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5-го разряда отвечает за: своевременное и качественное выполнение им задач по предназначению; соблюдение исполнительской и трудовой дисциплины; соблюдение мер безопасности труда, поддержание порядка, выполнение правил пожарной безопасности на порученном ему участке работы (рабочем месте).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071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4787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Трудовая дисциплина, исполнительская дисциплина, безопасность труда и пожарная безопасность — обязательные требования к соблюдению на рабочем месте.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Профессиональные знания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знания машиниста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Технология нефтедобычи, оборудование, электротехника и слесарное дело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обязан знать:
• Технологический процесс добычи нефти и газа, конструкцию скважин
• Технологический процесс и виды капитального ремонта скважин и текущего ремонта скважин, методы опробования скважины
• Техническую характеристику и правила эксплуатации трактора-подъёмника, передвижного агрегата, применяемых механизмов и приспособлений, талевую систему
• Марки и сорта горючесмазочных материалов
• Основы электротехники и слесарное дело в объёме выполняемых работ
• Способы ремонта двигателя, трансмиссии и ходовой части подъёмных лебёдок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квалификационная характеристика машиниста подъёмника 5-го разряда (5ddcaedd_5.docx)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Квалификационные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знания машиниста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Технология нефтедобычи, устройство скважин и эксплуатация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36304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Технология и скважины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56344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9350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Добыча нефти и газа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2104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добычи нефти, газа и других полезных ископаемых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44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Конструкция скважин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30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Устройство и конструктивные особенности нефтяных и газовых скважин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Капитальный ремонт скважин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39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виды работ по капитальному ремонту скважин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Текущий ремонт скважин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48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виды работ по текущему ремонту скважин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22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Опробование скважин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5828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методы опробования скважин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Оборудование и технические дисциплины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Талевая система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06324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Техническая характеристика и правила эксплуатации талевых систем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425571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Трактор-подъёмник и агрегаты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654171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Техническая характеристика и правила эксплуатации трактора-подъёмника, передвижного агрегата, механизмов и приспособлений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0509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Горючесмазочные материалы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43369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Марки и сорта ГСМ, применяемых при эксплуатации оборудования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479602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Электротехника и слесарное дело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5024628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Основы электротехники и слесарное дело в объёме выполняемых работ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5240655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Ремонт подъёмных лебёдок: способы ремонта двигателя, трансмиссии и ходовой части.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Источник: Единый тарифно-квалификационный справочник работ и профессий рабочих (ЕТКС). Требования к машинисту подъёмника 5-го разряда.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Квалификационные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знания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должен знать следующие дисциплины и технологии в объёме выполняемых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1868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обязательных знаний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53872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758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758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Технологический процесс добычи нефти, газа и других полезных ископаемых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782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782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Конструкция скважин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Технологический процесс и виды работ по капитальному ремонту скважин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8289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Технологический процесс и виды работ по текущему ремонту скважин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Техническая характеристика и правила эксплуатации талевых систем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Квалификационные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знания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24377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Перечень обязательных знаний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34441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8157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81577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Техническая характеристика и правила эксплуатации трактора-подъёмника, передвижного агрегата, применяемых механизмов и приспособлений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965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8965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Технологический процесс и методы опробования скважины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9199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9199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Марки и сорта горючесмазочных материалов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432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432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Основы электротехники и слесарное дело в объёме выполняемых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9666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9666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Способы ремонта двигателя, трансмиссии и ходовой части подъёмных лебёдок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Профессиональные знания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знания машиниста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Технологические процессы и техническая база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56344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Технологические процессы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76384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1354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Добыча нефти и газа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42144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добычи нефти, газа и других полезных ископаемых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447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Конструкция скважин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3307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Устройство и конструктивные особенности скважин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9540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Капитальный ремонт скважин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2400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виды работ по капитальному ремонту скважин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633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Текущий ремонт скважин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493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виды работ по текущему ремонту скважин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26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Опробование скважин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5868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Технологический процесс и методы опробования скважины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662047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Техника и смежные дисциплины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447" y="2982087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447" y="311924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Талевая система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347847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Техническая характеристика и правила эксплуатации трактора-подъёмника, передвижного агрегата, механизмов, приспособлений и талевых систем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898773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Электротехника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127373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Основы электротехники в объёме выполняемых работ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48970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Слесарное дело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718304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Слесарное дело в объёме выполняемых работ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50806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Ремонт подъёмных лебёдок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53092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Способы ремонта двигателя, трансмиссии и ходовой части подъёмных лебёдок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567156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Горючесмазочные материалы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590016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Марки и сорта горючесмазочных материалов, применяемых при эксплуатации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Ответственность и знания — единый профессиональный стандарт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обязан знать нормы и нести за них ответственность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Профессиональная компетентность машиниста подъёмника не сводится к техническому навыку управления машиной. Она включает знание нормативных требований, понимание границ допустимых действий и готовность нести персональную ответственность за каждое решение на рабочем месте. Знание без ответственности — риск. Ответственность без знания — нарушение. Только их совокупность формирует профессионала, допускаемого к эксплуатации подъёмника.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4845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8561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Завершив модуль, специалист должен уверенно соотносить свои действия с требованиями нормативной базы и понимать последствия их нарушения.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Обязанности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входит в зону профессиональной ответственности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Обязанности машиниста охватывают четыре ключевые области: техническое обслуживание и проверка подъёмника перед сменой; безопасное выполнение подъёмных операций в соответствии с технологическими регламентами; контроль состояния рабочей зоны и соблюдение требований охраны труда; ведение сменной документации и своевременное информирование ответственного лица об отказах и неисправностях.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655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027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 этом модуле каждая область рассматривается отдельно: нормативное основание, конкретные действия, типовые нарушения.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Полный перечень трудовых функций (источник: должностная инструкция)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1465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Машинист подъёмника выполняет: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3469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7185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7185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подъёмника (агрегата) в процессе капитального, текущего ремонта и опробования (испытания) скважин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418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7418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Подготовка подъёмника (агрегата) к работе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652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7652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монтаже и демонтаже подъёмника, оснастке талевой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88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88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Монтаж и обслуживание вспомогательных механизмов при капитальном ремонте скважин (насосный блок, машинные и гидравлические ключи, гидропроводы превентора и др.)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693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86933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лебёдкой при всех спускоподъёмных операциях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8927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8927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силовым электрогенератором, установленным на подъёмнике (агрегате)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79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Машинист подъёмника выполняет: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383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работах по капитальному и подземному ремонту скважин, опробованию и оборудованию устья скважин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8561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Наблюдение за исправностью регистратора и механизмов подъёмника (агрегата)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Ведение журнала учёта работы подъёмника (агрегата)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автомобилем или трактором, их заправка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92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Текущий ремонт механизмов подъёмника (агрегата), автомобиля, трактора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передвижных электростанций мощностью до 100 кВт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Слайд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Трудовые функции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Полный перечень должностных обязанностей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1465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3469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7185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7185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подъёмника (агрегата) в процессе капитального, текущего ремонта и опробования (испытания) скважин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418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7418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Подготовка подъёмника (агрегата) к работе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652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7652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монтаже и демонтаже подъёмника, оснастке талевой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88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88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Монтаж и обслуживание вспомогательных механизмов (насосный блок, машинные и гидравлические ключи, гидроприводы превентора и др.)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693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86933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лебёдкой при всех спускоподъёмных операциях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8927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8927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силовым электрогенератором, установленным на подъёмнике (агрегате)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Слайд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Трудовые функции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79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383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работах по капитальному и подземному ремонту скважин, опробованию и оборудованию устья скважин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8561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Наблюдение за исправностью регистратора и механизмов подъёмника (агрегата)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Ведение журнала учёта работы подъёмника (агрегата)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автомобилем или трактором, их заправка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92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Производство текущего ремонта механизмов подъёмника (агрегата), автомобиля, трактора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передвижных электростанций мощностью до 100 кВт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Полный перечень трудовых функций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1465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Машинист подъёмника выполняет: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3469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7185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7185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подъёмника (агрегата) в процессе капитального, текущего ремонта и опробования (испытания) скважин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418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7418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Подготовка подъёмника (агрегата) к работе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652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7652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монтаже и демонтаже подъёмника, оснастке талевой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88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88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Монтаж и обслуживание вспомогательных механизмов (насосный блок, машинные и гидравлические ключи, гидропривод превентора и др.)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693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86933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лебёдкой при всех спускоподъёмных операциях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8927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8927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силовым электрогенератором, установленным на подъёмнике (агрегате)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79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Машинист подъёмника выполняет: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383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работах по капитальному и подземному ремонту скважин, опробованию и оборудованию устья скважин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8561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Наблюдение за исправностью регистратора и механизмов подъёмника (агрегата)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Ведение журнала учёта работы подъёмника (агрегата)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автомобилем или трактором, их заправка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92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Текущий ремонт механизмов подъёмника (агрегата), автомобиля, трактора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передвижных электростанций мощностью до 100 кВт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Полный перечень трудовых функций (источник: должностные обязанности)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1465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 машиниста подъёмника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3469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7185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7185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подъёмника (агрегата) в процессе капитального, текущего ремонта и опробования (испытания) скважин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418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7418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Подготовка подъёмника (агрегата) к работе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652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7652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монтаже и демонтаже подъёмника, оснастке талевой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88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88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Монтаж и обслуживание вспомогательных механизмов: насосного блока, машинных и гидравлических ключей, гидропроводов превентора и другого оборудования от гидросистемы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693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86933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лебёдкой при всех спускоподъёмных операциях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8927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8927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силовым электрогенератором, установленным на подъёмнике (агрегате)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79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 машиниста подъёмника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3832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Участие в работах по капитальному и подземному ремонту скважин, опробованию и оборудованию устья скважин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85615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Наблюдение за исправностью работы регистратора и механизмов подъёмника (агрегата)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Ведение журнала учёта работы подъёмника (агрегата)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Управление автомобилем или трактором, их заправка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92624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Производство текущего ремонта механизмов подъёмника (агрегата), автомобиля, трактора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Обслуживание передвижных электростанций мощностью до 100 кВт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Полный перечень трудовых функций (источник: 5ddcaedd_5.docx)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5297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Основные производственные функции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573018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10178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Обслуживание подъёмника (агрегата)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8778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 процессе работ по капитальному, текущему ремонту и опробованию (испытанию) скважин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970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Подготовка подъёмника к работе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18304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Подготовительно-заключительные работы, монтаж и демонтаж, оснастка талевой системы, монтаж и обслуживание вспомогательных механизмов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8063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Монтаж и демонтаж подъёмника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923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Участие в монтаже/демонтаже подъёмника и оснастке талевой 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347275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Дополнительные функции и обязанности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667315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80447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Управление силовым электрогенератором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03307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Электрогенератор, установленный на подъёмнике (агрегате)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395406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Участие в ремонте скважин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624006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Капитальный и подземный ремонт, опробование и оборудование устья скважин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98633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Наблюдение за исправностью механизмов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21493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Контроль работы регистратора и механизмов подъёмника (агрегата)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Трудовые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Должностные обязанности машиниста подъёмника 5-го разряда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57003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Основные производственные функции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77043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914203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Управление лебёдкой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42803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всех спускоподъёмных операциях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05134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Вспомогательные механизмы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33734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Монтаж и обслуживание насосного блока, машинных и гидравлических ключей, гидропроводов превентора и другого оборудования от гидросистемы установки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161537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Дополнительные функции и обязанности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3481577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447" y="361873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Ведение журнала учёта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84733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Журнал учёта работы подъёмника (агрегата)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209669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Управление транспортом и текущий ремонт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438269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Управление автомобилем или трактором, их заправка; текущий ремонт механизмов подъёмника, автомобиля, трактора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98919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Обслуживание передвижных электростанций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521779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Электростанции мощностью до 100 кВт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Режим труда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Сверхурочная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Условия привлечения машиниста подъёмника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случае служебной необходимости машинист подъемника 5-го разряда может привлекаться к выполнению обязанностей сверхурочно, в порядке, предусмотренном законодательством.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6324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Порядок привлечения к сверхурочной работе определяется законодательством (порядок привлечения к сверхурочной работе). Основание: требует уточнения методиста.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Режим труда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Привлечение к сверхурочной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649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Нормативное основание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85031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" y="38953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8221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Основание: служебная необходимость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3525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Порядок: в соответствии с действующим законодательством 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1363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Ключевые понятия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3456432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24447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35935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Сверхурочная работа — по служебной необходимости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40507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Привлечение допускается только в порядке, предусмотренном законодательством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9039" y="45079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Норма: должностная инструкция машиниста подъёмника 5-го разряда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В случае служебной необходимости машинист может привлекаться к сверхурочной работе только в порядке, предусмотренном законодательством.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обязанности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должен знать и выполнять каждый машинист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1. Обслуживать подъёмник (агрегат) при капитальном, текущем ремонте и опробовании скважин.
2. Готовить подъёмник к работе, участвовать в монтаже/демонтаже и оснастке талевой системы.
3. Управлять лебёдкой при всех спускоподъёмных операциях и силовым электрогенератором.
4. Наблюдать за исправностью регистратора и механизмов, вести журнал учёта работы.
5. Управлять автомобилем/трактором, выполнять текущий ремонт механизмов и обслуживать электростанции до 100 кВт.
6. Соблюдать трудовую дисциплину, требования охраны труда и пожарной безопасности на рабочем месте.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Соблюдение обязанностей — основа безопасной эксплуатации подъёмника и личной ответственности машиниста.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Модуль: Права и ответственность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Права и ответственность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охватывает этот модуль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модуле рассматриваются четыре блока:
1. Права машиниста при выполнении работ — в каких случаях он вправе отказаться от выполнения задания или остановить подъёмник.
2. Трудовые обязанности — что машинист обязан выполнять в соответствии с должностной инструкцией и требованиями промышленной безопасности.
3. Виды ответственности — дисциплинарная, административная, уголовная — за нарушения правил эксплуатации и охраны труда.
4. Порядок действий при выявлении нарушений — кому сообщать, как фиксировать, что документировать.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 завершении модуля слушатель знает границы своих полномочий и понимает, какие последствия влечёт нарушение установленных требований.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Права машиниста подъёмника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Право знакомиться с решениями руководства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5-го разряда имеет право: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• Знакомиться с проектами решений руководства предприятия, касающимися его деятельности.
• Вносить на рассмотрение руководства предложения по совершенствованию работы, связанной с обязанностями, предусмотренными должностной инструкцией.
• Сообщать непосредственному руководителю обо всех выявленных недостатках в производственной деятельности предприятия и вносить предложения по их устранению.
• Запрашивать лично или по поручению непосредственного руководителя от руководителей подразделений предприятия и специалистов информацию и документы, необходимые для выполнения должностных обязанностей.
• Привлекать специалистов структурных подразделений к решению возложенных задач (если это предусмотрено положениями о структурных подразделениях, либо с разрешения руководителя).
• Требовать от руководства предприятия оказания содействия в исполнении своих должностных обязанностей и прав.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должностная инструкция машиниста подъёмника 5-го разряда (5ddcaedd_5.docx).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Права машиниста подъёмника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Право вносить предложения по улучшению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5-го разряда вправе участвовать в совершенствовании производственного процесса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подъемника 5-го разряда имеет право:
• знакомиться с проектами решений руководства предприятия, касающимися его деятельности;
• вносить на рассмотрение руководства предложения по совершенствованию работы, связанной с обязанностями, предусмотренными настоящей должностной инструкцией;
• сообщать непосредственному руководителю обо всех выявленных в процессе исполнения своих должностных обязанностей недостатках в производственной деятельности предприятия (его структурных подразделений) и вносить предложения по их устранению;
• запрашивать лично или по поручению непосредственного руководителя от руководителей подразделений предприятия и специалистов информацию и документы, необходимые для выполнения своих должностных обязанностей;
• привлекать специалистов всех (отдельных) структурных подразделений Компании к решению возложенных на него задач (если это предусмотрено положениями о структурных подразделениях, если нет — с разрешения руководителя Компании);
• требовать от руководства предприятия оказания содействия в исполнении своих должностных обязанностей и прав.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749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Должностная инструкция машиниста подъёмника 5-го разряда (5ddcaedd_5.docx). Права работника включают: внесение предложений, запрос информации и документов, взаимодействие с подразделениями, содействие руководства.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Права работника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Права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Должностная инструкция машиниста подъёмника 5-го разряда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63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Информация и документы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56432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8640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5935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Знакомиться с проектами решений руководства, касающимися его деятельности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0507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Запрашивать информацию и документы, необходимые для выполнения обязанностей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079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Вносить предложения по совершенствованию работы по должностной инструкции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136391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Взаимодействие и содействие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456432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24447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9039" y="35935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Сообщать руководителю о выявленных недостатках и предлагать их устранение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4050791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Привлекать специалистов подразделений к решению возложенных задач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7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4507992"/>
            <a:ext cx="515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Требовать от руководства содействия в исполнении обязанностей и прав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Источник: Должностная инструкция машиниста подъёмника 5-го разряда (5ddcaedd_5.docx)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Ответственность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Виды ответственности машиниста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За нарушение трудовых обязанностей, правил ТБ и трудовой дисциплины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1898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56655" y="3748938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56655" y="388609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вида ответственности: административная, дисциплинарная, материальная и уголовная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6655" y="434329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Уголовная ответственность — в отдельных случаях, предусмотренных законодательством РФ (за невыполнение трудовых функций, нарушение ТБ, несоблюдение трудовой дисциплины)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Ответственность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Дисциплинарная и административная ответственность машиниста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Машинист подъёмника 5-го разряда несёт ответственность в соответствии с законодательством РФ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48877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Виды ответственности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68917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90607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Административная ответственность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4677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 неправомерные действия или бездействие при исполнении трудовых функций в соответствии с законодательством РФ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5603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Дисциплинарная ответственность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14203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 невыполнение или ненадлежащее выполнение служебных указаний непосредственного руководителя и трудовых функций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5129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Материальная ответственность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93729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 ущерб, причинённый предприятию вследствие неправомерного использования служебных полномочий или ненадлежащего исполнения обязанностей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44655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Уголовная ответственность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73255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 отдельных случаях, предусмотренных законодательством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Основания для привлечения к ответственности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Нарушение ТБ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063240"/>
            <a:ext cx="5318607" cy="5657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Непринятие мер по пресечению выявленных нарушений правил техники безопасности, противопожарных и других правил, создающих угрозу деятельности предприятия и его работникам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802761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Недостоверная информация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031361"/>
            <a:ext cx="5318607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Предоставление недостоверной информации о состоянии выполнения порученной работы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582287"/>
            <a:ext cx="531860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Нарушение трудовой дисциплины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810887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Необеспечение соблюдения трудовой дисциплины на рабочем месте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5026914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Неправомерное использование служебных полномочий (в т. ч. в личных целях); невыполнение указаний руководителя и трудовых функций.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Основание: законодательство РФ — «...административную, дисциплинарную и материальную (а в отдельных случаях, предусмотренных законодательством РФ, — и уголовную) ответственность»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Ответственность машиниста подъёмника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Материальная ответственность за причинённый ущерб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Административная, дисциплинарная, материальная и уголовная ответственность по законодательству РФ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5-го разряда несёт административную, дисциплинарную и материальную (а в отдельных случаях, предусмотренных законодательством РФ, — и уголовную) ответственность за: невыполнение или ненадлежащее выполнение служебных указаний непосредственного руководителя; невыполнение или ненадлежащее выполнение своих трудовых функций и порученных ему задач; неправомерное использование предоставленных служебных полномочий, а также использование их в личных целях; недостоверную информацию о состоянии выполнения порученной ему работы; непринятие мер по пресечению выявленных нарушений правил техники безопасности, противопожарных и других правил, создающих угрозу деятельности предприятия и его работникам; не обеспечение соблюдения трудовой дисциплины.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Основание: законодательство РФ (должностная инструкция машиниста подъёмника 5-го разряда, источник 5ddcaedd_5.docx).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Ответственность машиниста подъёмника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Виды ответственности за нарушение правил техники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Административная, дисциплинарная, материальная, уголовная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5-го разряда несёт административную, дисциплинарную и материальную (а в отдельных случаях, предусмотренных законодательством РФ, — и уголовную) ответственность за: невыполнение или ненадлежащее выполнение служебных указаний непосредственного руководителя; невыполнение или ненадлежащее выполнение своих трудовых функций и порученных ему задач; неправомерное использование предоставленных служебных полномочий, а также использование их в личных целях; недостоверную информацию о состоянии выполнения порученной ему работы; непринятие мер по пресечению выявленных нарушений правил техники безопасности, противопожарных и других правил, создающих угрозу деятельности предприятия и его работникам; не обеспечение соблюдения трудовой дисциплины.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Основание: законодательство РФ (должностная инструкция машиниста подъёмника, источник 5ddcaedd_5.docx, раздел «Ответственность машиниста подъёмника»).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Баланс прав и ответственности машиниста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Профессиональная компетентность — это единство полномочий и обязательств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Машинист подъёмника наделён правами, необходимыми для безопасного выполнения работы: отказывать от выполнения команд при угрозе безопасности, требовать исправного состояния оборудования, приостанавливать работу при выявлении неисправностей. Эти права неотделимы от ответственности: за соблюдение технологических регламентов, за техническое состояние подъёмника в зоне своих обязанностей, за безопасность людей в рабочей зоне. Право без ответственности ведёт к произволу. Ответственность без прав — к невозможности действовать. Только в совокупности они формируют профессиональную позицию машиниста.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Завершая модуль, убедитесь: вы знаете не только что обязаны делать, но и на что имеете право — и готовы применять это знание на практике.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