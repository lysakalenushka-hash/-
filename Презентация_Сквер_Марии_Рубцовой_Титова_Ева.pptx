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Сквер имени Марии Рубцовой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24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" y="1280160"/>
            <a:ext cx="554736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Детская площадка у сквера, начало Юбилейного проспекта. Фото: stvo99, FotoTerra.ru, CC BY 3.0.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Титова Ева, 3 класс, город Химки.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Парк Толстого, реку Москву и канал в классе уже разобрали.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Буквы на площадке складываются в слово «Химки».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Есть горки, фонтан и скейт-парк 2024 года.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Где находится сквер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Вид на Химки. Сквер находится в Новых Химках. Фото: stvo99, FotoTerra.ru, CC BY 3.0.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Это Новые Химки, у Ленинградского шоссе.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Рядом ещё Юбилейный проспект и улица 9 Мая.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Площадь 7,67 гектара — больше десяти футбольных полей.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Гулять можно круглые сутки.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" y="1280160"/>
            <a:ext cx="554736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Провода и танк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de_pri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24452"/>
            <a:ext cx="5797296" cy="3471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Сквер и танк. Фото: Сергей Себелев, Wikimedia Commons, CC BY-SA 4.0.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В 1979 году сквер разбили под линией электропередачи.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Обычно такую землю оставляют пустой.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С 9 мая 2006 года здесь стоит танк Т-34-85.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Рядом пушки и боевые машины. К ним можно подойти.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Мария Денисовна Рубцова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ubcov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280160"/>
            <a:ext cx="475488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Портрет Марии Рубцовой. Источник: Химкинская библиотека, himki-library.ru.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14 апреля 1914 — 22 июня 1993.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В 19 лет строила дороги и аэродромы для обороны.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С 1956 года инженер, с 1969-го глава городской службы дворов и зелени.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Жители выбирали её депутатом. Озеленяла Химки около 25 лет.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Что она создала в городе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23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" y="1280160"/>
            <a:ext cx="554736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Памятник Ленину в Старых Химках. Вокруг него Рубцова устроила зелень. Фото: stvo99, FotoTerra.ru, CC BY 3.0.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Парк «Дружба» и парк у кинотеатра «Юбилейный».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Зелёный массив вокруг памятника Ленину.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Ели, берёзы, липовые аллеи и детские площадки.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Город не раз был первым в области по благоустройству.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Награды и Олимпиада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23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" y="1280160"/>
            <a:ext cx="554736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Цветники на улице Маяковского в Химках. Фото: stvo99, FotoTerra.ru, CC BY 3.0.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Орден Трудового Красного Знамени и три трудовые медали.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В 1980 году помогала готовить Химки к Олимпиаде.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В том же году стала заслуженным работником.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При ней на улицах появились цветники.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Что мало кто знает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25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" y="1280160"/>
            <a:ext cx="554736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Дома в микрорайоне улицы Марии Рубцовой. Фото: stvo99, FotoTerra.ru, CC BY 3.0.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Почётным гражданином её назвали 5 апреля 2002 года, через девять лет после неё.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Улица носит её имя с 1994 года, сквер открыли в 2004-м.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Табличку со своим именем она не увидела.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Сквер начали делать ещё в 1970-е, при её жизни.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Памятник медсестре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24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" y="1280160"/>
            <a:ext cx="554736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Памятник в сквере. Фото: stvo99, FotoTerra.ru, CC BY 3.0.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0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«Подвиг. Милосердие. 1941–1945». Открыт 8 мая 2005 года.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0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Это было к 60-летию Победы. Высота — 5,5 метра.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0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Бронза и красный гранит. Скульптор Валерий Евдокимов.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0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Журналисты писали: отдельного памятника фронтовой медсестре в России ещё не было.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Мария Петровна Семикова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_w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288" y="1280160"/>
            <a:ext cx="277368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Крупный план памятника медсестре. Фото: сайт «Бессмертный полк», moypolk.ru.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0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Лицо памятника списано с её фронтовой фотографии.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0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Она прошла войну и встретила Победу в Берлине.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0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В Химках было десять госпиталей. Здесь проходил ближний рубеж обороны Москвы.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0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Две Марии: Рубцова озеленяла город, Семикова спасала раненых.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Памятник «Доблесть и слава»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24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" y="1280160"/>
            <a:ext cx="554736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Мемориал в сквере имени Марии Рубцовой. Фото: stvo99, FotoTerra.ru, CC BY 3.0.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Открыт 8 сентября 2007 года.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Он в память о воинах особых военных отрядов.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У входа с Юбилейного проспекта лежит камень к 60-летию Победы.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Детские площадки во дворах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Двор в Старых Химках. Фото: stvo99, FotoTerra.ru, CC BY 3.0.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Рубцова ставила деревянные площадки в Новых и Старых Химках.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Во дворах города дети играют и сейчас.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Площадка с буквами «Химки» стоит у самого сквера.</a:t>
            </a:r>
          </a:p>
        </p:txBody>
      </p:sp>
      <p:pic>
        <p:nvPicPr>
          <p:cNvPr id="9" name="Picture 8" descr="1023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" y="1280160"/>
            <a:ext cx="554736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5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338560" cy="658368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Arial"/>
                <a:cs typeface="Arial"/>
                <a:ea typeface="Arial"/>
              </a:rPr>
              <a:t>Почему я выбрала этот сквер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1170432"/>
            <a:ext cx="6035040" cy="4800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5596128"/>
            <a:ext cx="5943600" cy="109728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4E5E56"/>
                </a:solidFill>
                <a:latin typeface="Arial"/>
                <a:cs typeface="Arial"/>
                <a:ea typeface="Arial"/>
              </a:rPr>
              <a:t>Зелёная улица в Химках. Фото: stvo99, FotoTerra.ru, CC BY 3.0.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394960" cy="5120640"/>
          </a:xfrm>
          <a:prstGeom prst="rect">
            <a:avLst/>
          </a:prstGeom>
          <a:noFill/>
        </p:spPr>
        <p:txBody>
          <a:bodyPr wrap="square" lIns="54864" rIns="54864" tIns="18288" bIns="18288"/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За одну прогулку здесь и парк, и музей под открытым небом.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Рубцова около 25 лет делала город зелёным.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Семикова встретила Победу в Берлине.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2200" b="0">
                <a:solidFill>
                  <a:srgbClr val="1C2B24"/>
                </a:solidFill>
                <a:latin typeface="Arial"/>
                <a:cs typeface="Arial"/>
                <a:ea typeface="Arial"/>
              </a:rPr>
              <a:t>•  Титова Ева, 3 класс.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" y="1280160"/>
            <a:ext cx="5547360" cy="4160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