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" name="Picture 6" descr="title_fi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14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0"/>
            <a:ext cx="11155680" cy="4114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D7EBDF"/>
                </a:solidFill>
                <a:latin typeface="Arial"/>
                <a:cs typeface="Arial"/>
                <a:ea typeface="Arial"/>
              </a:rPr>
              <a:t>Реферат. Город Химки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17720"/>
            <a:ext cx="11155680" cy="10515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Сквер имени Марии Рубцовой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60720"/>
            <a:ext cx="11155680" cy="822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  <a:cs typeface="Arial"/>
                <a:ea typeface="Arial"/>
              </a:rPr>
              <a:t>Титова Ева, 3 класс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D7EBDF"/>
                </a:solidFill>
                <a:latin typeface="Arial"/>
                <a:cs typeface="Arial"/>
                <a:ea typeface="Arial"/>
              </a:rPr>
              <a:t>Фото: Сергей Себелев, Wikimedia Commons, CC BY-SA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338560" cy="685800"/>
          </a:xfrm>
          <a:prstGeom prst="rect">
            <a:avLst/>
          </a:prstGeom>
          <a:noFill/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Где находится сквер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98932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63" y="1389888"/>
            <a:ext cx="4940617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623560"/>
            <a:ext cx="5943600" cy="10515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4E5E56"/>
                </a:solidFill>
                <a:latin typeface="Arial"/>
                <a:cs typeface="Arial"/>
                <a:ea typeface="Arial"/>
              </a:rPr>
              <a:t>Фото: Сергей Себелев, Wikimedia Commons, CC BY-SA 4.0.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5349240" cy="4937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Это Новые Химки.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Сквер лежит между Ленинградским шоссе, Юбилейным проспектом и улицей 9 Мая.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Он больше десяти футбольных полей.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Гулять можно в любое время.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Площадку разбили в 1979 году прямо под электрическими проводами.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338560" cy="685800"/>
          </a:xfrm>
          <a:prstGeom prst="rect">
            <a:avLst/>
          </a:prstGeom>
          <a:noFill/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Мария Денисовна Рубцова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98932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ubcov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389888"/>
            <a:ext cx="475488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623560"/>
            <a:ext cx="5943600" cy="10515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4E5E56"/>
                </a:solidFill>
                <a:latin typeface="Arial"/>
                <a:cs typeface="Arial"/>
                <a:ea typeface="Arial"/>
              </a:rPr>
              <a:t>Портрет Марии Рубцовой. Источник: Химкинская библиотека, himki-library.ru.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5349240" cy="4937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Родилась 14 апреля 1914 года.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В 19 лет руководила стройкой дорог и аэродромов.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Потом около 25 лет озеленяла Химки.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При ней город не раз был первым в области по благоустройству.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338560" cy="685800"/>
          </a:xfrm>
          <a:prstGeom prst="rect">
            <a:avLst/>
          </a:prstGeom>
          <a:noFill/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Что мало кто знает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98932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ide_pri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745132"/>
            <a:ext cx="5760720" cy="34500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623560"/>
            <a:ext cx="5943600" cy="10515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4E5E56"/>
                </a:solidFill>
                <a:latin typeface="Arial"/>
                <a:cs typeface="Arial"/>
                <a:ea typeface="Arial"/>
              </a:rPr>
              <a:t>Сквер, который теперь носит её имя. Фото: Сергей Себелев, Wikimedia Commons, CC BY-SA 4.0.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5349240" cy="4937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Сначала она была прорабом на стройке, а парки появились позже.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В 1980 году помогала готовить Химки к Олимпиаде.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Почётным гражданином её назвали в 2002 году.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Улица носит её имя с 1994 года, сквер открыли в 2004-м.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338560" cy="685800"/>
          </a:xfrm>
          <a:prstGeom prst="rect">
            <a:avLst/>
          </a:prstGeom>
          <a:noFill/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Памятник медсестре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98932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r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92" y="1389888"/>
            <a:ext cx="554736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623560"/>
            <a:ext cx="5943600" cy="10515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4E5E56"/>
                </a:solidFill>
                <a:latin typeface="Arial"/>
                <a:cs typeface="Arial"/>
                <a:ea typeface="Arial"/>
              </a:rPr>
              <a:t>Фото памятника медсестре: stvo99, FotoTerra.ru, CC BY 3.0.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5349240" cy="4937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Называется «Подвиг милосердия».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Открыт 8 мая 2005 года. Высота — 5,5 метра.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Медсестра держит раненого солдата.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Лицо списано с Марии Петровны Семиковой.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Она прошла всю войну и встретила Победу в Берлине.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338560" cy="685800"/>
          </a:xfrm>
          <a:prstGeom prst="rect">
            <a:avLst/>
          </a:prstGeom>
          <a:noFill/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Танк и выставка техники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98932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nk_pri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080" y="1389888"/>
            <a:ext cx="4232383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623560"/>
            <a:ext cx="5943600" cy="10515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4E5E56"/>
                </a:solidFill>
                <a:latin typeface="Arial"/>
                <a:cs typeface="Arial"/>
                <a:ea typeface="Arial"/>
              </a:rPr>
              <a:t>Фрагмент фотографии Сергея Себелева, Wikimedia Commons, CC BY-SA 4.0.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5349240" cy="4937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Танк Т-34-85 стоит здесь с 9 мая 2006 года.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На аллее есть пушки и боевые машины.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К технике можно подойти совсем близко.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Это музей под открытым небом.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338560" cy="685800"/>
          </a:xfrm>
          <a:prstGeom prst="rect">
            <a:avLst/>
          </a:prstGeom>
          <a:noFill/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Детская площадка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98932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92" y="1389888"/>
            <a:ext cx="554736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623560"/>
            <a:ext cx="5943600" cy="10515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4E5E56"/>
                </a:solidFill>
                <a:latin typeface="Arial"/>
                <a:cs typeface="Arial"/>
                <a:ea typeface="Arial"/>
              </a:rPr>
              <a:t>Детская площадка у сквера. Фото: stvo99, FotoTerra.ru, CC BY 3.0.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5349240" cy="4937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Большие буквы складываются в слово «Химки».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Рядом горки и дорожки для игр.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Есть фонтан, футбольная площадка и место для собак.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•  В 2024 году открыли скейт-парк и дорожку для самокатов.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338560" cy="685800"/>
          </a:xfrm>
          <a:prstGeom prst="rect">
            <a:avLst/>
          </a:prstGeom>
          <a:noFill/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Почему я выбрала этот сквер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98932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ide_pri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745132"/>
            <a:ext cx="5760720" cy="34500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623560"/>
            <a:ext cx="5943600" cy="10515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4E5E56"/>
                </a:solidFill>
                <a:latin typeface="Arial"/>
                <a:cs typeface="Arial"/>
                <a:ea typeface="Arial"/>
              </a:rPr>
              <a:t>Фото: Сергей Себелев, Wikimedia Commons, CC BY-SA 4.0.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5349240" cy="42062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Здесь рядом растут деревья, стоит танк и памятник медсестре.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400" b="0">
                <a:solidFill>
                  <a:srgbClr val="1C2B24"/>
                </a:solidFill>
                <a:latin typeface="Arial"/>
                <a:cs typeface="Arial"/>
                <a:ea typeface="Arial"/>
              </a:rPr>
              <a:t>За одну прогулку можно увидеть парк и музей.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600" b="1">
                <a:solidFill>
                  <a:srgbClr val="1B5E45"/>
                </a:solidFill>
                <a:latin typeface="Arial"/>
                <a:cs typeface="Arial"/>
                <a:ea typeface="Arial"/>
              </a:rPr>
              <a:t>Титова Ева, 3 класс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5623560"/>
            <a:ext cx="5349240" cy="10058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4E5E56"/>
                </a:solidFill>
                <a:latin typeface="Arial"/>
                <a:cs typeface="Arial"/>
                <a:ea typeface="Arial"/>
              </a:rPr>
              <a:t>Сведения: Химкинская библиотека, Википедия, сайт администрации Химок, «Парки Химок».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