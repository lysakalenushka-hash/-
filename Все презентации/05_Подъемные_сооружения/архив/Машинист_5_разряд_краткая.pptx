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Профессиональная подготовка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000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Inter"/>
              </a:rPr>
              <a:t>Машинист подъёмника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0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  <a:latin typeface="Inter"/>
              </a:rPr>
              <a:t>Общие положения, знания, обязанности, права и ответственность по должностной инструкции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Общие положения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Статус должности и нормативная база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Кто такой машинист подъёмника 5-го разряда и чем он руководствуется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Назначается и освобождается от должности приказом руководителя Компании; относится к категории «Рабочие».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Руководствуется локальными актами Компании, правилами внутреннего трудового распорядка.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Соблюдает правила охраны труда, техники безопасности, производственной санитарии и противопожарной защиты.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Выполняет указания, приказания, решения и поручения непосредственного руководителя.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94415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Назначение и освобождение — исключительно в порядке, установленном трудовым законодательством.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Зоны ответственности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За что отвечает машинист на рабочем 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Персональная ответственность на порученном участке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Своевременное и качественное выполнение задач по предназначению.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Соблюдение исполнительской и трудовой дисциплины.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Соблюдение мер безопасности труда и поддержание порядка на рабочем месте.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Выполнение правил пожарной безопасности на порученном участке работы.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94415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Ответственность распространяется на весь порученный участок работы (рабочее место).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Квалификационные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Что обязан знать машинист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Технология, оборудование и смежные дисциплины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Технологический процесс добычи нефти, газа и других полезных ископаемых; конструкция скважин.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Виды и технология капитального и текущего ремонта, методы опробования скважин.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Характеристики и правила эксплуатации трактора-подъёмника, агрегата, механизмов, талевых систем.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Марки и сорта ГСМ; основы электротехники и слесарного дела; ремонт двигателя, трансмиссии и ходовой части лебёдок.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94415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Знания применяются в объёме выполняемых работ по должностной инструкции.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Должностные обязанности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Трудовые функции машиниста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Обслуживание, подготовка и управление оборудованием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Обслуживание подъёмника (агрегата) при капитальном, текущем ремонте и опробовании (испытании) скважин.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Подготовка подъёмника к работе; участие в монтаже/демонтаже и оснастке талевой системы.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Монтаж и обслуживание вспомогательных механизмов: насосный блок, ключи, гидропроводы превентора и др.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Управление лебёдкой при всех спускоподъёмных операциях и силовым электрогенератором на агрегате.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Должностные обязанности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Трудовые функции машиниста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Контроль, ремонт, транспорт и режим труда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Участие в капитальном и подземном ремонте скважин, опробовании и оборудовании устья скважин.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8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Наблюдение за исправностью регистратора и механизмов; ведение журнала учёта работы подъёмника.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Управление автомобилем или трактором, их заправка; текущий ремонт механизмов, автомобиля, трактора.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Обслуживание передвижных электростанций мощностью до 100 кВт.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94415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При служебной необходимости допускается сверхурочная работа только в порядке, предусмотренном законодательством.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Права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Права машиниста подъёмника 5-го разряда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Полномочия, необходимые для исполнения обязанностей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Знакомиться с проектами решений руководства, касающимися его деятельности.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Вносить предложения по совершенствованию работы и сообщать о выявленных недостатках.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Запрашивать информацию и документы, необходимые для выполнения должностных обязанностей.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Привлекать специалистов подразделений к решению задач и требовать содействия руководства.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Ответственность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Виды и основания ответственности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Административная, дисциплинарная, материальная и уголовная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Невыполнение указаний руководителя, трудовых функций и порученных задач.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Неправомерное использование служебных полномочий, в том числе в личных целях.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Недостоверная информация о состоянии выполнения порученной работы.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Непринятие мер по пресечению нарушений ТБ, пожарных и иных правил; необеспечение трудовой дисциплины.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94415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Уголовная ответственность — в отдельных случаях, предусмотренных законодательством РФ.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0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30613"/>
                </a:solidFill>
                <a:latin typeface="Inter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000"/>
            <a:ext cx="110944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Inter"/>
              </a:rPr>
              <a:t>Что важно помнить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000"/>
            <a:ext cx="110944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Inter"/>
              </a:rPr>
              <a:t>Единство знаний, обязанностей, прав и ответственности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5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Машинист 5-го разряда — рабочий, назначаемый приказом; обязан знать технологию, оборудование и правила безопасности.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3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3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Ключевые функции: обслуживание и подготовка подъёмника, спускоподъёмные операции, контроль, журнал, ремонт.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Права позволяют получать информацию, предлагать улучшения и требовать содействия руководства.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90000"/>
            <a:ext cx="10637215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Inter"/>
              </a:rPr>
              <a:t>За нарушения дисциплины, ТБ и неисполнение обязанностей наступает дисциплинарная, административная, материальная, а в отдельных случаях — уголовная ответственность.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94415" cy="5029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Inter"/>
              </a:rPr>
              <a:t>Знание без ответственности — риск. Ответственность без знания — нарушение. Нужны оба.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