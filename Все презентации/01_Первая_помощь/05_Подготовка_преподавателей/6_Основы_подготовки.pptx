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1" r:id="rId2"/>
    <p:sldMasterId id="2147483754" r:id="rId3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EAEFF2"/>
    <a:srgbClr val="AEC8C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7018" autoAdjust="0"/>
  </p:normalViewPr>
  <p:slideViewPr>
    <p:cSldViewPr>
      <p:cViewPr varScale="1">
        <p:scale>
          <a:sx n="50" d="100"/>
          <a:sy n="50" d="100"/>
        </p:scale>
        <p:origin x="66" y="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636DA-9CFD-4671-850D-66E73BF358C0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1299127B-8702-44A7-93E8-15875CA58652}">
      <dgm:prSet/>
      <dgm:spPr/>
      <dgm:t>
        <a:bodyPr/>
        <a:lstStyle/>
        <a:p>
          <a:r>
            <a:rPr lang="ru-RU" b="0" i="0"/>
            <a:t>Информирование о целях и задачах обучения</a:t>
          </a:r>
          <a:endParaRPr lang="ru-RU"/>
        </a:p>
      </dgm:t>
    </dgm:pt>
    <dgm:pt modelId="{43A89122-C1E4-4B59-978E-1235AC1E3800}" type="parTrans" cxnId="{7CDB14E8-EB86-48C1-AEC8-650112965A5A}">
      <dgm:prSet/>
      <dgm:spPr/>
      <dgm:t>
        <a:bodyPr/>
        <a:lstStyle/>
        <a:p>
          <a:endParaRPr lang="ru-RU"/>
        </a:p>
      </dgm:t>
    </dgm:pt>
    <dgm:pt modelId="{6867B15D-A13F-44E1-8059-B9F17A184235}" type="sibTrans" cxnId="{7CDB14E8-EB86-48C1-AEC8-650112965A5A}">
      <dgm:prSet/>
      <dgm:spPr/>
      <dgm:t>
        <a:bodyPr/>
        <a:lstStyle/>
        <a:p>
          <a:endParaRPr lang="ru-RU"/>
        </a:p>
      </dgm:t>
    </dgm:pt>
    <dgm:pt modelId="{167EE0F7-8F82-440B-8D84-7F27B720008F}">
      <dgm:prSet/>
      <dgm:spPr/>
      <dgm:t>
        <a:bodyPr/>
        <a:lstStyle/>
        <a:p>
          <a:r>
            <a:rPr lang="ru-RU" b="0" i="0"/>
            <a:t>Демонстрация практической значимости подготовки по первой помощи</a:t>
          </a:r>
          <a:endParaRPr lang="ru-RU"/>
        </a:p>
      </dgm:t>
    </dgm:pt>
    <dgm:pt modelId="{24B47CA0-5738-4BE0-933A-0F00B8A07DE7}" type="parTrans" cxnId="{7D3DFC20-EF06-4AE0-A62E-3C0D968A69EB}">
      <dgm:prSet/>
      <dgm:spPr/>
      <dgm:t>
        <a:bodyPr/>
        <a:lstStyle/>
        <a:p>
          <a:endParaRPr lang="ru-RU"/>
        </a:p>
      </dgm:t>
    </dgm:pt>
    <dgm:pt modelId="{391B2926-6F53-4901-B642-6695D322A91C}" type="sibTrans" cxnId="{7D3DFC20-EF06-4AE0-A62E-3C0D968A69EB}">
      <dgm:prSet/>
      <dgm:spPr/>
      <dgm:t>
        <a:bodyPr/>
        <a:lstStyle/>
        <a:p>
          <a:endParaRPr lang="ru-RU"/>
        </a:p>
      </dgm:t>
    </dgm:pt>
    <dgm:pt modelId="{32C9E106-4807-427D-84E4-949F20AA9DD8}">
      <dgm:prSet/>
      <dgm:spPr/>
      <dgm:t>
        <a:bodyPr/>
        <a:lstStyle/>
        <a:p>
          <a:r>
            <a:rPr lang="ru-RU" b="0" i="0"/>
            <a:t>Отношение к обучающемуся как к личности</a:t>
          </a:r>
          <a:endParaRPr lang="ru-RU"/>
        </a:p>
      </dgm:t>
    </dgm:pt>
    <dgm:pt modelId="{394B1CF5-E9A6-4167-9D52-9B148F398297}" type="parTrans" cxnId="{7A254353-9224-4636-BA6C-F8FF726B4F99}">
      <dgm:prSet/>
      <dgm:spPr/>
      <dgm:t>
        <a:bodyPr/>
        <a:lstStyle/>
        <a:p>
          <a:endParaRPr lang="ru-RU"/>
        </a:p>
      </dgm:t>
    </dgm:pt>
    <dgm:pt modelId="{509A1B67-ADAA-4EDC-B5CB-8D369F477DDA}" type="sibTrans" cxnId="{7A254353-9224-4636-BA6C-F8FF726B4F99}">
      <dgm:prSet/>
      <dgm:spPr/>
      <dgm:t>
        <a:bodyPr/>
        <a:lstStyle/>
        <a:p>
          <a:endParaRPr lang="ru-RU"/>
        </a:p>
      </dgm:t>
    </dgm:pt>
    <dgm:pt modelId="{C5F9632D-3119-4B9E-B0A9-93654C2B05B3}">
      <dgm:prSet/>
      <dgm:spPr/>
      <dgm:t>
        <a:bodyPr/>
        <a:lstStyle/>
        <a:p>
          <a:r>
            <a:rPr lang="ru-RU" b="0" i="0"/>
            <a:t>Отсутствие прямой и жестокой критики обучающихся</a:t>
          </a:r>
          <a:endParaRPr lang="ru-RU"/>
        </a:p>
      </dgm:t>
    </dgm:pt>
    <dgm:pt modelId="{F1F58FFA-E4C2-4D17-8883-6B50DEB32996}" type="parTrans" cxnId="{106F891E-2DF7-49BF-8424-74BDADCA8A77}">
      <dgm:prSet/>
      <dgm:spPr/>
      <dgm:t>
        <a:bodyPr/>
        <a:lstStyle/>
        <a:p>
          <a:endParaRPr lang="ru-RU"/>
        </a:p>
      </dgm:t>
    </dgm:pt>
    <dgm:pt modelId="{0E2E5D81-6B84-486A-AEDD-E983DE6D6473}" type="sibTrans" cxnId="{106F891E-2DF7-49BF-8424-74BDADCA8A77}">
      <dgm:prSet/>
      <dgm:spPr/>
      <dgm:t>
        <a:bodyPr/>
        <a:lstStyle/>
        <a:p>
          <a:endParaRPr lang="ru-RU"/>
        </a:p>
      </dgm:t>
    </dgm:pt>
    <dgm:pt modelId="{1A599ECA-E0E7-40D7-B723-BC67ECB3F419}">
      <dgm:prSet/>
      <dgm:spPr/>
      <dgm:t>
        <a:bodyPr/>
        <a:lstStyle/>
        <a:p>
          <a:r>
            <a:rPr lang="ru-RU" b="0" i="0"/>
            <a:t>Активное вовлечение в процесс подготовки</a:t>
          </a:r>
          <a:endParaRPr lang="ru-RU"/>
        </a:p>
      </dgm:t>
    </dgm:pt>
    <dgm:pt modelId="{67B52492-D7EF-4856-A119-F434DE8B8ABB}" type="parTrans" cxnId="{831D39FE-7538-44C5-818C-8B307D639382}">
      <dgm:prSet/>
      <dgm:spPr/>
      <dgm:t>
        <a:bodyPr/>
        <a:lstStyle/>
        <a:p>
          <a:endParaRPr lang="ru-RU"/>
        </a:p>
      </dgm:t>
    </dgm:pt>
    <dgm:pt modelId="{22ACF0F7-1510-4E3D-BC83-79FAB7F13CC2}" type="sibTrans" cxnId="{831D39FE-7538-44C5-818C-8B307D639382}">
      <dgm:prSet/>
      <dgm:spPr/>
      <dgm:t>
        <a:bodyPr/>
        <a:lstStyle/>
        <a:p>
          <a:endParaRPr lang="ru-RU"/>
        </a:p>
      </dgm:t>
    </dgm:pt>
    <dgm:pt modelId="{503697F4-E071-42DC-868B-24277F1C14A3}">
      <dgm:prSet/>
      <dgm:spPr/>
      <dgm:t>
        <a:bodyPr/>
        <a:lstStyle/>
        <a:p>
          <a:r>
            <a:rPr lang="ru-RU" b="0" i="0"/>
            <a:t>Позитивное представление материала</a:t>
          </a:r>
          <a:endParaRPr lang="ru-RU"/>
        </a:p>
      </dgm:t>
    </dgm:pt>
    <dgm:pt modelId="{85A84DDD-CE7F-425C-87AC-B95B8F70EFC5}" type="parTrans" cxnId="{08F72B05-47BF-48A4-8F6A-3B0E4026A21E}">
      <dgm:prSet/>
      <dgm:spPr/>
      <dgm:t>
        <a:bodyPr/>
        <a:lstStyle/>
        <a:p>
          <a:endParaRPr lang="ru-RU"/>
        </a:p>
      </dgm:t>
    </dgm:pt>
    <dgm:pt modelId="{58CAECDB-B783-4754-BEEA-A16234BF6241}" type="sibTrans" cxnId="{08F72B05-47BF-48A4-8F6A-3B0E4026A21E}">
      <dgm:prSet/>
      <dgm:spPr/>
      <dgm:t>
        <a:bodyPr/>
        <a:lstStyle/>
        <a:p>
          <a:endParaRPr lang="ru-RU"/>
        </a:p>
      </dgm:t>
    </dgm:pt>
    <dgm:pt modelId="{A90BB696-3A15-459D-9367-694632F5BC35}">
      <dgm:prSet/>
      <dgm:spPr/>
      <dgm:t>
        <a:bodyPr/>
        <a:lstStyle/>
        <a:p>
          <a:r>
            <a:rPr lang="ru-RU" b="0" i="0"/>
            <a:t>Временной контроль</a:t>
          </a:r>
          <a:endParaRPr lang="ru-RU"/>
        </a:p>
      </dgm:t>
    </dgm:pt>
    <dgm:pt modelId="{DD6C0B58-95BB-47BE-8B39-767D868E3BAE}" type="parTrans" cxnId="{7F90410B-6A8B-4066-99A8-9E7881C7F467}">
      <dgm:prSet/>
      <dgm:spPr/>
      <dgm:t>
        <a:bodyPr/>
        <a:lstStyle/>
        <a:p>
          <a:endParaRPr lang="ru-RU"/>
        </a:p>
      </dgm:t>
    </dgm:pt>
    <dgm:pt modelId="{ACFC5A5A-B8BC-4728-BC69-B766B8B77B55}" type="sibTrans" cxnId="{7F90410B-6A8B-4066-99A8-9E7881C7F467}">
      <dgm:prSet/>
      <dgm:spPr/>
      <dgm:t>
        <a:bodyPr/>
        <a:lstStyle/>
        <a:p>
          <a:endParaRPr lang="ru-RU"/>
        </a:p>
      </dgm:t>
    </dgm:pt>
    <dgm:pt modelId="{0CFC3AA1-A6A1-4DC7-A352-7EBF9DB3D665}">
      <dgm:prSet/>
      <dgm:spPr/>
      <dgm:t>
        <a:bodyPr/>
        <a:lstStyle/>
        <a:p>
          <a:r>
            <a:rPr lang="ru-RU" b="0" i="0"/>
            <a:t>Тщательная подготовка к занятиям</a:t>
          </a:r>
          <a:endParaRPr lang="ru-RU"/>
        </a:p>
      </dgm:t>
    </dgm:pt>
    <dgm:pt modelId="{FC9E6DCA-FE46-48FF-BA9A-B0C103D25EB0}" type="parTrans" cxnId="{C10DA874-2A0A-4849-9C3B-A88624444E8E}">
      <dgm:prSet/>
      <dgm:spPr/>
      <dgm:t>
        <a:bodyPr/>
        <a:lstStyle/>
        <a:p>
          <a:endParaRPr lang="ru-RU"/>
        </a:p>
      </dgm:t>
    </dgm:pt>
    <dgm:pt modelId="{1E80EA34-9830-44D6-82BE-2C4DA58C9949}" type="sibTrans" cxnId="{C10DA874-2A0A-4849-9C3B-A88624444E8E}">
      <dgm:prSet/>
      <dgm:spPr/>
      <dgm:t>
        <a:bodyPr/>
        <a:lstStyle/>
        <a:p>
          <a:endParaRPr lang="ru-RU"/>
        </a:p>
      </dgm:t>
    </dgm:pt>
    <dgm:pt modelId="{D0A936AD-631C-44F5-8087-12BF67AB571C}">
      <dgm:prSet/>
      <dgm:spPr/>
      <dgm:t>
        <a:bodyPr/>
        <a:lstStyle/>
        <a:p>
          <a:r>
            <a:rPr lang="ru-RU" b="0" i="0"/>
            <a:t>Использование современных средств обучения</a:t>
          </a:r>
          <a:endParaRPr lang="ru-RU"/>
        </a:p>
      </dgm:t>
    </dgm:pt>
    <dgm:pt modelId="{F2D075F1-2DF0-41E4-8435-648E4D682D42}" type="parTrans" cxnId="{E66A0144-6182-4305-9FEB-03BD3C7C69FE}">
      <dgm:prSet/>
      <dgm:spPr/>
      <dgm:t>
        <a:bodyPr/>
        <a:lstStyle/>
        <a:p>
          <a:endParaRPr lang="ru-RU"/>
        </a:p>
      </dgm:t>
    </dgm:pt>
    <dgm:pt modelId="{C63C5D3E-BA5F-4C8F-9BED-E27F9AF141F1}" type="sibTrans" cxnId="{E66A0144-6182-4305-9FEB-03BD3C7C69FE}">
      <dgm:prSet/>
      <dgm:spPr/>
      <dgm:t>
        <a:bodyPr/>
        <a:lstStyle/>
        <a:p>
          <a:endParaRPr lang="ru-RU"/>
        </a:p>
      </dgm:t>
    </dgm:pt>
    <dgm:pt modelId="{4749A34D-B614-4012-84AA-A115E5F7E72C}">
      <dgm:prSet/>
      <dgm:spPr/>
      <dgm:t>
        <a:bodyPr/>
        <a:lstStyle/>
        <a:p>
          <a:r>
            <a:rPr lang="ru-RU" b="0" i="0"/>
            <a:t>Проведение занятий в комфортных условиях</a:t>
          </a:r>
          <a:endParaRPr lang="ru-RU"/>
        </a:p>
      </dgm:t>
    </dgm:pt>
    <dgm:pt modelId="{EA9CE9E5-2500-4CC7-A088-50157A8B67B4}" type="parTrans" cxnId="{0BE07044-D5A3-419A-BA97-501EA2232B49}">
      <dgm:prSet/>
      <dgm:spPr/>
      <dgm:t>
        <a:bodyPr/>
        <a:lstStyle/>
        <a:p>
          <a:endParaRPr lang="ru-RU"/>
        </a:p>
      </dgm:t>
    </dgm:pt>
    <dgm:pt modelId="{14331675-0FF1-4551-85DC-1C9FAE3935B8}" type="sibTrans" cxnId="{0BE07044-D5A3-419A-BA97-501EA2232B49}">
      <dgm:prSet/>
      <dgm:spPr/>
      <dgm:t>
        <a:bodyPr/>
        <a:lstStyle/>
        <a:p>
          <a:endParaRPr lang="ru-RU"/>
        </a:p>
      </dgm:t>
    </dgm:pt>
    <dgm:pt modelId="{F45A741F-5534-4320-A4A9-63A7A414FDF0}" type="pres">
      <dgm:prSet presAssocID="{DD1636DA-9CFD-4671-850D-66E73BF358C0}" presName="diagram" presStyleCnt="0">
        <dgm:presLayoutVars>
          <dgm:dir/>
          <dgm:resizeHandles val="exact"/>
        </dgm:presLayoutVars>
      </dgm:prSet>
      <dgm:spPr/>
    </dgm:pt>
    <dgm:pt modelId="{8C2E9A24-1D58-48CE-9416-59D5BB5A8499}" type="pres">
      <dgm:prSet presAssocID="{1299127B-8702-44A7-93E8-15875CA58652}" presName="node" presStyleLbl="node1" presStyleIdx="0" presStyleCnt="10">
        <dgm:presLayoutVars>
          <dgm:bulletEnabled val="1"/>
        </dgm:presLayoutVars>
      </dgm:prSet>
      <dgm:spPr/>
    </dgm:pt>
    <dgm:pt modelId="{8C372237-4323-4DD8-8D63-9CEB7755408B}" type="pres">
      <dgm:prSet presAssocID="{6867B15D-A13F-44E1-8059-B9F17A184235}" presName="sibTrans" presStyleCnt="0"/>
      <dgm:spPr/>
    </dgm:pt>
    <dgm:pt modelId="{549177DE-A797-4A0B-AB4A-92A39126B0C6}" type="pres">
      <dgm:prSet presAssocID="{167EE0F7-8F82-440B-8D84-7F27B720008F}" presName="node" presStyleLbl="node1" presStyleIdx="1" presStyleCnt="10">
        <dgm:presLayoutVars>
          <dgm:bulletEnabled val="1"/>
        </dgm:presLayoutVars>
      </dgm:prSet>
      <dgm:spPr/>
    </dgm:pt>
    <dgm:pt modelId="{6B36BE56-16ED-4E17-9D4A-E207F7AA6D75}" type="pres">
      <dgm:prSet presAssocID="{391B2926-6F53-4901-B642-6695D322A91C}" presName="sibTrans" presStyleCnt="0"/>
      <dgm:spPr/>
    </dgm:pt>
    <dgm:pt modelId="{D738D8E9-0907-40AA-8CB0-E6526DBDFDE3}" type="pres">
      <dgm:prSet presAssocID="{32C9E106-4807-427D-84E4-949F20AA9DD8}" presName="node" presStyleLbl="node1" presStyleIdx="2" presStyleCnt="10">
        <dgm:presLayoutVars>
          <dgm:bulletEnabled val="1"/>
        </dgm:presLayoutVars>
      </dgm:prSet>
      <dgm:spPr/>
    </dgm:pt>
    <dgm:pt modelId="{8C60E3A3-A421-4EFC-A6A7-3F914B7F87C4}" type="pres">
      <dgm:prSet presAssocID="{509A1B67-ADAA-4EDC-B5CB-8D369F477DDA}" presName="sibTrans" presStyleCnt="0"/>
      <dgm:spPr/>
    </dgm:pt>
    <dgm:pt modelId="{B0D4250A-6105-4474-8382-1F4F44C7797C}" type="pres">
      <dgm:prSet presAssocID="{C5F9632D-3119-4B9E-B0A9-93654C2B05B3}" presName="node" presStyleLbl="node1" presStyleIdx="3" presStyleCnt="10">
        <dgm:presLayoutVars>
          <dgm:bulletEnabled val="1"/>
        </dgm:presLayoutVars>
      </dgm:prSet>
      <dgm:spPr/>
    </dgm:pt>
    <dgm:pt modelId="{BCEEF5F6-3322-40B6-A497-68932550A84D}" type="pres">
      <dgm:prSet presAssocID="{0E2E5D81-6B84-486A-AEDD-E983DE6D6473}" presName="sibTrans" presStyleCnt="0"/>
      <dgm:spPr/>
    </dgm:pt>
    <dgm:pt modelId="{6AFD676B-FBAF-434E-82D5-261D871DCEBA}" type="pres">
      <dgm:prSet presAssocID="{1A599ECA-E0E7-40D7-B723-BC67ECB3F419}" presName="node" presStyleLbl="node1" presStyleIdx="4" presStyleCnt="10">
        <dgm:presLayoutVars>
          <dgm:bulletEnabled val="1"/>
        </dgm:presLayoutVars>
      </dgm:prSet>
      <dgm:spPr/>
    </dgm:pt>
    <dgm:pt modelId="{C27333EB-52A4-474A-BA56-D177B37C1786}" type="pres">
      <dgm:prSet presAssocID="{22ACF0F7-1510-4E3D-BC83-79FAB7F13CC2}" presName="sibTrans" presStyleCnt="0"/>
      <dgm:spPr/>
    </dgm:pt>
    <dgm:pt modelId="{D85A79A5-418E-4D23-BD1B-8257D97A2D0A}" type="pres">
      <dgm:prSet presAssocID="{503697F4-E071-42DC-868B-24277F1C14A3}" presName="node" presStyleLbl="node1" presStyleIdx="5" presStyleCnt="10">
        <dgm:presLayoutVars>
          <dgm:bulletEnabled val="1"/>
        </dgm:presLayoutVars>
      </dgm:prSet>
      <dgm:spPr/>
    </dgm:pt>
    <dgm:pt modelId="{314EB2EE-773F-40AA-9448-EADECAEFBF57}" type="pres">
      <dgm:prSet presAssocID="{58CAECDB-B783-4754-BEEA-A16234BF6241}" presName="sibTrans" presStyleCnt="0"/>
      <dgm:spPr/>
    </dgm:pt>
    <dgm:pt modelId="{2A4D5E66-60A0-4622-B4C7-ECC18D08C827}" type="pres">
      <dgm:prSet presAssocID="{A90BB696-3A15-459D-9367-694632F5BC35}" presName="node" presStyleLbl="node1" presStyleIdx="6" presStyleCnt="10">
        <dgm:presLayoutVars>
          <dgm:bulletEnabled val="1"/>
        </dgm:presLayoutVars>
      </dgm:prSet>
      <dgm:spPr/>
    </dgm:pt>
    <dgm:pt modelId="{D47F52DD-FE7D-430A-8C8D-E8947D234277}" type="pres">
      <dgm:prSet presAssocID="{ACFC5A5A-B8BC-4728-BC69-B766B8B77B55}" presName="sibTrans" presStyleCnt="0"/>
      <dgm:spPr/>
    </dgm:pt>
    <dgm:pt modelId="{6D834D55-9076-448F-A454-73E1643E31BB}" type="pres">
      <dgm:prSet presAssocID="{0CFC3AA1-A6A1-4DC7-A352-7EBF9DB3D665}" presName="node" presStyleLbl="node1" presStyleIdx="7" presStyleCnt="10">
        <dgm:presLayoutVars>
          <dgm:bulletEnabled val="1"/>
        </dgm:presLayoutVars>
      </dgm:prSet>
      <dgm:spPr/>
    </dgm:pt>
    <dgm:pt modelId="{1806C482-B272-4943-B38D-7455F2D9BDBA}" type="pres">
      <dgm:prSet presAssocID="{1E80EA34-9830-44D6-82BE-2C4DA58C9949}" presName="sibTrans" presStyleCnt="0"/>
      <dgm:spPr/>
    </dgm:pt>
    <dgm:pt modelId="{84FA1AFC-378E-4A3F-9A37-C1D34C314AB0}" type="pres">
      <dgm:prSet presAssocID="{D0A936AD-631C-44F5-8087-12BF67AB571C}" presName="node" presStyleLbl="node1" presStyleIdx="8" presStyleCnt="10">
        <dgm:presLayoutVars>
          <dgm:bulletEnabled val="1"/>
        </dgm:presLayoutVars>
      </dgm:prSet>
      <dgm:spPr/>
    </dgm:pt>
    <dgm:pt modelId="{67E1E022-6A58-402C-ADF3-190252EC5F52}" type="pres">
      <dgm:prSet presAssocID="{C63C5D3E-BA5F-4C8F-9BED-E27F9AF141F1}" presName="sibTrans" presStyleCnt="0"/>
      <dgm:spPr/>
    </dgm:pt>
    <dgm:pt modelId="{5BBCB464-ECE5-4064-858A-082394BFC209}" type="pres">
      <dgm:prSet presAssocID="{4749A34D-B614-4012-84AA-A115E5F7E72C}" presName="node" presStyleLbl="node1" presStyleIdx="9" presStyleCnt="10">
        <dgm:presLayoutVars>
          <dgm:bulletEnabled val="1"/>
        </dgm:presLayoutVars>
      </dgm:prSet>
      <dgm:spPr/>
    </dgm:pt>
  </dgm:ptLst>
  <dgm:cxnLst>
    <dgm:cxn modelId="{08F72B05-47BF-48A4-8F6A-3B0E4026A21E}" srcId="{DD1636DA-9CFD-4671-850D-66E73BF358C0}" destId="{503697F4-E071-42DC-868B-24277F1C14A3}" srcOrd="5" destOrd="0" parTransId="{85A84DDD-CE7F-425C-87AC-B95B8F70EFC5}" sibTransId="{58CAECDB-B783-4754-BEEA-A16234BF6241}"/>
    <dgm:cxn modelId="{7F90410B-6A8B-4066-99A8-9E7881C7F467}" srcId="{DD1636DA-9CFD-4671-850D-66E73BF358C0}" destId="{A90BB696-3A15-459D-9367-694632F5BC35}" srcOrd="6" destOrd="0" parTransId="{DD6C0B58-95BB-47BE-8B39-767D868E3BAE}" sibTransId="{ACFC5A5A-B8BC-4728-BC69-B766B8B77B55}"/>
    <dgm:cxn modelId="{E4B3A60F-AA40-4A46-A614-D8300CA35B78}" type="presOf" srcId="{503697F4-E071-42DC-868B-24277F1C14A3}" destId="{D85A79A5-418E-4D23-BD1B-8257D97A2D0A}" srcOrd="0" destOrd="0" presId="urn:microsoft.com/office/officeart/2005/8/layout/default"/>
    <dgm:cxn modelId="{6D3EAB13-F7A1-4D13-8D7E-34FD5905872C}" type="presOf" srcId="{1299127B-8702-44A7-93E8-15875CA58652}" destId="{8C2E9A24-1D58-48CE-9416-59D5BB5A8499}" srcOrd="0" destOrd="0" presId="urn:microsoft.com/office/officeart/2005/8/layout/default"/>
    <dgm:cxn modelId="{106F891E-2DF7-49BF-8424-74BDADCA8A77}" srcId="{DD1636DA-9CFD-4671-850D-66E73BF358C0}" destId="{C5F9632D-3119-4B9E-B0A9-93654C2B05B3}" srcOrd="3" destOrd="0" parTransId="{F1F58FFA-E4C2-4D17-8883-6B50DEB32996}" sibTransId="{0E2E5D81-6B84-486A-AEDD-E983DE6D6473}"/>
    <dgm:cxn modelId="{7D3DFC20-EF06-4AE0-A62E-3C0D968A69EB}" srcId="{DD1636DA-9CFD-4671-850D-66E73BF358C0}" destId="{167EE0F7-8F82-440B-8D84-7F27B720008F}" srcOrd="1" destOrd="0" parTransId="{24B47CA0-5738-4BE0-933A-0F00B8A07DE7}" sibTransId="{391B2926-6F53-4901-B642-6695D322A91C}"/>
    <dgm:cxn modelId="{85A85337-D12E-4478-8CE4-28605D83D82A}" type="presOf" srcId="{C5F9632D-3119-4B9E-B0A9-93654C2B05B3}" destId="{B0D4250A-6105-4474-8382-1F4F44C7797C}" srcOrd="0" destOrd="0" presId="urn:microsoft.com/office/officeart/2005/8/layout/default"/>
    <dgm:cxn modelId="{A75B2741-6401-4C9B-A31E-910B9ECD2E61}" type="presOf" srcId="{D0A936AD-631C-44F5-8087-12BF67AB571C}" destId="{84FA1AFC-378E-4A3F-9A37-C1D34C314AB0}" srcOrd="0" destOrd="0" presId="urn:microsoft.com/office/officeart/2005/8/layout/default"/>
    <dgm:cxn modelId="{E66A0144-6182-4305-9FEB-03BD3C7C69FE}" srcId="{DD1636DA-9CFD-4671-850D-66E73BF358C0}" destId="{D0A936AD-631C-44F5-8087-12BF67AB571C}" srcOrd="8" destOrd="0" parTransId="{F2D075F1-2DF0-41E4-8435-648E4D682D42}" sibTransId="{C63C5D3E-BA5F-4C8F-9BED-E27F9AF141F1}"/>
    <dgm:cxn modelId="{C7ED2A44-FD23-4ACE-9901-E8AC7405BBB7}" type="presOf" srcId="{32C9E106-4807-427D-84E4-949F20AA9DD8}" destId="{D738D8E9-0907-40AA-8CB0-E6526DBDFDE3}" srcOrd="0" destOrd="0" presId="urn:microsoft.com/office/officeart/2005/8/layout/default"/>
    <dgm:cxn modelId="{0BE07044-D5A3-419A-BA97-501EA2232B49}" srcId="{DD1636DA-9CFD-4671-850D-66E73BF358C0}" destId="{4749A34D-B614-4012-84AA-A115E5F7E72C}" srcOrd="9" destOrd="0" parTransId="{EA9CE9E5-2500-4CC7-A088-50157A8B67B4}" sibTransId="{14331675-0FF1-4551-85DC-1C9FAE3935B8}"/>
    <dgm:cxn modelId="{9D7F8169-D894-43BD-B8B2-E416135B3D6D}" type="presOf" srcId="{4749A34D-B614-4012-84AA-A115E5F7E72C}" destId="{5BBCB464-ECE5-4064-858A-082394BFC209}" srcOrd="0" destOrd="0" presId="urn:microsoft.com/office/officeart/2005/8/layout/default"/>
    <dgm:cxn modelId="{7A254353-9224-4636-BA6C-F8FF726B4F99}" srcId="{DD1636DA-9CFD-4671-850D-66E73BF358C0}" destId="{32C9E106-4807-427D-84E4-949F20AA9DD8}" srcOrd="2" destOrd="0" parTransId="{394B1CF5-E9A6-4167-9D52-9B148F398297}" sibTransId="{509A1B67-ADAA-4EDC-B5CB-8D369F477DDA}"/>
    <dgm:cxn modelId="{C10DA874-2A0A-4849-9C3B-A88624444E8E}" srcId="{DD1636DA-9CFD-4671-850D-66E73BF358C0}" destId="{0CFC3AA1-A6A1-4DC7-A352-7EBF9DB3D665}" srcOrd="7" destOrd="0" parTransId="{FC9E6DCA-FE46-48FF-BA9A-B0C103D25EB0}" sibTransId="{1E80EA34-9830-44D6-82BE-2C4DA58C9949}"/>
    <dgm:cxn modelId="{0517507C-CA3F-458A-91ED-8C9D6C36E89F}" type="presOf" srcId="{167EE0F7-8F82-440B-8D84-7F27B720008F}" destId="{549177DE-A797-4A0B-AB4A-92A39126B0C6}" srcOrd="0" destOrd="0" presId="urn:microsoft.com/office/officeart/2005/8/layout/default"/>
    <dgm:cxn modelId="{E623348E-0170-4B51-AE8B-E1F31A658FF0}" type="presOf" srcId="{DD1636DA-9CFD-4671-850D-66E73BF358C0}" destId="{F45A741F-5534-4320-A4A9-63A7A414FDF0}" srcOrd="0" destOrd="0" presId="urn:microsoft.com/office/officeart/2005/8/layout/default"/>
    <dgm:cxn modelId="{AFE9CAB7-C292-42EE-B5D3-4B5B77B8A8DB}" type="presOf" srcId="{A90BB696-3A15-459D-9367-694632F5BC35}" destId="{2A4D5E66-60A0-4622-B4C7-ECC18D08C827}" srcOrd="0" destOrd="0" presId="urn:microsoft.com/office/officeart/2005/8/layout/default"/>
    <dgm:cxn modelId="{D0B0D6CE-B5DC-4DD6-A6F9-5BB4009BE010}" type="presOf" srcId="{1A599ECA-E0E7-40D7-B723-BC67ECB3F419}" destId="{6AFD676B-FBAF-434E-82D5-261D871DCEBA}" srcOrd="0" destOrd="0" presId="urn:microsoft.com/office/officeart/2005/8/layout/default"/>
    <dgm:cxn modelId="{53362FD4-4E3C-449C-87CC-DC8F4EBCB3BF}" type="presOf" srcId="{0CFC3AA1-A6A1-4DC7-A352-7EBF9DB3D665}" destId="{6D834D55-9076-448F-A454-73E1643E31BB}" srcOrd="0" destOrd="0" presId="urn:microsoft.com/office/officeart/2005/8/layout/default"/>
    <dgm:cxn modelId="{7CDB14E8-EB86-48C1-AEC8-650112965A5A}" srcId="{DD1636DA-9CFD-4671-850D-66E73BF358C0}" destId="{1299127B-8702-44A7-93E8-15875CA58652}" srcOrd="0" destOrd="0" parTransId="{43A89122-C1E4-4B59-978E-1235AC1E3800}" sibTransId="{6867B15D-A13F-44E1-8059-B9F17A184235}"/>
    <dgm:cxn modelId="{831D39FE-7538-44C5-818C-8B307D639382}" srcId="{DD1636DA-9CFD-4671-850D-66E73BF358C0}" destId="{1A599ECA-E0E7-40D7-B723-BC67ECB3F419}" srcOrd="4" destOrd="0" parTransId="{67B52492-D7EF-4856-A119-F434DE8B8ABB}" sibTransId="{22ACF0F7-1510-4E3D-BC83-79FAB7F13CC2}"/>
    <dgm:cxn modelId="{F8226C3F-302D-49C6-BA2F-637BBC5792FD}" type="presParOf" srcId="{F45A741F-5534-4320-A4A9-63A7A414FDF0}" destId="{8C2E9A24-1D58-48CE-9416-59D5BB5A8499}" srcOrd="0" destOrd="0" presId="urn:microsoft.com/office/officeart/2005/8/layout/default"/>
    <dgm:cxn modelId="{526C6B97-38DD-4589-8BC7-95A819719EC5}" type="presParOf" srcId="{F45A741F-5534-4320-A4A9-63A7A414FDF0}" destId="{8C372237-4323-4DD8-8D63-9CEB7755408B}" srcOrd="1" destOrd="0" presId="urn:microsoft.com/office/officeart/2005/8/layout/default"/>
    <dgm:cxn modelId="{877CE547-D49C-4878-A0A7-865B0F06CA4C}" type="presParOf" srcId="{F45A741F-5534-4320-A4A9-63A7A414FDF0}" destId="{549177DE-A797-4A0B-AB4A-92A39126B0C6}" srcOrd="2" destOrd="0" presId="urn:microsoft.com/office/officeart/2005/8/layout/default"/>
    <dgm:cxn modelId="{02A20A58-9C80-4ED4-9293-A56FAF4CC761}" type="presParOf" srcId="{F45A741F-5534-4320-A4A9-63A7A414FDF0}" destId="{6B36BE56-16ED-4E17-9D4A-E207F7AA6D75}" srcOrd="3" destOrd="0" presId="urn:microsoft.com/office/officeart/2005/8/layout/default"/>
    <dgm:cxn modelId="{DF6A6DEE-2B33-4609-9FB1-AC9568B0BDF0}" type="presParOf" srcId="{F45A741F-5534-4320-A4A9-63A7A414FDF0}" destId="{D738D8E9-0907-40AA-8CB0-E6526DBDFDE3}" srcOrd="4" destOrd="0" presId="urn:microsoft.com/office/officeart/2005/8/layout/default"/>
    <dgm:cxn modelId="{2301CD1C-4E9E-4858-8C61-753F7517B459}" type="presParOf" srcId="{F45A741F-5534-4320-A4A9-63A7A414FDF0}" destId="{8C60E3A3-A421-4EFC-A6A7-3F914B7F87C4}" srcOrd="5" destOrd="0" presId="urn:microsoft.com/office/officeart/2005/8/layout/default"/>
    <dgm:cxn modelId="{A33812B5-34E5-419D-9AE5-2FC42F573F65}" type="presParOf" srcId="{F45A741F-5534-4320-A4A9-63A7A414FDF0}" destId="{B0D4250A-6105-4474-8382-1F4F44C7797C}" srcOrd="6" destOrd="0" presId="urn:microsoft.com/office/officeart/2005/8/layout/default"/>
    <dgm:cxn modelId="{4D304B34-B8D3-4D92-9D41-7BAC7A10D75D}" type="presParOf" srcId="{F45A741F-5534-4320-A4A9-63A7A414FDF0}" destId="{BCEEF5F6-3322-40B6-A497-68932550A84D}" srcOrd="7" destOrd="0" presId="urn:microsoft.com/office/officeart/2005/8/layout/default"/>
    <dgm:cxn modelId="{B4CFAC71-44FF-4387-8E3C-95AB5E510EDC}" type="presParOf" srcId="{F45A741F-5534-4320-A4A9-63A7A414FDF0}" destId="{6AFD676B-FBAF-434E-82D5-261D871DCEBA}" srcOrd="8" destOrd="0" presId="urn:microsoft.com/office/officeart/2005/8/layout/default"/>
    <dgm:cxn modelId="{FBDD73E6-5A8F-4BD4-8ADF-8ACA1C2BBA96}" type="presParOf" srcId="{F45A741F-5534-4320-A4A9-63A7A414FDF0}" destId="{C27333EB-52A4-474A-BA56-D177B37C1786}" srcOrd="9" destOrd="0" presId="urn:microsoft.com/office/officeart/2005/8/layout/default"/>
    <dgm:cxn modelId="{61D7DEC5-3F0E-4160-AE1A-80EBACC527F5}" type="presParOf" srcId="{F45A741F-5534-4320-A4A9-63A7A414FDF0}" destId="{D85A79A5-418E-4D23-BD1B-8257D97A2D0A}" srcOrd="10" destOrd="0" presId="urn:microsoft.com/office/officeart/2005/8/layout/default"/>
    <dgm:cxn modelId="{DFA43035-DC2D-42BF-9FC2-F4D01BE3BCEB}" type="presParOf" srcId="{F45A741F-5534-4320-A4A9-63A7A414FDF0}" destId="{314EB2EE-773F-40AA-9448-EADECAEFBF57}" srcOrd="11" destOrd="0" presId="urn:microsoft.com/office/officeart/2005/8/layout/default"/>
    <dgm:cxn modelId="{15142047-40AA-40C4-9DA4-FA35CF652ACC}" type="presParOf" srcId="{F45A741F-5534-4320-A4A9-63A7A414FDF0}" destId="{2A4D5E66-60A0-4622-B4C7-ECC18D08C827}" srcOrd="12" destOrd="0" presId="urn:microsoft.com/office/officeart/2005/8/layout/default"/>
    <dgm:cxn modelId="{288037D8-C674-4212-8B36-A02FE16E42F4}" type="presParOf" srcId="{F45A741F-5534-4320-A4A9-63A7A414FDF0}" destId="{D47F52DD-FE7D-430A-8C8D-E8947D234277}" srcOrd="13" destOrd="0" presId="urn:microsoft.com/office/officeart/2005/8/layout/default"/>
    <dgm:cxn modelId="{67940845-D7C8-410C-AF8B-235C468366EE}" type="presParOf" srcId="{F45A741F-5534-4320-A4A9-63A7A414FDF0}" destId="{6D834D55-9076-448F-A454-73E1643E31BB}" srcOrd="14" destOrd="0" presId="urn:microsoft.com/office/officeart/2005/8/layout/default"/>
    <dgm:cxn modelId="{00AEE513-DD5C-4966-B62B-7BA8B9F2E680}" type="presParOf" srcId="{F45A741F-5534-4320-A4A9-63A7A414FDF0}" destId="{1806C482-B272-4943-B38D-7455F2D9BDBA}" srcOrd="15" destOrd="0" presId="urn:microsoft.com/office/officeart/2005/8/layout/default"/>
    <dgm:cxn modelId="{F033E6BC-1EB8-43FB-B8B1-0153403D2BD6}" type="presParOf" srcId="{F45A741F-5534-4320-A4A9-63A7A414FDF0}" destId="{84FA1AFC-378E-4A3F-9A37-C1D34C314AB0}" srcOrd="16" destOrd="0" presId="urn:microsoft.com/office/officeart/2005/8/layout/default"/>
    <dgm:cxn modelId="{7DCB652D-061C-43A0-BDEB-B76CBDD89D7C}" type="presParOf" srcId="{F45A741F-5534-4320-A4A9-63A7A414FDF0}" destId="{67E1E022-6A58-402C-ADF3-190252EC5F52}" srcOrd="17" destOrd="0" presId="urn:microsoft.com/office/officeart/2005/8/layout/default"/>
    <dgm:cxn modelId="{5DFF391C-1880-41F2-918F-3DEDAAC3B76C}" type="presParOf" srcId="{F45A741F-5534-4320-A4A9-63A7A414FDF0}" destId="{5BBCB464-ECE5-4064-858A-082394BFC209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ADF46D-B9CB-477A-B658-2FD42284D3D0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C86C6F44-3D1F-4FD0-B5AB-C55DA799DD04}">
      <dgm:prSet custT="1"/>
      <dgm:spPr/>
      <dgm:t>
        <a:bodyPr/>
        <a:lstStyle/>
        <a:p>
          <a:r>
            <a:rPr lang="ru-RU" sz="3200" b="0" i="0">
              <a:latin typeface="Open Sans" pitchFamily="2" charset="0"/>
              <a:ea typeface="Open Sans" pitchFamily="2" charset="0"/>
              <a:cs typeface="Open Sans" pitchFamily="2" charset="0"/>
            </a:rPr>
            <a:t>Вербальный компонент</a:t>
          </a:r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F217AA2-4CBF-46BD-9CDE-8C67141BE8E0}" type="parTrans" cxnId="{D9AC7B90-73EC-407B-8522-81E4C678F28A}">
      <dgm:prSet/>
      <dgm:spPr/>
      <dgm:t>
        <a:bodyPr/>
        <a:lstStyle/>
        <a:p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F9F4AFB-A636-4749-94A8-281240E44D00}" type="sibTrans" cxnId="{D9AC7B90-73EC-407B-8522-81E4C678F28A}">
      <dgm:prSet/>
      <dgm:spPr/>
      <dgm:t>
        <a:bodyPr/>
        <a:lstStyle/>
        <a:p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AE57EB8-1CD0-4706-AA89-8BBDF3BD04DF}">
      <dgm:prSet custT="1"/>
      <dgm:spPr/>
      <dgm:t>
        <a:bodyPr/>
        <a:lstStyle/>
        <a:p>
          <a:r>
            <a:rPr lang="ru-RU" sz="3200" b="0" i="0">
              <a:latin typeface="Open Sans" pitchFamily="2" charset="0"/>
              <a:ea typeface="Open Sans" pitchFamily="2" charset="0"/>
              <a:cs typeface="Open Sans" pitchFamily="2" charset="0"/>
            </a:rPr>
            <a:t>Паравербальный компонент</a:t>
          </a:r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F652C74-A783-4069-9CB1-4DBED97AB13C}" type="parTrans" cxnId="{89A63858-803C-496C-86CA-9DE34666D33E}">
      <dgm:prSet/>
      <dgm:spPr/>
      <dgm:t>
        <a:bodyPr/>
        <a:lstStyle/>
        <a:p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B3E7F3A-EDBF-4942-BE1C-8ECE7E068970}" type="sibTrans" cxnId="{89A63858-803C-496C-86CA-9DE34666D33E}">
      <dgm:prSet/>
      <dgm:spPr/>
      <dgm:t>
        <a:bodyPr/>
        <a:lstStyle/>
        <a:p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FBC4450-96CC-49F7-9578-4C5827794651}">
      <dgm:prSet custT="1"/>
      <dgm:spPr/>
      <dgm:t>
        <a:bodyPr/>
        <a:lstStyle/>
        <a:p>
          <a:r>
            <a:rPr lang="ru-RU" sz="3200" b="0" i="0">
              <a:latin typeface="Open Sans" pitchFamily="2" charset="0"/>
              <a:ea typeface="Open Sans" pitchFamily="2" charset="0"/>
              <a:cs typeface="Open Sans" pitchFamily="2" charset="0"/>
            </a:rPr>
            <a:t>Невербальный компонент</a:t>
          </a:r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7B2F998-7ACE-49A3-B42A-74A1290F3CFF}" type="parTrans" cxnId="{8D82F8D6-F908-459C-9CC2-7A4B6354875F}">
      <dgm:prSet/>
      <dgm:spPr/>
      <dgm:t>
        <a:bodyPr/>
        <a:lstStyle/>
        <a:p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92C738F-B5DA-409B-A9B2-5532DAF64F6B}" type="sibTrans" cxnId="{8D82F8D6-F908-459C-9CC2-7A4B6354875F}">
      <dgm:prSet/>
      <dgm:spPr/>
      <dgm:t>
        <a:bodyPr/>
        <a:lstStyle/>
        <a:p>
          <a:endParaRPr lang="ru-RU" sz="320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39DF3E1-7479-4062-BC52-3D1980422A6D}" type="pres">
      <dgm:prSet presAssocID="{1FADF46D-B9CB-477A-B658-2FD42284D3D0}" presName="diagram" presStyleCnt="0">
        <dgm:presLayoutVars>
          <dgm:dir/>
          <dgm:resizeHandles val="exact"/>
        </dgm:presLayoutVars>
      </dgm:prSet>
      <dgm:spPr/>
    </dgm:pt>
    <dgm:pt modelId="{3A9D227B-620C-446C-A8D1-EC1AC02EC17B}" type="pres">
      <dgm:prSet presAssocID="{C86C6F44-3D1F-4FD0-B5AB-C55DA799DD04}" presName="node" presStyleLbl="node1" presStyleIdx="0" presStyleCnt="3">
        <dgm:presLayoutVars>
          <dgm:bulletEnabled val="1"/>
        </dgm:presLayoutVars>
      </dgm:prSet>
      <dgm:spPr/>
    </dgm:pt>
    <dgm:pt modelId="{0C7B0308-363F-4B14-92B6-691BEC3A3E5C}" type="pres">
      <dgm:prSet presAssocID="{FF9F4AFB-A636-4749-94A8-281240E44D00}" presName="sibTrans" presStyleCnt="0"/>
      <dgm:spPr/>
    </dgm:pt>
    <dgm:pt modelId="{59F8BAB9-AA53-4F6A-B0D3-29C5150F3DF7}" type="pres">
      <dgm:prSet presAssocID="{1AE57EB8-1CD0-4706-AA89-8BBDF3BD04DF}" presName="node" presStyleLbl="node1" presStyleIdx="1" presStyleCnt="3">
        <dgm:presLayoutVars>
          <dgm:bulletEnabled val="1"/>
        </dgm:presLayoutVars>
      </dgm:prSet>
      <dgm:spPr/>
    </dgm:pt>
    <dgm:pt modelId="{0B552A0D-2630-4DE0-9323-FDDC4C065C61}" type="pres">
      <dgm:prSet presAssocID="{FB3E7F3A-EDBF-4942-BE1C-8ECE7E068970}" presName="sibTrans" presStyleCnt="0"/>
      <dgm:spPr/>
    </dgm:pt>
    <dgm:pt modelId="{68267A62-F2A1-4460-99DA-5AE1CE8AFB28}" type="pres">
      <dgm:prSet presAssocID="{2FBC4450-96CC-49F7-9578-4C5827794651}" presName="node" presStyleLbl="node1" presStyleIdx="2" presStyleCnt="3">
        <dgm:presLayoutVars>
          <dgm:bulletEnabled val="1"/>
        </dgm:presLayoutVars>
      </dgm:prSet>
      <dgm:spPr/>
    </dgm:pt>
  </dgm:ptLst>
  <dgm:cxnLst>
    <dgm:cxn modelId="{460EAD23-5022-4177-8AB7-BD54EA5F9079}" type="presOf" srcId="{1FADF46D-B9CB-477A-B658-2FD42284D3D0}" destId="{539DF3E1-7479-4062-BC52-3D1980422A6D}" srcOrd="0" destOrd="0" presId="urn:microsoft.com/office/officeart/2005/8/layout/default"/>
    <dgm:cxn modelId="{1543F030-03A9-41B3-9B98-E455EF3F1DBA}" type="presOf" srcId="{C86C6F44-3D1F-4FD0-B5AB-C55DA799DD04}" destId="{3A9D227B-620C-446C-A8D1-EC1AC02EC17B}" srcOrd="0" destOrd="0" presId="urn:microsoft.com/office/officeart/2005/8/layout/default"/>
    <dgm:cxn modelId="{CCD6194A-607E-4B2A-874D-682D769A78BF}" type="presOf" srcId="{1AE57EB8-1CD0-4706-AA89-8BBDF3BD04DF}" destId="{59F8BAB9-AA53-4F6A-B0D3-29C5150F3DF7}" srcOrd="0" destOrd="0" presId="urn:microsoft.com/office/officeart/2005/8/layout/default"/>
    <dgm:cxn modelId="{89A63858-803C-496C-86CA-9DE34666D33E}" srcId="{1FADF46D-B9CB-477A-B658-2FD42284D3D0}" destId="{1AE57EB8-1CD0-4706-AA89-8BBDF3BD04DF}" srcOrd="1" destOrd="0" parTransId="{CF652C74-A783-4069-9CB1-4DBED97AB13C}" sibTransId="{FB3E7F3A-EDBF-4942-BE1C-8ECE7E068970}"/>
    <dgm:cxn modelId="{D9AC7B90-73EC-407B-8522-81E4C678F28A}" srcId="{1FADF46D-B9CB-477A-B658-2FD42284D3D0}" destId="{C86C6F44-3D1F-4FD0-B5AB-C55DA799DD04}" srcOrd="0" destOrd="0" parTransId="{9F217AA2-4CBF-46BD-9CDE-8C67141BE8E0}" sibTransId="{FF9F4AFB-A636-4749-94A8-281240E44D00}"/>
    <dgm:cxn modelId="{63FF9B92-963E-4210-8AC9-E5577FC49296}" type="presOf" srcId="{2FBC4450-96CC-49F7-9578-4C5827794651}" destId="{68267A62-F2A1-4460-99DA-5AE1CE8AFB28}" srcOrd="0" destOrd="0" presId="urn:microsoft.com/office/officeart/2005/8/layout/default"/>
    <dgm:cxn modelId="{8D82F8D6-F908-459C-9CC2-7A4B6354875F}" srcId="{1FADF46D-B9CB-477A-B658-2FD42284D3D0}" destId="{2FBC4450-96CC-49F7-9578-4C5827794651}" srcOrd="2" destOrd="0" parTransId="{87B2F998-7ACE-49A3-B42A-74A1290F3CFF}" sibTransId="{692C738F-B5DA-409B-A9B2-5532DAF64F6B}"/>
    <dgm:cxn modelId="{F60F1FEC-AAB4-4A46-8671-8423941B5E2A}" type="presParOf" srcId="{539DF3E1-7479-4062-BC52-3D1980422A6D}" destId="{3A9D227B-620C-446C-A8D1-EC1AC02EC17B}" srcOrd="0" destOrd="0" presId="urn:microsoft.com/office/officeart/2005/8/layout/default"/>
    <dgm:cxn modelId="{1FFC889F-D19E-40FC-BB2A-D993E5C69013}" type="presParOf" srcId="{539DF3E1-7479-4062-BC52-3D1980422A6D}" destId="{0C7B0308-363F-4B14-92B6-691BEC3A3E5C}" srcOrd="1" destOrd="0" presId="urn:microsoft.com/office/officeart/2005/8/layout/default"/>
    <dgm:cxn modelId="{A9763007-97C9-420E-BC4C-FC3B585EF8F1}" type="presParOf" srcId="{539DF3E1-7479-4062-BC52-3D1980422A6D}" destId="{59F8BAB9-AA53-4F6A-B0D3-29C5150F3DF7}" srcOrd="2" destOrd="0" presId="urn:microsoft.com/office/officeart/2005/8/layout/default"/>
    <dgm:cxn modelId="{A0D14AEA-0CDD-4198-8A3B-72F6CB16AEF6}" type="presParOf" srcId="{539DF3E1-7479-4062-BC52-3D1980422A6D}" destId="{0B552A0D-2630-4DE0-9323-FDDC4C065C61}" srcOrd="3" destOrd="0" presId="urn:microsoft.com/office/officeart/2005/8/layout/default"/>
    <dgm:cxn modelId="{57D2EB03-A9FC-476C-BBD4-08A7DB598C52}" type="presParOf" srcId="{539DF3E1-7479-4062-BC52-3D1980422A6D}" destId="{68267A62-F2A1-4460-99DA-5AE1CE8AFB2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10EB60-7092-4FBD-AE58-DF0D7550833B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ru-RU"/>
        </a:p>
      </dgm:t>
    </dgm:pt>
    <dgm:pt modelId="{100B44D5-5F88-4500-97D0-0BA2920C27A7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Знание материала и тренировка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A5D1C816-3FDC-4DF5-9776-603651731432}" type="parTrans" cxnId="{20A648E2-23D3-45DC-B3FC-35BCE28E9E1A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A1EC056-64ED-41AE-89C6-17E035DDFCFE}" type="sibTrans" cxnId="{20A648E2-23D3-45DC-B3FC-35BCE28E9E1A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D31D1B3-4936-45F0-B3B1-885DFB829F70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Прийти первым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D424157-9839-4ACE-A7FE-3DFFCA022DDB}" type="parTrans" cxnId="{EB88267A-09D8-4FB9-AEB1-50A2D362702D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AB7AC26-2E0C-48A9-9696-809FE8A87631}" type="sibTrans" cxnId="{EB88267A-09D8-4FB9-AEB1-50A2D362702D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CC1CCFD-012C-4E04-A5BF-384020CDCE44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Проверка оборудования 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51F7D97-1A5C-40E8-B1EB-E7FD6FD0F30C}" type="parTrans" cxnId="{5CECDBA9-564E-446F-8644-29B5733208E9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A00B0ED-431F-4A60-8797-F581931FC2C7}" type="sibTrans" cxnId="{5CECDBA9-564E-446F-8644-29B5733208E9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F9FA23F-6BC2-45A2-AE82-9B00BC0CB68A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Использование «знакомого лица»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4E8DD8C-2549-4D17-90F9-4389B3E74B4D}" type="parTrans" cxnId="{08DC61DA-5A9B-4DFC-BDE7-8677BE53F06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DC636F9-0839-4CDE-B9F2-BD1D0A483313}" type="sibTrans" cxnId="{08DC61DA-5A9B-4DFC-BDE7-8677BE53F06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37C00614-E99D-4060-83BB-837866006F6B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Запись на видео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A254F0E4-26F1-4575-B1D6-550DB2A61082}" type="parTrans" cxnId="{8ED1835C-0290-427C-B378-07C97B6D3769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DE63269-1F56-45CE-B34A-13C0542027D9}" type="sibTrans" cxnId="{8ED1835C-0290-427C-B378-07C97B6D3769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980C8F7-F7D4-4098-BC49-14D4C2E46161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Отзывы о курсе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F2E3099-214B-4161-860B-2B515B5AC65A}" type="parTrans" cxnId="{396A4292-9FDA-47EB-97A3-D6722D60929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ED3BDD7-2A74-4F34-901D-C51D15826462}" type="sibTrans" cxnId="{396A4292-9FDA-47EB-97A3-D6722D60929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801EC3E-5EC0-49BF-8B88-6A40BB67FC16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Накопление опыта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D9B873E-F02F-4461-804B-154688E7D209}" type="parTrans" cxnId="{B69C4D9D-8BF1-4833-AD34-F96D6A0A14AC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3D06A3F-0DA0-4B8E-81A8-5429CF7B0DE3}" type="sibTrans" cxnId="{B69C4D9D-8BF1-4833-AD34-F96D6A0A14AC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3F77A09-E84C-4A09-BD26-12B97EDF39C3}" type="pres">
      <dgm:prSet presAssocID="{7C10EB60-7092-4FBD-AE58-DF0D7550833B}" presName="diagram" presStyleCnt="0">
        <dgm:presLayoutVars>
          <dgm:dir/>
          <dgm:resizeHandles val="exact"/>
        </dgm:presLayoutVars>
      </dgm:prSet>
      <dgm:spPr/>
    </dgm:pt>
    <dgm:pt modelId="{44E54D2D-5616-42F7-B1D4-8DD161ADF299}" type="pres">
      <dgm:prSet presAssocID="{100B44D5-5F88-4500-97D0-0BA2920C27A7}" presName="node" presStyleLbl="node1" presStyleIdx="0" presStyleCnt="7">
        <dgm:presLayoutVars>
          <dgm:bulletEnabled val="1"/>
        </dgm:presLayoutVars>
      </dgm:prSet>
      <dgm:spPr/>
    </dgm:pt>
    <dgm:pt modelId="{FFE50694-B63E-47EE-9AC3-AF0A3BC48D2F}" type="pres">
      <dgm:prSet presAssocID="{CA1EC056-64ED-41AE-89C6-17E035DDFCFE}" presName="sibTrans" presStyleCnt="0"/>
      <dgm:spPr/>
    </dgm:pt>
    <dgm:pt modelId="{E75C884F-4DEC-4B62-853D-5FEA66B704D7}" type="pres">
      <dgm:prSet presAssocID="{6D31D1B3-4936-45F0-B3B1-885DFB829F70}" presName="node" presStyleLbl="node1" presStyleIdx="1" presStyleCnt="7">
        <dgm:presLayoutVars>
          <dgm:bulletEnabled val="1"/>
        </dgm:presLayoutVars>
      </dgm:prSet>
      <dgm:spPr/>
    </dgm:pt>
    <dgm:pt modelId="{8CE870D1-D488-45C4-9F2D-51413FEF2C41}" type="pres">
      <dgm:prSet presAssocID="{1AB7AC26-2E0C-48A9-9696-809FE8A87631}" presName="sibTrans" presStyleCnt="0"/>
      <dgm:spPr/>
    </dgm:pt>
    <dgm:pt modelId="{6C9AFB5D-7B98-4851-8076-F5E5DAF317C6}" type="pres">
      <dgm:prSet presAssocID="{1CC1CCFD-012C-4E04-A5BF-384020CDCE44}" presName="node" presStyleLbl="node1" presStyleIdx="2" presStyleCnt="7">
        <dgm:presLayoutVars>
          <dgm:bulletEnabled val="1"/>
        </dgm:presLayoutVars>
      </dgm:prSet>
      <dgm:spPr/>
    </dgm:pt>
    <dgm:pt modelId="{7820BA51-C450-45C8-B163-AEB600ED8E3A}" type="pres">
      <dgm:prSet presAssocID="{FA00B0ED-431F-4A60-8797-F581931FC2C7}" presName="sibTrans" presStyleCnt="0"/>
      <dgm:spPr/>
    </dgm:pt>
    <dgm:pt modelId="{8863B48F-9C86-4913-9DC7-0BE9A7A178C8}" type="pres">
      <dgm:prSet presAssocID="{FF9FA23F-6BC2-45A2-AE82-9B00BC0CB68A}" presName="node" presStyleLbl="node1" presStyleIdx="3" presStyleCnt="7">
        <dgm:presLayoutVars>
          <dgm:bulletEnabled val="1"/>
        </dgm:presLayoutVars>
      </dgm:prSet>
      <dgm:spPr/>
    </dgm:pt>
    <dgm:pt modelId="{409721CD-E3C6-4392-8D08-EB58553D2E15}" type="pres">
      <dgm:prSet presAssocID="{FDC636F9-0839-4CDE-B9F2-BD1D0A483313}" presName="sibTrans" presStyleCnt="0"/>
      <dgm:spPr/>
    </dgm:pt>
    <dgm:pt modelId="{4621820C-7211-4D5A-A87A-6D71AB2A5E01}" type="pres">
      <dgm:prSet presAssocID="{37C00614-E99D-4060-83BB-837866006F6B}" presName="node" presStyleLbl="node1" presStyleIdx="4" presStyleCnt="7">
        <dgm:presLayoutVars>
          <dgm:bulletEnabled val="1"/>
        </dgm:presLayoutVars>
      </dgm:prSet>
      <dgm:spPr/>
    </dgm:pt>
    <dgm:pt modelId="{24F8D206-BDE4-45CE-9F10-BEAD1E3A7831}" type="pres">
      <dgm:prSet presAssocID="{1DE63269-1F56-45CE-B34A-13C0542027D9}" presName="sibTrans" presStyleCnt="0"/>
      <dgm:spPr/>
    </dgm:pt>
    <dgm:pt modelId="{2078D0DA-42FE-4426-831A-71FFA6F1F263}" type="pres">
      <dgm:prSet presAssocID="{1980C8F7-F7D4-4098-BC49-14D4C2E46161}" presName="node" presStyleLbl="node1" presStyleIdx="5" presStyleCnt="7">
        <dgm:presLayoutVars>
          <dgm:bulletEnabled val="1"/>
        </dgm:presLayoutVars>
      </dgm:prSet>
      <dgm:spPr/>
    </dgm:pt>
    <dgm:pt modelId="{1EB684BA-12BB-4ABF-A156-0C61956BB31C}" type="pres">
      <dgm:prSet presAssocID="{CED3BDD7-2A74-4F34-901D-C51D15826462}" presName="sibTrans" presStyleCnt="0"/>
      <dgm:spPr/>
    </dgm:pt>
    <dgm:pt modelId="{BA890ABB-4A4C-4F6C-818A-9AC3DAFBC14D}" type="pres">
      <dgm:prSet presAssocID="{1801EC3E-5EC0-49BF-8B88-6A40BB67FC16}" presName="node" presStyleLbl="node1" presStyleIdx="6" presStyleCnt="7">
        <dgm:presLayoutVars>
          <dgm:bulletEnabled val="1"/>
        </dgm:presLayoutVars>
      </dgm:prSet>
      <dgm:spPr/>
    </dgm:pt>
  </dgm:ptLst>
  <dgm:cxnLst>
    <dgm:cxn modelId="{D2567804-03DC-467D-9CC0-FAB61961F6FE}" type="presOf" srcId="{1980C8F7-F7D4-4098-BC49-14D4C2E46161}" destId="{2078D0DA-42FE-4426-831A-71FFA6F1F263}" srcOrd="0" destOrd="0" presId="urn:microsoft.com/office/officeart/2005/8/layout/default"/>
    <dgm:cxn modelId="{372D7C08-3D7D-4568-97B9-BC651E94122A}" type="presOf" srcId="{37C00614-E99D-4060-83BB-837866006F6B}" destId="{4621820C-7211-4D5A-A87A-6D71AB2A5E01}" srcOrd="0" destOrd="0" presId="urn:microsoft.com/office/officeart/2005/8/layout/default"/>
    <dgm:cxn modelId="{8ED1835C-0290-427C-B378-07C97B6D3769}" srcId="{7C10EB60-7092-4FBD-AE58-DF0D7550833B}" destId="{37C00614-E99D-4060-83BB-837866006F6B}" srcOrd="4" destOrd="0" parTransId="{A254F0E4-26F1-4575-B1D6-550DB2A61082}" sibTransId="{1DE63269-1F56-45CE-B34A-13C0542027D9}"/>
    <dgm:cxn modelId="{CD8C3B51-0177-408B-80E9-43D3DA56E889}" type="presOf" srcId="{7C10EB60-7092-4FBD-AE58-DF0D7550833B}" destId="{03F77A09-E84C-4A09-BD26-12B97EDF39C3}" srcOrd="0" destOrd="0" presId="urn:microsoft.com/office/officeart/2005/8/layout/default"/>
    <dgm:cxn modelId="{EB88267A-09D8-4FB9-AEB1-50A2D362702D}" srcId="{7C10EB60-7092-4FBD-AE58-DF0D7550833B}" destId="{6D31D1B3-4936-45F0-B3B1-885DFB829F70}" srcOrd="1" destOrd="0" parTransId="{9D424157-9839-4ACE-A7FE-3DFFCA022DDB}" sibTransId="{1AB7AC26-2E0C-48A9-9696-809FE8A87631}"/>
    <dgm:cxn modelId="{396A4292-9FDA-47EB-97A3-D6722D609290}" srcId="{7C10EB60-7092-4FBD-AE58-DF0D7550833B}" destId="{1980C8F7-F7D4-4098-BC49-14D4C2E46161}" srcOrd="5" destOrd="0" parTransId="{5F2E3099-214B-4161-860B-2B515B5AC65A}" sibTransId="{CED3BDD7-2A74-4F34-901D-C51D15826462}"/>
    <dgm:cxn modelId="{B69C4D9D-8BF1-4833-AD34-F96D6A0A14AC}" srcId="{7C10EB60-7092-4FBD-AE58-DF0D7550833B}" destId="{1801EC3E-5EC0-49BF-8B88-6A40BB67FC16}" srcOrd="6" destOrd="0" parTransId="{DD9B873E-F02F-4461-804B-154688E7D209}" sibTransId="{83D06A3F-0DA0-4B8E-81A8-5429CF7B0DE3}"/>
    <dgm:cxn modelId="{5CECDBA9-564E-446F-8644-29B5733208E9}" srcId="{7C10EB60-7092-4FBD-AE58-DF0D7550833B}" destId="{1CC1CCFD-012C-4E04-A5BF-384020CDCE44}" srcOrd="2" destOrd="0" parTransId="{651F7D97-1A5C-40E8-B1EB-E7FD6FD0F30C}" sibTransId="{FA00B0ED-431F-4A60-8797-F581931FC2C7}"/>
    <dgm:cxn modelId="{EEE099B8-B6A4-4060-B535-236D9CA16866}" type="presOf" srcId="{FF9FA23F-6BC2-45A2-AE82-9B00BC0CB68A}" destId="{8863B48F-9C86-4913-9DC7-0BE9A7A178C8}" srcOrd="0" destOrd="0" presId="urn:microsoft.com/office/officeart/2005/8/layout/default"/>
    <dgm:cxn modelId="{9B4270C0-A873-4809-9262-7E63B527CC38}" type="presOf" srcId="{1CC1CCFD-012C-4E04-A5BF-384020CDCE44}" destId="{6C9AFB5D-7B98-4851-8076-F5E5DAF317C6}" srcOrd="0" destOrd="0" presId="urn:microsoft.com/office/officeart/2005/8/layout/default"/>
    <dgm:cxn modelId="{3CB77CD4-B613-4C5F-8117-F10C6C014B84}" type="presOf" srcId="{1801EC3E-5EC0-49BF-8B88-6A40BB67FC16}" destId="{BA890ABB-4A4C-4F6C-818A-9AC3DAFBC14D}" srcOrd="0" destOrd="0" presId="urn:microsoft.com/office/officeart/2005/8/layout/default"/>
    <dgm:cxn modelId="{08DC61DA-5A9B-4DFC-BDE7-8677BE53F06B}" srcId="{7C10EB60-7092-4FBD-AE58-DF0D7550833B}" destId="{FF9FA23F-6BC2-45A2-AE82-9B00BC0CB68A}" srcOrd="3" destOrd="0" parTransId="{94E8DD8C-2549-4D17-90F9-4389B3E74B4D}" sibTransId="{FDC636F9-0839-4CDE-B9F2-BD1D0A483313}"/>
    <dgm:cxn modelId="{20A648E2-23D3-45DC-B3FC-35BCE28E9E1A}" srcId="{7C10EB60-7092-4FBD-AE58-DF0D7550833B}" destId="{100B44D5-5F88-4500-97D0-0BA2920C27A7}" srcOrd="0" destOrd="0" parTransId="{A5D1C816-3FDC-4DF5-9776-603651731432}" sibTransId="{CA1EC056-64ED-41AE-89C6-17E035DDFCFE}"/>
    <dgm:cxn modelId="{9137F0E4-5098-4920-B39B-1C52B55F2E5E}" type="presOf" srcId="{100B44D5-5F88-4500-97D0-0BA2920C27A7}" destId="{44E54D2D-5616-42F7-B1D4-8DD161ADF299}" srcOrd="0" destOrd="0" presId="urn:microsoft.com/office/officeart/2005/8/layout/default"/>
    <dgm:cxn modelId="{B9448BFD-FA35-4657-893C-FF1A52A8F463}" type="presOf" srcId="{6D31D1B3-4936-45F0-B3B1-885DFB829F70}" destId="{E75C884F-4DEC-4B62-853D-5FEA66B704D7}" srcOrd="0" destOrd="0" presId="urn:microsoft.com/office/officeart/2005/8/layout/default"/>
    <dgm:cxn modelId="{F38D3053-169C-4860-BBAF-0B96BFA3A53A}" type="presParOf" srcId="{03F77A09-E84C-4A09-BD26-12B97EDF39C3}" destId="{44E54D2D-5616-42F7-B1D4-8DD161ADF299}" srcOrd="0" destOrd="0" presId="urn:microsoft.com/office/officeart/2005/8/layout/default"/>
    <dgm:cxn modelId="{FF6FF369-0A95-48C2-85B6-5BD4E1DE64C1}" type="presParOf" srcId="{03F77A09-E84C-4A09-BD26-12B97EDF39C3}" destId="{FFE50694-B63E-47EE-9AC3-AF0A3BC48D2F}" srcOrd="1" destOrd="0" presId="urn:microsoft.com/office/officeart/2005/8/layout/default"/>
    <dgm:cxn modelId="{21AA7C6B-814C-401B-BB88-817F626136BC}" type="presParOf" srcId="{03F77A09-E84C-4A09-BD26-12B97EDF39C3}" destId="{E75C884F-4DEC-4B62-853D-5FEA66B704D7}" srcOrd="2" destOrd="0" presId="urn:microsoft.com/office/officeart/2005/8/layout/default"/>
    <dgm:cxn modelId="{BA791772-6E7F-46A6-81C8-075C12A577D6}" type="presParOf" srcId="{03F77A09-E84C-4A09-BD26-12B97EDF39C3}" destId="{8CE870D1-D488-45C4-9F2D-51413FEF2C41}" srcOrd="3" destOrd="0" presId="urn:microsoft.com/office/officeart/2005/8/layout/default"/>
    <dgm:cxn modelId="{301361DE-0BFC-4DCF-9835-801EED882F83}" type="presParOf" srcId="{03F77A09-E84C-4A09-BD26-12B97EDF39C3}" destId="{6C9AFB5D-7B98-4851-8076-F5E5DAF317C6}" srcOrd="4" destOrd="0" presId="urn:microsoft.com/office/officeart/2005/8/layout/default"/>
    <dgm:cxn modelId="{F2B7DC03-0BC8-42B1-A3BA-36B6B969CE71}" type="presParOf" srcId="{03F77A09-E84C-4A09-BD26-12B97EDF39C3}" destId="{7820BA51-C450-45C8-B163-AEB600ED8E3A}" srcOrd="5" destOrd="0" presId="urn:microsoft.com/office/officeart/2005/8/layout/default"/>
    <dgm:cxn modelId="{A59C2F77-0853-47AD-8D95-0FF955281BCC}" type="presParOf" srcId="{03F77A09-E84C-4A09-BD26-12B97EDF39C3}" destId="{8863B48F-9C86-4913-9DC7-0BE9A7A178C8}" srcOrd="6" destOrd="0" presId="urn:microsoft.com/office/officeart/2005/8/layout/default"/>
    <dgm:cxn modelId="{8E7C7EBB-E425-4917-9ED3-C89D7700A4F9}" type="presParOf" srcId="{03F77A09-E84C-4A09-BD26-12B97EDF39C3}" destId="{409721CD-E3C6-4392-8D08-EB58553D2E15}" srcOrd="7" destOrd="0" presId="urn:microsoft.com/office/officeart/2005/8/layout/default"/>
    <dgm:cxn modelId="{9994C8B6-BEB8-44AF-B49C-CC46D6C5D420}" type="presParOf" srcId="{03F77A09-E84C-4A09-BD26-12B97EDF39C3}" destId="{4621820C-7211-4D5A-A87A-6D71AB2A5E01}" srcOrd="8" destOrd="0" presId="urn:microsoft.com/office/officeart/2005/8/layout/default"/>
    <dgm:cxn modelId="{22BD696D-0721-4DE3-96B2-109C2B27375A}" type="presParOf" srcId="{03F77A09-E84C-4A09-BD26-12B97EDF39C3}" destId="{24F8D206-BDE4-45CE-9F10-BEAD1E3A7831}" srcOrd="9" destOrd="0" presId="urn:microsoft.com/office/officeart/2005/8/layout/default"/>
    <dgm:cxn modelId="{6C3E6161-02C6-47BA-B79D-01D08102FF3B}" type="presParOf" srcId="{03F77A09-E84C-4A09-BD26-12B97EDF39C3}" destId="{2078D0DA-42FE-4426-831A-71FFA6F1F263}" srcOrd="10" destOrd="0" presId="urn:microsoft.com/office/officeart/2005/8/layout/default"/>
    <dgm:cxn modelId="{E9D2D3AA-A051-4F19-9151-934D625F4540}" type="presParOf" srcId="{03F77A09-E84C-4A09-BD26-12B97EDF39C3}" destId="{1EB684BA-12BB-4ABF-A156-0C61956BB31C}" srcOrd="11" destOrd="0" presId="urn:microsoft.com/office/officeart/2005/8/layout/default"/>
    <dgm:cxn modelId="{8B90686A-4DB9-4391-8008-F155DC563D26}" type="presParOf" srcId="{03F77A09-E84C-4A09-BD26-12B97EDF39C3}" destId="{BA890ABB-4A4C-4F6C-818A-9AC3DAFBC14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E9A24-1D58-48CE-9416-59D5BB5A8499}">
      <dsp:nvSpPr>
        <dsp:cNvPr id="0" name=""/>
        <dsp:cNvSpPr/>
      </dsp:nvSpPr>
      <dsp:spPr>
        <a:xfrm>
          <a:off x="781050" y="2474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Информирование о целях и задачах обучения</a:t>
          </a:r>
          <a:endParaRPr lang="ru-RU" sz="2500" kern="1200"/>
        </a:p>
      </dsp:txBody>
      <dsp:txXfrm>
        <a:off x="781050" y="2474"/>
        <a:ext cx="3321843" cy="1993106"/>
      </dsp:txXfrm>
    </dsp:sp>
    <dsp:sp modelId="{549177DE-A797-4A0B-AB4A-92A39126B0C6}">
      <dsp:nvSpPr>
        <dsp:cNvPr id="0" name=""/>
        <dsp:cNvSpPr/>
      </dsp:nvSpPr>
      <dsp:spPr>
        <a:xfrm>
          <a:off x="4435078" y="2474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Демонстрация практической значимости подготовки по первой помощи</a:t>
          </a:r>
          <a:endParaRPr lang="ru-RU" sz="2500" kern="1200"/>
        </a:p>
      </dsp:txBody>
      <dsp:txXfrm>
        <a:off x="4435078" y="2474"/>
        <a:ext cx="3321843" cy="1993106"/>
      </dsp:txXfrm>
    </dsp:sp>
    <dsp:sp modelId="{D738D8E9-0907-40AA-8CB0-E6526DBDFDE3}">
      <dsp:nvSpPr>
        <dsp:cNvPr id="0" name=""/>
        <dsp:cNvSpPr/>
      </dsp:nvSpPr>
      <dsp:spPr>
        <a:xfrm>
          <a:off x="8089106" y="2474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Отношение к обучающемуся как к личности</a:t>
          </a:r>
          <a:endParaRPr lang="ru-RU" sz="2500" kern="1200"/>
        </a:p>
      </dsp:txBody>
      <dsp:txXfrm>
        <a:off x="8089106" y="2474"/>
        <a:ext cx="3321843" cy="1993106"/>
      </dsp:txXfrm>
    </dsp:sp>
    <dsp:sp modelId="{B0D4250A-6105-4474-8382-1F4F44C7797C}">
      <dsp:nvSpPr>
        <dsp:cNvPr id="0" name=""/>
        <dsp:cNvSpPr/>
      </dsp:nvSpPr>
      <dsp:spPr>
        <a:xfrm>
          <a:off x="781050" y="2327765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Отсутствие прямой и жестокой критики обучающихся</a:t>
          </a:r>
          <a:endParaRPr lang="ru-RU" sz="2500" kern="1200"/>
        </a:p>
      </dsp:txBody>
      <dsp:txXfrm>
        <a:off x="781050" y="2327765"/>
        <a:ext cx="3321843" cy="1993106"/>
      </dsp:txXfrm>
    </dsp:sp>
    <dsp:sp modelId="{6AFD676B-FBAF-434E-82D5-261D871DCEBA}">
      <dsp:nvSpPr>
        <dsp:cNvPr id="0" name=""/>
        <dsp:cNvSpPr/>
      </dsp:nvSpPr>
      <dsp:spPr>
        <a:xfrm>
          <a:off x="4435078" y="2327765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Активное вовлечение в процесс подготовки</a:t>
          </a:r>
          <a:endParaRPr lang="ru-RU" sz="2500" kern="1200"/>
        </a:p>
      </dsp:txBody>
      <dsp:txXfrm>
        <a:off x="4435078" y="2327765"/>
        <a:ext cx="3321843" cy="1993106"/>
      </dsp:txXfrm>
    </dsp:sp>
    <dsp:sp modelId="{D85A79A5-418E-4D23-BD1B-8257D97A2D0A}">
      <dsp:nvSpPr>
        <dsp:cNvPr id="0" name=""/>
        <dsp:cNvSpPr/>
      </dsp:nvSpPr>
      <dsp:spPr>
        <a:xfrm>
          <a:off x="8089106" y="2327765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Позитивное представление материала</a:t>
          </a:r>
          <a:endParaRPr lang="ru-RU" sz="2500" kern="1200"/>
        </a:p>
      </dsp:txBody>
      <dsp:txXfrm>
        <a:off x="8089106" y="2327765"/>
        <a:ext cx="3321843" cy="1993106"/>
      </dsp:txXfrm>
    </dsp:sp>
    <dsp:sp modelId="{2A4D5E66-60A0-4622-B4C7-ECC18D08C827}">
      <dsp:nvSpPr>
        <dsp:cNvPr id="0" name=""/>
        <dsp:cNvSpPr/>
      </dsp:nvSpPr>
      <dsp:spPr>
        <a:xfrm>
          <a:off x="781050" y="4653056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Временной контроль</a:t>
          </a:r>
          <a:endParaRPr lang="ru-RU" sz="2500" kern="1200"/>
        </a:p>
      </dsp:txBody>
      <dsp:txXfrm>
        <a:off x="781050" y="4653056"/>
        <a:ext cx="3321843" cy="1993106"/>
      </dsp:txXfrm>
    </dsp:sp>
    <dsp:sp modelId="{6D834D55-9076-448F-A454-73E1643E31BB}">
      <dsp:nvSpPr>
        <dsp:cNvPr id="0" name=""/>
        <dsp:cNvSpPr/>
      </dsp:nvSpPr>
      <dsp:spPr>
        <a:xfrm>
          <a:off x="4435078" y="4653056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Тщательная подготовка к занятиям</a:t>
          </a:r>
          <a:endParaRPr lang="ru-RU" sz="2500" kern="1200"/>
        </a:p>
      </dsp:txBody>
      <dsp:txXfrm>
        <a:off x="4435078" y="4653056"/>
        <a:ext cx="3321843" cy="1993106"/>
      </dsp:txXfrm>
    </dsp:sp>
    <dsp:sp modelId="{84FA1AFC-378E-4A3F-9A37-C1D34C314AB0}">
      <dsp:nvSpPr>
        <dsp:cNvPr id="0" name=""/>
        <dsp:cNvSpPr/>
      </dsp:nvSpPr>
      <dsp:spPr>
        <a:xfrm>
          <a:off x="8089106" y="4653056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Использование современных средств обучения</a:t>
          </a:r>
          <a:endParaRPr lang="ru-RU" sz="2500" kern="1200"/>
        </a:p>
      </dsp:txBody>
      <dsp:txXfrm>
        <a:off x="8089106" y="4653056"/>
        <a:ext cx="3321843" cy="1993106"/>
      </dsp:txXfrm>
    </dsp:sp>
    <dsp:sp modelId="{5BBCB464-ECE5-4064-858A-082394BFC209}">
      <dsp:nvSpPr>
        <dsp:cNvPr id="0" name=""/>
        <dsp:cNvSpPr/>
      </dsp:nvSpPr>
      <dsp:spPr>
        <a:xfrm>
          <a:off x="4435078" y="6978346"/>
          <a:ext cx="3321843" cy="19931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Проведение занятий в комфортных условиях</a:t>
          </a:r>
          <a:endParaRPr lang="ru-RU" sz="2500" kern="1200"/>
        </a:p>
      </dsp:txBody>
      <dsp:txXfrm>
        <a:off x="4435078" y="6978346"/>
        <a:ext cx="3321843" cy="19931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D227B-620C-446C-A8D1-EC1AC02EC17B}">
      <dsp:nvSpPr>
        <dsp:cNvPr id="0" name=""/>
        <dsp:cNvSpPr/>
      </dsp:nvSpPr>
      <dsp:spPr>
        <a:xfrm>
          <a:off x="925103" y="1213"/>
          <a:ext cx="4618468" cy="27710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Вербальный компонент</a:t>
          </a:r>
          <a:endParaRPr lang="ru-RU" sz="32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925103" y="1213"/>
        <a:ext cx="4618468" cy="2771081"/>
      </dsp:txXfrm>
    </dsp:sp>
    <dsp:sp modelId="{59F8BAB9-AA53-4F6A-B0D3-29C5150F3DF7}">
      <dsp:nvSpPr>
        <dsp:cNvPr id="0" name=""/>
        <dsp:cNvSpPr/>
      </dsp:nvSpPr>
      <dsp:spPr>
        <a:xfrm>
          <a:off x="6005419" y="1213"/>
          <a:ext cx="4618468" cy="27710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Паравербальный компонент</a:t>
          </a:r>
          <a:endParaRPr lang="ru-RU" sz="32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6005419" y="1213"/>
        <a:ext cx="4618468" cy="2771081"/>
      </dsp:txXfrm>
    </dsp:sp>
    <dsp:sp modelId="{68267A62-F2A1-4460-99DA-5AE1CE8AFB28}">
      <dsp:nvSpPr>
        <dsp:cNvPr id="0" name=""/>
        <dsp:cNvSpPr/>
      </dsp:nvSpPr>
      <dsp:spPr>
        <a:xfrm>
          <a:off x="3465261" y="3234141"/>
          <a:ext cx="4618468" cy="27710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Невербальный компонент</a:t>
          </a:r>
          <a:endParaRPr lang="ru-RU" sz="32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3465261" y="3234141"/>
        <a:ext cx="4618468" cy="27710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54D2D-5616-42F7-B1D4-8DD161ADF299}">
      <dsp:nvSpPr>
        <dsp:cNvPr id="0" name=""/>
        <dsp:cNvSpPr/>
      </dsp:nvSpPr>
      <dsp:spPr>
        <a:xfrm>
          <a:off x="0" y="1113832"/>
          <a:ext cx="3577897" cy="2146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Знание материала и тренировка</a:t>
          </a:r>
          <a:endParaRPr lang="ru-RU" sz="3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0" y="1113832"/>
        <a:ext cx="3577897" cy="2146738"/>
      </dsp:txXfrm>
    </dsp:sp>
    <dsp:sp modelId="{E75C884F-4DEC-4B62-853D-5FEA66B704D7}">
      <dsp:nvSpPr>
        <dsp:cNvPr id="0" name=""/>
        <dsp:cNvSpPr/>
      </dsp:nvSpPr>
      <dsp:spPr>
        <a:xfrm>
          <a:off x="3935687" y="1113832"/>
          <a:ext cx="3577897" cy="2146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Прийти первым</a:t>
          </a:r>
          <a:endParaRPr lang="ru-RU" sz="3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3935687" y="1113832"/>
        <a:ext cx="3577897" cy="2146738"/>
      </dsp:txXfrm>
    </dsp:sp>
    <dsp:sp modelId="{6C9AFB5D-7B98-4851-8076-F5E5DAF317C6}">
      <dsp:nvSpPr>
        <dsp:cNvPr id="0" name=""/>
        <dsp:cNvSpPr/>
      </dsp:nvSpPr>
      <dsp:spPr>
        <a:xfrm>
          <a:off x="7871374" y="1113832"/>
          <a:ext cx="3577897" cy="2146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Проверка оборудования </a:t>
          </a:r>
          <a:endParaRPr lang="ru-RU" sz="3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7871374" y="1113832"/>
        <a:ext cx="3577897" cy="2146738"/>
      </dsp:txXfrm>
    </dsp:sp>
    <dsp:sp modelId="{8863B48F-9C86-4913-9DC7-0BE9A7A178C8}">
      <dsp:nvSpPr>
        <dsp:cNvPr id="0" name=""/>
        <dsp:cNvSpPr/>
      </dsp:nvSpPr>
      <dsp:spPr>
        <a:xfrm>
          <a:off x="0" y="3618360"/>
          <a:ext cx="3577897" cy="2146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Использование «знакомого лица»</a:t>
          </a:r>
          <a:endParaRPr lang="ru-RU" sz="3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0" y="3618360"/>
        <a:ext cx="3577897" cy="2146738"/>
      </dsp:txXfrm>
    </dsp:sp>
    <dsp:sp modelId="{4621820C-7211-4D5A-A87A-6D71AB2A5E01}">
      <dsp:nvSpPr>
        <dsp:cNvPr id="0" name=""/>
        <dsp:cNvSpPr/>
      </dsp:nvSpPr>
      <dsp:spPr>
        <a:xfrm>
          <a:off x="3935687" y="3618360"/>
          <a:ext cx="3577897" cy="2146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Запись на видео</a:t>
          </a:r>
          <a:endParaRPr lang="ru-RU" sz="3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3935687" y="3618360"/>
        <a:ext cx="3577897" cy="2146738"/>
      </dsp:txXfrm>
    </dsp:sp>
    <dsp:sp modelId="{2078D0DA-42FE-4426-831A-71FFA6F1F263}">
      <dsp:nvSpPr>
        <dsp:cNvPr id="0" name=""/>
        <dsp:cNvSpPr/>
      </dsp:nvSpPr>
      <dsp:spPr>
        <a:xfrm>
          <a:off x="7871374" y="3618360"/>
          <a:ext cx="3577897" cy="2146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Отзывы о курсе</a:t>
          </a:r>
          <a:endParaRPr lang="ru-RU" sz="3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7871374" y="3618360"/>
        <a:ext cx="3577897" cy="2146738"/>
      </dsp:txXfrm>
    </dsp:sp>
    <dsp:sp modelId="{BA890ABB-4A4C-4F6C-818A-9AC3DAFBC14D}">
      <dsp:nvSpPr>
        <dsp:cNvPr id="0" name=""/>
        <dsp:cNvSpPr/>
      </dsp:nvSpPr>
      <dsp:spPr>
        <a:xfrm>
          <a:off x="3935687" y="6122888"/>
          <a:ext cx="3577897" cy="214673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Накопление опыта</a:t>
          </a:r>
          <a:endParaRPr lang="ru-RU" sz="34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3935687" y="6122888"/>
        <a:ext cx="3577897" cy="2146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Дальше — «трудные персонажи», с которыми почти неизбежно сталкивается преподаватель.</a:t>
            </a:r>
          </a:p>
          <a:p>
            <a:r>
              <a:t>Конфликтный участник создаёт агрессивную атмосферу, перебивает и критикует.</a:t>
            </a:r>
          </a:p>
          <a:p>
            <a:r>
              <a:t>С ним не спорят и не выставляют в глупом положении; лучше мягкое, но уверенное давление и возврат к теме.</a:t>
            </a:r>
          </a:p>
          <a:p>
            <a:r>
              <a:t>Персонаж-помощник всегда готов вмешаться, подсказывает, иногда сбивает ритм и может дать неверную информацию.</a:t>
            </a:r>
          </a:p>
          <a:p>
            <a:r>
              <a:t>Его стоит похвалить, попросить дать слово другим и при необходимости задействовать в организационных вопросах, а не в непрерывном комментировании.</a:t>
            </a:r>
          </a:p>
        </p:txBody>
      </p:sp>
    </p:spTree>
    <p:extLst>
      <p:ext uri="{BB962C8B-B14F-4D97-AF65-F5344CB8AC3E}">
        <p14:creationId xmlns:p14="http://schemas.microsoft.com/office/powerpoint/2010/main" val="249789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этом разбор основ подготовки по программе оказания первой помощи завершён.</a:t>
            </a:r>
          </a:p>
          <a:p>
            <a:r>
              <a:t>Спасибо за внимание.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Добрый день.</a:t>
            </a:r>
          </a:p>
          <a:p>
            <a:r>
              <a:t>Сегодня мы разберём основы подготовки по программе учебного курса, предмета или дисциплины по оказанию первой помощи.</a:t>
            </a:r>
          </a:p>
          <a:p>
            <a:r>
              <a:t>Речь пойдёт не о медицинских приёмах как таковых, а о том, как преподавателю выстроить обучение так, чтобы взрослые слушатели реально научились действовать.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Начнём с цели.</a:t>
            </a:r>
          </a:p>
          <a:p>
            <a:r>
              <a:t>Основная цель обучения — подготовить участников к оказанию первой помощи, к чётким и быстрым действиям, когда рядом есть пострадавшие.</a:t>
            </a:r>
          </a:p>
          <a:p>
            <a:r>
              <a:t>Для этого решают три группы задач.</a:t>
            </a:r>
          </a:p>
          <a:p>
            <a:r>
              <a:t>Образовательные — сформировать знания.</a:t>
            </a:r>
          </a:p>
          <a:p>
            <a:r>
              <a:t>Развивающие — закрепить и усовершенствовать навыки.</a:t>
            </a:r>
          </a:p>
          <a:p>
            <a:r>
              <a:t>Воспитательные — поддержать морально-волевые качества и мотивацию помогать.</a:t>
            </a:r>
          </a:p>
          <a:p>
            <a:r>
              <a:t>Если эти три линии не держать вместе, курс легко превращается либо в сухую теорию, либо в набор разрозненных упражнений.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Подготовка начинается ещё до первого слова в аудитории.</a:t>
            </a:r>
          </a:p>
          <a:p>
            <a:r>
              <a:t>Полезно заранее понять аудиторию: возраст, пол, социальный статус, образование, базовый уровень и опыт, место работы, профессию и должность, а также реальную потребность в обучении.</a:t>
            </a:r>
          </a:p>
          <a:p>
            <a:r>
              <a:t>В начале занятия знакомство лучше сделать личным и коротким.</a:t>
            </a:r>
          </a:p>
          <a:p>
            <a:r>
              <a:t>Экспресс-формат простой: как к человеку обращаться, кем работает, какой у него уровень подготовки и есть ли случаи из жизни.</a:t>
            </a:r>
          </a:p>
          <a:p>
            <a:r>
              <a:t>Так вы сразу видите и опыт группы, и возможные страхи, и тех, кому понадобится больше поддержки на практике.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Со взрослыми нельзя работать как со школьным классом.</a:t>
            </a:r>
          </a:p>
          <a:p>
            <a:r>
              <a:t>Взрослые уже самостоятельны, у них есть знания и личный опыт, и потребность в подготовке они определяют сами.</a:t>
            </a:r>
          </a:p>
          <a:p>
            <a:r>
              <a:t>Они лучше учатся в позитивной атмосфере и чувствительны к неловким моментам на ответах и демонстрациях.</a:t>
            </a:r>
          </a:p>
          <a:p>
            <a:r>
              <a:t>Им важно, чтобы время не тратили впустую, и они ждут практической пользы.</a:t>
            </a:r>
          </a:p>
          <a:p>
            <a:r>
              <a:t>Кроме того, в одной группе могут оказаться люди из разных социокультурных сред, которые воспринимают информацию по-разному.</a:t>
            </a:r>
          </a:p>
          <a:p>
            <a:r>
              <a:t>Значит, преподавателю нужно уважать опыт аудитории, давать понятную пользу и держать атмосферу безопасной для ошибок.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Основные принципы подготовки как раз из этого вырастают.</a:t>
            </a:r>
          </a:p>
          <a:p>
            <a:r>
              <a:t>С самого начала сообщайте цели и задачи обучения и показывайте практическую значимость первой помощи.</a:t>
            </a:r>
          </a:p>
          <a:p>
            <a:r>
              <a:t>Относитесь к каждому как к личности, без прямой и жёсткой критики.</a:t>
            </a:r>
          </a:p>
          <a:p>
            <a:r>
              <a:t>Активно вовлекайте в работу, подавайте материал позитивно и следите за временем.</a:t>
            </a:r>
          </a:p>
          <a:p>
            <a:r>
              <a:t>К занятию готовьтесь тщательно, используйте современные средства обучения и создавайте комфортные условия.</a:t>
            </a:r>
          </a:p>
          <a:p>
            <a:r>
              <a:t>Эти принципы звучат просто, но именно они удерживают внимание взрослых и снижают сопротивление теме.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Есть и другие сложные типы.</a:t>
            </a:r>
          </a:p>
          <a:p>
            <a:r>
              <a:t>«Упёртый» игнорирует мнение группы, не хочет учиться и сбивает ритм.</a:t>
            </a:r>
          </a:p>
          <a:p>
            <a:r>
              <a:t>С ним лучше обсуждать спорные вопросы индивидуально и держать тон вежливый, но твёрдый.</a:t>
            </a:r>
          </a:p>
          <a:p>
            <a:r>
              <a:t>«Всезнайка» спорит, пытается выглядеть убедительнее преподавателя и нередко без реальных оснований подрывает авторитет.</a:t>
            </a:r>
          </a:p>
          <a:p>
            <a:r>
              <a:t>В длинную дискуссию с ним не входят: спор выносят за пределы аудитории, дают высказаться другим и при необходимости спокойно показывают обоснование.</a:t>
            </a:r>
          </a:p>
          <a:p>
            <a:r>
              <a:t>Так вы сохраняете темп занятия и не превращаете курс в соревнование амбиций.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Отдельно разберите болтуна и застенчивого участника.</a:t>
            </a:r>
          </a:p>
          <a:p>
            <a:r>
              <a:t>Болтун говорит много, уходит от темы и съедает время.</a:t>
            </a:r>
          </a:p>
          <a:p>
            <a:r>
              <a:t>Его рассказ мягко направляют в нужное русло, напоминают о регламенте, подключают группу и при необходимости используют спокойный «язык тела».</a:t>
            </a:r>
          </a:p>
          <a:p>
            <a:r>
              <a:t>Застенчивый почти не участвует, сидит отдельно и избегает взгляда.</a:t>
            </a:r>
          </a:p>
          <a:p>
            <a:r>
              <a:t>Его не вызывают «в лоб», периодически отмечают удачные действия, опираются на поддержку группы, а на практике лучше дать ему включиться не первым и не самым сложным номером.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Ещё два персонажа — замкнутый и выскочка.</a:t>
            </a:r>
          </a:p>
          <a:p>
            <a:r>
              <a:t>Замкнутый мало взаимодействует и говорит абстрактно.</a:t>
            </a:r>
          </a:p>
          <a:p>
            <a:r>
              <a:t>Ему помогают пробудить интерес и показывают, что его мнение действительно нужно.</a:t>
            </a:r>
          </a:p>
          <a:p>
            <a:r>
              <a:t>Выскочка тратит время, мешает другим и перебивает.</a:t>
            </a:r>
          </a:p>
          <a:p>
            <a:r>
              <a:t>Его вопросы не по теме спокойно игнорируют или откладывают, не позволяют уводить занятие в сторону и дают слово остальным.</a:t>
            </a:r>
          </a:p>
          <a:p>
            <a:r>
              <a:t>Главный принцип во всех этих случаях один: сохранить достоинство человека и не потерять учебную цель группы.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Теперь о том, как передавать информацию эффективно.</a:t>
            </a:r>
          </a:p>
          <a:p>
            <a:r>
              <a:t>У передачи есть три компонента: вербальный, паравербальный и невербальный.</a:t>
            </a:r>
          </a:p>
          <a:p>
            <a:r>
              <a:t>Слова, голос и поведение должны работать вместе.</a:t>
            </a:r>
          </a:p>
          <a:p>
            <a:r>
              <a:t>Если содержание сильное, а подача сбивчивая или закрытая, слушатели всё равно теряют нить.</a:t>
            </a:r>
          </a:p>
          <a:p>
            <a:r>
              <a:t>Поэтому дальше каждый компонент стоит разобрать отдельно и осознанно.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Вербальный компонент — это то, что вы говорите.</a:t>
            </a:r>
          </a:p>
          <a:p>
            <a:r>
              <a:t>Речь должна быть ориентирована на особенности конкретной группы, иметь понятную структуру и звучать однозначно, без внутренних противоречий.</a:t>
            </a:r>
          </a:p>
          <a:p>
            <a:r>
              <a:t>И очень помогает содержательная выразительность: короткие яркие примеры, а не только сухие формулировки.</a:t>
            </a:r>
          </a:p>
          <a:p>
            <a:r>
              <a:t>Когда взрослый слышит связный сюжет и понимает, зачем это ему, материал запоминается гораздо лучше.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Паравербальный компонент — как именно звучит ваша речь.</a:t>
            </a:r>
          </a:p>
          <a:p>
            <a:r>
              <a:t>Нужны отчётливое произношение, регулируемая громкость и эмоциональность, которая соответствует содержанию.</a:t>
            </a:r>
          </a:p>
          <a:p>
            <a:r>
              <a:t>Интонацией полезно подчёркивать переход от одной мысли к другой.</a:t>
            </a:r>
          </a:p>
          <a:p>
            <a:r>
              <a:t>Монотонность утомляет даже сильную тему, а резкие скачки громкости без смысла только отвлекают.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Невербальный компонент — жесты, мимика, поза и перемещение в пространстве.</a:t>
            </a:r>
          </a:p>
          <a:p>
            <a:r>
              <a:t>Жесты могут приглашать, акцентировать, мягко ограничивать или возвращать внимание.</a:t>
            </a:r>
          </a:p>
          <a:p>
            <a:r>
              <a:t>Мимика должна быть живой, гармоничной и согласованной со словами.</a:t>
            </a:r>
          </a:p>
          <a:p>
            <a:r>
              <a:t>Поза и движение по аудитории помогают удерживать контакт, если они спокойные и осмысленные, а не хаотичные.</a:t>
            </a:r>
          </a:p>
          <a:p>
            <a:r>
              <a:t>Слушатели читают это быстрее, чем мы думаем, поэтому тело преподавателя — тоже часть обучения.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Есть несколько жёстких правил эффективного обучения.</a:t>
            </a:r>
          </a:p>
          <a:p>
            <a:r>
              <a:t>Нельзя ставить человека в трудное или глупое положение и публично его критиковать.</a:t>
            </a:r>
          </a:p>
          <a:p>
            <a:r>
              <a:t>Нужно поощрять, формировать позитивный настрой и не скрывать, если ответа вы не знаете.</a:t>
            </a:r>
          </a:p>
          <a:p>
            <a:r>
              <a:t>Честность преподавателя усиливает доверие, а попытка «спасти лицо» любой ценой его разрушает.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К этому добавляются простые, но важные детали подачи.</a:t>
            </a:r>
          </a:p>
          <a:p>
            <a:r>
              <a:t>Одежда преподавателя должна соответствовать формату, особенно практике: удобная, без отвлекающих ярких аксессуаров.</a:t>
            </a:r>
          </a:p>
          <a:p>
            <a:r>
              <a:t>Речь — чёткая, на «живом» языке, без лишней канцелярщины.</a:t>
            </a:r>
          </a:p>
          <a:p>
            <a:r>
              <a:t>Уместный юмор помогает снять напряжение, если он поддерживает тему, а не подменяет содержание.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Организация группы тоже влияет на результат.</a:t>
            </a:r>
          </a:p>
          <a:p>
            <a:r>
              <a:t>Оптимальный размер — примерно от шести до шестнадцати человек.</a:t>
            </a:r>
          </a:p>
          <a:p>
            <a:r>
              <a:t>Занятия желательно проводить без учебных столов: так меньше барьеров, лучше обзор и больше места для ситуационных задач.</a:t>
            </a:r>
          </a:p>
          <a:p>
            <a:r>
              <a:t>И обязательно используйте элементы симуляционного обучения — манекены, сценарии, отработку действий, а не только рассказ у доски.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Отдельный вопрос для самого преподавателя — страх выступления.</a:t>
            </a:r>
          </a:p>
          <a:p>
            <a:r>
              <a:t>С ним помогают знание материала и предварительная тренировка, ранний приход в аудиторию и проверка оборудования.</a:t>
            </a:r>
          </a:p>
          <a:p>
            <a:r>
              <a:t>Полезно опереться на «знакомое лицо» в группе, иногда записать себя на видео, собирать отзывы о курсе и просто накапливать опыт.</a:t>
            </a:r>
          </a:p>
          <a:p>
            <a:r>
              <a:t>Страх редко исчезает совсем, но он становится управляемым, когда подготовка конкретна и повторяема.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Контроль времени — одна из самых частых зон риска.</a:t>
            </a:r>
          </a:p>
          <a:p>
            <a:r>
              <a:t>Помогают предварительная тренировка хронометража, поддержка коллеги, а также осознанный перенос части вопросов на конец лекции или на «парковку».</a:t>
            </a:r>
          </a:p>
          <a:p>
            <a:r>
              <a:t>«Парковка» здесь — это место, куда фиксируют важные, но уводящие в сторону вопросы, чтобы вернуться к ним позже и не разрушить структуру занятия.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Когда вам задают вопрос, важно правильно выстроить реакцию.</a:t>
            </a:r>
          </a:p>
          <a:p>
            <a:r>
              <a:t>Вопросы поощряйте, за сам факт вопроса не «наказывайте» и не воспринимайте его как экзамен.</a:t>
            </a:r>
          </a:p>
          <a:p>
            <a:r>
              <a:t>Дайте короткую оценку вопросу, контролируйте поток вопросов и обязательно ответьте всем — сразу или с понятным отложением.</a:t>
            </a:r>
          </a:p>
          <a:p>
            <a:r>
              <a:t>Если слушатель чувствует, что спрашивать опасно, группа быстро замолкает.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Как отвечать на вопрос.</a:t>
            </a:r>
          </a:p>
          <a:p>
            <a:r>
              <a:t>Сначала дослушайте и убедитесь, что поняли смысл.</a:t>
            </a:r>
          </a:p>
          <a:p>
            <a:r>
              <a:t>Контролируйте объём ответа: не читайте мини-лекцию там, где достаточно короткого пояснения.</a:t>
            </a:r>
          </a:p>
          <a:p>
            <a:r>
              <a:t>Старайтесь не начинать ответ со слова «нет», если можно сначала обозначить верную часть мысли.</a:t>
            </a:r>
          </a:p>
          <a:p>
            <a:r>
              <a:t>Планируйте типичные вопросы заранее и иногда задавайте вопросы сами — так вы держите инициативу и проверяете понимание.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Если ответа вы не знаете, это не катастрофа.</a:t>
            </a:r>
          </a:p>
          <a:p>
            <a:r>
              <a:t>Честно скажите об этом, при необходимости используйте точную цитату из нормативного акта или пособия, переадресуйте вопрос группе или попросите переформулировать.</a:t>
            </a:r>
          </a:p>
          <a:p>
            <a:r>
              <a:t>И сразу покажите готовность вернуться с ответом.</a:t>
            </a:r>
          </a:p>
          <a:p>
            <a:r>
              <a:t>Взрослые обычно уважают такую позицию гораздо больше, чем неуверенную импровизацию.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Если на ваш вопрос молчат, не торопитесь заполнять паузу любой ценой.</a:t>
            </a:r>
          </a:p>
          <a:p>
            <a:r>
              <a:t>Дайте короткую паузу, задайте вопрос иначе, покажите заинтересованность в ответе, приведите пример или конкретизируйте формулировку.</a:t>
            </a:r>
          </a:p>
          <a:p>
            <a:r>
              <a:t>Можно мягко поощрить группу, а если тишина сохраняется — ответить самому и сразу проверить понимание следующим коротким вопросом.</a:t>
            </a:r>
          </a:p>
          <a:p>
            <a:r>
              <a:t>Молчание часто означает не пустоту, а потребность в более ясном заходе.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Если забыли текст или допустили ошибку, действуйте спокойно.</a:t>
            </a:r>
          </a:p>
          <a:p>
            <a:r>
              <a:t>Можно задать вопрос аудитории, обратиться к пособию, вернуться на предыдущий слайд и обязательно исправиться вслух.</a:t>
            </a:r>
          </a:p>
          <a:p>
            <a:r>
              <a:t>Ошибка, которую вы сами поправили, почти не бьёт по доверию.</a:t>
            </a:r>
          </a:p>
          <a:p>
            <a:r>
              <a:t>Ошибка, которую все заметили, а вы сделали вид, что ничего не было, бьёт сильнее.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Если возникли проблемы с оборудованием, не устраивайте долгую публичную борьбу с техникой.</a:t>
            </a:r>
          </a:p>
          <a:p>
            <a:r>
              <a:t>Переходите к «плану Б»: запасной носитель, работа у доски или флипчарта, демонстрация на манекене без проекции, раздача карточек со сценариями.</a:t>
            </a:r>
          </a:p>
          <a:p>
            <a:r>
              <a:t>Преподаватель, у которого есть запасной маршрут, сохраняет занятие даже при сбое техники.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Отвлекающие факторы тоже лучше заранее продумать.</a:t>
            </a:r>
          </a:p>
          <a:p>
            <a:r>
              <a:t>Иногда их достаточно не усиливать вниманием.</a:t>
            </a:r>
          </a:p>
          <a:p>
            <a:r>
              <a:t>Иногда можно коротко обыграть и вернуть группу к теме.</a:t>
            </a:r>
          </a:p>
          <a:p>
            <a:r>
              <a:t>Ещё лучше — предусмотреть риск заранее, сделать короткую паузу или мягко вернуть внимание к себе и к задаче.</a:t>
            </a:r>
          </a:p>
          <a:p>
            <a:r>
              <a:t>Главное — не позволить случайному шуму стать центром занятия.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Если обучающиеся устали, меняйте режим, а не повышайте давление.</a:t>
            </a:r>
          </a:p>
          <a:p>
            <a:r>
              <a:t>Можно сделать акцент на самом важном, разрядить обстановку, объявить короткий перерыв или перейти к практике.</a:t>
            </a:r>
          </a:p>
          <a:p>
            <a:r>
              <a:t>Физическая и умственная усталость у взрослых быстро убивает восприятие теории, зато уместная смена формата часто возвращает энергию группе.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Как делать акценты на важном.</a:t>
            </a:r>
          </a:p>
          <a:p>
            <a:r>
              <a:t>Выделяйте ключевое интонацией, громкостью и темпом речи, поддерживайте акцентирующей жестикуляцией и прямым вербальным маркером вроде «это важно запомнить».</a:t>
            </a:r>
          </a:p>
          <a:p>
            <a:r>
              <a:t>Повторение полезно, но без бессмысленного кружения вокруг одной фразы.</a:t>
            </a:r>
          </a:p>
          <a:p>
            <a:r>
              <a:t>Акцент должен помогать запомнить действие, а не просто украшать речь.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И в завершение — комфортные условия занятия.</a:t>
            </a:r>
          </a:p>
          <a:p>
            <a:r>
              <a:t>Важны само помещение, расположение пособий, инструктора и обучающихся, удобные места для сидения, освещение, температура, вентиляция и звукоизоляция.</a:t>
            </a:r>
          </a:p>
          <a:p>
            <a:r>
              <a:t>Если человеку душно, темно или плохо слышно, он думает о дискомфорте сильнее, чем о первой помощи.</a:t>
            </a:r>
          </a:p>
          <a:p>
            <a:r>
              <a:t>Поэтому среда — не мелочь, а часть педагогического дизайна.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94" r:id="rId40"/>
    <p:sldLayoutId id="2147483795" r:id="rId41"/>
    <p:sldLayoutId id="2147483796" r:id="rId42"/>
    <p:sldLayoutId id="2147483797" r:id="rId43"/>
    <p:sldLayoutId id="2147483798" r:id="rId44"/>
    <p:sldLayoutId id="2147483799" r:id="rId45"/>
    <p:sldLayoutId id="2147483800" r:id="rId46"/>
    <p:sldLayoutId id="2147483801" r:id="rId47"/>
    <p:sldLayoutId id="2147483802" r:id="rId48"/>
    <p:sldLayoutId id="2147483803" r:id="rId49"/>
    <p:sldLayoutId id="2147483804" r:id="rId50"/>
    <p:sldLayoutId id="2147483805" r:id="rId51"/>
    <p:sldLayoutId id="214748380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.jpe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4.jpe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0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2.jpeg"/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8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4.jpeg"/><Relationship Id="rId3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5.jpeg"/><Relationship Id="rId3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6.jpeg"/><Relationship Id="rId3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7.jpeg"/><Relationship Id="rId3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8.jpeg"/><Relationship Id="rId3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9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0.jpeg"/><Relationship Id="rId3" Type="http://schemas.openxmlformats.org/officeDocument/2006/relationships/notesSlide" Target="../notesSlides/notes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1.jpeg"/><Relationship Id="rId3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2.jpeg"/><Relationship Id="rId3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921896"/>
            <a:ext cx="4621490" cy="2304256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4" y="6289952"/>
            <a:ext cx="20420217" cy="1574432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ОСНОВЫ ПОДГОТОВКИ ПО ПРОГРАММЕ УЧЕБНОГО КУРСА, ПРЕДМЕТА, ДИСЦИПЛИНЫ ПО ОКАЗАНИЮ ПЕРВОЙ ПОМОЩИ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2345128" y="0"/>
            <a:ext cx="216900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58" y="7792384"/>
            <a:ext cx="192487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06A21F0-1032-44A2-88CE-206EB896B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622" y="4193704"/>
            <a:ext cx="11133095" cy="834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</a:rPr>
              <a:t>2</a:t>
            </a:fld>
            <a:endParaRPr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ОСНОВЫ ПОДГОТОВКИ УЧАСТНИКОВ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2" y="2604670"/>
            <a:ext cx="2000497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1273496" y="2866619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1255896" y="4481736"/>
            <a:ext cx="12108431" cy="6634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Основная цель обучения </a:t>
            </a:r>
            <a:r>
              <a:rPr lang="ru-RU" sz="2800" dirty="0"/>
              <a:t>– подготовить обучающихся к оказанию первой помощи, к четким и быстрым действиям в случае происшествия с наличием пострадавших.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Для достижения указанной цели решаются следующие задачи:</a:t>
            </a:r>
          </a:p>
          <a:p>
            <a:pPr>
              <a:defRPr/>
            </a:pP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b="1" dirty="0"/>
              <a:t>Образовательные</a:t>
            </a:r>
            <a:r>
              <a:rPr lang="ru-RU" sz="2800" dirty="0"/>
              <a:t> - сформировать комплекс знаний по оказанию первой помощи.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b="1" dirty="0"/>
              <a:t>Развивающие</a:t>
            </a:r>
            <a:r>
              <a:rPr lang="ru-RU" sz="2800" dirty="0"/>
              <a:t> - развить, закрепить и усовершенствовать навыки оказания первой помощи.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b="1" dirty="0"/>
              <a:t>Воспитательные</a:t>
            </a:r>
            <a:r>
              <a:rPr lang="ru-RU" sz="2800" dirty="0"/>
              <a:t> - способствовать развитию у обучающихся необходимых для оказания первой помощи морально-волевых качеств, в том числе повысить мотивацию к ее оказанию.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B64E4C-4712-4D08-BC74-9C1AF1805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88501" y="4450960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5A8CFA7-BE76-4FAE-B3A9-0DA4EB98A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249" y="3966305"/>
            <a:ext cx="11873189" cy="863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ПОДГОТОВКА К ОБУЧЕНИЮ. НАЧАЛО ОБУЧЕНИЯ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49" y="2604670"/>
            <a:ext cx="1429908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5360352" y="4694130"/>
            <a:ext cx="8424936" cy="7176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Предварительное знакомство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Возраст, пол, социальный статус, образование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«Базовый» уровень, наличие опыта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Место работы, профессия, должность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Потребность в обучении</a:t>
            </a:r>
            <a:endParaRPr dirty="0"/>
          </a:p>
          <a:p>
            <a:pPr marL="514350" indent="-514350">
              <a:buAutoNum type="arabicPeriod"/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Знакомство в начале обучения (личное)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dirty="0"/>
              <a:t>Экспресс-метод: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ФИО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Должность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Уровень подготовки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Случаи из жизни</a:t>
            </a: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50D6EB-949A-4BA8-B082-C0C468286C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654231" y="4682720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AADEABD-5D83-4B55-8C46-CFE9FE4DC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8247" y="1755446"/>
            <a:ext cx="11388005" cy="1138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49" y="1132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ОСОБЕННОСТИ ПРОВЕДЕНИЯ ЗАНЯТИЙ </a:t>
            </a:r>
            <a:b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СО ВЗРОСЛЫМИ ОБУЧАЮЩИМИСЯ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1182424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918031" y="4139225"/>
            <a:ext cx="11388006" cy="6254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Особенности взрослой аудитории:</a:t>
            </a:r>
            <a:endParaRPr/>
          </a:p>
          <a:p>
            <a:pPr>
              <a:defRPr/>
            </a:pPr>
            <a:endParaRPr lang="ru-RU" sz="2800" b="1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Являются самостоятельными личностями, имеющими определенные знания и личный опыт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Самостоятельно определяют потребность в подготовке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Значительно лучше усваивают знания в позитивной атмосфере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Могут переживать из-за возможно слабых выступлений (ответов, демонстраций)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Хотели бы, чтобы их время, затраченное на подготовку, использовалось качественно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Ожидают практической значимости полученных знаний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Могут относиться к разным социокультурным слоям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Могут воспринимать информацию разными путями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799DA94B-8348-4217-A08F-2A4A23A1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808" y="3346848"/>
            <a:ext cx="10369152" cy="1036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2DC5D4D-3D97-4CB8-8089-6D485076E85B}"/>
              </a:ext>
            </a:extLst>
          </p:cNvPr>
          <p:cNvSpPr/>
          <p:nvPr/>
        </p:nvSpPr>
        <p:spPr bwMode="auto">
          <a:xfrm>
            <a:off x="1102768" y="3094761"/>
            <a:ext cx="11089232" cy="10621239"/>
          </a:xfrm>
          <a:prstGeom prst="rect">
            <a:avLst/>
          </a:prstGeom>
          <a:solidFill>
            <a:srgbClr val="F8F8F8">
              <a:alpha val="50000"/>
            </a:srgbClr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49" y="1132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ОСНОВНЫЕ ПРИНЦИПЫ </a:t>
            </a:r>
            <a:b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ПРОВЕДЕНИЯ ПОДГОТОВКИ ПО ПЕРВОЙ ПОМОЩИ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5" y="2604670"/>
            <a:ext cx="1498816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4784288" y="3435665"/>
            <a:ext cx="10612285" cy="1014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Основные принципы:</a:t>
            </a:r>
            <a:endParaRPr dirty="0"/>
          </a:p>
          <a:p>
            <a:pPr>
              <a:defRPr/>
            </a:pPr>
            <a:endParaRPr lang="ru-RU" sz="2800" b="1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80F1BAA-3907-4D72-AA86-B8A731AC92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64221"/>
              </p:ext>
            </p:extLst>
          </p:nvPr>
        </p:nvGraphicFramePr>
        <p:xfrm>
          <a:off x="11084990" y="4148775"/>
          <a:ext cx="12192000" cy="8973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«ТРУДНЫЕ ПЕРСОНАЖИ»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7" y="2604670"/>
            <a:ext cx="75160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3108784" y="8101278"/>
            <a:ext cx="8297332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Конфликтный персонаж: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Создает агрессивную атмосферу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Прерывает речь преподавателя и обучающихся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Возражает и критикует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endParaRPr lang="ru-RU" sz="2600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ввязываться в спор 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выставлять его в глупом положении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Использовать мягкое давление</a:t>
            </a:r>
            <a:endParaRPr dirty="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4064208" y="8125636"/>
            <a:ext cx="9577064" cy="4742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Персонаж -помощник: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Всегда готов помочь словом и делом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Подсказывает преподавателю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Сбивает с ритма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Может предоставлять неверную информацию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endParaRPr lang="ru-RU" sz="2600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Похвалить и попросить позволить выступить другим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Обращаться к остальным обучающимся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Использовать для решения организационных вопросов</a:t>
            </a:r>
            <a:endParaRPr lang="ru-RU" sz="2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663D7A-2377-4261-BEEB-3A9A91DF0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820" y="3888668"/>
            <a:ext cx="3403907" cy="423696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CB66C40-9358-4B13-9D86-6131581FBA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8758" y="8085626"/>
            <a:ext cx="1470026" cy="145679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6EFCED8-FA87-4B80-8566-1688C03887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94182" y="8094340"/>
            <a:ext cx="1470026" cy="145679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7C9BD5-BEA4-490D-B1E7-3529D502D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542" y="3360579"/>
            <a:ext cx="3403907" cy="487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B7AE43-4336-4171-90BC-CD5C0F92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517" y="3685287"/>
            <a:ext cx="3758113" cy="466170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6E9E956-A88D-4505-A9C6-57FA74BE9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825" y="3770073"/>
            <a:ext cx="3758112" cy="4576918"/>
          </a:xfrm>
          <a:prstGeom prst="rect">
            <a:avLst/>
          </a:prstGeom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7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«ТРУДНЫЕ ПЕРСОНАЖИ»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7" y="2604670"/>
            <a:ext cx="75160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389874" y="8304410"/>
            <a:ext cx="9802126" cy="3951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«Упертый» персонаж: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Игнорирует мнение преподавателя и других обучающихся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хочет обучаться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Мешает другим обучающимся, сбивает ритм объяснений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endParaRPr lang="ru-RU" sz="2600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Обсуждать его вопросы в индивидуальном порядке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Общаться вежливо, но твердо</a:t>
            </a:r>
            <a:endParaRPr dirty="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4059638" y="8139089"/>
            <a:ext cx="10699444" cy="5554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Персонаж -всезнайка:</a:t>
            </a:r>
            <a:endParaRPr lang="ru-RU"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Может спорить с преподавателем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Пытается выставить себя в более благоприятном свете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Зачастую не имеет обоснования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Пытается порвать авторитет преподавателя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endParaRPr lang="ru-RU" sz="2600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вступать в дискуссию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Вынести спор за пределы учебной комнаты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Предоставить другим обучающимся высказаться по поводу предоставленных сведений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Подготовить обоснование</a:t>
            </a:r>
            <a:endParaRPr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90B0810-8501-44C4-9B00-0378490AA4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953" y="8154144"/>
            <a:ext cx="1470026" cy="14567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EAA57C5-904A-4973-8655-E81FE544F2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58685" y="8058621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5D8F37-A29D-483C-AE74-82C088E55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184" y="3020692"/>
            <a:ext cx="4648844" cy="5381667"/>
          </a:xfrm>
          <a:prstGeom prst="rect">
            <a:avLst/>
          </a:prstGeom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8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«ТРУДНЫЕ ПЕРСОНАЖИ»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7" y="2604670"/>
            <a:ext cx="75160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3848184" y="7960694"/>
            <a:ext cx="11069206" cy="476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Персонаж -болтун: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Очень много говорит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Информация избыточна и не имеет отношение к теме занятия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Забирает много времени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endParaRPr lang="ru-RU" sz="2600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Использовать других участников для контроля над ним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Направлять его рассказ в нужное русло 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Напомнить о времени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Применить «язык тела» при вопросе аудитории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52CB440-7AB6-40DD-B9E9-CD4A35646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152" y="3304853"/>
            <a:ext cx="3525091" cy="519264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3461617" y="8011697"/>
            <a:ext cx="10602591" cy="5306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«Застенчивый» персонаж: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участвует в обсуждении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отвечает на вопросы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Сидит отдельно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Прячет глаза</a:t>
            </a:r>
            <a:r>
              <a:rPr lang="ru-RU" b="1" dirty="0"/>
              <a:t> </a:t>
            </a:r>
            <a:endParaRPr dirty="0"/>
          </a:p>
          <a:p>
            <a:pPr>
              <a:defRPr/>
            </a:pPr>
            <a:endParaRPr lang="en-US" sz="2600" b="1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Периодически хвалить его способности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Привлекать положительное мнение группы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задавать застенчивому персонажу вопросов в «лоб»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На практическом занятии пропустить в середине</a:t>
            </a:r>
            <a:endParaRPr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1059501-8D7F-4E7A-A42D-FC25B62DAE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0709" y="7769105"/>
            <a:ext cx="1470026" cy="145679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E952B23-DCAC-4E9C-A142-8B8E615E1A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87276" y="7930146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8BD0F6-0C3D-4A1A-9E64-932E5ABC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575" y="3043810"/>
            <a:ext cx="4413113" cy="5551232"/>
          </a:xfrm>
          <a:prstGeom prst="rect">
            <a:avLst/>
          </a:prstGeom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9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«ТРУДНЫЕ ПЕРСОНАЖИ»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7" y="2604670"/>
            <a:ext cx="75160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3359213" y="8446848"/>
            <a:ext cx="6218108" cy="392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Замкнутый персонаж: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взаимодействует с другими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Изъясняется абстрактным образом</a:t>
            </a:r>
            <a:endParaRPr dirty="0"/>
          </a:p>
          <a:p>
            <a:pPr>
              <a:defRPr/>
            </a:pPr>
            <a:endParaRPr lang="en-US" sz="2600" b="1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Пробудить интерес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Проявлять интерес к мнению данного персонажа</a:t>
            </a:r>
            <a:endParaRPr dirty="0"/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14201487" y="8267512"/>
            <a:ext cx="8136904" cy="514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Персонаж-выскочка: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Тратит время впустую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Мешает другим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Прерывает преподавателя и других обучающихся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endParaRPr lang="ru-RU" sz="2600" dirty="0"/>
          </a:p>
          <a:p>
            <a:pPr>
              <a:defRPr/>
            </a:pPr>
            <a:r>
              <a:rPr lang="ru-RU" sz="2600" b="1" dirty="0"/>
              <a:t>Как справиться</a:t>
            </a:r>
            <a:r>
              <a:rPr lang="ru-RU" sz="26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Игнорировать «вопросы не по теме»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Не позволять отвлекаться от темы занятия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dirty="0"/>
              <a:t>Дать возможность другим обучающимся задавать вопросы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41F78A-8F3C-432C-BC57-785A799B8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150195" y="3595857"/>
            <a:ext cx="4107255" cy="469079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41B4B98-0BDF-454E-A450-2404182D5B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16787" y="8082136"/>
            <a:ext cx="1470026" cy="145679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7C277D-D48B-4118-8CD5-1175C19618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86079" y="8089726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A5A0164F-A783-48B4-A404-81B6EEFAC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3400" y="3818995"/>
            <a:ext cx="9578486" cy="957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10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РЕКОМЕНДАЦИИ ДЛЯ ЭФФЕКТИВНОГО ОБУЧЕНИЯ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5" y="2604670"/>
            <a:ext cx="1480440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931771" y="4567230"/>
            <a:ext cx="10612285" cy="540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Компоненты передачи информации:</a:t>
            </a:r>
            <a:endParaRPr dirty="0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DF07B72E-8888-4066-8169-6D6BA6039A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0617461"/>
              </p:ext>
            </p:extLst>
          </p:nvPr>
        </p:nvGraphicFramePr>
        <p:xfrm>
          <a:off x="995064" y="5909548"/>
          <a:ext cx="11548992" cy="6006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11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ВЕРБАЛЬНЫЙ КОМПОНЕНТ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7" y="2604670"/>
            <a:ext cx="797160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3632160" y="5057800"/>
            <a:ext cx="8352929" cy="4806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Ориентированность на особенности группы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Структурированность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Однозначность, непротиворечивость изложения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Содержательная «выразительность» (яркие примеры)</a:t>
            </a: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E72670-C3E4-4790-872D-0029580C9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4816" y="4234425"/>
            <a:ext cx="11787763" cy="76784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337B72-BE21-4C7A-B10F-D3AA0D39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253125" y="3555434"/>
            <a:ext cx="12987765" cy="8190890"/>
          </a:xfrm>
          <a:prstGeom prst="rect">
            <a:avLst/>
          </a:prstGeom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ПАРАВЕРБАЛЬНЫЙ КОМПОНЕНТ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7" y="2604670"/>
            <a:ext cx="967980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2143110" y="5412527"/>
            <a:ext cx="7057012" cy="4806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Отчетливое, ясное произношение текста речи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Регулировка громкости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Соответствие эмоциональности содержанию выступления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Подчеркивание интонацией переход от одних мыслей к другим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НЕВЕРБАЛЬНЫЙ КОМПОНЕНТ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7" y="2604670"/>
            <a:ext cx="884064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4180105" y="4841776"/>
            <a:ext cx="6840760" cy="6228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b="1" dirty="0"/>
              <a:t>Жестикуляция</a:t>
            </a:r>
            <a:r>
              <a:rPr lang="ru-RU" sz="2800" dirty="0"/>
              <a:t>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800" dirty="0"/>
              <a:t>Обращающиеся жесты;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800" dirty="0"/>
              <a:t>Приглашающие жесты;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800" dirty="0"/>
              <a:t>Запрещающие жесты;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800" dirty="0"/>
              <a:t>Акцентирующие жесты;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b="1" dirty="0"/>
              <a:t>Мимика: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800" dirty="0"/>
              <a:t>Нестереотипная;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800" dirty="0"/>
              <a:t>Гармоничная;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800" dirty="0"/>
              <a:t>Соответствующая словам;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b="1" dirty="0"/>
              <a:t>Поза и перемещение в пространстве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FEBC18-2111-4DFE-925F-5466E9A9A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28" y="4247453"/>
            <a:ext cx="10225136" cy="78543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РЕКОМЕНДАЦИИ ДЛЯ ЭФФЕКТИВНОГО ОБУЧЕНИЯ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9" y="2604670"/>
            <a:ext cx="148054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3046984" y="4568888"/>
            <a:ext cx="8944286" cy="5280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Нельзя ставить обучающегося в трудное или глупое положение и критиковать его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Поощрять обучающихся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Формировать позитивный настрой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Не нужно скрывать незнание ответа</a:t>
            </a:r>
            <a:endParaRPr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D5D7D8"/>
              </a:clrFrom>
              <a:clrTo>
                <a:srgbClr val="D5D7D8">
                  <a:alpha val="0"/>
                </a:srgbClr>
              </a:clrTo>
            </a:clrChange>
          </a:blip>
          <a:stretch/>
        </p:blipFill>
        <p:spPr bwMode="auto">
          <a:xfrm>
            <a:off x="12840071" y="4121696"/>
            <a:ext cx="9505420" cy="8726037"/>
          </a:xfrm>
          <a:prstGeom prst="rect">
            <a:avLst/>
          </a:prstGeom>
        </p:spPr>
      </p:pic>
      <p:pic>
        <p:nvPicPr>
          <p:cNvPr id="10" name="Picture 6" descr="Picture background">
            <a:extLst>
              <a:ext uri="{FF2B5EF4-FFF2-40B4-BE49-F238E27FC236}">
                <a16:creationId xmlns:a16="http://schemas.microsoft.com/office/drawing/2014/main" id="{057EC93F-A331-4539-977C-414267ED3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388" y="4568888"/>
            <a:ext cx="994658" cy="99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Picture background">
            <a:extLst>
              <a:ext uri="{FF2B5EF4-FFF2-40B4-BE49-F238E27FC236}">
                <a16:creationId xmlns:a16="http://schemas.microsoft.com/office/drawing/2014/main" id="{88DC78C6-F597-4EFF-8410-EDABC4583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211" y="6367122"/>
            <a:ext cx="994658" cy="99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icture background">
            <a:extLst>
              <a:ext uri="{FF2B5EF4-FFF2-40B4-BE49-F238E27FC236}">
                <a16:creationId xmlns:a16="http://schemas.microsoft.com/office/drawing/2014/main" id="{291505E6-60E3-4832-8E9A-293804E59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211" y="7827144"/>
            <a:ext cx="994658" cy="99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Picture background">
            <a:extLst>
              <a:ext uri="{FF2B5EF4-FFF2-40B4-BE49-F238E27FC236}">
                <a16:creationId xmlns:a16="http://schemas.microsoft.com/office/drawing/2014/main" id="{2125FC8B-33C1-4AA6-A713-03A111442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211" y="9287166"/>
            <a:ext cx="994658" cy="99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РЕКОМЕНДАЦИИ ДЛЯ ЭФФЕКТИВНОГО ОБУЧЕНИЯ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9" y="2604670"/>
            <a:ext cx="148054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2984088" y="5459337"/>
            <a:ext cx="8174431" cy="3384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Соответствующая одежда у преподавателя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Четкая речь с использованием «живого» языка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Использование юмора</a:t>
            </a:r>
            <a:endParaRPr dirty="0"/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F1D4D446-F811-4403-8813-EFB430015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61229" y="3977680"/>
            <a:ext cx="8784139" cy="8784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A8B748-C5EE-4DFE-8673-2FEC79891F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50417" y="4804120"/>
            <a:ext cx="1470026" cy="145679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82487FA-50B5-4DE5-97CD-E5DF8C2AB6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11197" y="6265899"/>
            <a:ext cx="1470026" cy="14567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4F6B655-86B2-4DE3-9EBA-7B20D6A17B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50417" y="7722692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РЕКОМЕНДАЦИИ ДЛЯ ЭФФЕКТИВНОГО ОБУЧЕНИЯ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9" y="2604670"/>
            <a:ext cx="148054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06824" y="4376367"/>
            <a:ext cx="8445861" cy="433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b="1" dirty="0"/>
              <a:t>Рекомендуемое количество обучающихся в группе – </a:t>
            </a:r>
            <a:r>
              <a:rPr lang="ru-RU" sz="2800" dirty="0"/>
              <a:t>от 6 до 16 человек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b="1" dirty="0"/>
              <a:t>Занятия желательно проводить без учебных столов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b="1" dirty="0"/>
              <a:t>Использование элементов </a:t>
            </a:r>
            <a:r>
              <a:rPr lang="ru-RU" sz="2800" b="1" dirty="0" err="1"/>
              <a:t>симуляционного</a:t>
            </a:r>
            <a:r>
              <a:rPr lang="ru-RU" sz="2800" b="1" dirty="0"/>
              <a:t> обучения</a:t>
            </a:r>
            <a:endParaRPr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b="3024"/>
          <a:stretch/>
        </p:blipFill>
        <p:spPr bwMode="auto">
          <a:xfrm>
            <a:off x="8591600" y="4176908"/>
            <a:ext cx="13761518" cy="95390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AEC8C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1EA614B8-98D1-471A-8E63-BBB9AEABE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15"/>
          <a:stretch/>
        </p:blipFill>
        <p:spPr bwMode="auto">
          <a:xfrm>
            <a:off x="12192000" y="3421312"/>
            <a:ext cx="10513168" cy="933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17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СПРАВИТЬСЯ СО СТРАХОМ ВЫСТУПЛЕНИЯ?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1" y="2604670"/>
            <a:ext cx="1437935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7CF11644-6251-4665-82E6-A99E4A4E0D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2327188"/>
              </p:ext>
            </p:extLst>
          </p:nvPr>
        </p:nvGraphicFramePr>
        <p:xfrm>
          <a:off x="2614936" y="3463893"/>
          <a:ext cx="11449272" cy="9383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18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ОСУЩЕСТВИТЬ КОНТРОЛЬ ВРЕМЕНИ?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3" y="2604670"/>
            <a:ext cx="1256862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975976" y="5244296"/>
            <a:ext cx="7310335" cy="3858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Тренировка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Помощь коллеги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Перенос ответов на вопросы на окончание лекции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Перенос ответов на «парковку»</a:t>
            </a:r>
            <a:endParaRPr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693848" y="2099355"/>
            <a:ext cx="10148246" cy="101482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19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ВЕСТИ СЕБЯ, КОГДА ВАМ ЗАДАЛИ ВОПРОС?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9" y="2604670"/>
            <a:ext cx="141875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544770" y="4577095"/>
            <a:ext cx="10583334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Поощряйте вопросы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Не «наказывайте» за вопрос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Не воспринимайте вопросы как экзамен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Дайте оценку вопросу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Контролируйте процесс задачи вопросов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Обязательно ответьте всем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</p:txBody>
      </p:sp>
      <p:pic>
        <p:nvPicPr>
          <p:cNvPr id="12292" name="Picture 4" descr="Picture background">
            <a:extLst>
              <a:ext uri="{FF2B5EF4-FFF2-40B4-BE49-F238E27FC236}">
                <a16:creationId xmlns:a16="http://schemas.microsoft.com/office/drawing/2014/main" id="{20FF2618-FB33-425C-A11A-F02B26EE4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1880" y="3037611"/>
            <a:ext cx="9923090" cy="992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60D34D3E-01A5-4D7A-A0A0-F8D63AAE3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792" y="2810181"/>
            <a:ext cx="10509125" cy="1050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20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ОТВЕТИТЬ НА ВОПРОС?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42" y="2604670"/>
            <a:ext cx="840234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2456359" y="4678942"/>
            <a:ext cx="9774095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Дослушать и понять вопрос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Контроль объема ответа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Не использовать «НЕТ» в начале ответа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Планируйте и предугадывайте вопросы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Задавайте вопросы сами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21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ВЕСТИ СЕБЯ, ЕСЛИ НЕ ЗНАЕШЬ ОТВЕТА НА ВОПРОС?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5" y="2604670"/>
            <a:ext cx="1723915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pic>
        <p:nvPicPr>
          <p:cNvPr id="14338" name="Picture 2" descr="Picture background">
            <a:extLst>
              <a:ext uri="{FF2B5EF4-FFF2-40B4-BE49-F238E27FC236}">
                <a16:creationId xmlns:a16="http://schemas.microsoft.com/office/drawing/2014/main" id="{128CF402-42A6-41E9-B718-5DE9EAC4B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271" y="3094761"/>
            <a:ext cx="15888431" cy="893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 bwMode="auto">
          <a:xfrm>
            <a:off x="2974976" y="4796351"/>
            <a:ext cx="9774095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Честный ответ о незнании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Цитирование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Переадресация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Просьба о </a:t>
            </a:r>
            <a:r>
              <a:rPr lang="ru-RU" sz="2800" dirty="0" err="1"/>
              <a:t>переформулировании</a:t>
            </a:r>
            <a:r>
              <a:rPr lang="ru-RU" sz="2800" dirty="0"/>
              <a:t> 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Готовность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ВЕСТИ СЕБЯ, ЕСЛИ НЕ ОТВЕЧАЮТ НА ВАШ ВОПРОС?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6" y="2604670"/>
            <a:ext cx="1699635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2192000" y="5057800"/>
            <a:ext cx="9222683" cy="5306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Пауза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Задайте вопрос по-другому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Выразите свою заинтересованность в ответе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Приведите пример или конкретизируйте вопрос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Поощрите обучающихся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Ответьте сами</a:t>
            </a:r>
            <a:endParaRPr dirty="0"/>
          </a:p>
        </p:txBody>
      </p:sp>
      <p:pic>
        <p:nvPicPr>
          <p:cNvPr id="15362" name="Picture 2" descr="Picture background">
            <a:extLst>
              <a:ext uri="{FF2B5EF4-FFF2-40B4-BE49-F238E27FC236}">
                <a16:creationId xmlns:a16="http://schemas.microsoft.com/office/drawing/2014/main" id="{1CF00C08-0B82-48AF-8B42-ACB3C6E62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876" y="3555434"/>
            <a:ext cx="9222683" cy="922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EAEFF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86" name="Picture 2" descr="Picture background">
            <a:extLst>
              <a:ext uri="{FF2B5EF4-FFF2-40B4-BE49-F238E27FC236}">
                <a16:creationId xmlns:a16="http://schemas.microsoft.com/office/drawing/2014/main" id="{14D6A2E2-F3B0-4E99-BDA0-B43DCD6A6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5778" y="1803092"/>
            <a:ext cx="11653873" cy="116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5" y="1803092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ЧТО ДЕЛАТЬ, ЕСЛИ ЗАБЫТ ТЕКСТ ИЛИ ДОПУЩЕНА ОШИБКА?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5" y="2604670"/>
            <a:ext cx="1784617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4559152" y="5918883"/>
            <a:ext cx="6749726" cy="341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Задайте вопрос обучающимся 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Обратитесь к пособию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Вернитесь на слайд назад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Обязательно исправьтесь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10" name="Picture 2" descr="Picture background">
            <a:extLst>
              <a:ext uri="{FF2B5EF4-FFF2-40B4-BE49-F238E27FC236}">
                <a16:creationId xmlns:a16="http://schemas.microsoft.com/office/drawing/2014/main" id="{0BCDCE7A-04C8-4441-8A58-EF05C523F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50" y="2658786"/>
            <a:ext cx="15432213" cy="1103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25" y="1803092"/>
            <a:ext cx="24618191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ЧТО ДЕЛАТЬ, ЕСЛИ ВОЗНИКЛИ ПРОБЛЕМЫ С ОБОРУДОВАНИЕМ?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3" y="2604670"/>
            <a:ext cx="1903591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5251840" y="5499347"/>
            <a:ext cx="6749726" cy="540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Переходите к «Плану Б»</a:t>
            </a: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F057C7-9A92-487D-A48B-DC9788432A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38742" y="4770951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25" y="1803092"/>
            <a:ext cx="24618191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ЧТО ДЕЛАТЬ С ОТВЛЕКАЮЩИМИ ФАКТОРАМИ?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38962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767064" y="5648169"/>
            <a:ext cx="6749726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Не обращайте внимание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Обыграйте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Предусмотрите заранее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Сделайте паузу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Внимание к себе</a:t>
            </a:r>
            <a:endParaRPr/>
          </a:p>
        </p:txBody>
      </p:sp>
      <p:pic>
        <p:nvPicPr>
          <p:cNvPr id="18434" name="Picture 2" descr="Picture background">
            <a:extLst>
              <a:ext uri="{FF2B5EF4-FFF2-40B4-BE49-F238E27FC236}">
                <a16:creationId xmlns:a16="http://schemas.microsoft.com/office/drawing/2014/main" id="{FB10C0A1-441C-44F0-A8EE-F84AB41EC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776" y="2304750"/>
            <a:ext cx="11017224" cy="1101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25" y="1803092"/>
            <a:ext cx="24618191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ЧТО ДЕЛАТЬ, ЕСЛИ ОБУЧАЮЩИЕСЯ УСТАЛИ?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5" y="2604670"/>
            <a:ext cx="135155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3776176" y="5345832"/>
            <a:ext cx="7187285" cy="341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Акцентировать 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Разрядка обстановки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Сделать перерыв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Перейти к практическому занятию</a:t>
            </a:r>
            <a:endParaRPr dirty="0"/>
          </a:p>
        </p:txBody>
      </p:sp>
      <p:pic>
        <p:nvPicPr>
          <p:cNvPr id="19458" name="Picture 2" descr="Picture background">
            <a:extLst>
              <a:ext uri="{FF2B5EF4-FFF2-40B4-BE49-F238E27FC236}">
                <a16:creationId xmlns:a16="http://schemas.microsoft.com/office/drawing/2014/main" id="{29193B0C-97F9-4352-8B28-FA4780118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992" y="3726801"/>
            <a:ext cx="9577064" cy="957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27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25" y="1803092"/>
            <a:ext cx="24618191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ДЕЛАЮТСЯ АКЦЕНТЫ НА ВАЖНОМ?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9" y="2604670"/>
            <a:ext cx="1180226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327746" y="5633864"/>
            <a:ext cx="6965758" cy="433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Выделение интонацией, громкостью, темпом речи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Акцентирующая жестикуляция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Вербальный акцент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Повторение (избегать </a:t>
            </a:r>
            <a:r>
              <a:rPr lang="ru-RU" sz="2800" dirty="0" err="1"/>
              <a:t>циркулирования</a:t>
            </a:r>
            <a:r>
              <a:rPr lang="ru-RU" sz="2800" dirty="0"/>
              <a:t>)</a:t>
            </a:r>
            <a:endParaRPr dirty="0"/>
          </a:p>
        </p:txBody>
      </p:sp>
      <p:pic>
        <p:nvPicPr>
          <p:cNvPr id="20482" name="Picture 2" descr="Picture background">
            <a:extLst>
              <a:ext uri="{FF2B5EF4-FFF2-40B4-BE49-F238E27FC236}">
                <a16:creationId xmlns:a16="http://schemas.microsoft.com/office/drawing/2014/main" id="{5EF48054-B467-4667-98F0-43BA46B93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3808" y="3087044"/>
            <a:ext cx="10009112" cy="1000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28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39" y="1137777"/>
            <a:ext cx="24618191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КАК СОЗДАТЬ КОМФОРТНЫЕ УСЛОВИЯ </a:t>
            </a:r>
            <a:b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ДЛЯ ПРОВЕДЕНИЯ ЗАНЯТИЯ?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9" y="2604670"/>
            <a:ext cx="1180226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-206558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Основы подготовки участников оказания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3893172" y="4769768"/>
            <a:ext cx="7920880" cy="5754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Помещение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Расположение пособий, инструктора, обучающихся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Места для сидения 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Освещение 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Температура и вентиляция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Звукоизоляция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/>
        </p:blipFill>
        <p:spPr bwMode="auto">
          <a:xfrm>
            <a:off x="1894856" y="5489848"/>
            <a:ext cx="11608017" cy="68886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5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spc="300"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5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1207</Words>
  <Application>Microsoft Office PowerPoint</Application>
  <DocSecurity>0</DocSecurity>
  <PresentationFormat>Произвольный</PresentationFormat>
  <Paragraphs>358</Paragraphs>
  <Slides>29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29</vt:i4>
      </vt:variant>
    </vt:vector>
  </HeadingPairs>
  <TitlesOfParts>
    <vt:vector size="39" baseType="lpstr">
      <vt:lpstr>Arial</vt:lpstr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14_Office Theme</vt:lpstr>
      <vt:lpstr>15_Office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Lukina Marina</cp:lastModifiedBy>
  <cp:revision>166</cp:revision>
  <dcterms:modified xsi:type="dcterms:W3CDTF">2026-08-20T08:20:50Z</dcterms:modified>
  <cp:category/>
  <dc:identifier/>
  <cp:contentStatus/>
  <dc:language/>
  <cp:version/>
</cp:coreProperties>
</file>