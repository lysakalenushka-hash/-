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80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35353"/>
                </a:solidFill>
                <a:latin typeface="Open Sans"/>
              </a:rPr>
              <a:t>Тема 3 · п. 3.2  Проходимость дыхательных путей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04040"/>
                </a:solidFill>
                <a:latin typeface="PFDinDisplayPro-Regular"/>
              </a:rPr>
              <a:t>ПРОХОДИМОСТЬ ДЫХАТЕЛЬНЫХ ПУТЕЙ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300000"/>
            <a:ext cx="40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500000"/>
            <a:ext cx="10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Open Sans"/>
              </a:rPr>
              <a:t>Открытие дыхательных путей и устойчивое боковое положение.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620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5353"/>
                </a:solidFill>
                <a:latin typeface="Open Sans"/>
              </a:rPr>
              <a:t>По учебному пособию Минздрава России по первой помощи (2025) · Прил. № 2 к ПП РФ № 2464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ВОССТАНОВЛЕНИЕ ПРОХОДИМОСТИ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3.2  Проходимость дыхательных путей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При отсутствии сознания перед проверкой дыхания и при СЛР: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одну руку — на лоб пострадавшего;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двумя пальцами другой руки — за подбородок;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запрокинуть голову и поднять подбородок.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Не рекомендуется: валики под шею/спину, обязательный спинальный щит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для поддержания проходимости дыхательных путей при СЛР.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КОГДА НУЖНО УСТОЙЧИВОЕ БОКОВОЕ ПОЛОЖЕНИЕ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3.2  Проходимость дыхательных путей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Пострадавший без сознания, но с сохранённым дыханием, лёжа на спине,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рискует перекрытием дыхательных путей языком, рвотой, кровью.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Возможные ситуации: обморок, травма головы, отравление, перегревание и др.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Наиболее эффективный способ поддержания проходимости — устойчивое боковое положение.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Если его нельзя придать (травма и др.) — удерживать запрокинутую голову с подъёмом подбородка.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УСТОЙЧИВОЕ БОКОВОЕ ПОЛОЖЕНИЕ: ШАГИ 1–3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3.2  Проходимость дыхательных путей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50000"/>
            <a:ext cx="3333333" cy="420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00" y="2070000"/>
            <a:ext cx="3093333" cy="22053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0000" y="5350000"/>
            <a:ext cx="3093333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4040"/>
                </a:solidFill>
                <a:latin typeface="Open Sans"/>
              </a:rPr>
              <a:t>Шаг 1. Ближняя рука под 90°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3333" y="1950000"/>
            <a:ext cx="3333333" cy="420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0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333" y="2070000"/>
            <a:ext cx="3093333" cy="21682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3333" y="5350000"/>
            <a:ext cx="3093333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4040"/>
                </a:solidFill>
                <a:latin typeface="Open Sans"/>
              </a:rPr>
              <a:t>Шаг 2. Дальняя рука к щеке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6666" y="1950000"/>
            <a:ext cx="3333333" cy="420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_0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666" y="2070000"/>
            <a:ext cx="3093333" cy="25414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86666" y="5350000"/>
            <a:ext cx="3093333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4040"/>
                </a:solidFill>
                <a:latin typeface="Open Sans"/>
              </a:rPr>
              <a:t>Шаг 3. Поворот на себя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ШАГ 4 И НАБЛЮДЕНИЕ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3.2  Проходимость дыхательных путей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Шаг 4: после поворота набок подтянуть верхнюю ногу ближе к животу,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слегка запрокинуть голову, проверить дыхание у рта и носа.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Далее: наблюдать до приезда СМП, регулярно оценивать дыхание;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каждые 30 минут поворачивать на другой бок.</a:t>
            </a:r>
          </a:p>
        </p:txBody>
      </p:sp>
      <p:pic>
        <p:nvPicPr>
          <p:cNvPr id="9" name="Picture 8" descr="img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2408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46. Итоговое положение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