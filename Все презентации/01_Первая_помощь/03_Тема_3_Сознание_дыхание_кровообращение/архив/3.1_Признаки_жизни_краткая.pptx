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80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35353"/>
                </a:solidFill>
                <a:latin typeface="Open Sans"/>
              </a:rPr>
              <a:t>Тема 3 · п. 3.1  Определение признаков жизни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00000"/>
            <a:ext cx="10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04040"/>
                </a:solidFill>
                <a:latin typeface="PFDinDisplayPro-Regular"/>
              </a:rPr>
              <a:t>ОПРЕДЕЛЕНИЕ ПРИЗНАКОВ ЖИЗНИ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4300000"/>
            <a:ext cx="40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500000"/>
            <a:ext cx="10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Open Sans"/>
              </a:rPr>
              <a:t>Простейшие способы проверки сознания и дыхания. Ориентир для начала СЛР.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620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5353"/>
                </a:solidFill>
                <a:latin typeface="Open Sans"/>
              </a:rPr>
              <a:t>По учебному пособию Минздрава России по первой помощи (2025) · Прил. № 2 к ПП РФ № 2464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ЗАЧЕМ ПРОВЕРЯТЬ ПРИЗНАКИ ЖИЗНИ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3.1  Определение признаков жизни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Внезапная смерть (остановка дыхания и кровообращения) может быть вызвана заболеваниями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(инфаркт, нарушения ритма) или внешним воздействием (травма, электротравма, утопление и др.).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Вне зависимости от причины исчезновения признаков жизни сердечно-легочная реанимация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проводится по единому алгоритму.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Решение о начале СЛР принимается по отсутствию сознания и нормального дыхания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(проверка пульса на магистральных артериях для этого не рекомендуется — недостаточная точность).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ПРОВЕРКА СОЗНАНИЯ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3.1  Определение признаков жизни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• Аккуратно потормошите пострадавшего за плечи.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• Громко спросите: «Что с вами? Нужна ли вам помощь?»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• Человек без сознания не ответит и не отреагирует.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Нельзя: давить на болевые точки, хлопать по щекам и т.п.</a:t>
            </a:r>
          </a:p>
        </p:txBody>
      </p:sp>
      <p:pic>
        <p:nvPicPr>
          <p:cNvPr id="9" name="Picture 8" descr="img_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34039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31. Проверка сознания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ПРОВЕРКА ДЫХАНИЯ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3.1  Определение признаков жизни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1. Восстановите проходимость дыхательных путей: рука на лбу, двумя пальцами подбородок —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   запрокинуть голову и поднять подбородок.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2. Наклонитесь щекой и ухом ко рту и носу на 10 секунд: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   увидеть движения груди, услышать дыхание, почувствовать выдох на щеке.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Нет нормального дыхания / агональное (редкое, ненормальное) → вызвать СМП и начать СЛР.</a:t>
            </a:r>
          </a:p>
        </p:txBody>
      </p:sp>
      <p:pic>
        <p:nvPicPr>
          <p:cNvPr id="9" name="Picture 8" descr="img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3546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32. Проверка дыхания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КРАТКИЙ АЛГОРИТМ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3.1  Определение признаков жизни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1. Безопасность места происшествия.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2. Проверка сознания (тормошение за плечи + громкий вопрос).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3. При отсутствии сознания — открытие дыхательных путей.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4. Проверка нормального дыхания ≤ 10 секунд.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5. Нет нормального дыхания → вызов СМП (112 / 103) и СЛР.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Ориентир: нет сознания + нет нормального дыхания = нет признаков жизни для целей СЛР.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