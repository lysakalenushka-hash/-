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1" r:id="rId4"/>
    <p:sldId id="274" r:id="rId5"/>
    <p:sldId id="273" r:id="rId6"/>
    <p:sldId id="258" r:id="rId7"/>
    <p:sldId id="270" r:id="rId8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14" y="120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Благодарим за внимание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799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799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89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1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1" y="3938101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1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1" y="4700105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3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49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3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3" y="4875219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7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399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7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1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3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1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39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1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7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1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1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7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7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3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3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5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5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5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3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1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3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5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799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799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799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3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5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1" y="804436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19" y="9387979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1" y="863549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3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1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3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7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3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3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3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22919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5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59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1" y="876300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1" y="944245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7" y="871631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7" y="939576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5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29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5" y="4145285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69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5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5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5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29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5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69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5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89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3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7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69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69" y="5007541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1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1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69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69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69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19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3" y="9174295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3" y="10014863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3" y="8510333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89" y="914481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89" y="998538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89" y="848085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3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3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5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3" y="4572005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3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6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7" y="8978157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5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5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5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7" y="10727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7" y="16823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7" y="55304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7" y="61400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7" y="101591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7" y="107687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7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1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09" y="3993783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1" y="3993783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1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1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1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1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7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7" y="5850393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49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3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5476319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5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5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4829181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4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4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4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5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3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5" y="5297493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1" y="5303845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3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defTabSz="91440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ОПРЕДЕЛЕНИЕ ПРИЗНАКОВ ЖИЗНИ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>2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ОПРЕДЕЛЕНИЕ ПРИЗНАКОВ ЖИЗНИ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51632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800793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3.1  Определение признаков жизни  ·  ред. № 805 с 01.09.2026</a:t>
            </a:r>
            <a:endParaRPr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171035" y="3530721"/>
            <a:ext cx="8106833" cy="9541119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 bwMode="auto">
          <a:xfrm>
            <a:off x="2975050" y="4516532"/>
            <a:ext cx="1060470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sz="2800" b="1">
                <a:solidFill>
                  <a:srgbClr val="535353"/>
                </a:solidFill>
                <a:latin typeface="Open Sans"/>
              </a:rPr>
              <a:t>По № 805 теория: «Определение признаков жизни».</a:t>
            </a:r>
            <a:endParaRPr/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Для СЛР: нет сознания + нет нормального дыхания.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Пульс на артериях для решения о СЛР не рекомендуется.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Причины: заболевания или внешнее воздействие; алгоритм СЛР единый.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КОНТЕКСТ: ПРИЧИНЫ ОСТАНОВКИ ДЫХАНИЯ И КРОВООБРАЩЕНИЯ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73583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>4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ОПРЕДЕЛЕНИЕ ПРИЗНАКОВ ЖИЗНИ</a:t>
            </a:r>
            <a:endParaRPr lang="ru-RU" sz="4600" b="0" i="0" u="none" strike="noStrike" cap="none" spc="0" dirty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51632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800793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3.1  Определение признаков жизни  ·  ред. № 805 с 01.09.2026</a:t>
            </a:r>
            <a:endParaRPr/>
          </a:p>
        </p:txBody>
      </p:sp>
      <p:sp>
        <p:nvSpPr>
          <p:cNvPr id="17" name="Прямоугольник 16"/>
          <p:cNvSpPr/>
          <p:nvPr/>
        </p:nvSpPr>
        <p:spPr bwMode="auto">
          <a:xfrm>
            <a:off x="12627050" y="4757430"/>
            <a:ext cx="10604709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535353"/>
                </a:solidFill>
                <a:latin typeface="Open Sans"/>
              </a:rPr>
              <a:t>Заболевания: инфаркт, нарушения ритма и др.</a:t>
            </a:r>
            <a:endParaRPr sz="2400" b="0" i="0" u="none" strike="noStrike" cap="none" spc="0" dirty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Внешние воздействия: травма, электротравма, утопление и др.</a:t>
            </a:r>
          </a:p>
          <a:p>
            <a:pPr>
              <a:spcAft>
                <a:spcPts val="600"/>
              </a:spcAft>
            </a:pPr>
            <a:r>
              <a:rPr sz="2800" b="1">
                <a:solidFill>
                  <a:srgbClr val="535353"/>
                </a:solidFill>
                <a:latin typeface="Open Sans"/>
              </a:rPr>
              <a:t>Алгоритм СЛР единый вне зависимости от причины (пособие Минздрава).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252" y="4468638"/>
            <a:ext cx="10246366" cy="550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94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СПОСОБЫ ПРОВЕРКИ СОЗНАНИЯ И ДЫХАНИЯ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135757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6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ОПРЕДЕЛЕНИЕ ПРИЗНАКОВ ЖИЗНИ: ПОРЯДОК ПРОВЕРКИ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872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800793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3.1  Определение признаков жизни  ·  ред. № 805 с 01.09.2026</a:t>
            </a:r>
            <a:endParaRPr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690349" y="6399134"/>
            <a:ext cx="7207971" cy="56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 bwMode="auto">
          <a:xfrm>
            <a:off x="1732785" y="4564183"/>
            <a:ext cx="5283781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3200" b="1">
                <a:solidFill>
                  <a:srgbClr val="535353"/>
                </a:solidFill>
                <a:latin typeface="Open Sans"/>
              </a:rPr>
              <a:t>Шаг 1. Сознание: тормошение за плечи + «Что с вами? Нужна ли вам помощь?»</a:t>
            </a:r>
            <a:endParaRPr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/>
        </p:blipFill>
        <p:spPr bwMode="auto">
          <a:xfrm>
            <a:off x="7455063" y="5791722"/>
            <a:ext cx="8864792" cy="6902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8940756" y="4595560"/>
            <a:ext cx="5893406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3200" b="1">
                <a:solidFill>
                  <a:srgbClr val="535353"/>
                </a:solidFill>
                <a:latin typeface="Open Sans"/>
              </a:rPr>
              <a:t>Шаг 2. Открытие дыхательных путей: запрокинуть голову, поднять подбородок</a:t>
            </a:r>
            <a:endParaRPr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/>
        </p:blipFill>
        <p:spPr bwMode="auto">
          <a:xfrm>
            <a:off x="15595832" y="6035246"/>
            <a:ext cx="8489090" cy="6962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auto">
          <a:xfrm>
            <a:off x="16604171" y="4564183"/>
            <a:ext cx="5893406" cy="726351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3200" b="1">
                <a:solidFill>
                  <a:srgbClr val="535353"/>
                </a:solidFill>
                <a:latin typeface="Open Sans"/>
              </a:rPr>
              <a:t>Шаг 3. Дыхание ≤ 10 с. Нет / агональное → СМП + СЛР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1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00">
                <a:solidFill>
                  <a:srgbClr val="FFFFFF"/>
                </a:solidFill>
              </a:defRPr>
            </a:pPr>
            <a:endParaRPr sz="86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85046" y="5351782"/>
            <a:ext cx="11649424" cy="301244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i="0" u="none" strike="noStrike" cap="none" spc="300">
                <a:ln>
                  <a:noFill/>
                </a:ln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7200" b="0" i="0" u="none" strike="noStrike" cap="none" spc="300">
              <a:ln>
                <a:noFill/>
              </a:ln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6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187</Words>
  <Application>Microsoft Office PowerPoint</Application>
  <DocSecurity>0</DocSecurity>
  <PresentationFormat>Произвольный</PresentationFormat>
  <Paragraphs>25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Calibri</vt:lpstr>
      <vt:lpstr>Montserrat Semi Bold</vt:lpstr>
      <vt:lpstr>Open Sans</vt:lpstr>
      <vt:lpstr>Open Sans Light</vt:lpstr>
      <vt:lpstr>PFDinDisplayPro-Regular</vt:lpstr>
      <vt:lpstr>6_Office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Valera Plocka</cp:lastModifiedBy>
  <cp:revision>124</cp:revision>
  <dcterms:modified xsi:type="dcterms:W3CDTF">2026-08-03T19:55:24Z</dcterms:modified>
  <cp:category/>
  <dc:identifier/>
  <cp:contentStatus/>
  <dc:language/>
  <cp:version/>
</cp:coreProperties>
</file>