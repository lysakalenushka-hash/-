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303" r:id="rId26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0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ОСНОВНЫЕ ПРАВИЛА ВЫЗОВА СКОРОЙ МЕДИЦИНСКОЙ ПОМОЩИ И ДРУГИХ СПЕЦИАЛЬНЫХ СЛУЖБ, СОТРУДНИКИ КОТОРЫХ ОБЯЗАНЫ ОКАЗЫВАТЬ ПЕРВУЮ ПОМОЩЬ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ОСНОВНЫЕ ПРАВИЛА ВЫЗОВА СПЕЦИАЛЬНЫХ СЛУЖБ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2" y="2604670"/>
            <a:ext cx="162019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1.7  Вызов скорой медицинской помощи и спецслужб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5138" y="4306967"/>
            <a:ext cx="9772145" cy="83580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11975976" y="5993904"/>
            <a:ext cx="11926682" cy="337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При вызове скорой медицинской помощи необходимо обязательно сообщить диспетчеру следующую информацию: 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место происшествия, что произошло;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число пострадавших и тяжесть их состояния;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какая помощь оказывается.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31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