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97" r:id="rId20"/>
    <p:sldId id="302" r:id="rId25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20" Type="http://schemas.openxmlformats.org/officeDocument/2006/relationships/slide" Target="slides/slide2.xml"/><Relationship Id="rId25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9.png"/><Relationship Id="rId6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СОБЛЮДЕНИЕ ПРАВИЛ ЛИЧНОЙ БЕЗОПАСНОСТИ И ОБЕСПЕЧЕНИЕ БЕЗОПАСНЫХ УСЛОВИЙ ДЛЯ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ОБЕСПЕЧЕНИЕ БЕЗОПАСНЫХ УСЛОВИЙ ДЛЯ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0" y="2604670"/>
            <a:ext cx="119003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079929" y="4074218"/>
            <a:ext cx="1209097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Перед началом действий на месте происшествия следует обеспечить </a:t>
            </a:r>
            <a:r>
              <a:rPr lang="ru-RU" sz="2800" b="1"/>
              <a:t>безопасные условия </a:t>
            </a:r>
            <a:r>
              <a:rPr lang="ru-RU" sz="2800"/>
              <a:t>для оказания первой помощи.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Для снижения риска поражения необходимо, например: 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выключить электричество,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перекрыть бытовой газ,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установить знаки аварийной остановки,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перегородить проезжую часть автомобилем,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попытаться потушить пожар,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сообщить собравшимся людям, что сейчас будет оказываться первая помощь. 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Не следует пытаться оказывать первую помощь в </a:t>
            </a:r>
            <a:r>
              <a:rPr lang="ru-RU" sz="2800" b="1"/>
              <a:t>неблагоприятных условиях</a:t>
            </a:r>
            <a:r>
              <a:rPr lang="ru-RU" sz="2800"/>
              <a:t>. 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967612" y="3584853"/>
            <a:ext cx="6851342" cy="89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9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ПРОСТЕЙШИЕ МЕРЫ ПРОФИЛАКТИКИ ИНФЕКЦИОННЫХ ЗАБОЛЕВАНИЙ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198" y="2604670"/>
            <a:ext cx="2103829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628941" y="3965739"/>
            <a:ext cx="8395569" cy="5597046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265661" y="6675490"/>
            <a:ext cx="5500656" cy="5500656"/>
          </a:xfrm>
          <a:prstGeom prst="rect">
            <a:avLst/>
          </a:prstGeom>
          <a:noFill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565046" y="4191681"/>
            <a:ext cx="4752815" cy="4752815"/>
          </a:xfrm>
          <a:prstGeom prst="rect">
            <a:avLst/>
          </a:prstGeom>
          <a:noFill/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6583422" y="6072431"/>
            <a:ext cx="6033370" cy="6033370"/>
          </a:xfrm>
          <a:prstGeom prst="rect">
            <a:avLst/>
          </a:prstGeom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039872" y="8730208"/>
            <a:ext cx="5543550" cy="5543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4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