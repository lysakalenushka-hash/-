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2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9"/>
  </p:notesMasterIdLst>
  <p:sldIdLst>
    <p:sldId id="280" r:id="rId4"/>
    <p:sldId id="297" r:id="rId5"/>
    <p:sldId id="304" r:id="rId6"/>
    <p:sldId id="302" r:id="rId7"/>
    <p:sldId id="282" r:id="rId8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42331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slideLayout" Target="../slideLayouts/slideLayout99.xml"/><Relationship Id="rId50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slideLayout" Target="../slideLayouts/slideLayout97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48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60.xml"/><Relationship Id="rId51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49" Type="http://schemas.openxmlformats.org/officeDocument/2006/relationships/slideLayout" Target="../slideLayouts/slideLayout10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17.xml"/><Relationship Id="rId18" Type="http://schemas.openxmlformats.org/officeDocument/2006/relationships/slideLayout" Target="../slideLayouts/slideLayout122.xml"/><Relationship Id="rId26" Type="http://schemas.openxmlformats.org/officeDocument/2006/relationships/slideLayout" Target="../slideLayouts/slideLayout130.xml"/><Relationship Id="rId39" Type="http://schemas.openxmlformats.org/officeDocument/2006/relationships/slideLayout" Target="../slideLayouts/slideLayout143.xml"/><Relationship Id="rId21" Type="http://schemas.openxmlformats.org/officeDocument/2006/relationships/slideLayout" Target="../slideLayouts/slideLayout125.xml"/><Relationship Id="rId34" Type="http://schemas.openxmlformats.org/officeDocument/2006/relationships/slideLayout" Target="../slideLayouts/slideLayout138.xml"/><Relationship Id="rId42" Type="http://schemas.openxmlformats.org/officeDocument/2006/relationships/slideLayout" Target="../slideLayouts/slideLayout146.xml"/><Relationship Id="rId47" Type="http://schemas.openxmlformats.org/officeDocument/2006/relationships/slideLayout" Target="../slideLayouts/slideLayout151.xml"/><Relationship Id="rId50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20.xml"/><Relationship Id="rId29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15.xml"/><Relationship Id="rId24" Type="http://schemas.openxmlformats.org/officeDocument/2006/relationships/slideLayout" Target="../slideLayouts/slideLayout128.xml"/><Relationship Id="rId32" Type="http://schemas.openxmlformats.org/officeDocument/2006/relationships/slideLayout" Target="../slideLayouts/slideLayout136.xml"/><Relationship Id="rId37" Type="http://schemas.openxmlformats.org/officeDocument/2006/relationships/slideLayout" Target="../slideLayouts/slideLayout141.xml"/><Relationship Id="rId40" Type="http://schemas.openxmlformats.org/officeDocument/2006/relationships/slideLayout" Target="../slideLayouts/slideLayout144.xml"/><Relationship Id="rId45" Type="http://schemas.openxmlformats.org/officeDocument/2006/relationships/slideLayout" Target="../slideLayouts/slideLayout149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19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35.xml"/><Relationship Id="rId44" Type="http://schemas.openxmlformats.org/officeDocument/2006/relationships/slideLayout" Target="../slideLayouts/slideLayout148.xml"/><Relationship Id="rId52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slideLayout" Target="../slideLayouts/slideLayout118.xml"/><Relationship Id="rId22" Type="http://schemas.openxmlformats.org/officeDocument/2006/relationships/slideLayout" Target="../slideLayouts/slideLayout126.xml"/><Relationship Id="rId27" Type="http://schemas.openxmlformats.org/officeDocument/2006/relationships/slideLayout" Target="../slideLayouts/slideLayout131.xml"/><Relationship Id="rId30" Type="http://schemas.openxmlformats.org/officeDocument/2006/relationships/slideLayout" Target="../slideLayouts/slideLayout134.xml"/><Relationship Id="rId35" Type="http://schemas.openxmlformats.org/officeDocument/2006/relationships/slideLayout" Target="../slideLayouts/slideLayout139.xml"/><Relationship Id="rId43" Type="http://schemas.openxmlformats.org/officeDocument/2006/relationships/slideLayout" Target="../slideLayouts/slideLayout147.xml"/><Relationship Id="rId48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12.xml"/><Relationship Id="rId51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129.xml"/><Relationship Id="rId33" Type="http://schemas.openxmlformats.org/officeDocument/2006/relationships/slideLayout" Target="../slideLayouts/slideLayout137.xml"/><Relationship Id="rId38" Type="http://schemas.openxmlformats.org/officeDocument/2006/relationships/slideLayout" Target="../slideLayouts/slideLayout142.xml"/><Relationship Id="rId46" Type="http://schemas.openxmlformats.org/officeDocument/2006/relationships/slideLayout" Target="../slideLayouts/slideLayout150.xml"/><Relationship Id="rId20" Type="http://schemas.openxmlformats.org/officeDocument/2006/relationships/slideLayout" Target="../slideLayouts/slideLayout124.xml"/><Relationship Id="rId41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5" Type="http://schemas.openxmlformats.org/officeDocument/2006/relationships/slideLayout" Target="../slideLayouts/slideLayout119.xml"/><Relationship Id="rId23" Type="http://schemas.openxmlformats.org/officeDocument/2006/relationships/slideLayout" Target="../slideLayouts/slideLayout127.xml"/><Relationship Id="rId28" Type="http://schemas.openxmlformats.org/officeDocument/2006/relationships/slideLayout" Target="../slideLayouts/slideLayout132.xml"/><Relationship Id="rId36" Type="http://schemas.openxmlformats.org/officeDocument/2006/relationships/slideLayout" Target="../slideLayouts/slideLayout140.xml"/><Relationship Id="rId49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СОБЛЮДЕНИЕ ПРАВИЛ ЛИЧНОЙ БЕЗОПАСНОСТИ И ОБЕСПЕЧЕНИЕ БЕЗОПАСНЫХ УСЛОВИЙ ДЛЯ ОКАЗАНИЯ ПЕРВОЙ ПОМОЩИ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866120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ОБЕСПЕЧЕНИЕ БЕЗОПАСНЫХ УСЛОВИЙ ДЛЯ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30" y="2604670"/>
            <a:ext cx="1190031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079929" y="4074218"/>
            <a:ext cx="1209097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Перед началом действий на месте происшествия следует обеспечить </a:t>
            </a:r>
            <a:r>
              <a:rPr lang="ru-RU" sz="2800" b="1"/>
              <a:t>безопасные условия </a:t>
            </a:r>
            <a:r>
              <a:rPr lang="ru-RU" sz="2800"/>
              <a:t>для оказания первой помощи.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Для снижения риска поражения необходимо, например: 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выключить электричество,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перекрыть бытовой газ,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установить знаки аварийной остановки,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перегородить проезжую часть автомобилем,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попытаться потушить пожар,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сообщить собравшимся людям, что сейчас будет оказываться первая помощь. 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Не следует пытаться оказывать первую помощь в </a:t>
            </a:r>
            <a:r>
              <a:rPr lang="ru-RU" sz="2800" b="1"/>
              <a:t>неблагоприятных условиях</a:t>
            </a:r>
            <a:r>
              <a:rPr lang="ru-RU" sz="2800"/>
              <a:t>. 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967612" y="3584853"/>
            <a:ext cx="6851342" cy="899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91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070784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ПРОСТЕЙШИЕ МЕРЫ ПРОФИЛАКТИКИ ИНФЕКЦИОННЫХ ЗАБОЛЕВАНИЙ, ПЕРЕДАЮЩИХСЯ ПРИ НЕПОСРЕДСТВЕННОМ КОНТАКТЕ С ЧЕЛОВЕКОМ, ЕГО КРОВЬЮ И ДРУГИМИ БИОЛОГИЧЕСКИМИ ЖИДКОСТЯМИ</a:t>
            </a:r>
            <a:endParaRPr kumimoji="0" lang="ru-RU" sz="4400" b="1" i="0" u="none" strike="noStrike" kern="0" cap="none" spc="30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8514192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5824214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1978001" y="1168565"/>
            <a:ext cx="21204690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ПРОФИЛАКТИКА ИНФЕКЦИОННЫХ ЗАБОЛЕВАНИЙ ПРИ ОКАЗАНИИ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198" y="2604670"/>
            <a:ext cx="2103829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628941" y="3965739"/>
            <a:ext cx="8395569" cy="5597046"/>
          </a:xfrm>
          <a:prstGeom prst="rect">
            <a:avLst/>
          </a:prstGeom>
          <a:noFill/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265661" y="6675490"/>
            <a:ext cx="5500656" cy="5500656"/>
          </a:xfrm>
          <a:prstGeom prst="rect">
            <a:avLst/>
          </a:prstGeom>
          <a:noFill/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565046" y="4191681"/>
            <a:ext cx="4752815" cy="4752815"/>
          </a:xfrm>
          <a:prstGeom prst="rect">
            <a:avLst/>
          </a:prstGeom>
          <a:noFill/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6583422" y="6072431"/>
            <a:ext cx="6033370" cy="6033370"/>
          </a:xfrm>
          <a:prstGeom prst="rect">
            <a:avLst/>
          </a:prstGeom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039872" y="8730208"/>
            <a:ext cx="5543550" cy="5543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49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1184</TotalTime>
  <Words>130</Words>
  <Application>Microsoft Office PowerPoint</Application>
  <DocSecurity>0</DocSecurity>
  <PresentationFormat>Произвольный</PresentationFormat>
  <Paragraphs>26</Paragraphs>
  <Slides>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</vt:i4>
      </vt:variant>
    </vt:vector>
  </HeadingPairs>
  <TitlesOfParts>
    <vt:vector size="14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2026-08-07T11:56:40Z</dcterms:modified>
  <cp:category/>
  <dc:identifier/>
  <cp:contentStatus/>
  <dc:language/>
  <cp:version/>
</cp:coreProperties>
</file>