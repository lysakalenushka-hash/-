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2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  <p:sldMasterId id="2147483757" r:id="rId3"/>
  </p:sldMasterIdLst>
  <p:notesMasterIdLst>
    <p:notesMasterId r:id="rId8"/>
  </p:notesMasterIdLst>
  <p:sldIdLst>
    <p:sldId id="280" r:id="rId4"/>
    <p:sldId id="291" r:id="rId5"/>
    <p:sldId id="292" r:id="rId6"/>
    <p:sldId id="282" r:id="rId7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2577" autoAdjust="0"/>
  </p:normalViewPr>
  <p:slideViewPr>
    <p:cSldViewPr>
      <p:cViewPr varScale="1">
        <p:scale>
          <a:sx n="36" d="100"/>
          <a:sy n="36" d="100"/>
        </p:scale>
        <p:origin x="840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827723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9190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14258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15590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4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775639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76433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51111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978051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2241066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598033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09445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63161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4295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402873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99872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4321750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900869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541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7418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880354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4217059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4032701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5218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58937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27939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821739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002581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098870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604134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708457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12662745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475954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7770231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9421675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19160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084789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9163302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6077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674203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8926758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3403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88042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876898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00543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914499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6476521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3079364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33936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1737067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06858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34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8.xml"/><Relationship Id="rId39" Type="http://schemas.openxmlformats.org/officeDocument/2006/relationships/slideLayout" Target="../slideLayouts/slideLayout91.xml"/><Relationship Id="rId21" Type="http://schemas.openxmlformats.org/officeDocument/2006/relationships/slideLayout" Target="../slideLayouts/slideLayout73.xml"/><Relationship Id="rId34" Type="http://schemas.openxmlformats.org/officeDocument/2006/relationships/slideLayout" Target="../slideLayouts/slideLayout86.xml"/><Relationship Id="rId42" Type="http://schemas.openxmlformats.org/officeDocument/2006/relationships/slideLayout" Target="../slideLayouts/slideLayout94.xml"/><Relationship Id="rId47" Type="http://schemas.openxmlformats.org/officeDocument/2006/relationships/slideLayout" Target="../slideLayouts/slideLayout99.xml"/><Relationship Id="rId50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9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84.xml"/><Relationship Id="rId37" Type="http://schemas.openxmlformats.org/officeDocument/2006/relationships/slideLayout" Target="../slideLayouts/slideLayout89.xml"/><Relationship Id="rId40" Type="http://schemas.openxmlformats.org/officeDocument/2006/relationships/slideLayout" Target="../slideLayouts/slideLayout92.xml"/><Relationship Id="rId45" Type="http://schemas.openxmlformats.org/officeDocument/2006/relationships/slideLayout" Target="../slideLayouts/slideLayout97.xml"/><Relationship Id="rId53" Type="http://schemas.openxmlformats.org/officeDocument/2006/relationships/theme" Target="../theme/theme2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83.xml"/><Relationship Id="rId44" Type="http://schemas.openxmlformats.org/officeDocument/2006/relationships/slideLayout" Target="../slideLayouts/slideLayout96.xml"/><Relationship Id="rId52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2.xml"/><Relationship Id="rId35" Type="http://schemas.openxmlformats.org/officeDocument/2006/relationships/slideLayout" Target="../slideLayouts/slideLayout87.xml"/><Relationship Id="rId43" Type="http://schemas.openxmlformats.org/officeDocument/2006/relationships/slideLayout" Target="../slideLayouts/slideLayout95.xml"/><Relationship Id="rId48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60.xml"/><Relationship Id="rId51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7.xml"/><Relationship Id="rId33" Type="http://schemas.openxmlformats.org/officeDocument/2006/relationships/slideLayout" Target="../slideLayouts/slideLayout85.xml"/><Relationship Id="rId38" Type="http://schemas.openxmlformats.org/officeDocument/2006/relationships/slideLayout" Target="../slideLayouts/slideLayout90.xml"/><Relationship Id="rId46" Type="http://schemas.openxmlformats.org/officeDocument/2006/relationships/slideLayout" Target="../slideLayouts/slideLayout98.xml"/><Relationship Id="rId20" Type="http://schemas.openxmlformats.org/officeDocument/2006/relationships/slideLayout" Target="../slideLayouts/slideLayout72.xml"/><Relationship Id="rId41" Type="http://schemas.openxmlformats.org/officeDocument/2006/relationships/slideLayout" Target="../slideLayouts/slideLayout93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80.xml"/><Relationship Id="rId36" Type="http://schemas.openxmlformats.org/officeDocument/2006/relationships/slideLayout" Target="../slideLayouts/slideLayout88.xml"/><Relationship Id="rId49" Type="http://schemas.openxmlformats.org/officeDocument/2006/relationships/slideLayout" Target="../slideLayouts/slideLayout101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17.xml"/><Relationship Id="rId18" Type="http://schemas.openxmlformats.org/officeDocument/2006/relationships/slideLayout" Target="../slideLayouts/slideLayout122.xml"/><Relationship Id="rId26" Type="http://schemas.openxmlformats.org/officeDocument/2006/relationships/slideLayout" Target="../slideLayouts/slideLayout130.xml"/><Relationship Id="rId39" Type="http://schemas.openxmlformats.org/officeDocument/2006/relationships/slideLayout" Target="../slideLayouts/slideLayout143.xml"/><Relationship Id="rId21" Type="http://schemas.openxmlformats.org/officeDocument/2006/relationships/slideLayout" Target="../slideLayouts/slideLayout125.xml"/><Relationship Id="rId34" Type="http://schemas.openxmlformats.org/officeDocument/2006/relationships/slideLayout" Target="../slideLayouts/slideLayout138.xml"/><Relationship Id="rId42" Type="http://schemas.openxmlformats.org/officeDocument/2006/relationships/slideLayout" Target="../slideLayouts/slideLayout146.xml"/><Relationship Id="rId47" Type="http://schemas.openxmlformats.org/officeDocument/2006/relationships/slideLayout" Target="../slideLayouts/slideLayout151.xml"/><Relationship Id="rId50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6.xml"/><Relationship Id="rId16" Type="http://schemas.openxmlformats.org/officeDocument/2006/relationships/slideLayout" Target="../slideLayouts/slideLayout120.xml"/><Relationship Id="rId29" Type="http://schemas.openxmlformats.org/officeDocument/2006/relationships/slideLayout" Target="../slideLayouts/slideLayout133.xml"/><Relationship Id="rId11" Type="http://schemas.openxmlformats.org/officeDocument/2006/relationships/slideLayout" Target="../slideLayouts/slideLayout115.xml"/><Relationship Id="rId24" Type="http://schemas.openxmlformats.org/officeDocument/2006/relationships/slideLayout" Target="../slideLayouts/slideLayout128.xml"/><Relationship Id="rId32" Type="http://schemas.openxmlformats.org/officeDocument/2006/relationships/slideLayout" Target="../slideLayouts/slideLayout136.xml"/><Relationship Id="rId37" Type="http://schemas.openxmlformats.org/officeDocument/2006/relationships/slideLayout" Target="../slideLayouts/slideLayout141.xml"/><Relationship Id="rId40" Type="http://schemas.openxmlformats.org/officeDocument/2006/relationships/slideLayout" Target="../slideLayouts/slideLayout144.xml"/><Relationship Id="rId45" Type="http://schemas.openxmlformats.org/officeDocument/2006/relationships/slideLayout" Target="../slideLayouts/slideLayout149.xml"/><Relationship Id="rId53" Type="http://schemas.openxmlformats.org/officeDocument/2006/relationships/theme" Target="../theme/theme3.xml"/><Relationship Id="rId5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14.xml"/><Relationship Id="rId19" Type="http://schemas.openxmlformats.org/officeDocument/2006/relationships/slideLayout" Target="../slideLayouts/slideLayout123.xml"/><Relationship Id="rId31" Type="http://schemas.openxmlformats.org/officeDocument/2006/relationships/slideLayout" Target="../slideLayouts/slideLayout135.xml"/><Relationship Id="rId44" Type="http://schemas.openxmlformats.org/officeDocument/2006/relationships/slideLayout" Target="../slideLayouts/slideLayout148.xml"/><Relationship Id="rId52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Relationship Id="rId14" Type="http://schemas.openxmlformats.org/officeDocument/2006/relationships/slideLayout" Target="../slideLayouts/slideLayout118.xml"/><Relationship Id="rId22" Type="http://schemas.openxmlformats.org/officeDocument/2006/relationships/slideLayout" Target="../slideLayouts/slideLayout126.xml"/><Relationship Id="rId27" Type="http://schemas.openxmlformats.org/officeDocument/2006/relationships/slideLayout" Target="../slideLayouts/slideLayout131.xml"/><Relationship Id="rId30" Type="http://schemas.openxmlformats.org/officeDocument/2006/relationships/slideLayout" Target="../slideLayouts/slideLayout134.xml"/><Relationship Id="rId35" Type="http://schemas.openxmlformats.org/officeDocument/2006/relationships/slideLayout" Target="../slideLayouts/slideLayout139.xml"/><Relationship Id="rId43" Type="http://schemas.openxmlformats.org/officeDocument/2006/relationships/slideLayout" Target="../slideLayouts/slideLayout147.xml"/><Relationship Id="rId48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12.xml"/><Relationship Id="rId51" Type="http://schemas.openxmlformats.org/officeDocument/2006/relationships/slideLayout" Target="../slideLayouts/slideLayout155.xml"/><Relationship Id="rId3" Type="http://schemas.openxmlformats.org/officeDocument/2006/relationships/slideLayout" Target="../slideLayouts/slideLayout107.xml"/><Relationship Id="rId12" Type="http://schemas.openxmlformats.org/officeDocument/2006/relationships/slideLayout" Target="../slideLayouts/slideLayout116.xml"/><Relationship Id="rId17" Type="http://schemas.openxmlformats.org/officeDocument/2006/relationships/slideLayout" Target="../slideLayouts/slideLayout121.xml"/><Relationship Id="rId25" Type="http://schemas.openxmlformats.org/officeDocument/2006/relationships/slideLayout" Target="../slideLayouts/slideLayout129.xml"/><Relationship Id="rId33" Type="http://schemas.openxmlformats.org/officeDocument/2006/relationships/slideLayout" Target="../slideLayouts/slideLayout137.xml"/><Relationship Id="rId38" Type="http://schemas.openxmlformats.org/officeDocument/2006/relationships/slideLayout" Target="../slideLayouts/slideLayout142.xml"/><Relationship Id="rId46" Type="http://schemas.openxmlformats.org/officeDocument/2006/relationships/slideLayout" Target="../slideLayouts/slideLayout150.xml"/><Relationship Id="rId20" Type="http://schemas.openxmlformats.org/officeDocument/2006/relationships/slideLayout" Target="../slideLayouts/slideLayout124.xml"/><Relationship Id="rId41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5" Type="http://schemas.openxmlformats.org/officeDocument/2006/relationships/slideLayout" Target="../slideLayouts/slideLayout119.xml"/><Relationship Id="rId23" Type="http://schemas.openxmlformats.org/officeDocument/2006/relationships/slideLayout" Target="../slideLayouts/slideLayout127.xml"/><Relationship Id="rId28" Type="http://schemas.openxmlformats.org/officeDocument/2006/relationships/slideLayout" Target="../slideLayouts/slideLayout132.xml"/><Relationship Id="rId36" Type="http://schemas.openxmlformats.org/officeDocument/2006/relationships/slideLayout" Target="../slideLayouts/slideLayout140.xml"/><Relationship Id="rId49" Type="http://schemas.openxmlformats.org/officeDocument/2006/relationships/slideLayout" Target="../slideLayouts/slideLayout1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864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emf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.png"/><Relationship Id="rId3" Type="http://schemas.openxmlformats.org/officeDocument/2006/relationships/image" Target="../media/image12.jpg"/><Relationship Id="rId7" Type="http://schemas.openxmlformats.org/officeDocument/2006/relationships/image" Target="../media/image5.png"/><Relationship Id="rId12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2.png"/><Relationship Id="rId10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СОВРЕМЕННЫЕ НАБОРЫ СРЕДСТВ И УСТРОЙСТВ, ИСПОЛЬЗУЮЩИЕСЯ ДЛЯ ОКАЗАНИЯ ПЕРВОЙ ПОМОЩИ. ОСНОВНЫЕ КОМПОНЕНТЫ, ИХ НАЗНАЧЕНИЕ.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8226160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7046" y="1908317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УКЛАДКИ, НАБОРЫ, КОМПЛЕКТЫ И АПТЕЧКИ ДЛЯ ОКАЗАНИЯ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34" y="2604670"/>
            <a:ext cx="1638421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330040" y="9326559"/>
            <a:ext cx="4762500" cy="4762500"/>
          </a:xfrm>
          <a:prstGeom prst="rect">
            <a:avLst/>
          </a:prstGeom>
          <a:noFill/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3751476" y="5788474"/>
            <a:ext cx="4762500" cy="476250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 bwMode="auto">
          <a:xfrm>
            <a:off x="8595538" y="3611405"/>
            <a:ext cx="7512908" cy="1268037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200" b="1" i="0" u="none" strike="noStrike" cap="none" spc="0">
                <a:ln>
                  <a:noFill/>
                </a:ln>
                <a:solidFill>
                  <a:schemeClr val="accent1"/>
                </a:solidFill>
                <a:latin typeface="Open Sans"/>
                <a:ea typeface="Open Sans"/>
                <a:cs typeface="Open Sans"/>
              </a:rPr>
              <a:t>Аптечка первой помощи (автомобильная) </a:t>
            </a:r>
            <a:endParaRPr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758375" y="5575795"/>
            <a:ext cx="6772790" cy="6776571"/>
          </a:xfrm>
          <a:prstGeom prst="rect">
            <a:avLst/>
          </a:prstGeom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4127672" y="3746180"/>
            <a:ext cx="3165981" cy="3165981"/>
          </a:xfrm>
          <a:prstGeom prst="rect">
            <a:avLst/>
          </a:prstGeom>
          <a:noFill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-10790" y="3202995"/>
            <a:ext cx="3609865" cy="3609865"/>
          </a:xfrm>
          <a:prstGeom prst="rect">
            <a:avLst/>
          </a:prstGeom>
          <a:noFill/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7"/>
          <a:stretch/>
        </p:blipFill>
        <p:spPr bwMode="auto">
          <a:xfrm>
            <a:off x="14520841" y="5165182"/>
            <a:ext cx="5698347" cy="3798898"/>
          </a:xfrm>
          <a:prstGeom prst="rect">
            <a:avLst/>
          </a:prstGeom>
          <a:noFill/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8"/>
          <a:stretch/>
        </p:blipFill>
        <p:spPr bwMode="auto">
          <a:xfrm>
            <a:off x="356514" y="7152318"/>
            <a:ext cx="3122407" cy="3122407"/>
          </a:xfrm>
          <a:prstGeom prst="rect">
            <a:avLst/>
          </a:prstGeom>
          <a:noFill/>
        </p:spPr>
      </p:pic>
      <p:sp>
        <p:nvSpPr>
          <p:cNvPr id="15" name="AutoShape 12"/>
          <p:cNvSpPr>
            <a:spLocks noChangeAspect="1" noChangeArrowheads="1"/>
          </p:cNvSpPr>
          <p:nvPr/>
        </p:nvSpPr>
        <p:spPr bwMode="auto">
          <a:xfrm>
            <a:off x="12104812" y="75395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16" name="AutoShape 14"/>
          <p:cNvSpPr>
            <a:spLocks noChangeAspect="1" noChangeArrowheads="1"/>
          </p:cNvSpPr>
          <p:nvPr/>
        </p:nvSpPr>
        <p:spPr bwMode="auto">
          <a:xfrm>
            <a:off x="12257212" y="76919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17" name="Picture 16"/>
          <p:cNvPicPr>
            <a:picLocks noChangeAspect="1" noChangeArrowheads="1"/>
          </p:cNvPicPr>
          <p:nvPr/>
        </p:nvPicPr>
        <p:blipFill>
          <a:blip r:embed="rId9"/>
          <a:stretch/>
        </p:blipFill>
        <p:spPr bwMode="auto">
          <a:xfrm>
            <a:off x="18958345" y="2586736"/>
            <a:ext cx="5543550" cy="5543550"/>
          </a:xfrm>
          <a:prstGeom prst="rect">
            <a:avLst/>
          </a:prstGeom>
          <a:noFill/>
        </p:spPr>
      </p:pic>
      <p:pic>
        <p:nvPicPr>
          <p:cNvPr id="18" name="Picture 18"/>
          <p:cNvPicPr>
            <a:picLocks noChangeAspect="1" noChangeArrowheads="1"/>
          </p:cNvPicPr>
          <p:nvPr/>
        </p:nvPicPr>
        <p:blipFill>
          <a:blip r:embed="rId10"/>
          <a:stretch/>
        </p:blipFill>
        <p:spPr bwMode="auto">
          <a:xfrm>
            <a:off x="15894951" y="9945950"/>
            <a:ext cx="6181725" cy="3409950"/>
          </a:xfrm>
          <a:prstGeom prst="rect">
            <a:avLst/>
          </a:prstGeom>
          <a:noFill/>
        </p:spPr>
      </p:pic>
      <p:pic>
        <p:nvPicPr>
          <p:cNvPr id="19" name="Picture 22"/>
          <p:cNvPicPr>
            <a:picLocks noChangeAspect="1" noChangeArrowheads="1"/>
          </p:cNvPicPr>
          <p:nvPr/>
        </p:nvPicPr>
        <p:blipFill>
          <a:blip r:embed="rId11"/>
          <a:stretch/>
        </p:blipFill>
        <p:spPr bwMode="auto">
          <a:xfrm>
            <a:off x="19680143" y="7135801"/>
            <a:ext cx="4024889" cy="40248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5003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748589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УКЛАДКИ, НАБОРЫ, КОМПЛЕКТЫ И АПТЕЧКИ ДЛЯ ОКАЗАНИЯ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34" y="2604670"/>
            <a:ext cx="1638421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5" name="AutoShape 12"/>
          <p:cNvSpPr>
            <a:spLocks noChangeAspect="1" noChangeArrowheads="1"/>
          </p:cNvSpPr>
          <p:nvPr/>
        </p:nvSpPr>
        <p:spPr bwMode="auto">
          <a:xfrm>
            <a:off x="12104812" y="75395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6" name="AutoShape 14"/>
          <p:cNvSpPr>
            <a:spLocks noChangeAspect="1" noChangeArrowheads="1"/>
          </p:cNvSpPr>
          <p:nvPr/>
        </p:nvSpPr>
        <p:spPr bwMode="auto">
          <a:xfrm>
            <a:off x="12257212" y="76919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-1847408" y="8524569"/>
            <a:ext cx="10011312" cy="6257070"/>
          </a:xfrm>
          <a:prstGeom prst="rect">
            <a:avLst/>
          </a:prstGeom>
          <a:noFill/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8464705" y="5308721"/>
            <a:ext cx="7620000" cy="7620000"/>
          </a:xfrm>
          <a:prstGeom prst="rect">
            <a:avLst/>
          </a:prstGeom>
          <a:noFill/>
        </p:spPr>
      </p:pic>
      <p:sp>
        <p:nvSpPr>
          <p:cNvPr id="23" name="TextBox 22"/>
          <p:cNvSpPr txBox="1"/>
          <p:nvPr/>
        </p:nvSpPr>
        <p:spPr bwMode="auto">
          <a:xfrm>
            <a:off x="8797696" y="4076364"/>
            <a:ext cx="7512908" cy="1268037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200" b="1" i="0" u="none" strike="noStrike" cap="none" spc="0">
                <a:ln>
                  <a:noFill/>
                </a:ln>
                <a:solidFill>
                  <a:schemeClr val="accent1"/>
                </a:solidFill>
                <a:latin typeface="Open Sans"/>
                <a:ea typeface="Open Sans"/>
                <a:cs typeface="Open Sans"/>
              </a:rPr>
              <a:t>Аптечка первой помощи работникам</a:t>
            </a:r>
            <a:endParaRPr/>
          </a:p>
        </p:txBody>
      </p:sp>
      <p:pic>
        <p:nvPicPr>
          <p:cNvPr id="24" name="Picture 10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4605832" y="5863443"/>
            <a:ext cx="4762500" cy="4762500"/>
          </a:xfrm>
          <a:prstGeom prst="rect">
            <a:avLst/>
          </a:prstGeom>
          <a:noFill/>
        </p:spPr>
      </p:pic>
      <p:pic>
        <p:nvPicPr>
          <p:cNvPr id="25" name="Picture 8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63848" y="5450051"/>
            <a:ext cx="4762500" cy="4762500"/>
          </a:xfrm>
          <a:prstGeom prst="rect">
            <a:avLst/>
          </a:prstGeom>
          <a:noFill/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3362076" y="3054111"/>
            <a:ext cx="3165981" cy="3165981"/>
          </a:xfrm>
          <a:prstGeom prst="rect">
            <a:avLst/>
          </a:prstGeom>
          <a:noFill/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7"/>
          <a:stretch/>
        </p:blipFill>
        <p:spPr bwMode="auto">
          <a:xfrm>
            <a:off x="-439165" y="2708246"/>
            <a:ext cx="3609865" cy="3609865"/>
          </a:xfrm>
          <a:prstGeom prst="rect">
            <a:avLst/>
          </a:prstGeom>
          <a:noFill/>
        </p:spPr>
      </p:pic>
      <p:pic>
        <p:nvPicPr>
          <p:cNvPr id="28" name="Picture 4"/>
          <p:cNvPicPr>
            <a:picLocks noChangeAspect="1" noChangeArrowheads="1"/>
          </p:cNvPicPr>
          <p:nvPr/>
        </p:nvPicPr>
        <p:blipFill>
          <a:blip r:embed="rId8"/>
          <a:stretch/>
        </p:blipFill>
        <p:spPr bwMode="auto">
          <a:xfrm>
            <a:off x="14622918" y="2947093"/>
            <a:ext cx="5698347" cy="3798898"/>
          </a:xfrm>
          <a:prstGeom prst="rect">
            <a:avLst/>
          </a:prstGeom>
          <a:noFill/>
        </p:spPr>
      </p:pic>
      <p:pic>
        <p:nvPicPr>
          <p:cNvPr id="30" name="Picture 6"/>
          <p:cNvPicPr>
            <a:picLocks noChangeAspect="1" noChangeArrowheads="1"/>
          </p:cNvPicPr>
          <p:nvPr/>
        </p:nvPicPr>
        <p:blipFill>
          <a:blip r:embed="rId9"/>
          <a:stretch/>
        </p:blipFill>
        <p:spPr bwMode="auto">
          <a:xfrm>
            <a:off x="6527943" y="3208438"/>
            <a:ext cx="3122407" cy="3122407"/>
          </a:xfrm>
          <a:prstGeom prst="rect">
            <a:avLst/>
          </a:prstGeom>
          <a:noFill/>
        </p:spPr>
      </p:pic>
      <p:pic>
        <p:nvPicPr>
          <p:cNvPr id="31" name="Picture 16"/>
          <p:cNvPicPr>
            <a:picLocks noChangeAspect="1" noChangeArrowheads="1"/>
          </p:cNvPicPr>
          <p:nvPr/>
        </p:nvPicPr>
        <p:blipFill>
          <a:blip r:embed="rId10"/>
          <a:stretch/>
        </p:blipFill>
        <p:spPr bwMode="auto">
          <a:xfrm>
            <a:off x="14700316" y="4629355"/>
            <a:ext cx="5543550" cy="5543550"/>
          </a:xfrm>
          <a:prstGeom prst="rect">
            <a:avLst/>
          </a:prstGeom>
          <a:noFill/>
        </p:spPr>
      </p:pic>
      <p:pic>
        <p:nvPicPr>
          <p:cNvPr id="32" name="Picture 18"/>
          <p:cNvPicPr>
            <a:picLocks noChangeAspect="1" noChangeArrowheads="1"/>
          </p:cNvPicPr>
          <p:nvPr/>
        </p:nvPicPr>
        <p:blipFill>
          <a:blip r:embed="rId11"/>
          <a:stretch/>
        </p:blipFill>
        <p:spPr bwMode="auto">
          <a:xfrm>
            <a:off x="14954319" y="9718454"/>
            <a:ext cx="6181725" cy="3409950"/>
          </a:xfrm>
          <a:prstGeom prst="rect">
            <a:avLst/>
          </a:prstGeom>
          <a:noFill/>
        </p:spPr>
      </p:pic>
      <p:pic>
        <p:nvPicPr>
          <p:cNvPr id="33" name="Picture 6"/>
          <p:cNvPicPr>
            <a:picLocks noChangeAspect="1" noChangeArrowheads="1"/>
          </p:cNvPicPr>
          <p:nvPr/>
        </p:nvPicPr>
        <p:blipFill>
          <a:blip r:embed="rId12"/>
          <a:stretch/>
        </p:blipFill>
        <p:spPr bwMode="auto">
          <a:xfrm>
            <a:off x="5859215" y="9172943"/>
            <a:ext cx="4215945" cy="4215945"/>
          </a:xfrm>
          <a:prstGeom prst="rect">
            <a:avLst/>
          </a:prstGeom>
          <a:noFill/>
        </p:spPr>
      </p:pic>
      <p:pic>
        <p:nvPicPr>
          <p:cNvPr id="34" name="Picture 8"/>
          <p:cNvPicPr>
            <a:picLocks noChangeAspect="1" noChangeArrowheads="1"/>
          </p:cNvPicPr>
          <p:nvPr/>
        </p:nvPicPr>
        <p:blipFill>
          <a:blip r:embed="rId13"/>
          <a:srcRect b="11260"/>
          <a:stretch/>
        </p:blipFill>
        <p:spPr bwMode="auto">
          <a:xfrm>
            <a:off x="20005658" y="3461332"/>
            <a:ext cx="3871062" cy="6115387"/>
          </a:xfrm>
          <a:prstGeom prst="rect">
            <a:avLst/>
          </a:prstGeom>
          <a:noFill/>
        </p:spPr>
      </p:pic>
      <p:pic>
        <p:nvPicPr>
          <p:cNvPr id="35" name="Picture 22"/>
          <p:cNvPicPr>
            <a:picLocks noChangeAspect="1" noChangeArrowheads="1"/>
          </p:cNvPicPr>
          <p:nvPr/>
        </p:nvPicPr>
        <p:blipFill>
          <a:blip r:embed="rId14"/>
          <a:stretch/>
        </p:blipFill>
        <p:spPr bwMode="auto">
          <a:xfrm>
            <a:off x="20213459" y="9540360"/>
            <a:ext cx="4024889" cy="40248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93729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1183</TotalTime>
  <Words>69</Words>
  <Application>Microsoft Office PowerPoint</Application>
  <DocSecurity>0</DocSecurity>
  <PresentationFormat>Произвольный</PresentationFormat>
  <Paragraphs>14</Paragraphs>
  <Slides>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4</vt:i4>
      </vt:variant>
    </vt:vector>
  </HeadingPairs>
  <TitlesOfParts>
    <vt:vector size="12" baseType="lpstr">
      <vt:lpstr>Calibri</vt:lpstr>
      <vt:lpstr>Montserrat Semi Bold</vt:lpstr>
      <vt:lpstr>Open Sans</vt:lpstr>
      <vt:lpstr>Open Sans Light</vt:lpstr>
      <vt:lpstr>PFDinDisplayPro-Regular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smarta3@outlook.com</cp:lastModifiedBy>
  <cp:revision>130</cp:revision>
  <dcterms:modified xsi:type="dcterms:W3CDTF">2026-08-07T11:52:55Z</dcterms:modified>
  <cp:category/>
  <dc:identifier/>
  <cp:contentStatus/>
  <dc:language/>
  <cp:version/>
</cp:coreProperties>
</file>