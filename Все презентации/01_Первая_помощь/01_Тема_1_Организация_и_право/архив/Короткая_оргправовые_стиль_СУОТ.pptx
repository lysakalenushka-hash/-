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  <p:sldMasterId id="2147483704" r:id="rId2"/>
  </p:sldMasterIdLst>
  <p:notesMasterIdLst>
    <p:notesMasterId r:id="rId11"/>
  </p:notesMasterIdLst>
  <p:sldIdLst>
    <p:sldId id="280" r:id="rId3"/>
    <p:sldId id="288" r:id="rId4"/>
    <p:sldId id="281" r:id="rId5"/>
    <p:sldId id="283" r:id="rId6"/>
    <p:sldId id="284" r:id="rId7"/>
    <p:sldId id="285" r:id="rId8"/>
    <p:sldId id="286" r:id="rId9"/>
    <p:sldId id="287" r:id="rId10"/>
  </p:sldIdLst>
  <p:sldSz cx="12192000" cy="6858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03" autoAdjust="0"/>
    <p:restoredTop sz="92577" autoAdjust="0"/>
  </p:normalViewPr>
  <p:slideViewPr>
    <p:cSldViewPr>
      <p:cViewPr varScale="1">
        <p:scale>
          <a:sx n="76" d="100"/>
          <a:sy n="76" d="100"/>
        </p:scale>
        <p:origin x="2856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39485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6603E-7D41-4B3A-A1FE-5F5EFDD6519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Open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3634020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4" y="0"/>
            <a:ext cx="12195177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524400" y="2503487"/>
            <a:ext cx="9146383" cy="1006476"/>
          </a:xfrm>
          <a:prstGeom prst="rect">
            <a:avLst/>
          </a:prstGeom>
        </p:spPr>
        <p:txBody>
          <a:bodyPr anchor="b"/>
          <a:lstStyle>
            <a:lvl1pPr algn="ctr">
              <a:defRPr sz="44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524400" y="3602037"/>
            <a:ext cx="9146383" cy="29761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2427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56466" y="1854481"/>
            <a:ext cx="10518340" cy="702984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56466" y="2908546"/>
            <a:ext cx="10518340" cy="377585"/>
          </a:xfrm>
          <a:prstGeom prst="rect">
            <a:avLst/>
          </a:prstGeom>
        </p:spPr>
        <p:txBody>
          <a:bodyPr/>
          <a:lstStyle>
            <a:lvl1pPr algn="ctr">
              <a:defRPr sz="1600"/>
            </a:lvl1pPr>
            <a:lvl2pPr algn="ctr">
              <a:defRPr sz="1600"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5727174" y="2652996"/>
            <a:ext cx="776924" cy="45719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175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PFDinDisplayPro-Medium"/>
              <a:ea typeface="PFDinDisplayPro-Medium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1586742" y="3729038"/>
            <a:ext cx="9020111" cy="120015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66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884083" y="1969048"/>
            <a:ext cx="3463382" cy="21457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4033026" y="1969052"/>
            <a:ext cx="3564041" cy="275165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15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7884086" y="4278169"/>
            <a:ext cx="3490723" cy="73089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4033026" y="2350054"/>
            <a:ext cx="3564041" cy="164552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304985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0" y="728662"/>
            <a:ext cx="11374807" cy="5436165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FDinDisplayPro-Medium"/>
              <a:ea typeface="PFDinDisplayPro-Medium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174902" y="932259"/>
            <a:ext cx="11276579" cy="50168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174904" y="932259"/>
            <a:ext cx="11276578" cy="50168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10" y="1387943"/>
            <a:ext cx="5259171" cy="72324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02110" y="1130394"/>
            <a:ext cx="5259171" cy="36223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4"/>
                </a:solidFill>
              </a:defRPr>
            </a:lvl2pPr>
            <a:lvl3pPr>
              <a:defRPr sz="1600">
                <a:solidFill>
                  <a:schemeClr val="accent4"/>
                </a:solidFill>
              </a:defRPr>
            </a:lvl3pPr>
            <a:lvl4pPr>
              <a:defRPr sz="1600">
                <a:solidFill>
                  <a:schemeClr val="accent4"/>
                </a:solidFill>
              </a:defRPr>
            </a:lvl4pPr>
            <a:lvl5pPr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95662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22" y="314326"/>
            <a:ext cx="5032041" cy="528638"/>
          </a:xfrm>
          <a:prstGeom prst="rect">
            <a:avLst/>
          </a:prstGeom>
        </p:spPr>
        <p:txBody>
          <a:bodyPr/>
          <a:lstStyle>
            <a:lvl1pPr>
              <a:defRPr sz="27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22" y="842963"/>
            <a:ext cx="5032041" cy="228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4"/>
                </a:solidFill>
              </a:defRPr>
            </a:lvl2pPr>
            <a:lvl3pPr>
              <a:defRPr sz="1600">
                <a:solidFill>
                  <a:schemeClr val="accent4"/>
                </a:solidFill>
              </a:defRPr>
            </a:lvl3pPr>
            <a:lvl4pPr>
              <a:defRPr sz="1600">
                <a:solidFill>
                  <a:schemeClr val="accent4"/>
                </a:solidFill>
              </a:defRPr>
            </a:lvl4pPr>
            <a:lvl5pPr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838419" y="1185863"/>
            <a:ext cx="2743916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FDinDisplayPro-Medium"/>
              <a:ea typeface="PFDinDisplayPro-Medium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2619531" y="1959162"/>
            <a:ext cx="1469814" cy="146904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4019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7403723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7403726" y="0"/>
            <a:ext cx="4791455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155528" y="1465943"/>
            <a:ext cx="3201235" cy="1105014"/>
          </a:xfrm>
          <a:prstGeom prst="rect">
            <a:avLst/>
          </a:prstGeom>
        </p:spPr>
        <p:txBody>
          <a:bodyPr/>
          <a:lstStyle>
            <a:lvl1pPr>
              <a:defRPr sz="4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191008" y="2437610"/>
            <a:ext cx="3165755" cy="22860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4"/>
                </a:solidFill>
              </a:defRPr>
            </a:lvl2pPr>
            <a:lvl3pPr>
              <a:defRPr sz="1600">
                <a:solidFill>
                  <a:schemeClr val="accent4"/>
                </a:solidFill>
              </a:defRPr>
            </a:lvl3pPr>
            <a:lvl4pPr>
              <a:defRPr sz="1600">
                <a:solidFill>
                  <a:schemeClr val="accent4"/>
                </a:solidFill>
              </a:defRPr>
            </a:lvl4pPr>
            <a:lvl5pPr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7049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114360" y="-117926"/>
            <a:ext cx="3462756" cy="7052127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2009228" y="-117928"/>
            <a:ext cx="4371230" cy="7052129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5001654" y="-117926"/>
            <a:ext cx="4929315" cy="7052127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8633200" y="-117928"/>
            <a:ext cx="3619161" cy="7052129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415852" y="-325666"/>
            <a:ext cx="12898517" cy="7467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2879730"/>
            <a:ext cx="10518340" cy="54927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3429000"/>
            <a:ext cx="10518340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520716" y="6244781"/>
            <a:ext cx="216885" cy="223138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7555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09286"/>
            <a:ext cx="10518340" cy="69084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00125"/>
            <a:ext cx="10518340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443148" y="1949828"/>
            <a:ext cx="2539923" cy="287935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361372" y="1949828"/>
            <a:ext cx="2539923" cy="287935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6279592" y="1949828"/>
            <a:ext cx="2539923" cy="287935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9197820" y="1949828"/>
            <a:ext cx="2539923" cy="287935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1734458" y="3886202"/>
            <a:ext cx="1337451" cy="30797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4638590" y="3886202"/>
            <a:ext cx="1337452" cy="30797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7549554" y="3886202"/>
            <a:ext cx="1337451" cy="30797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10467782" y="3886202"/>
            <a:ext cx="1337451" cy="30797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826580" y="3948906"/>
            <a:ext cx="1156491" cy="182564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4726548" y="3948906"/>
            <a:ext cx="1156490" cy="182564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7640034" y="3948906"/>
            <a:ext cx="1156490" cy="182564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558259" y="3948906"/>
            <a:ext cx="1156490" cy="182564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443146" y="5002216"/>
            <a:ext cx="2539923" cy="207963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11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3146" y="5307018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43120" y="5002216"/>
            <a:ext cx="2539923" cy="207963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11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3343120" y="5307018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6279592" y="5000528"/>
            <a:ext cx="2539923" cy="207963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11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279592" y="5305330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179568" y="5000528"/>
            <a:ext cx="2539923" cy="207963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11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9179568" y="5305330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1497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239526"/>
            <a:ext cx="10518340" cy="7606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00125"/>
            <a:ext cx="10518340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02106" y="1989324"/>
            <a:ext cx="2090520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107889" y="1989324"/>
            <a:ext cx="2090520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02106" y="4052047"/>
            <a:ext cx="2090520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3107889" y="4052047"/>
            <a:ext cx="2090520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6110298" y="2646552"/>
            <a:ext cx="2539923" cy="207963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11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110298" y="3237674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6110298" y="2942114"/>
            <a:ext cx="2539923" cy="207963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1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8838578" y="2646552"/>
            <a:ext cx="2539923" cy="207963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11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8838576" y="3237674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8838578" y="2942114"/>
            <a:ext cx="2539923" cy="207963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1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6106606" y="4048644"/>
            <a:ext cx="2539923" cy="207963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11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6106606" y="4639772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6106606" y="4344210"/>
            <a:ext cx="2539923" cy="207963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1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34888" y="4048644"/>
            <a:ext cx="2539923" cy="207963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11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834888" y="4639772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8834888" y="4344210"/>
            <a:ext cx="2539923" cy="207963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1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31122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264648"/>
            <a:ext cx="10518340" cy="73548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00125"/>
            <a:ext cx="10518340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608407" y="1998571"/>
            <a:ext cx="1686804" cy="16859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2931297" y="1998571"/>
            <a:ext cx="1686804" cy="16859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5254186" y="1998571"/>
            <a:ext cx="1686804" cy="16859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7577076" y="1998571"/>
            <a:ext cx="1686804" cy="16859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9899965" y="1968410"/>
            <a:ext cx="1686804" cy="16859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83400" y="4037264"/>
            <a:ext cx="1862641" cy="207963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11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83400" y="4709072"/>
            <a:ext cx="1862641" cy="91180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483400" y="4332828"/>
            <a:ext cx="1862641" cy="207963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1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2808988" y="4037264"/>
            <a:ext cx="1862641" cy="207963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11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2808988" y="4709072"/>
            <a:ext cx="1862641" cy="91180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2808988" y="4332828"/>
            <a:ext cx="1862641" cy="207963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1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5134574" y="4037264"/>
            <a:ext cx="1862641" cy="207963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11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34574" y="4709072"/>
            <a:ext cx="1862641" cy="91180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5134574" y="4332828"/>
            <a:ext cx="1862641" cy="207963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1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7460162" y="4022184"/>
            <a:ext cx="1862641" cy="207963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11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7460160" y="4693990"/>
            <a:ext cx="1862641" cy="91180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460162" y="4317746"/>
            <a:ext cx="1862641" cy="207963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1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9785748" y="4037264"/>
            <a:ext cx="1862641" cy="207963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11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785746" y="4709072"/>
            <a:ext cx="1862641" cy="91180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9785748" y="4332828"/>
            <a:ext cx="1862641" cy="207963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1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94454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22" y="347942"/>
            <a:ext cx="5032041" cy="528638"/>
          </a:xfrm>
          <a:prstGeom prst="rect">
            <a:avLst/>
          </a:prstGeom>
        </p:spPr>
        <p:txBody>
          <a:bodyPr/>
          <a:lstStyle>
            <a:lvl1pPr>
              <a:defRPr sz="27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22" y="876580"/>
            <a:ext cx="5032041" cy="22860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4"/>
                </a:solidFill>
              </a:defRPr>
            </a:lvl2pPr>
            <a:lvl3pPr>
              <a:defRPr sz="1600">
                <a:solidFill>
                  <a:schemeClr val="accent4"/>
                </a:solidFill>
              </a:defRPr>
            </a:lvl3pPr>
            <a:lvl4pPr>
              <a:defRPr sz="1600">
                <a:solidFill>
                  <a:schemeClr val="accent4"/>
                </a:solidFill>
              </a:defRPr>
            </a:lvl4pPr>
            <a:lvl5pPr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4" y="1927276"/>
            <a:ext cx="3228977" cy="185653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228980" y="1927276"/>
            <a:ext cx="3228977" cy="185653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4" y="3783807"/>
            <a:ext cx="3228977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3228980" y="3783807"/>
            <a:ext cx="3228977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964678" y="3487154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2024395" y="3536950"/>
            <a:ext cx="1156490" cy="182564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3228976" y="3783810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3288692" y="3833607"/>
            <a:ext cx="1156490" cy="182564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3228976" y="3487154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3288692" y="3536950"/>
            <a:ext cx="1156490" cy="182564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964678" y="3783810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024395" y="3833607"/>
            <a:ext cx="1156490" cy="182564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39800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1" y="0"/>
            <a:ext cx="6116650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078532" y="0"/>
            <a:ext cx="611664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4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078532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4" y="4572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069372" y="4572000"/>
            <a:ext cx="6125806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407115" y="994674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2466831" y="1044472"/>
            <a:ext cx="1156490" cy="182564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200">
                <a:solidFill>
                  <a:srgbClr val="FFFFFF"/>
                </a:solidFill>
              </a:defRPr>
            </a:lvl3pPr>
            <a:lvl4pPr>
              <a:defRPr sz="1200">
                <a:solidFill>
                  <a:srgbClr val="FFFFFF"/>
                </a:solidFill>
              </a:defRPr>
            </a:lvl4pPr>
            <a:lvl5pPr>
              <a:defRPr sz="1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8504704" y="3280674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8564421" y="3330472"/>
            <a:ext cx="1156490" cy="182564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2455206" y="5566674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2514923" y="5616472"/>
            <a:ext cx="1156490" cy="182564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42113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1" y="0"/>
            <a:ext cx="6116650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078532" y="0"/>
            <a:ext cx="611664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4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078532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8535671" y="994674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8595387" y="1044472"/>
            <a:ext cx="1156490" cy="182564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200">
                <a:solidFill>
                  <a:srgbClr val="FFFFFF"/>
                </a:solidFill>
              </a:defRPr>
            </a:lvl3pPr>
            <a:lvl4pPr>
              <a:defRPr sz="1200">
                <a:solidFill>
                  <a:srgbClr val="FFFFFF"/>
                </a:solidFill>
              </a:defRPr>
            </a:lvl4pPr>
            <a:lvl5pPr>
              <a:defRPr sz="1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2407116" y="3287922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2466832" y="3337719"/>
            <a:ext cx="1156490" cy="182564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2546755" y="6128545"/>
            <a:ext cx="1156490" cy="182564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19359" y="4733365"/>
            <a:ext cx="10518340" cy="571268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19124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2" y="-1"/>
            <a:ext cx="12195179" cy="682704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19669846" y="-8686800"/>
            <a:ext cx="12195179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263237"/>
            <a:ext cx="10518340" cy="77845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41692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10030365" y="3673873"/>
            <a:ext cx="1044722" cy="1044178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928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6097592" y="0"/>
            <a:ext cx="6097589" cy="6858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FDinDisplayPro-Medium"/>
              <a:ea typeface="PFDinDisplayPro-Medium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0"/>
            <a:ext cx="6116650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06" y="2674652"/>
            <a:ext cx="4562398" cy="1703387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16740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4" y="0"/>
            <a:ext cx="6097589" cy="6858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FDinDisplayPro-Medium"/>
              <a:ea typeface="PFDinDisplayPro-Medium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06" y="2722449"/>
            <a:ext cx="4562398" cy="1703388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6097592" y="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097592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6097592" y="4572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9277424" y="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9277424" y="2286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9277424" y="4572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9507501" y="520704"/>
            <a:ext cx="2393156" cy="20796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1pPr>
            <a:lvl2pPr algn="ctr">
              <a:def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2pPr>
            <a:lvl3pPr algn="ctr">
              <a:def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3pPr>
            <a:lvl4pPr algn="ctr">
              <a:def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4pPr>
            <a:lvl5pPr algn="ctr">
              <a:def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507501" y="825504"/>
            <a:ext cx="2393156" cy="103958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507501" y="2749554"/>
            <a:ext cx="2393156" cy="207963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1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9507501" y="3054352"/>
            <a:ext cx="2393156" cy="103958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507501" y="5063904"/>
            <a:ext cx="2393156" cy="207963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1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9507501" y="5368704"/>
            <a:ext cx="2393156" cy="103958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21140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43922" y="2114600"/>
            <a:ext cx="3228977" cy="185653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224940" y="3674478"/>
            <a:ext cx="1647956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3317370" y="3724274"/>
            <a:ext cx="1507432" cy="182564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526883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43922" y="2020472"/>
            <a:ext cx="3228977" cy="185653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221127" y="3580346"/>
            <a:ext cx="165176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3313884" y="3630146"/>
            <a:ext cx="1510919" cy="198905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7252130" y="2020472"/>
            <a:ext cx="3228977" cy="185653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43922" y="4381504"/>
            <a:ext cx="3228977" cy="275433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15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43922" y="4721230"/>
            <a:ext cx="3228977" cy="1057461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7252130" y="4358158"/>
            <a:ext cx="3228977" cy="275433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15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7252130" y="4697886"/>
            <a:ext cx="3228977" cy="1057461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7252126" y="3580346"/>
            <a:ext cx="165176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7344882" y="3630146"/>
            <a:ext cx="1510919" cy="198905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6218567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2773222" y="2072644"/>
            <a:ext cx="2644565" cy="306229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2773222" y="2443166"/>
            <a:ext cx="2644565" cy="101861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1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286548" y="2072644"/>
            <a:ext cx="1169621" cy="116901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2773222" y="4104436"/>
            <a:ext cx="2644565" cy="306229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2773222" y="4474958"/>
            <a:ext cx="2644565" cy="101861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1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1286548" y="4104432"/>
            <a:ext cx="1169621" cy="116901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155524" y="2072644"/>
            <a:ext cx="2644566" cy="306229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8155524" y="2443166"/>
            <a:ext cx="2644566" cy="101861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1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6668850" y="2072644"/>
            <a:ext cx="1169620" cy="116901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8155524" y="4104436"/>
            <a:ext cx="2644566" cy="306229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8155524" y="4474958"/>
            <a:ext cx="2644566" cy="101861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1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6668850" y="4104432"/>
            <a:ext cx="1169620" cy="116901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8122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0" y="0"/>
            <a:ext cx="7233243" cy="3429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7233246" y="0"/>
            <a:ext cx="4961935" cy="3429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4" y="3429000"/>
            <a:ext cx="4961935" cy="3429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4961938" y="3429000"/>
            <a:ext cx="7233243" cy="3429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2254303" y="1695454"/>
            <a:ext cx="7669566" cy="3429001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2591936" y="1975130"/>
            <a:ext cx="6912619" cy="528638"/>
          </a:xfrm>
          <a:prstGeom prst="rect">
            <a:avLst/>
          </a:prstGeom>
        </p:spPr>
        <p:txBody>
          <a:bodyPr/>
          <a:lstStyle>
            <a:lvl1pPr algn="ctr">
              <a:defRPr sz="27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91936" y="2503772"/>
            <a:ext cx="6912619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rgbClr val="FFFFFF"/>
                </a:solidFill>
              </a:defRPr>
            </a:lvl1pPr>
            <a:lvl2pPr algn="ctr">
              <a:defRPr sz="1600">
                <a:solidFill>
                  <a:srgbClr val="FFFFFF"/>
                </a:solidFill>
              </a:defRPr>
            </a:lvl2pPr>
            <a:lvl3pPr algn="ctr">
              <a:defRPr sz="1600">
                <a:solidFill>
                  <a:srgbClr val="FFFFFF"/>
                </a:solidFill>
              </a:defRPr>
            </a:lvl3pPr>
            <a:lvl4pPr algn="ctr">
              <a:defRPr sz="1600">
                <a:solidFill>
                  <a:srgbClr val="FFFFFF"/>
                </a:solidFill>
              </a:defRPr>
            </a:lvl4pPr>
            <a:lvl5pPr algn="ctr">
              <a:defRPr sz="16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6639814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" y="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8130460" y="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4064718" y="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1026" y="342900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8129435" y="342900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063691" y="342900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3217492" y="2936875"/>
            <a:ext cx="5756099" cy="98425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534032" y="3164681"/>
            <a:ext cx="5127121" cy="528638"/>
          </a:xfrm>
          <a:prstGeom prst="rect">
            <a:avLst/>
          </a:prstGeom>
        </p:spPr>
        <p:txBody>
          <a:bodyPr/>
          <a:lstStyle>
            <a:lvl1pPr algn="ctr">
              <a:defRPr sz="27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55881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6097592" y="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097592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6097592" y="4572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9277424" y="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9277424" y="2286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9277424" y="4572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9507501" y="520704"/>
            <a:ext cx="2393156" cy="207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1pPr>
            <a:lvl2pPr>
              <a:def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2pPr>
            <a:lvl3pPr>
              <a:def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3pPr>
            <a:lvl4pPr>
              <a:def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4pPr>
            <a:lvl5pPr>
              <a:def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507501" y="825504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507501" y="2749554"/>
            <a:ext cx="2393156" cy="207963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1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9507501" y="3054352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507501" y="5063904"/>
            <a:ext cx="2393156" cy="207963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1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9507501" y="5368704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4" y="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4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4" y="4572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3179836" y="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3179836" y="2286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3179836" y="4572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3409913" y="520704"/>
            <a:ext cx="2393156" cy="207963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1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3409913" y="825504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3409913" y="2749554"/>
            <a:ext cx="2393156" cy="207963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1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3409913" y="3054352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3409913" y="5063904"/>
            <a:ext cx="2393156" cy="207963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1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3409913" y="5368704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27814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4" y="5574"/>
            <a:ext cx="6097589" cy="685242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0" y="4020460"/>
            <a:ext cx="6097589" cy="283754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6097588" y="1"/>
            <a:ext cx="6097590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6097588" y="4018150"/>
            <a:ext cx="6097590" cy="2839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838422" y="4587148"/>
            <a:ext cx="4293467" cy="400071"/>
          </a:xfrm>
          <a:prstGeom prst="rect">
            <a:avLst/>
          </a:prstGeom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1pPr>
            <a:lvl2pPr algn="ctr">
              <a:defRPr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2pPr>
            <a:lvl3pPr algn="ctr">
              <a:defRPr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3pPr>
            <a:lvl4pPr algn="ctr">
              <a:defRPr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4pPr>
            <a:lvl5pPr algn="ctr">
              <a:defRPr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838422" y="5007432"/>
            <a:ext cx="4293467" cy="94172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838422" y="4255168"/>
            <a:ext cx="4293467" cy="25676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7063296" y="4572410"/>
            <a:ext cx="4293467" cy="400071"/>
          </a:xfrm>
          <a:prstGeom prst="rect">
            <a:avLst/>
          </a:prstGeom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7063296" y="4992694"/>
            <a:ext cx="4293467" cy="94172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7063296" y="4240428"/>
            <a:ext cx="4293467" cy="25676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700142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4" y="2"/>
            <a:ext cx="6097589" cy="3429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6097592" y="2"/>
            <a:ext cx="6097589" cy="3429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4" y="3429004"/>
            <a:ext cx="6097589" cy="3429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6097592" y="3429004"/>
            <a:ext cx="6097589" cy="3429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318093" y="2286004"/>
            <a:ext cx="4779496" cy="112871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097592" y="2286004"/>
            <a:ext cx="4779495" cy="112871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318093" y="3414713"/>
            <a:ext cx="4779496" cy="11287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6097592" y="3414713"/>
            <a:ext cx="4779495" cy="11287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6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1"/>
            <a:ext cx="6936548" cy="40041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5827680" y="1"/>
            <a:ext cx="6367501" cy="40041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4488966"/>
            <a:ext cx="5827676" cy="23689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6299310" y="4489080"/>
            <a:ext cx="5895871" cy="23689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24828" y="3961371"/>
            <a:ext cx="10545520" cy="615764"/>
          </a:xfrm>
          <a:prstGeom prst="rect">
            <a:avLst/>
          </a:prstGeom>
        </p:spPr>
        <p:txBody>
          <a:bodyPr/>
          <a:lstStyle>
            <a:lvl1pPr algn="ctr">
              <a:defRPr sz="3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4577138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520716" y="6244781"/>
            <a:ext cx="216885" cy="223138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0104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6097588" y="0"/>
            <a:ext cx="3179832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097588" y="2286000"/>
            <a:ext cx="3179832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6097590" y="4572000"/>
            <a:ext cx="317983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9277424" y="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9277424" y="2286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9277424" y="4572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9507501" y="520704"/>
            <a:ext cx="2393156" cy="207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1pPr>
            <a:lvl2pPr>
              <a:def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2pPr>
            <a:lvl3pPr>
              <a:def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3pPr>
            <a:lvl4pPr>
              <a:def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4pPr>
            <a:lvl5pPr>
              <a:def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507501" y="825504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507501" y="2749554"/>
            <a:ext cx="2393156" cy="207963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1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9507501" y="3054352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507501" y="5063904"/>
            <a:ext cx="2393156" cy="207963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1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9507501" y="5368704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917758" y="0"/>
            <a:ext cx="3179833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2917758" y="2286000"/>
            <a:ext cx="3179833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2917758" y="4572000"/>
            <a:ext cx="3179833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0" y="15654"/>
            <a:ext cx="2917757" cy="2286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0" y="2301654"/>
            <a:ext cx="2917757" cy="2286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0" y="4587654"/>
            <a:ext cx="2917757" cy="2286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230084" y="536354"/>
            <a:ext cx="2393155" cy="207963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1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230084" y="841154"/>
            <a:ext cx="2393155" cy="1039585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230084" y="2765204"/>
            <a:ext cx="2393155" cy="207963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1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230084" y="3070004"/>
            <a:ext cx="2393155" cy="1039585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230084" y="5079554"/>
            <a:ext cx="2393155" cy="207963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1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230084" y="5384354"/>
            <a:ext cx="2393155" cy="1039585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960727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4" y="1986803"/>
            <a:ext cx="6097589" cy="27600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396426" y="3610115"/>
            <a:ext cx="3978761" cy="85244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389795" y="3771624"/>
            <a:ext cx="2830400" cy="543953"/>
          </a:xfrm>
          <a:prstGeom prst="rect">
            <a:avLst/>
          </a:prstGeom>
        </p:spPr>
        <p:txBody>
          <a:bodyPr/>
          <a:lstStyle/>
          <a:p>
            <a:pPr>
              <a:defRPr sz="12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6783371" y="1986806"/>
            <a:ext cx="3966428" cy="275433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15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6783371" y="2326529"/>
            <a:ext cx="3966428" cy="21403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838419" y="5110162"/>
            <a:ext cx="5259170" cy="8149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191916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402256" y="1996892"/>
            <a:ext cx="3797691" cy="192801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4766" y="1996889"/>
            <a:ext cx="3788161" cy="1928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3075106" y="1996892"/>
            <a:ext cx="6044971" cy="192801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1229406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22" y="200026"/>
            <a:ext cx="5032041" cy="528638"/>
          </a:xfrm>
          <a:prstGeom prst="rect">
            <a:avLst/>
          </a:prstGeom>
        </p:spPr>
        <p:txBody>
          <a:bodyPr/>
          <a:lstStyle>
            <a:lvl1pPr>
              <a:defRPr sz="27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22" y="728663"/>
            <a:ext cx="5032041" cy="228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4"/>
                </a:solidFill>
              </a:defRPr>
            </a:lvl2pPr>
            <a:lvl3pPr>
              <a:defRPr sz="1600">
                <a:solidFill>
                  <a:schemeClr val="accent4"/>
                </a:solidFill>
              </a:defRPr>
            </a:lvl3pPr>
            <a:lvl4pPr>
              <a:defRPr sz="1600">
                <a:solidFill>
                  <a:schemeClr val="accent4"/>
                </a:solidFill>
              </a:defRPr>
            </a:lvl4pPr>
            <a:lvl5pPr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838419" y="1071563"/>
            <a:ext cx="2743916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FDinDisplayPro-Medium"/>
              <a:ea typeface="PFDinDisplayPro-Medium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6097590" y="2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7623020" y="2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9148414" y="2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0673842" y="2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6097590" y="17208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7623020" y="17208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9148414" y="17208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0673842" y="17208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097590" y="34164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7623020" y="34164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9148414" y="34164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0673842" y="34164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6097590" y="51372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623020" y="51372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9148414" y="51372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10673842" y="51372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520716" y="6244781"/>
            <a:ext cx="216885" cy="223138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485763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2311306"/>
            <a:ext cx="12190412" cy="251637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2054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1832578"/>
            <a:ext cx="12190412" cy="319284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4" y="1832578"/>
            <a:ext cx="12195177" cy="319284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802110" y="2925198"/>
            <a:ext cx="10572701" cy="69084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02110" y="3616036"/>
            <a:ext cx="10572701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rgbClr val="FFFFFF"/>
                </a:solidFill>
              </a:defRPr>
            </a:lvl1pPr>
            <a:lvl2pPr algn="ctr">
              <a:defRPr sz="1600">
                <a:solidFill>
                  <a:srgbClr val="FFFFFF"/>
                </a:solidFill>
              </a:defRPr>
            </a:lvl2pPr>
            <a:lvl3pPr algn="ctr">
              <a:defRPr sz="1600">
                <a:solidFill>
                  <a:srgbClr val="FFFFFF"/>
                </a:solidFill>
              </a:defRPr>
            </a:lvl3pPr>
            <a:lvl4pPr algn="ctr">
              <a:defRPr sz="1600">
                <a:solidFill>
                  <a:srgbClr val="FFFFFF"/>
                </a:solidFill>
              </a:defRPr>
            </a:lvl4pPr>
            <a:lvl5pPr algn="ctr">
              <a:defRPr sz="16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1372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4" y="0"/>
            <a:ext cx="12195177" cy="381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478740" y="3065464"/>
            <a:ext cx="1267486" cy="213201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991117" y="1257302"/>
            <a:ext cx="5106472" cy="1579563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991117" y="2836863"/>
            <a:ext cx="5106472" cy="228600"/>
          </a:xfrm>
          <a:prstGeom prst="rect">
            <a:avLst/>
          </a:prstGeom>
        </p:spPr>
        <p:txBody>
          <a:bodyPr/>
          <a:lstStyle>
            <a:lvl1pPr algn="r">
              <a:defRPr sz="1600">
                <a:solidFill>
                  <a:schemeClr val="accent4"/>
                </a:solidFill>
              </a:defRPr>
            </a:lvl1pPr>
            <a:lvl2pPr algn="r">
              <a:defRPr sz="1600">
                <a:solidFill>
                  <a:schemeClr val="accent4"/>
                </a:solidFill>
              </a:defRPr>
            </a:lvl2pPr>
            <a:lvl3pPr algn="r">
              <a:defRPr sz="1600">
                <a:solidFill>
                  <a:schemeClr val="accent4"/>
                </a:solidFill>
              </a:defRPr>
            </a:lvl3pPr>
            <a:lvl4pPr algn="r">
              <a:defRPr sz="1600">
                <a:solidFill>
                  <a:schemeClr val="accent4"/>
                </a:solidFill>
              </a:defRPr>
            </a:lvl4pPr>
            <a:lvl5pPr algn="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268218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514676" y="3130550"/>
            <a:ext cx="1264309" cy="21272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606176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6758304" y="2951439"/>
            <a:ext cx="2781551" cy="141483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4394881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4879056" y="3694818"/>
            <a:ext cx="2774090" cy="211015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434427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4521827" y="2329102"/>
            <a:ext cx="3117596" cy="22757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8200195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864062" y="2805114"/>
            <a:ext cx="3186821" cy="178117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7188114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0" y="4"/>
            <a:ext cx="12195177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10" y="2738160"/>
            <a:ext cx="10572701" cy="69084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02110" y="3429000"/>
            <a:ext cx="10572701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40056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0" y="4"/>
            <a:ext cx="12195177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08" y="3214688"/>
            <a:ext cx="10554653" cy="1014413"/>
          </a:xfrm>
          <a:prstGeom prst="rect">
            <a:avLst/>
          </a:prstGeom>
        </p:spPr>
        <p:txBody>
          <a:bodyPr/>
          <a:lstStyle>
            <a:lvl1pPr algn="ctr">
              <a:defRPr sz="4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02108" y="4229100"/>
            <a:ext cx="10554653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2451791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10" y="2414592"/>
            <a:ext cx="10554653" cy="1014413"/>
          </a:xfrm>
          <a:prstGeom prst="rect">
            <a:avLst/>
          </a:prstGeom>
        </p:spPr>
        <p:txBody>
          <a:bodyPr/>
          <a:lstStyle>
            <a:lvl1pPr algn="ctr">
              <a:defRPr sz="4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02110" y="3429000"/>
            <a:ext cx="10554653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2062199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78623"/>
            <a:ext cx="2995992" cy="340100"/>
          </a:xfrm>
          <a:prstGeom prst="rect">
            <a:avLst/>
          </a:prstGeom>
        </p:spPr>
        <p:txBody>
          <a:bodyPr anchor="b"/>
          <a:lstStyle>
            <a:lvl1pPr>
              <a:defRPr sz="16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22" y="4118723"/>
            <a:ext cx="2995991" cy="73566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139745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052594" y="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6105182" y="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9157774" y="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" y="2286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3052594" y="2286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105182" y="2286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9157774" y="2286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2" y="4572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3052594" y="4572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6105182" y="4572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9157774" y="4572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6169768" y="3497263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69042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22" y="365130"/>
            <a:ext cx="10518341" cy="132556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838420" y="1825625"/>
            <a:ext cx="5182951" cy="43513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32107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40008" y="365130"/>
            <a:ext cx="10518341" cy="132556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40006" y="1681166"/>
            <a:ext cx="5159132" cy="823913"/>
          </a:xfrm>
          <a:prstGeom prst="rect">
            <a:avLst/>
          </a:prstGeom>
        </p:spPr>
        <p:txBody>
          <a:bodyPr anchor="b"/>
          <a:lstStyle>
            <a:lvl1pPr>
              <a:defRPr sz="2350"/>
            </a:lvl1pPr>
            <a:lvl2pPr>
              <a:defRPr sz="2350"/>
            </a:lvl2pPr>
            <a:lvl3pPr>
              <a:defRPr sz="2350"/>
            </a:lvl3pPr>
            <a:lvl4pPr>
              <a:defRPr sz="2350"/>
            </a:lvl4pPr>
            <a:lvl5pPr indent="3656686">
              <a:defRPr sz="235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6173812" y="1681166"/>
            <a:ext cx="5184539" cy="823913"/>
          </a:xfrm>
          <a:prstGeom prst="rect">
            <a:avLst/>
          </a:prstGeom>
        </p:spPr>
        <p:txBody>
          <a:bodyPr anchor="b"/>
          <a:lstStyle/>
          <a:p>
            <a:pPr>
              <a:defRPr sz="235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334296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22" y="365130"/>
            <a:ext cx="10518341" cy="132556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277814" y="2648748"/>
            <a:ext cx="2650919" cy="914401"/>
          </a:xfrm>
          <a:prstGeom prst="rect">
            <a:avLst/>
          </a:prstGeom>
        </p:spPr>
        <p:txBody>
          <a:bodyPr/>
          <a:lstStyle>
            <a:lvl1pPr>
              <a:defRPr sz="4400">
                <a:latin typeface="Montserrat SemiBold"/>
                <a:ea typeface="Montserrat SemiBold"/>
                <a:cs typeface="Montserrat SemiBold"/>
              </a:defRPr>
            </a:lvl1pPr>
            <a:lvl2pPr>
              <a:defRPr sz="4400">
                <a:latin typeface="Montserrat SemiBold"/>
                <a:ea typeface="Montserrat SemiBold"/>
                <a:cs typeface="Montserrat SemiBold"/>
              </a:defRPr>
            </a:lvl2pPr>
            <a:lvl3pPr>
              <a:defRPr sz="4400">
                <a:latin typeface="Montserrat SemiBold"/>
                <a:ea typeface="Montserrat SemiBold"/>
                <a:cs typeface="Montserrat SemiBold"/>
              </a:defRPr>
            </a:lvl3pPr>
            <a:lvl4pPr>
              <a:defRPr sz="4400">
                <a:latin typeface="Montserrat SemiBold"/>
                <a:ea typeface="Montserrat SemiBold"/>
                <a:cs typeface="Montserrat SemiBold"/>
              </a:defRPr>
            </a:lvl4pPr>
            <a:lvl5pPr>
              <a:defRPr sz="4400">
                <a:latin typeface="Montserrat SemiBold"/>
                <a:ea typeface="Montserrat SemiBold"/>
                <a:cs typeface="Montserrat Semi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1291310" y="3711578"/>
            <a:ext cx="2637418" cy="76596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4399156" y="2651924"/>
            <a:ext cx="2650919" cy="914401"/>
          </a:xfrm>
          <a:prstGeom prst="rect">
            <a:avLst/>
          </a:prstGeom>
        </p:spPr>
        <p:txBody>
          <a:bodyPr/>
          <a:lstStyle/>
          <a:p>
            <a:pPr>
              <a:defRPr sz="1600">
                <a:latin typeface="Montserrat SemiBold"/>
                <a:ea typeface="Montserrat SemiBold"/>
                <a:cs typeface="Montserrat Semi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68505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372925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40010" y="457200"/>
            <a:ext cx="3933263" cy="1600200"/>
          </a:xfrm>
          <a:prstGeom prst="rect">
            <a:avLst/>
          </a:prstGeom>
        </p:spPr>
        <p:txBody>
          <a:bodyPr anchor="b"/>
          <a:lstStyle>
            <a:lvl1pPr>
              <a:defRPr sz="315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5184542" y="987426"/>
            <a:ext cx="6173809" cy="4873626"/>
          </a:xfrm>
          <a:prstGeom prst="rect">
            <a:avLst/>
          </a:prstGeom>
        </p:spPr>
        <p:txBody>
          <a:bodyPr/>
          <a:lstStyle>
            <a:lvl1pPr>
              <a:defRPr sz="3150"/>
            </a:lvl1pPr>
            <a:lvl2pPr>
              <a:defRPr sz="3150"/>
            </a:lvl2pPr>
            <a:lvl3pPr>
              <a:defRPr sz="3150"/>
            </a:lvl3pPr>
            <a:lvl4pPr>
              <a:defRPr sz="3150"/>
            </a:lvl4pPr>
            <a:lvl5pPr>
              <a:defRPr sz="315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840010" y="2057400"/>
            <a:ext cx="3933263" cy="3811588"/>
          </a:xfrm>
          <a:prstGeom prst="rect">
            <a:avLst/>
          </a:prstGeom>
        </p:spPr>
        <p:txBody>
          <a:bodyPr/>
          <a:lstStyle/>
          <a:p>
            <a:pPr>
              <a:defRPr sz="155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456895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40010" y="457200"/>
            <a:ext cx="3933263" cy="1600200"/>
          </a:xfrm>
          <a:prstGeom prst="rect">
            <a:avLst/>
          </a:prstGeom>
        </p:spPr>
        <p:txBody>
          <a:bodyPr anchor="b"/>
          <a:lstStyle>
            <a:lvl1pPr>
              <a:defRPr sz="315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5184542" y="987426"/>
            <a:ext cx="6173809" cy="48736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40010" y="2057400"/>
            <a:ext cx="3933263" cy="3811588"/>
          </a:xfrm>
          <a:prstGeom prst="rect">
            <a:avLst/>
          </a:prstGeom>
        </p:spPr>
        <p:txBody>
          <a:bodyPr/>
          <a:lstStyle>
            <a:lvl1pPr>
              <a:defRPr sz="1550"/>
            </a:lvl1pPr>
            <a:lvl2pPr>
              <a:defRPr sz="1550"/>
            </a:lvl2pPr>
            <a:lvl3pPr>
              <a:defRPr sz="1550"/>
            </a:lvl3pPr>
            <a:lvl4pPr>
              <a:defRPr sz="1550"/>
            </a:lvl4pPr>
            <a:lvl5pPr indent="3656686">
              <a:defRPr sz="155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2959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7469908" y="2057400"/>
            <a:ext cx="4116945" cy="27432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520716" y="6244781"/>
            <a:ext cx="216885" cy="223138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540163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7621985" y="2148840"/>
            <a:ext cx="4573192" cy="27432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520716" y="6244781"/>
            <a:ext cx="216885" cy="223138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37930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4" y="0"/>
            <a:ext cx="12195177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520716" y="6244781"/>
            <a:ext cx="216885" cy="223138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749743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4" y="0"/>
            <a:ext cx="12195177" cy="4343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520716" y="6244781"/>
            <a:ext cx="216885" cy="223138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09889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4" y="0"/>
            <a:ext cx="12195177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524400" y="2503487"/>
            <a:ext cx="9146383" cy="1006476"/>
          </a:xfrm>
          <a:prstGeom prst="rect">
            <a:avLst/>
          </a:prstGeom>
        </p:spPr>
        <p:txBody>
          <a:bodyPr anchor="b"/>
          <a:lstStyle>
            <a:lvl1pPr algn="ctr">
              <a:defRPr sz="44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524400" y="3602037"/>
            <a:ext cx="9146383" cy="29761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301488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56466" y="1854481"/>
            <a:ext cx="10518340" cy="702984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56466" y="2908546"/>
            <a:ext cx="10518340" cy="377585"/>
          </a:xfrm>
          <a:prstGeom prst="rect">
            <a:avLst/>
          </a:prstGeom>
        </p:spPr>
        <p:txBody>
          <a:bodyPr/>
          <a:lstStyle>
            <a:lvl1pPr algn="ctr">
              <a:defRPr sz="1600"/>
            </a:lvl1pPr>
            <a:lvl2pPr algn="ctr">
              <a:defRPr sz="1600"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5727174" y="2652996"/>
            <a:ext cx="776924" cy="45719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175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PFDinDisplayPro-Medium"/>
              <a:ea typeface="PFDinDisplayPro-Medium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1586742" y="3729038"/>
            <a:ext cx="9020111" cy="120015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13447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884083" y="1969048"/>
            <a:ext cx="3463382" cy="21457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4033026" y="1969052"/>
            <a:ext cx="3564041" cy="275165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15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7884086" y="4278169"/>
            <a:ext cx="3490723" cy="73089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4033026" y="2350054"/>
            <a:ext cx="3564041" cy="164552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040212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0" y="728662"/>
            <a:ext cx="11374807" cy="5436165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FDinDisplayPro-Medium"/>
              <a:ea typeface="PFDinDisplayPro-Medium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174902" y="932259"/>
            <a:ext cx="11276579" cy="50168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174904" y="932259"/>
            <a:ext cx="11276578" cy="50168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10" y="1387943"/>
            <a:ext cx="5259171" cy="72324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02110" y="1130394"/>
            <a:ext cx="5259171" cy="36223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4"/>
                </a:solidFill>
              </a:defRPr>
            </a:lvl2pPr>
            <a:lvl3pPr>
              <a:defRPr sz="1600">
                <a:solidFill>
                  <a:schemeClr val="accent4"/>
                </a:solidFill>
              </a:defRPr>
            </a:lvl3pPr>
            <a:lvl4pPr>
              <a:defRPr sz="1600">
                <a:solidFill>
                  <a:schemeClr val="accent4"/>
                </a:solidFill>
              </a:defRPr>
            </a:lvl4pPr>
            <a:lvl5pPr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279472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22" y="314326"/>
            <a:ext cx="5032041" cy="528638"/>
          </a:xfrm>
          <a:prstGeom prst="rect">
            <a:avLst/>
          </a:prstGeom>
        </p:spPr>
        <p:txBody>
          <a:bodyPr/>
          <a:lstStyle>
            <a:lvl1pPr>
              <a:defRPr sz="27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22" y="842963"/>
            <a:ext cx="5032041" cy="228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4"/>
                </a:solidFill>
              </a:defRPr>
            </a:lvl2pPr>
            <a:lvl3pPr>
              <a:defRPr sz="1600">
                <a:solidFill>
                  <a:schemeClr val="accent4"/>
                </a:solidFill>
              </a:defRPr>
            </a:lvl3pPr>
            <a:lvl4pPr>
              <a:defRPr sz="1600">
                <a:solidFill>
                  <a:schemeClr val="accent4"/>
                </a:solidFill>
              </a:defRPr>
            </a:lvl4pPr>
            <a:lvl5pPr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838419" y="1185863"/>
            <a:ext cx="2743916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FDinDisplayPro-Medium"/>
              <a:ea typeface="PFDinDisplayPro-Medium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2619531" y="1959162"/>
            <a:ext cx="1469814" cy="146904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303570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7403723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7403726" y="0"/>
            <a:ext cx="4791455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155528" y="1465943"/>
            <a:ext cx="3201235" cy="1105014"/>
          </a:xfrm>
          <a:prstGeom prst="rect">
            <a:avLst/>
          </a:prstGeom>
        </p:spPr>
        <p:txBody>
          <a:bodyPr/>
          <a:lstStyle>
            <a:lvl1pPr>
              <a:defRPr sz="4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191008" y="2437610"/>
            <a:ext cx="3165755" cy="22860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4"/>
                </a:solidFill>
              </a:defRPr>
            </a:lvl2pPr>
            <a:lvl3pPr>
              <a:defRPr sz="1600">
                <a:solidFill>
                  <a:schemeClr val="accent4"/>
                </a:solidFill>
              </a:defRPr>
            </a:lvl3pPr>
            <a:lvl4pPr>
              <a:defRPr sz="1600">
                <a:solidFill>
                  <a:schemeClr val="accent4"/>
                </a:solidFill>
              </a:defRPr>
            </a:lvl4pPr>
            <a:lvl5pPr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843496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114360" y="-117926"/>
            <a:ext cx="3462756" cy="7052127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2009228" y="-117928"/>
            <a:ext cx="4371230" cy="7052129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5001654" y="-117926"/>
            <a:ext cx="4929315" cy="7052127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8633200" y="-117928"/>
            <a:ext cx="3619161" cy="7052129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415852" y="-325666"/>
            <a:ext cx="12898517" cy="7467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2879730"/>
            <a:ext cx="10518340" cy="54927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3429000"/>
            <a:ext cx="10518340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520716" y="6244781"/>
            <a:ext cx="216885" cy="223138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644310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09286"/>
            <a:ext cx="10518340" cy="69084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00125"/>
            <a:ext cx="10518340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443148" y="1949828"/>
            <a:ext cx="2539923" cy="287935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361372" y="1949828"/>
            <a:ext cx="2539923" cy="287935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6279592" y="1949828"/>
            <a:ext cx="2539923" cy="287935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9197820" y="1949828"/>
            <a:ext cx="2539923" cy="287935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1734458" y="3886202"/>
            <a:ext cx="1337451" cy="30797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4638590" y="3886202"/>
            <a:ext cx="1337452" cy="30797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7549554" y="3886202"/>
            <a:ext cx="1337451" cy="30797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10467782" y="3886202"/>
            <a:ext cx="1337451" cy="30797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826580" y="3948906"/>
            <a:ext cx="1156491" cy="182564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4726548" y="3948906"/>
            <a:ext cx="1156490" cy="182564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7640034" y="3948906"/>
            <a:ext cx="1156490" cy="182564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558259" y="3948906"/>
            <a:ext cx="1156490" cy="182564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443146" y="5002216"/>
            <a:ext cx="2539923" cy="207963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11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3146" y="5307018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43120" y="5002216"/>
            <a:ext cx="2539923" cy="207963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11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3343120" y="5307018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6279592" y="5000528"/>
            <a:ext cx="2539923" cy="207963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11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279592" y="5305330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179568" y="5000528"/>
            <a:ext cx="2539923" cy="207963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11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9179568" y="5305330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9344618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239526"/>
            <a:ext cx="10518340" cy="7606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00125"/>
            <a:ext cx="10518340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02106" y="1989324"/>
            <a:ext cx="2090520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107889" y="1989324"/>
            <a:ext cx="2090520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02106" y="4052047"/>
            <a:ext cx="2090520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3107889" y="4052047"/>
            <a:ext cx="2090520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6110298" y="2646552"/>
            <a:ext cx="2539923" cy="207963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11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110298" y="3237674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6110298" y="2942114"/>
            <a:ext cx="2539923" cy="207963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1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8838578" y="2646552"/>
            <a:ext cx="2539923" cy="207963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11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8838576" y="3237674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8838578" y="2942114"/>
            <a:ext cx="2539923" cy="207963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1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6106606" y="4048644"/>
            <a:ext cx="2539923" cy="207963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11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6106606" y="4639772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6106606" y="4344210"/>
            <a:ext cx="2539923" cy="207963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1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34888" y="4048644"/>
            <a:ext cx="2539923" cy="207963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11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834888" y="4639772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8834888" y="4344210"/>
            <a:ext cx="2539923" cy="207963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1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6650941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264648"/>
            <a:ext cx="10518340" cy="73548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00125"/>
            <a:ext cx="10518340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608407" y="1998571"/>
            <a:ext cx="1686804" cy="16859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2931297" y="1998571"/>
            <a:ext cx="1686804" cy="16859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5254186" y="1998571"/>
            <a:ext cx="1686804" cy="16859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7577076" y="1998571"/>
            <a:ext cx="1686804" cy="16859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9899965" y="1968410"/>
            <a:ext cx="1686804" cy="16859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83400" y="4037264"/>
            <a:ext cx="1862641" cy="207963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11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83400" y="4709072"/>
            <a:ext cx="1862641" cy="91180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483400" y="4332828"/>
            <a:ext cx="1862641" cy="207963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1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2808988" y="4037264"/>
            <a:ext cx="1862641" cy="207963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11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2808988" y="4709072"/>
            <a:ext cx="1862641" cy="91180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2808988" y="4332828"/>
            <a:ext cx="1862641" cy="207963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1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5134574" y="4037264"/>
            <a:ext cx="1862641" cy="207963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11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34574" y="4709072"/>
            <a:ext cx="1862641" cy="91180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5134574" y="4332828"/>
            <a:ext cx="1862641" cy="207963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1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7460162" y="4022184"/>
            <a:ext cx="1862641" cy="207963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11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7460160" y="4693990"/>
            <a:ext cx="1862641" cy="91180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460162" y="4317746"/>
            <a:ext cx="1862641" cy="207963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1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9785748" y="4037264"/>
            <a:ext cx="1862641" cy="207963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11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785746" y="4709072"/>
            <a:ext cx="1862641" cy="91180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9785748" y="4332828"/>
            <a:ext cx="1862641" cy="207963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1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555042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22" y="347942"/>
            <a:ext cx="5032041" cy="528638"/>
          </a:xfrm>
          <a:prstGeom prst="rect">
            <a:avLst/>
          </a:prstGeom>
        </p:spPr>
        <p:txBody>
          <a:bodyPr/>
          <a:lstStyle>
            <a:lvl1pPr>
              <a:defRPr sz="27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22" y="876580"/>
            <a:ext cx="5032041" cy="22860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4"/>
                </a:solidFill>
              </a:defRPr>
            </a:lvl2pPr>
            <a:lvl3pPr>
              <a:defRPr sz="1600">
                <a:solidFill>
                  <a:schemeClr val="accent4"/>
                </a:solidFill>
              </a:defRPr>
            </a:lvl3pPr>
            <a:lvl4pPr>
              <a:defRPr sz="1600">
                <a:solidFill>
                  <a:schemeClr val="accent4"/>
                </a:solidFill>
              </a:defRPr>
            </a:lvl4pPr>
            <a:lvl5pPr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4" y="1927276"/>
            <a:ext cx="3228977" cy="185653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228980" y="1927276"/>
            <a:ext cx="3228977" cy="185653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4" y="3783807"/>
            <a:ext cx="3228977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3228980" y="3783807"/>
            <a:ext cx="3228977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964678" y="3487154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2024395" y="3536950"/>
            <a:ext cx="1156490" cy="182564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3228976" y="3783810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3288692" y="3833607"/>
            <a:ext cx="1156490" cy="182564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3228976" y="3487154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3288692" y="3536950"/>
            <a:ext cx="1156490" cy="182564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964678" y="3783810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024395" y="3833607"/>
            <a:ext cx="1156490" cy="182564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1854897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1" y="0"/>
            <a:ext cx="6116650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078532" y="0"/>
            <a:ext cx="611664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4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078532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4" y="4572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069372" y="4572000"/>
            <a:ext cx="6125806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407115" y="994674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2466831" y="1044472"/>
            <a:ext cx="1156490" cy="182564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200">
                <a:solidFill>
                  <a:srgbClr val="FFFFFF"/>
                </a:solidFill>
              </a:defRPr>
            </a:lvl3pPr>
            <a:lvl4pPr>
              <a:defRPr sz="1200">
                <a:solidFill>
                  <a:srgbClr val="FFFFFF"/>
                </a:solidFill>
              </a:defRPr>
            </a:lvl4pPr>
            <a:lvl5pPr>
              <a:defRPr sz="1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8504704" y="3280674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8564421" y="3330472"/>
            <a:ext cx="1156490" cy="182564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2455206" y="5566674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2514923" y="5616472"/>
            <a:ext cx="1156490" cy="182564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43824531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1" y="0"/>
            <a:ext cx="6116650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078532" y="0"/>
            <a:ext cx="611664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4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078532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8535671" y="994674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8595387" y="1044472"/>
            <a:ext cx="1156490" cy="182564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200">
                <a:solidFill>
                  <a:srgbClr val="FFFFFF"/>
                </a:solidFill>
              </a:defRPr>
            </a:lvl3pPr>
            <a:lvl4pPr>
              <a:defRPr sz="1200">
                <a:solidFill>
                  <a:srgbClr val="FFFFFF"/>
                </a:solidFill>
              </a:defRPr>
            </a:lvl4pPr>
            <a:lvl5pPr>
              <a:defRPr sz="1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2407116" y="3287922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2466832" y="3337719"/>
            <a:ext cx="1156490" cy="182564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2546755" y="6128545"/>
            <a:ext cx="1156490" cy="182564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19359" y="4733365"/>
            <a:ext cx="10518340" cy="571268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7779769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2" y="-1"/>
            <a:ext cx="12195179" cy="682704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19669846" y="-8686800"/>
            <a:ext cx="12195179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263237"/>
            <a:ext cx="10518340" cy="77845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41692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10030365" y="3673873"/>
            <a:ext cx="1044722" cy="1044178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628369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6097592" y="0"/>
            <a:ext cx="6097589" cy="6858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FDinDisplayPro-Medium"/>
              <a:ea typeface="PFDinDisplayPro-Medium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0"/>
            <a:ext cx="6116650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06" y="2674652"/>
            <a:ext cx="4562398" cy="1703387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728416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4" y="0"/>
            <a:ext cx="6097589" cy="6858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FDinDisplayPro-Medium"/>
              <a:ea typeface="PFDinDisplayPro-Medium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06" y="2722449"/>
            <a:ext cx="4562398" cy="1703388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6097592" y="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097592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6097592" y="4572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9277424" y="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9277424" y="2286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9277424" y="4572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9507501" y="520704"/>
            <a:ext cx="2393156" cy="20796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1pPr>
            <a:lvl2pPr algn="ctr">
              <a:def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2pPr>
            <a:lvl3pPr algn="ctr">
              <a:def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3pPr>
            <a:lvl4pPr algn="ctr">
              <a:def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4pPr>
            <a:lvl5pPr algn="ctr">
              <a:def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507501" y="825504"/>
            <a:ext cx="2393156" cy="103958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507501" y="2749554"/>
            <a:ext cx="2393156" cy="207963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1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9507501" y="3054352"/>
            <a:ext cx="2393156" cy="103958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507501" y="5063904"/>
            <a:ext cx="2393156" cy="207963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1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9507501" y="5368704"/>
            <a:ext cx="2393156" cy="103958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005574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43922" y="2114600"/>
            <a:ext cx="3228977" cy="185653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224940" y="3674478"/>
            <a:ext cx="1647956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3317370" y="3724274"/>
            <a:ext cx="1507432" cy="182564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744132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43922" y="2020472"/>
            <a:ext cx="3228977" cy="185653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221127" y="3580346"/>
            <a:ext cx="165176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3313884" y="3630146"/>
            <a:ext cx="1510919" cy="198905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7252130" y="2020472"/>
            <a:ext cx="3228977" cy="185653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43922" y="4381504"/>
            <a:ext cx="3228977" cy="275433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15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43922" y="4721230"/>
            <a:ext cx="3228977" cy="1057461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7252130" y="4358158"/>
            <a:ext cx="3228977" cy="275433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15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7252130" y="4697886"/>
            <a:ext cx="3228977" cy="1057461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7252126" y="3580346"/>
            <a:ext cx="165176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7344882" y="3630146"/>
            <a:ext cx="1510919" cy="198905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948739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2773222" y="2072644"/>
            <a:ext cx="2644565" cy="306229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2773222" y="2443166"/>
            <a:ext cx="2644565" cy="101861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1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286548" y="2072644"/>
            <a:ext cx="1169621" cy="116901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2773222" y="4104436"/>
            <a:ext cx="2644565" cy="306229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2773222" y="4474958"/>
            <a:ext cx="2644565" cy="101861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1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1286548" y="4104432"/>
            <a:ext cx="1169621" cy="116901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155524" y="2072644"/>
            <a:ext cx="2644566" cy="306229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8155524" y="2443166"/>
            <a:ext cx="2644566" cy="101861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1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6668850" y="2072644"/>
            <a:ext cx="1169620" cy="116901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8155524" y="4104436"/>
            <a:ext cx="2644566" cy="306229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8155524" y="4474958"/>
            <a:ext cx="2644566" cy="101861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1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6668850" y="4104432"/>
            <a:ext cx="1169620" cy="116901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129554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0" y="0"/>
            <a:ext cx="7233243" cy="3429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7233246" y="0"/>
            <a:ext cx="4961935" cy="3429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4" y="3429000"/>
            <a:ext cx="4961935" cy="3429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4961938" y="3429000"/>
            <a:ext cx="7233243" cy="3429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2254303" y="1695454"/>
            <a:ext cx="7669566" cy="3429001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2591936" y="1975130"/>
            <a:ext cx="6912619" cy="528638"/>
          </a:xfrm>
          <a:prstGeom prst="rect">
            <a:avLst/>
          </a:prstGeom>
        </p:spPr>
        <p:txBody>
          <a:bodyPr/>
          <a:lstStyle>
            <a:lvl1pPr algn="ctr">
              <a:defRPr sz="27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91936" y="2503772"/>
            <a:ext cx="6912619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rgbClr val="FFFFFF"/>
                </a:solidFill>
              </a:defRPr>
            </a:lvl1pPr>
            <a:lvl2pPr algn="ctr">
              <a:defRPr sz="1600">
                <a:solidFill>
                  <a:srgbClr val="FFFFFF"/>
                </a:solidFill>
              </a:defRPr>
            </a:lvl2pPr>
            <a:lvl3pPr algn="ctr">
              <a:defRPr sz="1600">
                <a:solidFill>
                  <a:srgbClr val="FFFFFF"/>
                </a:solidFill>
              </a:defRPr>
            </a:lvl3pPr>
            <a:lvl4pPr algn="ctr">
              <a:defRPr sz="1600">
                <a:solidFill>
                  <a:srgbClr val="FFFFFF"/>
                </a:solidFill>
              </a:defRPr>
            </a:lvl4pPr>
            <a:lvl5pPr algn="ctr">
              <a:defRPr sz="16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03421325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" y="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8130460" y="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4064718" y="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1026" y="342900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8129435" y="342900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063691" y="342900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3217492" y="2936875"/>
            <a:ext cx="5756099" cy="98425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534032" y="3164681"/>
            <a:ext cx="5127121" cy="528638"/>
          </a:xfrm>
          <a:prstGeom prst="rect">
            <a:avLst/>
          </a:prstGeom>
        </p:spPr>
        <p:txBody>
          <a:bodyPr/>
          <a:lstStyle>
            <a:lvl1pPr algn="ctr">
              <a:defRPr sz="27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19829407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6097592" y="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097592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6097592" y="4572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9277424" y="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9277424" y="2286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9277424" y="4572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9507501" y="520704"/>
            <a:ext cx="2393156" cy="207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1pPr>
            <a:lvl2pPr>
              <a:def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2pPr>
            <a:lvl3pPr>
              <a:def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3pPr>
            <a:lvl4pPr>
              <a:def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4pPr>
            <a:lvl5pPr>
              <a:def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507501" y="825504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507501" y="2749554"/>
            <a:ext cx="2393156" cy="207963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1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9507501" y="3054352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507501" y="5063904"/>
            <a:ext cx="2393156" cy="207963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1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9507501" y="5368704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4" y="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4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4" y="4572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3179836" y="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3179836" y="2286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3179836" y="4572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3409913" y="520704"/>
            <a:ext cx="2393156" cy="207963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1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3409913" y="825504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3409913" y="2749554"/>
            <a:ext cx="2393156" cy="207963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1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3409913" y="3054352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3409913" y="5063904"/>
            <a:ext cx="2393156" cy="207963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1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3409913" y="5368704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69456720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4" y="5574"/>
            <a:ext cx="6097589" cy="685242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0" y="4020460"/>
            <a:ext cx="6097589" cy="283754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6097588" y="1"/>
            <a:ext cx="6097590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6097588" y="4018150"/>
            <a:ext cx="6097590" cy="2839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838422" y="4587148"/>
            <a:ext cx="4293467" cy="400071"/>
          </a:xfrm>
          <a:prstGeom prst="rect">
            <a:avLst/>
          </a:prstGeom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1pPr>
            <a:lvl2pPr algn="ctr">
              <a:defRPr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2pPr>
            <a:lvl3pPr algn="ctr">
              <a:defRPr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3pPr>
            <a:lvl4pPr algn="ctr">
              <a:defRPr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4pPr>
            <a:lvl5pPr algn="ctr">
              <a:defRPr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838422" y="5007432"/>
            <a:ext cx="4293467" cy="94172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838422" y="4255168"/>
            <a:ext cx="4293467" cy="25676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7063296" y="4572410"/>
            <a:ext cx="4293467" cy="400071"/>
          </a:xfrm>
          <a:prstGeom prst="rect">
            <a:avLst/>
          </a:prstGeom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7063296" y="4992694"/>
            <a:ext cx="4293467" cy="94172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7063296" y="4240428"/>
            <a:ext cx="4293467" cy="25676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4569170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4" y="2"/>
            <a:ext cx="6097589" cy="3429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6097592" y="2"/>
            <a:ext cx="6097589" cy="3429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4" y="3429004"/>
            <a:ext cx="6097589" cy="3429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6097592" y="3429004"/>
            <a:ext cx="6097589" cy="3429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318093" y="2286004"/>
            <a:ext cx="4779496" cy="112871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097592" y="2286004"/>
            <a:ext cx="4779495" cy="112871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318093" y="3414713"/>
            <a:ext cx="4779496" cy="11287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6097592" y="3414713"/>
            <a:ext cx="4779495" cy="11287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56479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1"/>
            <a:ext cx="6936548" cy="40041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5827680" y="1"/>
            <a:ext cx="6367501" cy="40041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4488966"/>
            <a:ext cx="5827676" cy="23689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6299310" y="4489080"/>
            <a:ext cx="5895871" cy="23689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24828" y="3961371"/>
            <a:ext cx="10545520" cy="615764"/>
          </a:xfrm>
          <a:prstGeom prst="rect">
            <a:avLst/>
          </a:prstGeom>
        </p:spPr>
        <p:txBody>
          <a:bodyPr/>
          <a:lstStyle>
            <a:lvl1pPr algn="ctr">
              <a:defRPr sz="3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4577138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520716" y="6244781"/>
            <a:ext cx="216885" cy="223138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8832358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6097588" y="0"/>
            <a:ext cx="3179832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097588" y="2286000"/>
            <a:ext cx="3179832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6097590" y="4572000"/>
            <a:ext cx="317983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9277424" y="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9277424" y="2286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9277424" y="4572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9507501" y="520704"/>
            <a:ext cx="2393156" cy="207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1pPr>
            <a:lvl2pPr>
              <a:def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2pPr>
            <a:lvl3pPr>
              <a:def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3pPr>
            <a:lvl4pPr>
              <a:def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4pPr>
            <a:lvl5pPr>
              <a:def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507501" y="825504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507501" y="2749554"/>
            <a:ext cx="2393156" cy="207963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1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9507501" y="3054352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507501" y="5063904"/>
            <a:ext cx="2393156" cy="207963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1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9507501" y="5368704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917758" y="0"/>
            <a:ext cx="3179833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2917758" y="2286000"/>
            <a:ext cx="3179833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2917758" y="4572000"/>
            <a:ext cx="3179833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0" y="15654"/>
            <a:ext cx="2917757" cy="2286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0" y="2301654"/>
            <a:ext cx="2917757" cy="2286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0" y="4587654"/>
            <a:ext cx="2917757" cy="2286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230084" y="536354"/>
            <a:ext cx="2393155" cy="207963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1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230084" y="841154"/>
            <a:ext cx="2393155" cy="1039585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230084" y="2765204"/>
            <a:ext cx="2393155" cy="207963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1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230084" y="3070004"/>
            <a:ext cx="2393155" cy="1039585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230084" y="5079554"/>
            <a:ext cx="2393155" cy="207963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1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230084" y="5384354"/>
            <a:ext cx="2393155" cy="1039585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1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2909009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4" y="1986803"/>
            <a:ext cx="6097589" cy="27600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396426" y="3610115"/>
            <a:ext cx="3978761" cy="85244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389795" y="3771624"/>
            <a:ext cx="2830400" cy="543953"/>
          </a:xfrm>
          <a:prstGeom prst="rect">
            <a:avLst/>
          </a:prstGeom>
        </p:spPr>
        <p:txBody>
          <a:bodyPr/>
          <a:lstStyle/>
          <a:p>
            <a:pPr>
              <a:defRPr sz="12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6783371" y="1986806"/>
            <a:ext cx="3966428" cy="275433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1500">
                <a:solidFill>
                  <a:srgbClr val="40404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6783371" y="2326529"/>
            <a:ext cx="3966428" cy="21403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838419" y="5110162"/>
            <a:ext cx="5259170" cy="8149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871976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402256" y="1996892"/>
            <a:ext cx="3797691" cy="192801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4766" y="1996889"/>
            <a:ext cx="3788161" cy="1928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3075106" y="1996892"/>
            <a:ext cx="6044971" cy="192801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83385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22" y="200026"/>
            <a:ext cx="5032041" cy="528638"/>
          </a:xfrm>
          <a:prstGeom prst="rect">
            <a:avLst/>
          </a:prstGeom>
        </p:spPr>
        <p:txBody>
          <a:bodyPr/>
          <a:lstStyle>
            <a:lvl1pPr>
              <a:defRPr sz="27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22" y="728663"/>
            <a:ext cx="5032041" cy="228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4"/>
                </a:solidFill>
              </a:defRPr>
            </a:lvl2pPr>
            <a:lvl3pPr>
              <a:defRPr sz="1600">
                <a:solidFill>
                  <a:schemeClr val="accent4"/>
                </a:solidFill>
              </a:defRPr>
            </a:lvl3pPr>
            <a:lvl4pPr>
              <a:defRPr sz="1600">
                <a:solidFill>
                  <a:schemeClr val="accent4"/>
                </a:solidFill>
              </a:defRPr>
            </a:lvl4pPr>
            <a:lvl5pPr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838419" y="1071563"/>
            <a:ext cx="2743916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FDinDisplayPro-Medium"/>
              <a:ea typeface="PFDinDisplayPro-Medium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6097590" y="2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7623020" y="2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9148414" y="2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0673842" y="2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6097590" y="17208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7623020" y="17208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9148414" y="17208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0673842" y="17208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097590" y="34164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7623020" y="34164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9148414" y="34164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0673842" y="34164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6097590" y="51372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623020" y="51372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9148414" y="51372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10673842" y="5137204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520716" y="6244781"/>
            <a:ext cx="216885" cy="223138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812288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2311306"/>
            <a:ext cx="12190412" cy="251637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6361293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1832578"/>
            <a:ext cx="12190412" cy="319284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4" y="1832578"/>
            <a:ext cx="12195177" cy="319284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802110" y="2925198"/>
            <a:ext cx="10572701" cy="69084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02110" y="3616036"/>
            <a:ext cx="10572701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rgbClr val="FFFFFF"/>
                </a:solidFill>
              </a:defRPr>
            </a:lvl1pPr>
            <a:lvl2pPr algn="ctr">
              <a:defRPr sz="1600">
                <a:solidFill>
                  <a:srgbClr val="FFFFFF"/>
                </a:solidFill>
              </a:defRPr>
            </a:lvl2pPr>
            <a:lvl3pPr algn="ctr">
              <a:defRPr sz="1600">
                <a:solidFill>
                  <a:srgbClr val="FFFFFF"/>
                </a:solidFill>
              </a:defRPr>
            </a:lvl3pPr>
            <a:lvl4pPr algn="ctr">
              <a:defRPr sz="1600">
                <a:solidFill>
                  <a:srgbClr val="FFFFFF"/>
                </a:solidFill>
              </a:defRPr>
            </a:lvl4pPr>
            <a:lvl5pPr algn="ctr">
              <a:defRPr sz="16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9489885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4" y="0"/>
            <a:ext cx="12195177" cy="381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478740" y="3065464"/>
            <a:ext cx="1267486" cy="213201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991117" y="1257302"/>
            <a:ext cx="5106472" cy="1579563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991117" y="2836863"/>
            <a:ext cx="5106472" cy="228600"/>
          </a:xfrm>
          <a:prstGeom prst="rect">
            <a:avLst/>
          </a:prstGeom>
        </p:spPr>
        <p:txBody>
          <a:bodyPr/>
          <a:lstStyle>
            <a:lvl1pPr algn="r">
              <a:defRPr sz="1600">
                <a:solidFill>
                  <a:schemeClr val="accent4"/>
                </a:solidFill>
              </a:defRPr>
            </a:lvl1pPr>
            <a:lvl2pPr algn="r">
              <a:defRPr sz="1600">
                <a:solidFill>
                  <a:schemeClr val="accent4"/>
                </a:solidFill>
              </a:defRPr>
            </a:lvl2pPr>
            <a:lvl3pPr algn="r">
              <a:defRPr sz="1600">
                <a:solidFill>
                  <a:schemeClr val="accent4"/>
                </a:solidFill>
              </a:defRPr>
            </a:lvl3pPr>
            <a:lvl4pPr algn="r">
              <a:defRPr sz="1600">
                <a:solidFill>
                  <a:schemeClr val="accent4"/>
                </a:solidFill>
              </a:defRPr>
            </a:lvl4pPr>
            <a:lvl5pPr algn="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1816210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514676" y="3130550"/>
            <a:ext cx="1264309" cy="21272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21169691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6758304" y="2951439"/>
            <a:ext cx="2781551" cy="141483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39129064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4879056" y="3694818"/>
            <a:ext cx="2774090" cy="211015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34536390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4521827" y="2329102"/>
            <a:ext cx="3117596" cy="22757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4902813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864062" y="2805114"/>
            <a:ext cx="3186821" cy="178117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40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40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9359903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0" y="4"/>
            <a:ext cx="12195177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10" y="2738160"/>
            <a:ext cx="10572701" cy="69084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02110" y="3429000"/>
            <a:ext cx="10572701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13014609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0" y="4"/>
            <a:ext cx="12195177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08" y="3214688"/>
            <a:ext cx="10554653" cy="1014413"/>
          </a:xfrm>
          <a:prstGeom prst="rect">
            <a:avLst/>
          </a:prstGeom>
        </p:spPr>
        <p:txBody>
          <a:bodyPr/>
          <a:lstStyle>
            <a:lvl1pPr algn="ctr">
              <a:defRPr sz="4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02108" y="4229100"/>
            <a:ext cx="10554653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87512023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10" y="2414592"/>
            <a:ext cx="10554653" cy="1014413"/>
          </a:xfrm>
          <a:prstGeom prst="rect">
            <a:avLst/>
          </a:prstGeom>
        </p:spPr>
        <p:txBody>
          <a:bodyPr/>
          <a:lstStyle>
            <a:lvl1pPr algn="ctr">
              <a:defRPr sz="4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02110" y="3429000"/>
            <a:ext cx="10554653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0318691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78623"/>
            <a:ext cx="2995992" cy="340100"/>
          </a:xfrm>
          <a:prstGeom prst="rect">
            <a:avLst/>
          </a:prstGeom>
        </p:spPr>
        <p:txBody>
          <a:bodyPr anchor="b"/>
          <a:lstStyle>
            <a:lvl1pPr>
              <a:defRPr sz="16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22" y="4118723"/>
            <a:ext cx="2995991" cy="73566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4922006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052594" y="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6105182" y="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9157774" y="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" y="2286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3052594" y="2286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105182" y="2286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9157774" y="2286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2" y="4572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3052594" y="4572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6105182" y="4572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9157774" y="4572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6169768" y="3497263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327001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22" y="365130"/>
            <a:ext cx="10518341" cy="132556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838420" y="1825625"/>
            <a:ext cx="5182951" cy="43513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24449873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40008" y="365130"/>
            <a:ext cx="10518341" cy="132556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40006" y="1681166"/>
            <a:ext cx="5159132" cy="823913"/>
          </a:xfrm>
          <a:prstGeom prst="rect">
            <a:avLst/>
          </a:prstGeom>
        </p:spPr>
        <p:txBody>
          <a:bodyPr anchor="b"/>
          <a:lstStyle>
            <a:lvl1pPr>
              <a:defRPr sz="2350"/>
            </a:lvl1pPr>
            <a:lvl2pPr>
              <a:defRPr sz="2350"/>
            </a:lvl2pPr>
            <a:lvl3pPr>
              <a:defRPr sz="2350"/>
            </a:lvl3pPr>
            <a:lvl4pPr>
              <a:defRPr sz="2350"/>
            </a:lvl4pPr>
            <a:lvl5pPr indent="3656686">
              <a:defRPr sz="235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6173812" y="1681166"/>
            <a:ext cx="5184539" cy="823913"/>
          </a:xfrm>
          <a:prstGeom prst="rect">
            <a:avLst/>
          </a:prstGeom>
        </p:spPr>
        <p:txBody>
          <a:bodyPr anchor="b"/>
          <a:lstStyle/>
          <a:p>
            <a:pPr>
              <a:defRPr sz="235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8480409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22" y="365130"/>
            <a:ext cx="10518341" cy="132556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277814" y="2648748"/>
            <a:ext cx="2650919" cy="914401"/>
          </a:xfrm>
          <a:prstGeom prst="rect">
            <a:avLst/>
          </a:prstGeom>
        </p:spPr>
        <p:txBody>
          <a:bodyPr/>
          <a:lstStyle>
            <a:lvl1pPr>
              <a:defRPr sz="4400">
                <a:latin typeface="Montserrat SemiBold"/>
                <a:ea typeface="Montserrat SemiBold"/>
                <a:cs typeface="Montserrat SemiBold"/>
              </a:defRPr>
            </a:lvl1pPr>
            <a:lvl2pPr>
              <a:defRPr sz="4400">
                <a:latin typeface="Montserrat SemiBold"/>
                <a:ea typeface="Montserrat SemiBold"/>
                <a:cs typeface="Montserrat SemiBold"/>
              </a:defRPr>
            </a:lvl2pPr>
            <a:lvl3pPr>
              <a:defRPr sz="4400">
                <a:latin typeface="Montserrat SemiBold"/>
                <a:ea typeface="Montserrat SemiBold"/>
                <a:cs typeface="Montserrat SemiBold"/>
              </a:defRPr>
            </a:lvl3pPr>
            <a:lvl4pPr>
              <a:defRPr sz="4400">
                <a:latin typeface="Montserrat SemiBold"/>
                <a:ea typeface="Montserrat SemiBold"/>
                <a:cs typeface="Montserrat SemiBold"/>
              </a:defRPr>
            </a:lvl4pPr>
            <a:lvl5pPr>
              <a:defRPr sz="4400">
                <a:latin typeface="Montserrat SemiBold"/>
                <a:ea typeface="Montserrat SemiBold"/>
                <a:cs typeface="Montserrat Semi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1291310" y="3711578"/>
            <a:ext cx="2637418" cy="76596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4399156" y="2651924"/>
            <a:ext cx="2650919" cy="914401"/>
          </a:xfrm>
          <a:prstGeom prst="rect">
            <a:avLst/>
          </a:prstGeom>
        </p:spPr>
        <p:txBody>
          <a:bodyPr/>
          <a:lstStyle/>
          <a:p>
            <a:pPr>
              <a:defRPr sz="1600">
                <a:latin typeface="Montserrat SemiBold"/>
                <a:ea typeface="Montserrat SemiBold"/>
                <a:cs typeface="Montserrat Semi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442879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2463695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40010" y="457200"/>
            <a:ext cx="3933263" cy="1600200"/>
          </a:xfrm>
          <a:prstGeom prst="rect">
            <a:avLst/>
          </a:prstGeom>
        </p:spPr>
        <p:txBody>
          <a:bodyPr anchor="b"/>
          <a:lstStyle>
            <a:lvl1pPr>
              <a:defRPr sz="315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5184542" y="987426"/>
            <a:ext cx="6173809" cy="4873626"/>
          </a:xfrm>
          <a:prstGeom prst="rect">
            <a:avLst/>
          </a:prstGeom>
        </p:spPr>
        <p:txBody>
          <a:bodyPr/>
          <a:lstStyle>
            <a:lvl1pPr>
              <a:defRPr sz="3150"/>
            </a:lvl1pPr>
            <a:lvl2pPr>
              <a:defRPr sz="3150"/>
            </a:lvl2pPr>
            <a:lvl3pPr>
              <a:defRPr sz="3150"/>
            </a:lvl3pPr>
            <a:lvl4pPr>
              <a:defRPr sz="3150"/>
            </a:lvl4pPr>
            <a:lvl5pPr>
              <a:defRPr sz="315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840010" y="2057400"/>
            <a:ext cx="3933263" cy="3811588"/>
          </a:xfrm>
          <a:prstGeom prst="rect">
            <a:avLst/>
          </a:prstGeom>
        </p:spPr>
        <p:txBody>
          <a:bodyPr/>
          <a:lstStyle/>
          <a:p>
            <a:pPr>
              <a:defRPr sz="155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4463377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40010" y="457200"/>
            <a:ext cx="3933263" cy="1600200"/>
          </a:xfrm>
          <a:prstGeom prst="rect">
            <a:avLst/>
          </a:prstGeom>
        </p:spPr>
        <p:txBody>
          <a:bodyPr anchor="b"/>
          <a:lstStyle>
            <a:lvl1pPr>
              <a:defRPr sz="315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5184542" y="987426"/>
            <a:ext cx="6173809" cy="48736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40010" y="2057400"/>
            <a:ext cx="3933263" cy="3811588"/>
          </a:xfrm>
          <a:prstGeom prst="rect">
            <a:avLst/>
          </a:prstGeom>
        </p:spPr>
        <p:txBody>
          <a:bodyPr/>
          <a:lstStyle>
            <a:lvl1pPr>
              <a:defRPr sz="1550"/>
            </a:lvl1pPr>
            <a:lvl2pPr>
              <a:defRPr sz="1550"/>
            </a:lvl2pPr>
            <a:lvl3pPr>
              <a:defRPr sz="1550"/>
            </a:lvl3pPr>
            <a:lvl4pPr>
              <a:defRPr sz="1550"/>
            </a:lvl4pPr>
            <a:lvl5pPr indent="3656686">
              <a:defRPr sz="155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2491010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7469908" y="2057400"/>
            <a:ext cx="4116945" cy="27432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520716" y="6244781"/>
            <a:ext cx="216885" cy="223138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5215570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7621985" y="2148840"/>
            <a:ext cx="4573192" cy="27432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520716" y="6244781"/>
            <a:ext cx="216885" cy="223138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830785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4" y="0"/>
            <a:ext cx="12195177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520716" y="6244781"/>
            <a:ext cx="216885" cy="223138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8970331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4" y="0"/>
            <a:ext cx="12195177" cy="4343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520716" y="6244781"/>
            <a:ext cx="216885" cy="223138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3400330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77.xml"/><Relationship Id="rId26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2.xml"/><Relationship Id="rId31" Type="http://schemas.openxmlformats.org/officeDocument/2006/relationships/slideLayout" Target="../slideLayouts/slideLayout83.xml"/><Relationship Id="rId32" Type="http://schemas.openxmlformats.org/officeDocument/2006/relationships/slideLayout" Target="../slideLayouts/slideLayout84.xml"/><Relationship Id="rId33" Type="http://schemas.openxmlformats.org/officeDocument/2006/relationships/slideLayout" Target="../slideLayouts/slideLayout85.xml"/><Relationship Id="rId34" Type="http://schemas.openxmlformats.org/officeDocument/2006/relationships/slideLayout" Target="../slideLayouts/slideLayout86.xml"/><Relationship Id="rId35" Type="http://schemas.openxmlformats.org/officeDocument/2006/relationships/slideLayout" Target="../slideLayouts/slideLayout87.xml"/><Relationship Id="rId36" Type="http://schemas.openxmlformats.org/officeDocument/2006/relationships/slideLayout" Target="../slideLayouts/slideLayout88.xml"/><Relationship Id="rId37" Type="http://schemas.openxmlformats.org/officeDocument/2006/relationships/slideLayout" Target="../slideLayouts/slideLayout89.xml"/><Relationship Id="rId38" Type="http://schemas.openxmlformats.org/officeDocument/2006/relationships/slideLayout" Target="../slideLayouts/slideLayout90.xml"/><Relationship Id="rId39" Type="http://schemas.openxmlformats.org/officeDocument/2006/relationships/slideLayout" Target="../slideLayouts/slideLayout91.xml"/><Relationship Id="rId40" Type="http://schemas.openxmlformats.org/officeDocument/2006/relationships/slideLayout" Target="../slideLayouts/slideLayout92.xml"/><Relationship Id="rId41" Type="http://schemas.openxmlformats.org/officeDocument/2006/relationships/slideLayout" Target="../slideLayouts/slideLayout93.xml"/><Relationship Id="rId42" Type="http://schemas.openxmlformats.org/officeDocument/2006/relationships/slideLayout" Target="../slideLayouts/slideLayout94.xml"/><Relationship Id="rId43" Type="http://schemas.openxmlformats.org/officeDocument/2006/relationships/slideLayout" Target="../slideLayouts/slideLayout95.xml"/><Relationship Id="rId44" Type="http://schemas.openxmlformats.org/officeDocument/2006/relationships/slideLayout" Target="../slideLayouts/slideLayout96.xml"/><Relationship Id="rId45" Type="http://schemas.openxmlformats.org/officeDocument/2006/relationships/slideLayout" Target="../slideLayouts/slideLayout97.xml"/><Relationship Id="rId46" Type="http://schemas.openxmlformats.org/officeDocument/2006/relationships/slideLayout" Target="../slideLayouts/slideLayout98.xml"/><Relationship Id="rId47" Type="http://schemas.openxmlformats.org/officeDocument/2006/relationships/slideLayout" Target="../slideLayouts/slideLayout99.xml"/><Relationship Id="rId48" Type="http://schemas.openxmlformats.org/officeDocument/2006/relationships/slideLayout" Target="../slideLayouts/slideLayout100.xml"/><Relationship Id="rId49" Type="http://schemas.openxmlformats.org/officeDocument/2006/relationships/slideLayout" Target="../slideLayouts/slideLayout101.xml"/><Relationship Id="rId50" Type="http://schemas.openxmlformats.org/officeDocument/2006/relationships/slideLayout" Target="../slideLayouts/slideLayout102.xml"/><Relationship Id="rId51" Type="http://schemas.openxmlformats.org/officeDocument/2006/relationships/slideLayout" Target="../slideLayouts/slideLayout103.xml"/><Relationship Id="rId52" Type="http://schemas.openxmlformats.org/officeDocument/2006/relationships/slideLayout" Target="../slideLayouts/slideLayout104.xml"/><Relationship Id="rId5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139874" y="6427344"/>
            <a:ext cx="216885" cy="223138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15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609600" y="92075"/>
            <a:ext cx="10972800" cy="150812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517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  <p:sldLayoutId id="2147483693" r:id="rId42"/>
    <p:sldLayoutId id="2147483694" r:id="rId43"/>
    <p:sldLayoutId id="2147483695" r:id="rId44"/>
    <p:sldLayoutId id="2147483696" r:id="rId45"/>
    <p:sldLayoutId id="2147483697" r:id="rId46"/>
    <p:sldLayoutId id="2147483698" r:id="rId47"/>
    <p:sldLayoutId id="2147483699" r:id="rId48"/>
    <p:sldLayoutId id="2147483700" r:id="rId49"/>
    <p:sldLayoutId id="2147483701" r:id="rId50"/>
    <p:sldLayoutId id="2147483702" r:id="rId51"/>
    <p:sldLayoutId id="2147483703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Bold"/>
          <a:ea typeface="Montserrat SemiBold"/>
          <a:cs typeface="Montserrat Semi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Bold"/>
          <a:ea typeface="Montserrat SemiBold"/>
          <a:cs typeface="Montserrat Semi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Bold"/>
          <a:ea typeface="Montserrat SemiBold"/>
          <a:cs typeface="Montserrat Semi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Bold"/>
          <a:ea typeface="Montserrat SemiBold"/>
          <a:cs typeface="Montserrat Semi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Bold"/>
          <a:ea typeface="Montserrat SemiBold"/>
          <a:cs typeface="Montserrat Semi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Bold"/>
          <a:ea typeface="Montserrat SemiBold"/>
          <a:cs typeface="Montserrat Semi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Bold"/>
          <a:ea typeface="Montserrat SemiBold"/>
          <a:cs typeface="Montserrat Semi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Bold"/>
          <a:ea typeface="Montserrat SemiBold"/>
          <a:cs typeface="Montserrat Semi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Bold"/>
          <a:ea typeface="Montserrat SemiBold"/>
          <a:cs typeface="Montserrat Semi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1400" b="0" i="0" u="none" strike="noStrike" cap="none" spc="0">
          <a:solidFill>
            <a:srgbClr val="000000"/>
          </a:solidFill>
          <a:latin typeface="PFDinDisplayPro-Medium"/>
          <a:ea typeface="PFDinDisplayPro-Medium"/>
          <a:cs typeface="PFDinDisplayPro-Medium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1400" b="0" i="0" u="none" strike="noStrike" cap="none" spc="0">
          <a:solidFill>
            <a:srgbClr val="000000"/>
          </a:solidFill>
          <a:latin typeface="PFDinDisplayPro-Medium"/>
          <a:ea typeface="PFDinDisplayPro-Medium"/>
          <a:cs typeface="PFDinDisplayPro-Medium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1400" b="0" i="0" u="none" strike="noStrike" cap="none" spc="0">
          <a:solidFill>
            <a:srgbClr val="000000"/>
          </a:solidFill>
          <a:latin typeface="PFDinDisplayPro-Medium"/>
          <a:ea typeface="PFDinDisplayPro-Medium"/>
          <a:cs typeface="PFDinDisplayPro-Medium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1400" b="0" i="0" u="none" strike="noStrike" cap="none" spc="0">
          <a:solidFill>
            <a:srgbClr val="000000"/>
          </a:solidFill>
          <a:latin typeface="PFDinDisplayPro-Medium"/>
          <a:ea typeface="PFDinDisplayPro-Medium"/>
          <a:cs typeface="PFDinDisplayPro-Medium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1400" b="0" i="0" u="none" strike="noStrike" cap="none" spc="0">
          <a:solidFill>
            <a:srgbClr val="000000"/>
          </a:solidFill>
          <a:latin typeface="PFDinDisplayPro-Medium"/>
          <a:ea typeface="PFDinDisplayPro-Medium"/>
          <a:cs typeface="PFDinDisplayPro-Medium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1400" b="0" i="0" u="none" strike="noStrike" cap="none" spc="0">
          <a:solidFill>
            <a:srgbClr val="000000"/>
          </a:solidFill>
          <a:latin typeface="PFDinDisplayPro-Medium"/>
          <a:ea typeface="PFDinDisplayPro-Medium"/>
          <a:cs typeface="PFDinDisplayPro-Medium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1400" b="0" i="0" u="none" strike="noStrike" cap="none" spc="0">
          <a:solidFill>
            <a:srgbClr val="000000"/>
          </a:solidFill>
          <a:latin typeface="PFDinDisplayPro-Medium"/>
          <a:ea typeface="PFDinDisplayPro-Medium"/>
          <a:cs typeface="PFDinDisplayPro-Medium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1400" b="0" i="0" u="none" strike="noStrike" cap="none" spc="0">
          <a:solidFill>
            <a:srgbClr val="000000"/>
          </a:solidFill>
          <a:latin typeface="PFDinDisplayPro-Medium"/>
          <a:ea typeface="PFDinDisplayPro-Medium"/>
          <a:cs typeface="PFDinDisplayPro-Medium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1400" b="0" i="0" u="none" strike="noStrike" cap="none" spc="0">
          <a:solidFill>
            <a:srgbClr val="000000"/>
          </a:solidFill>
          <a:latin typeface="PFDinDisplayPro-Medium"/>
          <a:ea typeface="PFDinDisplayPro-Medium"/>
          <a:cs typeface="PFDinDisplayPro-Medium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139874" y="6427344"/>
            <a:ext cx="216885" cy="223138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15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PFDinDisplayPro-Medium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609600" y="92075"/>
            <a:ext cx="10972800" cy="150812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30550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  <p:sldLayoutId id="2147483728" r:id="rId24"/>
    <p:sldLayoutId id="2147483729" r:id="rId25"/>
    <p:sldLayoutId id="2147483730" r:id="rId26"/>
    <p:sldLayoutId id="2147483731" r:id="rId27"/>
    <p:sldLayoutId id="2147483732" r:id="rId28"/>
    <p:sldLayoutId id="2147483733" r:id="rId29"/>
    <p:sldLayoutId id="2147483734" r:id="rId30"/>
    <p:sldLayoutId id="2147483735" r:id="rId31"/>
    <p:sldLayoutId id="2147483736" r:id="rId32"/>
    <p:sldLayoutId id="2147483737" r:id="rId33"/>
    <p:sldLayoutId id="2147483738" r:id="rId34"/>
    <p:sldLayoutId id="2147483739" r:id="rId35"/>
    <p:sldLayoutId id="2147483740" r:id="rId36"/>
    <p:sldLayoutId id="2147483741" r:id="rId37"/>
    <p:sldLayoutId id="2147483742" r:id="rId38"/>
    <p:sldLayoutId id="2147483743" r:id="rId39"/>
    <p:sldLayoutId id="2147483744" r:id="rId40"/>
    <p:sldLayoutId id="2147483745" r:id="rId41"/>
    <p:sldLayoutId id="2147483746" r:id="rId42"/>
    <p:sldLayoutId id="2147483747" r:id="rId43"/>
    <p:sldLayoutId id="2147483748" r:id="rId44"/>
    <p:sldLayoutId id="2147483749" r:id="rId45"/>
    <p:sldLayoutId id="2147483750" r:id="rId46"/>
    <p:sldLayoutId id="2147483751" r:id="rId47"/>
    <p:sldLayoutId id="2147483752" r:id="rId48"/>
    <p:sldLayoutId id="2147483753" r:id="rId49"/>
    <p:sldLayoutId id="2147483754" r:id="rId50"/>
    <p:sldLayoutId id="2147483755" r:id="rId51"/>
    <p:sldLayoutId id="2147483756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Bold"/>
          <a:ea typeface="Montserrat SemiBold"/>
          <a:cs typeface="Montserrat Semi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Bold"/>
          <a:ea typeface="Montserrat SemiBold"/>
          <a:cs typeface="Montserrat Semi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Bold"/>
          <a:ea typeface="Montserrat SemiBold"/>
          <a:cs typeface="Montserrat Semi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Bold"/>
          <a:ea typeface="Montserrat SemiBold"/>
          <a:cs typeface="Montserrat Semi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Bold"/>
          <a:ea typeface="Montserrat SemiBold"/>
          <a:cs typeface="Montserrat Semi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Bold"/>
          <a:ea typeface="Montserrat SemiBold"/>
          <a:cs typeface="Montserrat Semi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Bold"/>
          <a:ea typeface="Montserrat SemiBold"/>
          <a:cs typeface="Montserrat Semi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Bold"/>
          <a:ea typeface="Montserrat SemiBold"/>
          <a:cs typeface="Montserrat Semi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Bold"/>
          <a:ea typeface="Montserrat SemiBold"/>
          <a:cs typeface="Montserrat Semi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1400" b="0" i="0" u="none" strike="noStrike" cap="none" spc="0">
          <a:solidFill>
            <a:srgbClr val="000000"/>
          </a:solidFill>
          <a:latin typeface="PFDinDisplayPro-Medium"/>
          <a:ea typeface="PFDinDisplayPro-Medium"/>
          <a:cs typeface="PFDinDisplayPro-Medium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1400" b="0" i="0" u="none" strike="noStrike" cap="none" spc="0">
          <a:solidFill>
            <a:srgbClr val="000000"/>
          </a:solidFill>
          <a:latin typeface="PFDinDisplayPro-Medium"/>
          <a:ea typeface="PFDinDisplayPro-Medium"/>
          <a:cs typeface="PFDinDisplayPro-Medium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1400" b="0" i="0" u="none" strike="noStrike" cap="none" spc="0">
          <a:solidFill>
            <a:srgbClr val="000000"/>
          </a:solidFill>
          <a:latin typeface="PFDinDisplayPro-Medium"/>
          <a:ea typeface="PFDinDisplayPro-Medium"/>
          <a:cs typeface="PFDinDisplayPro-Medium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1400" b="0" i="0" u="none" strike="noStrike" cap="none" spc="0">
          <a:solidFill>
            <a:srgbClr val="000000"/>
          </a:solidFill>
          <a:latin typeface="PFDinDisplayPro-Medium"/>
          <a:ea typeface="PFDinDisplayPro-Medium"/>
          <a:cs typeface="PFDinDisplayPro-Medium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1400" b="0" i="0" u="none" strike="noStrike" cap="none" spc="0">
          <a:solidFill>
            <a:srgbClr val="000000"/>
          </a:solidFill>
          <a:latin typeface="PFDinDisplayPro-Medium"/>
          <a:ea typeface="PFDinDisplayPro-Medium"/>
          <a:cs typeface="PFDinDisplayPro-Medium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1400" b="0" i="0" u="none" strike="noStrike" cap="none" spc="0">
          <a:solidFill>
            <a:srgbClr val="000000"/>
          </a:solidFill>
          <a:latin typeface="PFDinDisplayPro-Medium"/>
          <a:ea typeface="PFDinDisplayPro-Medium"/>
          <a:cs typeface="PFDinDisplayPro-Medium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1400" b="0" i="0" u="none" strike="noStrike" cap="none" spc="0">
          <a:solidFill>
            <a:srgbClr val="000000"/>
          </a:solidFill>
          <a:latin typeface="PFDinDisplayPro-Medium"/>
          <a:ea typeface="PFDinDisplayPro-Medium"/>
          <a:cs typeface="PFDinDisplayPro-Medium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1400" b="0" i="0" u="none" strike="noStrike" cap="none" spc="0">
          <a:solidFill>
            <a:srgbClr val="000000"/>
          </a:solidFill>
          <a:latin typeface="PFDinDisplayPro-Medium"/>
          <a:ea typeface="PFDinDisplayPro-Medium"/>
          <a:cs typeface="PFDinDisplayPro-Medium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1400" b="0" i="0" u="none" strike="noStrike" cap="none" spc="0">
          <a:solidFill>
            <a:srgbClr val="000000"/>
          </a:solidFill>
          <a:latin typeface="PFDinDisplayPro-Medium"/>
          <a:ea typeface="PFDinDisplayPro-Medium"/>
          <a:cs typeface="PFDinDisplayPro-Medium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429000"/>
            <a:ext cx="12192000" cy="1314547"/>
          </a:xfrm>
          <a:prstGeom prst="rect">
            <a:avLst/>
          </a:prstGeom>
          <a:solidFill>
            <a:srgbClr val="1A1A1A">
              <a:alpha val="5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429000"/>
            <a:ext cx="12192000" cy="36000"/>
          </a:xfrm>
          <a:prstGeom prst="rect">
            <a:avLst/>
          </a:prstGeom>
          <a:solidFill>
            <a:srgbClr val="1AB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3352" y="3699646"/>
            <a:ext cx="9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ontserrat SemiBold"/>
              </a:rPr>
              <a:t>НОРМАТИВНО-ПРАВОВАЯ БАЗА И ОРГАНИЗАЦИОННО-ПРАВОВЫЕ АСПЕКТЫ ОКАЗАНИЯ ПЕРВОЙ ПОМОЩИ</a:t>
            </a:r>
          </a:p>
        </p:txBody>
      </p:sp>
    </p:spTree>
    <p:extLst>
      <p:ext uri="{BB962C8B-B14F-4D97-AF65-F5344CB8AC3E}">
        <p14:creationId xmlns:p14="http://schemas.microsoft.com/office/powerpoint/2010/main" val="507017090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3175" y="3269426"/>
            <a:ext cx="342000" cy="319158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1750">
                <a:solidFill>
                  <a:srgbClr val="FFFFFF"/>
                </a:solidFill>
              </a:defRPr>
            </a:lvl1pPr>
          </a:lstStyle>
          <a:p>
            <a:pPr algn="ctr" defTabSz="1828434">
              <a:defRPr/>
            </a:pPr>
            <a:fld id="{86CB4B4D-7CA3-9044-876B-883B54F8677D}" type="slidenum">
              <a:rPr kern="0">
                <a:latin typeface="PFDinDisplayPro-Medium"/>
                <a:ea typeface="PFDinDisplayPro-Medium"/>
                <a:cs typeface="Calibri"/>
                <a:sym typeface="Open Sans"/>
              </a:rPr>
              <a:pPr algn="ctr" defTabSz="1828434">
                <a:defRPr/>
              </a:pPr>
              <a:t>2</a:t>
            </a:fld>
            <a:endParaRPr kern="0">
              <a:latin typeface="PFDinDisplayPro-Medium"/>
              <a:ea typeface="PFDinDisplayPro-Medium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1030626" y="922838"/>
            <a:ext cx="12140252" cy="416044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3300">
                <a:solidFill>
                  <a:srgbClr val="010101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 defTabSz="914400">
              <a:defRPr/>
            </a:pPr>
            <a:r>
              <a:rPr lang="ru-RU" sz="2300" dirty="0" b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ПОНЯТИЕ ПЕРВОЙ ПОМОЩИ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1030629" y="1302335"/>
            <a:ext cx="4298442" cy="36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>
              <a:defRPr>
                <a:solidFill>
                  <a:srgbClr val="FFFFFF"/>
                </a:solidFill>
              </a:defRPr>
            </a:pPr>
            <a:endParaRPr sz="1750">
              <a:solidFill>
                <a:srgbClr val="FFFFFF"/>
              </a:solidFill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1027997" y="1376929"/>
            <a:ext cx="3204356" cy="340904"/>
          </a:xfrm>
          <a:prstGeom prst="rect">
            <a:avLst/>
          </a:prstGeom>
          <a:ln w="25400">
            <a:miter lim="400000"/>
          </a:ln>
        </p:spPr>
        <p:txBody>
          <a:bodyPr tIns="91440" bIns="91440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 u="none" strike="noStrike" cap="none" spc="0">
                <a:solidFill>
                  <a:srgbClr val="535353"/>
                </a:solidFill>
                <a:latin typeface="PFDinDisplayPro-Medium"/>
                <a:ea typeface="PFDinDisplayPro-Medium"/>
                <a:cs typeface="PFDinDisplayPro-Medium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PFDinDisplayPro-Medium"/>
                <a:ea typeface="PFDinDisplayPro-Medium"/>
                <a:cs typeface="PFDinDisplayPro-Medium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PFDinDisplayPro-Medium"/>
                <a:ea typeface="PFDinDisplayPro-Medium"/>
                <a:cs typeface="PFDinDisplayPro-Medium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PFDinDisplayPro-Medium"/>
                <a:ea typeface="PFDinDisplayPro-Medium"/>
                <a:cs typeface="PFDinDisplayPro-Medium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PFDinDisplayPro-Medium"/>
                <a:ea typeface="PFDinDisplayPro-Medium"/>
                <a:cs typeface="PFDinDisplayPro-Medium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PFDinDisplayPro-Medium"/>
                <a:ea typeface="PFDinDisplayPro-Medium"/>
                <a:cs typeface="PFDinDisplayPro-Medium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PFDinDisplayPro-Medium"/>
                <a:ea typeface="PFDinDisplayPro-Medium"/>
                <a:cs typeface="PFDinDisplayPro-Medium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PFDinDisplayPro-Medium"/>
                <a:ea typeface="PFDinDisplayPro-Medium"/>
                <a:cs typeface="PFDinDisplayPro-Medium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PFDinDisplayPro-Medium"/>
                <a:ea typeface="PFDinDisplayPro-Medium"/>
                <a:cs typeface="PFDinDisplayPro-Medium"/>
              </a:defRPr>
            </a:lvl9pPr>
          </a:lstStyle>
          <a:p>
            <a:pPr>
              <a:defRPr/>
            </a:pPr>
            <a:r>
              <a:rPr lang="ru-RU" sz="1100" b="0">
                <a:solidFill>
                  <a:srgbClr val="535353"/>
                </a:solidFill>
                <a:latin typeface="PFDinDisplayPro-Medium"/>
              </a:rPr>
              <a:t>Аспекты оказания первой помощи</a:t>
            </a:r>
            <a:endParaRPr lang="ru-RU" dirty="0"/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2"/>
          <a:srcRect t="11351"/>
          <a:stretch/>
        </p:blipFill>
        <p:spPr bwMode="auto">
          <a:xfrm>
            <a:off x="916700" y="3616152"/>
            <a:ext cx="1363538" cy="2904403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Овальная выноска 4"/>
          <p:cNvSpPr/>
          <p:nvPr/>
        </p:nvSpPr>
        <p:spPr bwMode="auto">
          <a:xfrm>
            <a:off x="1937540" y="1930549"/>
            <a:ext cx="3794869" cy="2129338"/>
          </a:xfrm>
          <a:prstGeom prst="wedgeEllipseCallout">
            <a:avLst>
              <a:gd name="adj1" fmla="val -53192"/>
              <a:gd name="adj2" fmla="val 46931"/>
            </a:avLst>
          </a:prstGeom>
          <a:solidFill>
            <a:srgbClr val="1ABD9E">
              <a:lumMod val="20000"/>
              <a:lumOff val="80000"/>
            </a:srgbClr>
          </a:solidFill>
          <a:ln w="25400" cap="flat" cmpd="sng" algn="ctr">
            <a:solidFill>
              <a:srgbClr val="1ABD9E">
                <a:lumMod val="20000"/>
                <a:lumOff val="80000"/>
              </a:srgbClr>
            </a:solidFill>
            <a:prstDash val="solid"/>
          </a:ln>
          <a:effectLst/>
        </p:spPr>
        <p:txBody>
          <a:bodyPr rot="0" spcFirstLastPara="1" vertOverflow="overflow" horzOverflow="overflow" vert="horz" wrap="square" lIns="91440" tIns="91440" rIns="91440" bIns="91440" numCol="1" spcCol="38100" rtlCol="0" anchor="ctr">
            <a:spAutoFit/>
          </a:bodyPr>
          <a:lstStyle/>
          <a:p>
            <a:pPr defTabSz="914400">
              <a:defRPr/>
            </a:pPr>
            <a:r>
              <a:rPr lang="ru-RU" sz="1400" b="1">
                <a:solidFill>
                  <a:srgbClr val="535353"/>
                </a:solidFill>
                <a:latin typeface="PFDinDisplayPro-Medium"/>
                <a:cs typeface="Calibri"/>
              </a:rPr>
              <a:t>Первая помощь </a:t>
            </a:r>
            <a:r>
              <a:rPr lang="ru-RU" sz="1400">
                <a:solidFill>
                  <a:srgbClr val="535353"/>
                </a:solidFill>
                <a:latin typeface="PFDinDisplayPro-Medium"/>
                <a:cs typeface="Calibri"/>
              </a:rPr>
              <a:t>- комплекс мероприятий, направленных на поддержание жизни и здоровья, оказываемых до оказания медицинской помощи пострадавшим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6456040" y="2672916"/>
            <a:ext cx="5088265" cy="338737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51138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3175" y="3271268"/>
            <a:ext cx="342000" cy="31547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1750">
                <a:solidFill>
                  <a:srgbClr val="FFFFFF"/>
                </a:solidFill>
              </a:defRPr>
            </a:lvl1pPr>
          </a:lstStyle>
          <a:p>
            <a:pPr algn="ctr" defTabSz="1828434" rtl="0">
              <a:lnSpc>
                <a:spcPct val="100000"/>
              </a:lnSpc>
              <a:defRPr/>
            </a:pPr>
            <a:fld id="{86CB4B4D-7CA3-9044-876B-883B54F8677D}" type="slidenum">
              <a:rPr>
                <a:latin typeface="PFDinDisplayPro-Medium"/>
                <a:cs typeface="Calibri"/>
                <a:sym typeface="Open Sans"/>
              </a:rPr>
              <a:pPr algn="ctr" defTabSz="1828434" rtl="0">
                <a:lnSpc>
                  <a:spcPct val="100000"/>
                </a:lnSpc>
                <a:defRPr/>
              </a:pPr>
              <a:t>3</a:t>
            </a:fld>
            <a:endParaRPr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1030626" y="922838"/>
            <a:ext cx="12140252" cy="400110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3300">
                <a:solidFill>
                  <a:srgbClr val="010101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 defTabSz="914400" rtl="0">
              <a:lnSpc>
                <a:spcPct val="100000"/>
              </a:lnSpc>
              <a:defRPr/>
            </a:pPr>
            <a:r>
              <a:rPr lang="ru-RU" sz="2300" dirty="0" b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ОРГАНИЗАЦИЯ ОКАЗАНИЯ ПЕРВОЙ ПОМОЩИ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1030626" y="1302335"/>
            <a:ext cx="6767759" cy="36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1750">
              <a:solidFill>
                <a:srgbClr val="FFFFFF"/>
              </a:solidFill>
              <a:latin typeface="PFDinDisplayPro-Medium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1027996" y="1376929"/>
            <a:ext cx="3204356" cy="340904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 u="none" strike="noStrike" cap="none" spc="0">
                <a:solidFill>
                  <a:srgbClr val="535353"/>
                </a:solidFill>
                <a:latin typeface="PFDinDisplayPro-Medium"/>
                <a:ea typeface="PFDinDisplayPro-Medium"/>
                <a:cs typeface="PFDinDisplayPro-Medium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PFDinDisplayPro-Medium"/>
                <a:ea typeface="PFDinDisplayPro-Medium"/>
                <a:cs typeface="PFDinDisplayPro-Medium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PFDinDisplayPro-Medium"/>
                <a:ea typeface="PFDinDisplayPro-Medium"/>
                <a:cs typeface="PFDinDisplayPro-Medium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PFDinDisplayPro-Medium"/>
                <a:ea typeface="PFDinDisplayPro-Medium"/>
                <a:cs typeface="PFDinDisplayPro-Medium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PFDinDisplayPro-Medium"/>
                <a:ea typeface="PFDinDisplayPro-Medium"/>
                <a:cs typeface="PFDinDisplayPro-Medium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PFDinDisplayPro-Medium"/>
                <a:ea typeface="PFDinDisplayPro-Medium"/>
                <a:cs typeface="PFDinDisplayPro-Medium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PFDinDisplayPro-Medium"/>
                <a:ea typeface="PFDinDisplayPro-Medium"/>
                <a:cs typeface="PFDinDisplayPro-Medium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PFDinDisplayPro-Medium"/>
                <a:ea typeface="PFDinDisplayPro-Medium"/>
                <a:cs typeface="PFDinDisplayPro-Medium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PFDinDisplayPro-Medium"/>
                <a:ea typeface="PFDinDisplayPro-Medium"/>
                <a:cs typeface="PFDinDisplayPro-Medium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FDinDisplayPro-Medium"/>
                <a:ea typeface="PFDinDisplayPro-Medium"/>
                <a:cs typeface="PFDinDisplayPro-Medium"/>
              </a:rPr>
              <a:t>Аспекты оказания первой помощи</a:t>
            </a: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PFDinDisplayPro-Medium"/>
              <a:ea typeface="PFDinDisplayPro-Medium"/>
              <a:cs typeface="PFDinDisplayPro-Medium"/>
            </a:endParaRPr>
          </a:p>
        </p:txBody>
      </p:sp>
      <p:sp>
        <p:nvSpPr>
          <p:cNvPr id="6" name="Прямоугольник 5"/>
          <p:cNvSpPr/>
          <p:nvPr/>
        </p:nvSpPr>
        <p:spPr bwMode="auto">
          <a:xfrm>
            <a:off x="6456040" y="2132856"/>
            <a:ext cx="5192010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400" b="1">
                <a:solidFill>
                  <a:srgbClr val="535353"/>
                </a:solidFill>
                <a:latin typeface="PFDinDisplayPro-Medium"/>
              </a:rPr>
              <a:t>На сегодняшний день система оказания первой помощи в Российской Федерации состоит из трех основных компонентов:</a:t>
            </a:r>
            <a:endParaRPr/>
          </a:p>
          <a:p>
            <a:pPr>
              <a:defRPr/>
            </a:pPr>
            <a:endParaRPr lang="ru-RU" sz="1400"/>
          </a:p>
          <a:p>
            <a:pPr marL="514350" indent="-514350">
              <a:buAutoNum type="arabicPeriod"/>
              <a:defRPr/>
            </a:pPr>
            <a:r>
              <a:rPr lang="ru-RU" sz="1400">
                <a:solidFill>
                  <a:srgbClr val="535353"/>
                </a:solidFill>
                <a:latin typeface="PFDinDisplayPro-Medium"/>
              </a:rPr>
              <a:t>Нормативно-правовое обеспечение (федеральные законы и прочие нормативные акты и документы, определяющие обязанности и права участников оказания первой помощи, их оснащение, объем первой помощи и т.д.).</a:t>
            </a:r>
            <a:endParaRPr/>
          </a:p>
          <a:p>
            <a:pPr marL="514350" indent="-514350">
              <a:buAutoNum type="arabicPeriod"/>
              <a:defRPr/>
            </a:pPr>
            <a:endParaRPr lang="ru-RU" sz="1400"/>
          </a:p>
          <a:p>
            <a:pPr marL="514350" indent="-514350">
              <a:buAutoNum type="arabicPeriod"/>
              <a:defRPr/>
            </a:pPr>
            <a:r>
              <a:rPr lang="ru-RU" sz="1400">
                <a:solidFill>
                  <a:srgbClr val="535353"/>
                </a:solidFill>
                <a:latin typeface="PFDinDisplayPro-Medium"/>
              </a:rPr>
              <a:t>Обучение участников оказания первой помощи правилам и навыкам ее оказания.</a:t>
            </a:r>
            <a:endParaRPr/>
          </a:p>
          <a:p>
            <a:pPr marL="514350" indent="-514350">
              <a:buAutoNum type="arabicPeriod"/>
              <a:defRPr/>
            </a:pPr>
            <a:endParaRPr lang="ru-RU" sz="1400"/>
          </a:p>
          <a:p>
            <a:pPr marL="514350" indent="-514350">
              <a:buAutoNum type="arabicPeriod"/>
              <a:defRPr/>
            </a:pPr>
            <a:r>
              <a:rPr lang="ru-RU" sz="1400">
                <a:solidFill>
                  <a:srgbClr val="535353"/>
                </a:solidFill>
                <a:latin typeface="PFDinDisplayPro-Medium"/>
              </a:rPr>
              <a:t>Оснащение участников оказания первой помощи средствами для ее оказания (аптечками и укладками).</a:t>
            </a:r>
            <a:endParaRPr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979" t="32809" r="5668" b="7649"/>
          <a:stretch/>
        </p:blipFill>
        <p:spPr bwMode="auto">
          <a:xfrm>
            <a:off x="422180" y="2079366"/>
            <a:ext cx="5878102" cy="400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010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3175" y="3271268"/>
            <a:ext cx="342000" cy="31547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175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FDinDisplayPro-Medium"/>
                <a:ea typeface="PFDinDisplayPro-Medium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sz="1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FDinDisplayPro-Medium"/>
              <a:ea typeface="PFDinDisplayPro-Medium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1030626" y="922838"/>
            <a:ext cx="12140252" cy="400110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3300">
                <a:solidFill>
                  <a:srgbClr val="010101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ОРГАНИЗАЦИЯ ОКАЗАНИЯ ПЕРВОЙ ПОМОЩИ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1030626" y="1302335"/>
            <a:ext cx="6767759" cy="36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FDinDisplayPro-Medium"/>
              <a:ea typeface="PFDinDisplayPro-Medium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1027996" y="1376929"/>
            <a:ext cx="3204356" cy="340904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 u="none" strike="noStrike" cap="none" spc="0">
                <a:solidFill>
                  <a:srgbClr val="535353"/>
                </a:solidFill>
                <a:latin typeface="PFDinDisplayPro-Medium"/>
                <a:ea typeface="PFDinDisplayPro-Medium"/>
                <a:cs typeface="PFDinDisplayPro-Medium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PFDinDisplayPro-Medium"/>
                <a:ea typeface="PFDinDisplayPro-Medium"/>
                <a:cs typeface="PFDinDisplayPro-Medium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PFDinDisplayPro-Medium"/>
                <a:ea typeface="PFDinDisplayPro-Medium"/>
                <a:cs typeface="PFDinDisplayPro-Medium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PFDinDisplayPro-Medium"/>
                <a:ea typeface="PFDinDisplayPro-Medium"/>
                <a:cs typeface="PFDinDisplayPro-Medium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PFDinDisplayPro-Medium"/>
                <a:ea typeface="PFDinDisplayPro-Medium"/>
                <a:cs typeface="PFDinDisplayPro-Medium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PFDinDisplayPro-Medium"/>
                <a:ea typeface="PFDinDisplayPro-Medium"/>
                <a:cs typeface="PFDinDisplayPro-Medium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PFDinDisplayPro-Medium"/>
                <a:ea typeface="PFDinDisplayPro-Medium"/>
                <a:cs typeface="PFDinDisplayPro-Medium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PFDinDisplayPro-Medium"/>
                <a:ea typeface="PFDinDisplayPro-Medium"/>
                <a:cs typeface="PFDinDisplayPro-Medium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PFDinDisplayPro-Medium"/>
                <a:ea typeface="PFDinDisplayPro-Medium"/>
                <a:cs typeface="PFDinDisplayPro-Medium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FDinDisplayPro-Medium"/>
                <a:ea typeface="PFDinDisplayPro-Medium"/>
                <a:cs typeface="PFDinDisplayPro-Medium"/>
              </a:rPr>
              <a:t>Аспекты оказания первой помощи</a:t>
            </a: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PFDinDisplayPro-Medium"/>
              <a:ea typeface="PFDinDisplayPro-Medium"/>
              <a:cs typeface="PFDinDisplayPro-Medium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839416" y="4725144"/>
            <a:ext cx="10697490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400" b="1">
                <a:solidFill>
                  <a:srgbClr val="535353"/>
                </a:solidFill>
                <a:latin typeface="PFDinDisplayPro-Medium"/>
              </a:rPr>
              <a:t>Участники оказания первой помощи </a:t>
            </a:r>
            <a:r>
              <a:rPr lang="ru-RU" sz="1400">
                <a:solidFill>
                  <a:srgbClr val="535353"/>
                </a:solidFill>
                <a:latin typeface="PFDinDisplayPro-Medium"/>
              </a:rPr>
              <a:t>могут иметь различную подготовку к ее оказанию и оснащение. Также они могут быть </a:t>
            </a:r>
            <a:r>
              <a:rPr lang="ru-RU" sz="1400" b="1">
                <a:solidFill>
                  <a:srgbClr val="535353"/>
                </a:solidFill>
                <a:latin typeface="PFDinDisplayPro-Medium"/>
              </a:rPr>
              <a:t>обязанными оказывать первую помощь</a:t>
            </a:r>
            <a:r>
              <a:rPr lang="ru-RU" sz="1400">
                <a:solidFill>
                  <a:srgbClr val="535353"/>
                </a:solidFill>
                <a:latin typeface="PFDinDisplayPro-Medium"/>
              </a:rPr>
              <a:t>, либо </a:t>
            </a:r>
            <a:r>
              <a:rPr lang="ru-RU" sz="1400" b="1">
                <a:solidFill>
                  <a:srgbClr val="535353"/>
                </a:solidFill>
                <a:latin typeface="PFDinDisplayPro-Medium"/>
              </a:rPr>
              <a:t>иметь право ее оказывать</a:t>
            </a:r>
            <a:r>
              <a:rPr lang="ru-RU" sz="1400">
                <a:solidFill>
                  <a:srgbClr val="535353"/>
                </a:solidFill>
                <a:latin typeface="PFDinDisplayPro-Medium"/>
              </a:rPr>
              <a:t>. </a:t>
            </a:r>
          </a:p>
          <a:p>
            <a:pPr>
              <a:defRPr/>
            </a:pPr>
            <a:endParaRPr lang="ru-RU" sz="1400"/>
          </a:p>
          <a:p>
            <a:pPr>
              <a:defRPr/>
            </a:pPr>
            <a:r>
              <a:rPr lang="ru-RU" sz="1400">
                <a:solidFill>
                  <a:srgbClr val="535353"/>
                </a:solidFill>
                <a:latin typeface="PFDinDisplayPro-Medium"/>
              </a:rPr>
              <a:t>В большинстве случаев первая помощь должна заканчиваться передачей пострадавших прибывшей </a:t>
            </a:r>
            <a:r>
              <a:rPr lang="ru-RU" sz="1400" b="1">
                <a:solidFill>
                  <a:srgbClr val="535353"/>
                </a:solidFill>
                <a:latin typeface="PFDinDisplayPro-Medium"/>
              </a:rPr>
              <a:t>бригаде скорой медицинской помощи</a:t>
            </a:r>
            <a:r>
              <a:rPr lang="ru-RU" sz="1400">
                <a:solidFill>
                  <a:srgbClr val="535353"/>
                </a:solidFill>
                <a:latin typeface="PFDinDisplayPro-Medium"/>
              </a:rPr>
              <a:t>, которая, продолжая оказание помощи в пути, доставляет пострадавшего в лечебное учреждение.</a:t>
            </a:r>
            <a:endParaRPr/>
          </a:p>
        </p:txBody>
      </p:sp>
      <p:pic>
        <p:nvPicPr>
          <p:cNvPr id="9" name="Picture 7" descr="для доклада1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566478" y="1959112"/>
            <a:ext cx="9243368" cy="27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635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3175" y="3271268"/>
            <a:ext cx="342000" cy="31547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175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FDinDisplayPro-Medium"/>
                <a:ea typeface="PFDinDisplayPro-Medium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sz="1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FDinDisplayPro-Medium"/>
              <a:ea typeface="PFDinDisplayPro-Medium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1030626" y="922838"/>
            <a:ext cx="12140252" cy="400110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3300">
                <a:solidFill>
                  <a:srgbClr val="010101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2300" dirty="0" b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НОРМАТИВНО-ПРАВОВАЯ БАЗА ОКАЗАНИЯ ПЕРВОЙ ПОМОЩИ</a:t>
            </a:r>
            <a:endParaRPr kumimoji="0" lang="ru-RU" sz="23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1030628" y="1302335"/>
            <a:ext cx="4755722" cy="36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FDinDisplayPro-Medium"/>
              <a:ea typeface="PFDinDisplayPro-Medium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1027996" y="1376929"/>
            <a:ext cx="3204356" cy="340904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 u="none" strike="noStrike" cap="none" spc="0">
                <a:solidFill>
                  <a:srgbClr val="535353"/>
                </a:solidFill>
                <a:latin typeface="PFDinDisplayPro-Medium"/>
                <a:ea typeface="PFDinDisplayPro-Medium"/>
                <a:cs typeface="PFDinDisplayPro-Medium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PFDinDisplayPro-Medium"/>
                <a:ea typeface="PFDinDisplayPro-Medium"/>
                <a:cs typeface="PFDinDisplayPro-Medium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PFDinDisplayPro-Medium"/>
                <a:ea typeface="PFDinDisplayPro-Medium"/>
                <a:cs typeface="PFDinDisplayPro-Medium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PFDinDisplayPro-Medium"/>
                <a:ea typeface="PFDinDisplayPro-Medium"/>
                <a:cs typeface="PFDinDisplayPro-Medium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PFDinDisplayPro-Medium"/>
                <a:ea typeface="PFDinDisplayPro-Medium"/>
                <a:cs typeface="PFDinDisplayPro-Medium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PFDinDisplayPro-Medium"/>
                <a:ea typeface="PFDinDisplayPro-Medium"/>
                <a:cs typeface="PFDinDisplayPro-Medium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PFDinDisplayPro-Medium"/>
                <a:ea typeface="PFDinDisplayPro-Medium"/>
                <a:cs typeface="PFDinDisplayPro-Medium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PFDinDisplayPro-Medium"/>
                <a:ea typeface="PFDinDisplayPro-Medium"/>
                <a:cs typeface="PFDinDisplayPro-Medium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PFDinDisplayPro-Medium"/>
                <a:ea typeface="PFDinDisplayPro-Medium"/>
                <a:cs typeface="PFDinDisplayPro-Medium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FDinDisplayPro-Medium"/>
                <a:ea typeface="PFDinDisplayPro-Medium"/>
                <a:cs typeface="PFDinDisplayPro-Medium"/>
              </a:rPr>
              <a:t>Аспекты оказания первой помощи</a:t>
            </a: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PFDinDisplayPro-Medium"/>
              <a:ea typeface="PFDinDisplayPro-Medium"/>
              <a:cs typeface="PFDinDisplayPro-Medium"/>
            </a:endParaRP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4727848" y="2141728"/>
            <a:ext cx="6833790" cy="28900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400">
                <a:solidFill>
                  <a:srgbClr val="535353"/>
                </a:solidFill>
                <a:latin typeface="PFDinDisplayPro-Medium"/>
              </a:rPr>
              <a:t>Федеральный закон от 21.11.2011 №323-ФЗ </a:t>
            </a:r>
            <a:r>
              <a:rPr lang="ru-RU" sz="1400" b="1">
                <a:solidFill>
                  <a:srgbClr val="535353"/>
                </a:solidFill>
                <a:latin typeface="PFDinDisplayPro-Medium"/>
              </a:rPr>
              <a:t>«Об основах охраны здоровья граждан Российской Федерации»</a:t>
            </a:r>
            <a:r>
              <a:rPr lang="ru-RU" sz="1400">
                <a:solidFill>
                  <a:srgbClr val="535353"/>
                </a:solidFill>
                <a:latin typeface="PFDinDisplayPro-Medium"/>
              </a:rPr>
              <a:t>:</a:t>
            </a:r>
            <a:endParaRPr/>
          </a:p>
          <a:p>
            <a:pPr>
              <a:defRPr/>
            </a:pPr>
            <a:endParaRPr lang="ru-RU" sz="1400"/>
          </a:p>
          <a:p>
            <a:pPr>
              <a:defRPr/>
            </a:pPr>
            <a:r>
              <a:rPr lang="ru-RU" sz="1400" b="1">
                <a:solidFill>
                  <a:srgbClr val="535353"/>
                </a:solidFill>
                <a:latin typeface="PFDinDisplayPro-Medium"/>
              </a:rPr>
              <a:t>Статья 31. Первая помощь:</a:t>
            </a:r>
            <a:endParaRPr/>
          </a:p>
          <a:p>
            <a:pPr>
              <a:defRPr/>
            </a:pPr>
            <a:endParaRPr lang="ru-RU" sz="1400"/>
          </a:p>
          <a:p>
            <a:pPr>
              <a:defRPr/>
            </a:pPr>
            <a:r>
              <a:rPr lang="ru-RU" sz="1400">
                <a:solidFill>
                  <a:srgbClr val="535353"/>
                </a:solidFill>
                <a:latin typeface="PFDinDisplayPro-Medium"/>
              </a:rPr>
              <a:t>«1. Первая помощь до оказания медицинской помощи оказывается гражданам при несчастных случаях, травмах, отравлениях и других состояниях и заболеваниях, угрожающих их жизни и здоровью…»</a:t>
            </a:r>
            <a:endParaRPr/>
          </a:p>
          <a:p>
            <a:pPr>
              <a:defRPr/>
            </a:pPr>
            <a:endParaRPr lang="ru-RU" sz="1400"/>
          </a:p>
          <a:p>
            <a:pPr>
              <a:defRPr/>
            </a:pPr>
            <a:r>
              <a:rPr lang="ru-RU" sz="1400">
                <a:solidFill>
                  <a:srgbClr val="535353"/>
                </a:solidFill>
                <a:latin typeface="PFDinDisplayPro-Medium"/>
              </a:rPr>
              <a:t>« 4. Водители транспортных средств и другие лица вправе оказывать первую помощь при наличии соответствующей подготовки и (или) навыков.»</a:t>
            </a:r>
          </a:p>
          <a:p>
            <a:pPr>
              <a:defRPr/>
            </a:pPr>
            <a:endParaRPr lang="ru-RU" sz="1400"/>
          </a:p>
        </p:txBody>
      </p:sp>
      <p:pic>
        <p:nvPicPr>
          <p:cNvPr id="11" name="Picture 2" descr="Федеральный закон &quot;Об основах охраны здоровья граждан в Российской Федерации&quot; текст с изменениями и дополнениями на 2022 год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110306" y="1993494"/>
            <a:ext cx="2656138" cy="437481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71201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3175" y="3271268"/>
            <a:ext cx="342000" cy="31547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175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FDinDisplayPro-Medium"/>
                <a:ea typeface="PFDinDisplayPro-Medium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sz="1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FDinDisplayPro-Medium"/>
              <a:ea typeface="PFDinDisplayPro-Medium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1030626" y="922838"/>
            <a:ext cx="12140252" cy="400110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3300">
                <a:solidFill>
                  <a:srgbClr val="010101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kumimoji="0" lang="ru-RU" sz="2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НОРМАТИВНО-ПРАВОВАЯ БАЗА </a:t>
            </a:r>
            <a:r>
              <a:rPr lang="ru-RU" sz="2300" dirty="0" b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ОКАЗАНИЯ ПЕРВОЙ ПОМОЩИ</a:t>
            </a:r>
            <a:endParaRPr kumimoji="0" lang="ru-RU" sz="23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1030628" y="1302335"/>
            <a:ext cx="4755722" cy="36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FDinDisplayPro-Medium"/>
              <a:ea typeface="PFDinDisplayPro-Medium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1027996" y="1376929"/>
            <a:ext cx="3204356" cy="340904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 u="none" strike="noStrike" cap="none" spc="0">
                <a:solidFill>
                  <a:srgbClr val="535353"/>
                </a:solidFill>
                <a:latin typeface="PFDinDisplayPro-Medium"/>
                <a:ea typeface="PFDinDisplayPro-Medium"/>
                <a:cs typeface="PFDinDisplayPro-Medium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PFDinDisplayPro-Medium"/>
                <a:ea typeface="PFDinDisplayPro-Medium"/>
                <a:cs typeface="PFDinDisplayPro-Medium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PFDinDisplayPro-Medium"/>
                <a:ea typeface="PFDinDisplayPro-Medium"/>
                <a:cs typeface="PFDinDisplayPro-Medium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PFDinDisplayPro-Medium"/>
                <a:ea typeface="PFDinDisplayPro-Medium"/>
                <a:cs typeface="PFDinDisplayPro-Medium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PFDinDisplayPro-Medium"/>
                <a:ea typeface="PFDinDisplayPro-Medium"/>
                <a:cs typeface="PFDinDisplayPro-Medium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PFDinDisplayPro-Medium"/>
                <a:ea typeface="PFDinDisplayPro-Medium"/>
                <a:cs typeface="PFDinDisplayPro-Medium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PFDinDisplayPro-Medium"/>
                <a:ea typeface="PFDinDisplayPro-Medium"/>
                <a:cs typeface="PFDinDisplayPro-Medium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PFDinDisplayPro-Medium"/>
                <a:ea typeface="PFDinDisplayPro-Medium"/>
                <a:cs typeface="PFDinDisplayPro-Medium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PFDinDisplayPro-Medium"/>
                <a:ea typeface="PFDinDisplayPro-Medium"/>
                <a:cs typeface="PFDinDisplayPro-Medium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FDinDisplayPro-Medium"/>
                <a:ea typeface="PFDinDisplayPro-Medium"/>
                <a:cs typeface="PFDinDisplayPro-Medium"/>
              </a:rPr>
              <a:t>Аспекты оказания первой помощи</a:t>
            </a: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PFDinDisplayPro-Medium"/>
              <a:ea typeface="PFDinDisplayPro-Medium"/>
              <a:cs typeface="PFDinDisplayPro-Medium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825706" y="1847047"/>
            <a:ext cx="10815246" cy="2280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>
                <a:solidFill>
                  <a:srgbClr val="535353"/>
                </a:solidFill>
                <a:latin typeface="PFDinDisplayPro-Medium"/>
              </a:rPr>
              <a:t>Законодательство разного уровня устанавливает обязанность по оказанию первой помощи для лиц, которые </a:t>
            </a:r>
            <a:r>
              <a:rPr lang="ru-RU" b="1">
                <a:solidFill>
                  <a:srgbClr val="535353"/>
                </a:solidFill>
                <a:latin typeface="PFDinDisplayPro-Medium"/>
              </a:rPr>
              <a:t>в силу профессиональных обязанностей первыми оказываются на месте происшествия </a:t>
            </a:r>
            <a:r>
              <a:rPr lang="ru-RU">
                <a:solidFill>
                  <a:srgbClr val="535353"/>
                </a:solidFill>
                <a:latin typeface="PFDinDisplayPro-Medium"/>
              </a:rPr>
              <a:t>с пострадавшими.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>
                <a:solidFill>
                  <a:srgbClr val="535353"/>
                </a:solidFill>
                <a:latin typeface="PFDinDisplayPro-Medium"/>
              </a:rPr>
              <a:t>Обязанность </a:t>
            </a:r>
            <a:r>
              <a:rPr lang="ru-RU" b="1">
                <a:solidFill>
                  <a:srgbClr val="535353"/>
                </a:solidFill>
                <a:latin typeface="PFDinDisplayPro-Medium"/>
              </a:rPr>
              <a:t>«…принять меры для оказания первой помощи…» </a:t>
            </a:r>
            <a:r>
              <a:rPr lang="ru-RU">
                <a:solidFill>
                  <a:srgbClr val="535353"/>
                </a:solidFill>
                <a:latin typeface="PFDinDisplayPro-Medium"/>
              </a:rPr>
              <a:t>возникает у водителей, причастных к ДТП (п. 2.6 ПДД РФ). Принятие мер к оказанию первой помощи относится к обязанностям водителя в связи с ДТП, за невыполнение которых водителю грозит </a:t>
            </a:r>
            <a:r>
              <a:rPr lang="ru-RU" b="1">
                <a:solidFill>
                  <a:srgbClr val="535353"/>
                </a:solidFill>
                <a:latin typeface="PFDinDisplayPro-Medium"/>
              </a:rPr>
              <a:t>привлечение к административной ответственности и наказание в виде административного штрафа </a:t>
            </a:r>
            <a:r>
              <a:rPr lang="ru-RU">
                <a:solidFill>
                  <a:srgbClr val="535353"/>
                </a:solidFill>
                <a:latin typeface="PFDinDisplayPro-Medium"/>
              </a:rPr>
              <a:t>(ч. 1 ст. 12.27 КоАП). В том случае, если гражданин </a:t>
            </a:r>
            <a:r>
              <a:rPr lang="ru-RU" b="1">
                <a:solidFill>
                  <a:srgbClr val="535353"/>
                </a:solidFill>
                <a:latin typeface="PFDinDisplayPro-Medium"/>
              </a:rPr>
              <a:t>заведомо оставил пострадавшего</a:t>
            </a:r>
            <a:r>
              <a:rPr lang="ru-RU">
                <a:solidFill>
                  <a:srgbClr val="535353"/>
                </a:solidFill>
                <a:latin typeface="PFDinDisplayPro-Medium"/>
              </a:rPr>
              <a:t>, находящегося в беспомощном состоянии без возможности получения помощи, </a:t>
            </a:r>
            <a:r>
              <a:rPr lang="ru-RU" b="1">
                <a:solidFill>
                  <a:srgbClr val="535353"/>
                </a:solidFill>
                <a:latin typeface="PFDinDisplayPro-Medium"/>
              </a:rPr>
              <a:t>он может быть привлечен к уголовной ответственности </a:t>
            </a:r>
            <a:r>
              <a:rPr lang="ru-RU">
                <a:solidFill>
                  <a:srgbClr val="535353"/>
                </a:solidFill>
                <a:latin typeface="PFDinDisplayPro-Medium"/>
              </a:rPr>
              <a:t>(ст. 125 «Оставление в опасности» УК РФ). </a:t>
            </a:r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>
                <a:solidFill>
                  <a:srgbClr val="535353"/>
                </a:solidFill>
                <a:latin typeface="PFDinDisplayPro-Medium"/>
              </a:rPr>
              <a:t>В том случае, если водитель не причастен к ДТП, но стал его свидетелем, согласно ч. 4 ст. 31 Федерального закона № 323-ФЗ «Об основах охраны здоровья граждан в Российской Федерации», </a:t>
            </a:r>
            <a:r>
              <a:rPr lang="ru-RU" b="1">
                <a:solidFill>
                  <a:srgbClr val="535353"/>
                </a:solidFill>
                <a:latin typeface="PFDinDisplayPro-Medium"/>
              </a:rPr>
              <a:t>водитель вправе добровольно оказать первую помощь</a:t>
            </a:r>
            <a:r>
              <a:rPr lang="ru-RU">
                <a:solidFill>
                  <a:srgbClr val="535353"/>
                </a:solidFill>
                <a:latin typeface="PFDinDisplayPro-Medium"/>
              </a:rPr>
              <a:t>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/>
        </p:blipFill>
        <p:spPr bwMode="auto">
          <a:xfrm>
            <a:off x="3467708" y="3632470"/>
            <a:ext cx="6103588" cy="323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473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3175" y="3271268"/>
            <a:ext cx="342000" cy="31547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175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FDinDisplayPro-Medium"/>
                <a:ea typeface="PFDinDisplayPro-Medium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sz="1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FDinDisplayPro-Medium"/>
              <a:ea typeface="PFDinDisplayPro-Medium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1030626" y="922838"/>
            <a:ext cx="12140252" cy="400110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3300">
                <a:solidFill>
                  <a:srgbClr val="010101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kumimoji="0" lang="ru-RU" sz="2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НОРМАТИВНО-ПРАВОВАЯ БАЗА </a:t>
            </a:r>
            <a:r>
              <a:rPr lang="ru-RU" sz="2300" dirty="0" b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ОКАЗАНИЯ ПЕРВОЙ ПОМОЩИ</a:t>
            </a:r>
            <a:endParaRPr kumimoji="0" lang="ru-RU" sz="23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1030628" y="1302335"/>
            <a:ext cx="4755722" cy="36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FDinDisplayPro-Medium"/>
              <a:ea typeface="PFDinDisplayPro-Medium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1027996" y="1376929"/>
            <a:ext cx="3204356" cy="340904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 u="none" strike="noStrike" cap="none" spc="0">
                <a:solidFill>
                  <a:srgbClr val="535353"/>
                </a:solidFill>
                <a:latin typeface="PFDinDisplayPro-Medium"/>
                <a:ea typeface="PFDinDisplayPro-Medium"/>
                <a:cs typeface="PFDinDisplayPro-Medium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PFDinDisplayPro-Medium"/>
                <a:ea typeface="PFDinDisplayPro-Medium"/>
                <a:cs typeface="PFDinDisplayPro-Medium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PFDinDisplayPro-Medium"/>
                <a:ea typeface="PFDinDisplayPro-Medium"/>
                <a:cs typeface="PFDinDisplayPro-Medium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PFDinDisplayPro-Medium"/>
                <a:ea typeface="PFDinDisplayPro-Medium"/>
                <a:cs typeface="PFDinDisplayPro-Medium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PFDinDisplayPro-Medium"/>
                <a:ea typeface="PFDinDisplayPro-Medium"/>
                <a:cs typeface="PFDinDisplayPro-Medium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PFDinDisplayPro-Medium"/>
                <a:ea typeface="PFDinDisplayPro-Medium"/>
                <a:cs typeface="PFDinDisplayPro-Medium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PFDinDisplayPro-Medium"/>
                <a:ea typeface="PFDinDisplayPro-Medium"/>
                <a:cs typeface="PFDinDisplayPro-Medium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PFDinDisplayPro-Medium"/>
                <a:ea typeface="PFDinDisplayPro-Medium"/>
                <a:cs typeface="PFDinDisplayPro-Medium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PFDinDisplayPro-Medium"/>
                <a:ea typeface="PFDinDisplayPro-Medium"/>
                <a:cs typeface="PFDinDisplayPro-Medium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FDinDisplayPro-Medium"/>
                <a:ea typeface="PFDinDisplayPro-Medium"/>
                <a:cs typeface="PFDinDisplayPro-Medium"/>
              </a:rPr>
              <a:t>Аспекты оказания первой помощи</a:t>
            </a: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PFDinDisplayPro-Medium"/>
              <a:ea typeface="PFDinDisplayPro-Medium"/>
              <a:cs typeface="PFDinDisplayPro-Medium"/>
            </a:endParaRP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4556768" y="2024844"/>
            <a:ext cx="7141101" cy="28900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400" dirty="0">
                <a:solidFill>
                  <a:srgbClr val="535353"/>
                </a:solidFill>
                <a:latin typeface="PFDinDisplayPro-Medium"/>
              </a:rPr>
              <a:t>Статья 228 Трудового кодекса Российской Федерации предусматривает обязанность работодателя при несчастном случае на производстве </a:t>
            </a:r>
            <a:r>
              <a:rPr lang="ru-RU" sz="1400" b="1" dirty="0">
                <a:solidFill>
                  <a:srgbClr val="535353"/>
                </a:solidFill>
                <a:latin typeface="PFDinDisplayPro-Medium"/>
              </a:rPr>
              <a:t>«немедленно организовать первую помощь пострадавшему и при необходимости доставку его в медицинскую организацию»</a:t>
            </a:r>
            <a:r>
              <a:rPr lang="ru-RU" sz="1400" dirty="0">
                <a:solidFill>
                  <a:srgbClr val="535353"/>
                </a:solidFill>
                <a:latin typeface="PFDinDisplayPro-Medium"/>
              </a:rPr>
              <a:t>. </a:t>
            </a:r>
          </a:p>
          <a:p>
            <a:pPr>
              <a:defRPr/>
            </a:pPr>
            <a:endParaRPr lang="ru-RU" sz="1400" dirty="0"/>
          </a:p>
          <a:p>
            <a:pPr>
              <a:defRPr/>
            </a:pPr>
            <a:r>
              <a:rPr lang="ru-RU" sz="1400" dirty="0">
                <a:solidFill>
                  <a:srgbClr val="535353"/>
                </a:solidFill>
                <a:latin typeface="PFDinDisplayPro-Medium"/>
              </a:rPr>
              <a:t>Для организации оказания первой помощи при несчастном случае на производстве силами работников на работодателя возложена обязанность </a:t>
            </a:r>
            <a:r>
              <a:rPr lang="ru-RU" sz="1400" b="1" dirty="0">
                <a:solidFill>
                  <a:srgbClr val="535353"/>
                </a:solidFill>
                <a:latin typeface="PFDinDisplayPro-Medium"/>
              </a:rPr>
              <a:t>организовывать обучение первой помощи </a:t>
            </a:r>
            <a:r>
              <a:rPr lang="ru-RU" sz="1400" dirty="0">
                <a:solidFill>
                  <a:srgbClr val="535353"/>
                </a:solidFill>
                <a:latin typeface="PFDinDisplayPro-Medium"/>
              </a:rPr>
              <a:t>для всех поступающих на работу лиц, а также для работников, переводимых на другую работу (ст. 214, 219 ТК РФ). </a:t>
            </a:r>
            <a:endParaRPr dirty="0"/>
          </a:p>
          <a:p>
            <a:pPr>
              <a:defRPr/>
            </a:pPr>
            <a:endParaRPr lang="ru-RU" sz="1400" dirty="0"/>
          </a:p>
          <a:p>
            <a:pPr>
              <a:defRPr/>
            </a:pPr>
            <a:r>
              <a:rPr lang="ru-RU" sz="1400" dirty="0">
                <a:solidFill>
                  <a:srgbClr val="535353"/>
                </a:solidFill>
                <a:latin typeface="PFDinDisplayPro-Medium"/>
              </a:rPr>
              <a:t>Для работника ТК РФ предусматривает обязанность </a:t>
            </a:r>
            <a:r>
              <a:rPr lang="ru-RU" sz="1400" b="1" dirty="0">
                <a:solidFill>
                  <a:srgbClr val="535353"/>
                </a:solidFill>
                <a:latin typeface="PFDinDisplayPro-Medium"/>
              </a:rPr>
              <a:t>«проходить обучение по оказанию первой помощи пострадавшим на производстве» </a:t>
            </a:r>
            <a:r>
              <a:rPr lang="ru-RU" sz="1400" dirty="0">
                <a:solidFill>
                  <a:srgbClr val="535353"/>
                </a:solidFill>
                <a:latin typeface="PFDinDisplayPro-Medium"/>
              </a:rPr>
              <a:t>(ст. 215 ТК РФ). 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11414" y="2024844"/>
            <a:ext cx="2722786" cy="4283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989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3175" y="3271268"/>
            <a:ext cx="342000" cy="31547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175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1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FDinDisplayPro-Medium"/>
                <a:ea typeface="PFDinDisplayPro-Medium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sz="1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FDinDisplayPro-Medium"/>
              <a:ea typeface="PFDinDisplayPro-Medium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1030626" y="922838"/>
            <a:ext cx="12140252" cy="400110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3300">
                <a:solidFill>
                  <a:srgbClr val="010101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kumimoji="0" lang="ru-RU" sz="2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НОРМАТИВНО-ПРАВОВАЯ БАЗА </a:t>
            </a:r>
            <a:r>
              <a:rPr lang="ru-RU" sz="2300" dirty="0" b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ОКАЗАНИЯ ПЕРВОЙ ПОМОЩИ</a:t>
            </a:r>
            <a:endParaRPr kumimoji="0" lang="ru-RU" sz="23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1030628" y="1302335"/>
            <a:ext cx="4755722" cy="36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FDinDisplayPro-Medium"/>
              <a:ea typeface="PFDinDisplayPro-Medium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1027996" y="1376929"/>
            <a:ext cx="3204356" cy="340904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b="0" i="0" u="none" strike="noStrike" cap="none" spc="0">
                <a:solidFill>
                  <a:srgbClr val="535353"/>
                </a:solidFill>
                <a:latin typeface="PFDinDisplayPro-Medium"/>
                <a:ea typeface="PFDinDisplayPro-Medium"/>
                <a:cs typeface="PFDinDisplayPro-Medium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PFDinDisplayPro-Medium"/>
                <a:ea typeface="PFDinDisplayPro-Medium"/>
                <a:cs typeface="PFDinDisplayPro-Medium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PFDinDisplayPro-Medium"/>
                <a:ea typeface="PFDinDisplayPro-Medium"/>
                <a:cs typeface="PFDinDisplayPro-Medium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PFDinDisplayPro-Medium"/>
                <a:ea typeface="PFDinDisplayPro-Medium"/>
                <a:cs typeface="PFDinDisplayPro-Medium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PFDinDisplayPro-Medium"/>
                <a:ea typeface="PFDinDisplayPro-Medium"/>
                <a:cs typeface="PFDinDisplayPro-Medium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PFDinDisplayPro-Medium"/>
                <a:ea typeface="PFDinDisplayPro-Medium"/>
                <a:cs typeface="PFDinDisplayPro-Medium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PFDinDisplayPro-Medium"/>
                <a:ea typeface="PFDinDisplayPro-Medium"/>
                <a:cs typeface="PFDinDisplayPro-Medium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PFDinDisplayPro-Medium"/>
                <a:ea typeface="PFDinDisplayPro-Medium"/>
                <a:cs typeface="PFDinDisplayPro-Medium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PFDinDisplayPro-Medium"/>
                <a:ea typeface="PFDinDisplayPro-Medium"/>
                <a:cs typeface="PFDinDisplayPro-Medium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FDinDisplayPro-Medium"/>
                <a:ea typeface="PFDinDisplayPro-Medium"/>
                <a:cs typeface="PFDinDisplayPro-Medium"/>
              </a:rPr>
              <a:t>Аспекты оказания первой помощи</a:t>
            </a: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PFDinDisplayPro-Medium"/>
              <a:ea typeface="PFDinDisplayPro-Medium"/>
              <a:cs typeface="PFDinDisplayPro-Medium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5015880" y="1484784"/>
            <a:ext cx="6940442" cy="4548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400" b="1">
                <a:solidFill>
                  <a:srgbClr val="535353"/>
                </a:solidFill>
                <a:latin typeface="PFDinDisplayPro-Medium"/>
              </a:rPr>
              <a:t>Освобождение от ответственности:</a:t>
            </a:r>
            <a:endParaRPr/>
          </a:p>
          <a:p>
            <a:pPr>
              <a:defRPr/>
            </a:pPr>
            <a:endParaRPr lang="ru-RU" sz="1400" b="1"/>
          </a:p>
          <a:p>
            <a:pPr>
              <a:defRPr/>
            </a:pPr>
            <a:r>
              <a:rPr lang="ru-RU" sz="1400" b="1">
                <a:solidFill>
                  <a:srgbClr val="535353"/>
                </a:solidFill>
                <a:latin typeface="PFDinDisplayPro-Medium"/>
              </a:rPr>
              <a:t>УК РФ ст. 39. Крайняя необходимость:</a:t>
            </a:r>
            <a:endParaRPr/>
          </a:p>
          <a:p>
            <a:pPr>
              <a:defRPr/>
            </a:pPr>
            <a:endParaRPr lang="ru-RU" sz="1400" b="1"/>
          </a:p>
          <a:p>
            <a:pPr>
              <a:defRPr/>
            </a:pPr>
            <a:r>
              <a:rPr lang="ru-RU" sz="1400">
                <a:solidFill>
                  <a:srgbClr val="535353"/>
                </a:solidFill>
                <a:latin typeface="PFDinDisplayPro-Medium"/>
              </a:rPr>
              <a:t>«Не является преступлением причинение вреда … в состоянии крайней необходимости, то есть для устранения опасности, непосредственно угрожающей личности и правам данного лица …»</a:t>
            </a:r>
            <a:endParaRPr/>
          </a:p>
          <a:p>
            <a:pPr>
              <a:defRPr/>
            </a:pPr>
            <a:endParaRPr lang="ru-RU" sz="1400"/>
          </a:p>
          <a:p>
            <a:pPr>
              <a:defRPr/>
            </a:pPr>
            <a:r>
              <a:rPr lang="ru-RU" sz="1400" b="1">
                <a:solidFill>
                  <a:srgbClr val="535353"/>
                </a:solidFill>
                <a:latin typeface="PFDinDisplayPro-Medium"/>
              </a:rPr>
              <a:t>КоАП РФ ст. 2.7. Крайняя необходимость:</a:t>
            </a:r>
            <a:endParaRPr/>
          </a:p>
          <a:p>
            <a:pPr>
              <a:defRPr/>
            </a:pPr>
            <a:endParaRPr lang="ru-RU" sz="1400" b="1"/>
          </a:p>
          <a:p>
            <a:pPr>
              <a:defRPr/>
            </a:pPr>
            <a:r>
              <a:rPr lang="ru-RU" sz="1400">
                <a:solidFill>
                  <a:srgbClr val="535353"/>
                </a:solidFill>
                <a:latin typeface="PFDinDisplayPro-Medium"/>
              </a:rPr>
              <a:t>«Не является административным правонарушением причинение лицом вреда … в состоянии крайней необходимости, то есть для устранения опасности, непосредственно угрожающей личности и правам данного лица …»</a:t>
            </a:r>
            <a:endParaRPr/>
          </a:p>
          <a:p>
            <a:pPr>
              <a:defRPr/>
            </a:pPr>
            <a:endParaRPr lang="ru-RU" sz="1400"/>
          </a:p>
          <a:p>
            <a:pPr>
              <a:defRPr/>
            </a:pPr>
            <a:r>
              <a:rPr lang="ru-RU" sz="1400">
                <a:solidFill>
                  <a:srgbClr val="535353"/>
                </a:solidFill>
                <a:latin typeface="PFDinDisplayPro-Medium"/>
              </a:rPr>
              <a:t>В случае решения в суде вопроса о привлечении лица к ответственности за причинение вреда жизни или здоровью, оказание первой помощи пострадавшему учитывается как </a:t>
            </a:r>
            <a:r>
              <a:rPr lang="ru-RU" sz="1400" b="1">
                <a:solidFill>
                  <a:srgbClr val="535353"/>
                </a:solidFill>
                <a:latin typeface="PFDinDisplayPro-Medium"/>
              </a:rPr>
              <a:t>обстоятельство, смягчающее наказание </a:t>
            </a:r>
            <a:r>
              <a:rPr lang="ru-RU" sz="1400">
                <a:solidFill>
                  <a:srgbClr val="535353"/>
                </a:solidFill>
                <a:latin typeface="PFDinDisplayPro-Medium"/>
              </a:rPr>
              <a:t>(п. 2 ч. 1 ст. 4.2 Кодекса Российской Федерации об административных правонарушениях; п. «к» ч. 1 ст. 61 Уголовного Кодекса Российской Федерации).</a:t>
            </a:r>
            <a:endParaRPr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02834" y="2620349"/>
            <a:ext cx="4162974" cy="3122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540051"/>
      </p:ext>
    </p:extLst>
  </p:cSld>
  <p:clrMapOvr>
    <a:masterClrMapping/>
  </p:clrMapOvr>
</p:sld>
</file>

<file path=ppt/theme/theme1.xml><?xml version="1.0" encoding="utf-8"?>
<a:theme xmlns:a="http://schemas.openxmlformats.org/drawingml/2006/main" name="13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3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1496</TotalTime>
  <Words>703</Words>
  <Application>Microsoft Office PowerPoint</Application>
  <DocSecurity>0</DocSecurity>
  <PresentationFormat>Произвольный</PresentationFormat>
  <Paragraphs>62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Calibri</vt:lpstr>
      <vt:lpstr>Montserrat Semi Bold</vt:lpstr>
      <vt:lpstr>Open Sans</vt:lpstr>
      <vt:lpstr>Open Sans Light</vt:lpstr>
      <vt:lpstr>PFDinDisplayPro-Regular</vt:lpstr>
      <vt:lpstr>11_Office Theme</vt:lpstr>
      <vt:lpstr>13_Office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smarta3@outlook.com</cp:lastModifiedBy>
  <cp:revision>136</cp:revision>
  <dcterms:modified xsi:type="dcterms:W3CDTF">2026-08-10T09:56:57Z</dcterms:modified>
  <cp:category/>
  <dc:identifier/>
  <cp:contentStatus/>
  <dc:language/>
  <cp:version/>
</cp:coreProperties>
</file>