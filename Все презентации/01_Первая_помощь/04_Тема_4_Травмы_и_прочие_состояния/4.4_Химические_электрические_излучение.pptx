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ХИМИЧЕСКИЕ, ЭЛЕКТРИЧЕСКИЕ
ФАКТОРЫ И ИЗЛУЧЕНИЕ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Химические ожоги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 пищевода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Электробезопасность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Последствия электротравмы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Солнечное поражение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РАЗНЫЕ ФАКТОРЫ — ЕДИНЫЙ ПЕРВЫЙ ШАГ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Химическое вещество, электрический ток и солнечное излучение продолжают причинять вред, пока действует источник. Сначала обеспечивают безопасность и прекращают воздействие, затем оценивают сознание и дыхание, вызывают скорую помощь и оказывают помощь по характеру поражения.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ХИМИЧЕСКИЙ ОЖОГ КОЖИ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Определите возможное вещество и защитите руки, глаза и одежду.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Удалите пострадавшего от источника, избегая контакта с загрязнением.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Осторожно снимите загрязненную одежду, обувь и украшения.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Сухое порошкообразное вещество сначала аккуратно стряхните.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Промывайте кожу большим количеством проточной воды не менее 20 минут.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промывания наложите свободную сухую повязку и вызовите скорую помощь.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0000" y="5800000"/>
            <a:ext cx="11000000" cy="9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000" y="6000000"/>
            <a:ext cx="10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Если инструкция к веществу требует другого способа удаления, следуйте ей и указаниям диспетчера.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ДЛИТЕЛЬНОЕ ПРОМЫВАНИЕ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Начинайте промывать как можно раньше: время контакта определяет глубину поражения.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Вода должна стекать от здоровой кожи, не разнося химикат на другие участки.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трите кожу и не пытайтесь нейтрализовать кислоту щелочью или наоборот.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Загрязненную одежду поместите отдельно, не касаясь ее голыми руками.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попадании в глаз промывайте непрерывно, направляя воду от внутреннего угла наружу.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Сохраните этикетку, упаковку или точное название вещества.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Минимальная продолжительность промывания — 20 минут.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ХИМИЧЕСКИЙ ОЖОГ ПИЩЕВОДА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Жжение и боль во рту, глотке, за грудиной или в верхней части живота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Следы ожога на губах и слизистой, обильное слюнотечение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Затрудненное или болезненное глотание, осиплость и кашель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Тошнота и рвота, иногда с примесью крови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Нарушение дыхания, слабость или потеря сознания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вызывайте рвоту: повторное прохождение вещества усиливает ожог и создает угрозу попадания его в дыхательные пути.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ДЕЙСТВИЯ ПРИ ПРОГЛАТЫВАНИИ ЕДКОГО ВЕЩЕСТВА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Защитите себя и прекратите дальнейший контакт с веществом.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Прополощите пострадавшему рот водой, не допуская проглатывания.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вызывайте рвоту и не пытайтесь нейтрализовать вещество.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давайте пищу, лекарства или питье без указания диспетчера.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Немедленно вызовите скорую помощь и сообщите название вещества.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Контролируйте сознание и дыхание; сохраните упаковку.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ЭЛЕКТРОТРАВМА: БЫТОВАЯ СЕТЬ И ВЫСОКОЕ НАПРЯЖЕНИЕ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Бытовая сеть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Высокое напряжение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касайтесь человека, пока ток надежно не отключен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выключите автомат, рубильник или выньте вилку, если это безопасно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используйте влажные предметы и не стойте на мокрой поверхности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 отключения сразу оцените сознание и дыхание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приближайтесь к оборванному проводу и пострадавшему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учитывайте электрическую дугу и шаговое напряжение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пытайтесь отбрасывать провод или самостоятельно отключать линию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вызовите экстренные и аварийные службы и ждите разрешения специалистов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ПРЕКРАЩЕНИЯ ДЕЙСТВИЯ ТОКА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Дыхание и сердце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Ток может вызвать внезапную остановку дыхания и кровообращения; будьте готовы немедленно начать реанимацию.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Найдите места входа и выхода тока, охлаждайте свежий ожог и закрывайте свободной повязкой.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Падение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Учитывайте возможные травмы головы, позвоночника и конечностей после падения или сокращения мышц.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Наблюдение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Даже при хорошем самочувствии необходима медицинская оценка из-за возможных нарушений ритма сердца.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СОЛНЕЧНЫЙ ОЖОГ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Прекратите пребывание под прямыми лучами и перейдите в тень.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Охлаждайте покрасневшую болезненную кожу прохладной водой.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пузырях наложите свободную сухую стерильную повязку.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вскрывайте пузыри, не наносите жир и раздражающие вещества.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обширном ожоге, слабости или повышении температуры вызовите скорую помощь.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Солнечный ожог может сочетаться с общим перегреванием и обезвоживанием.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СОЛНЕЧНЫЙ УДАР И ПЕРЕГРЕВАНИЕ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Головная боль, слабость, жажда, тошнота и головокружение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Горячая покрасневшая кожа, учащенное дыхание и сердцебиение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Спутанность, необычное поведение, судороги или потеря сознания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Перенесите в тень, снимите лишнюю одежду и охлаждайте голову и тело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ясном сознании давайте прохладное питье небольшими порциями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При нарушении сознания ничего не давайте через рот и контролируйте дыхание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потере сознания и нормальном дыхании уложите на бок; при отсутствии нормального дыхания начинайте реанимацию.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30000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До контакта с пострадавшим защитите себя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63333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63333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43333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Химикат с кожи смывайте водой не менее 20 минут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276666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276666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356666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ожоге пищевода рвоту не вызывайте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189999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189999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269999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 высоковольтным проводам не приближайтесь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03332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03332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183332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отключения тока сразу проверьте дыхание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000" y="6016665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000" y="6016665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000" y="6096665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солнечном ударе переносите в тень и охлаждайте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13</a:t>
            </a:r>
          </a:p>
        </p:txBody>
      </p:sp>
      <p:pic>
        <p:nvPicPr>
          <p:cNvPr id="8" name="Picture 7" descr="pamyatka-tema4-khim-elektro-izlucheni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