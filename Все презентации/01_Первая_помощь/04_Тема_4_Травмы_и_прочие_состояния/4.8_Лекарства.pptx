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ПОМОЩЬ В ПРИНЯТИИ
ЛЕКАРСТВ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Граница первой помощи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Три обязательных условия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Допустимые действия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Запрещенные действия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Наблюдение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ПОМОЩЬ — НЕ НАЗНАЧЕНИЕ ЛЕЧЕНИЯ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Оказывающий первую помощь не подбирает лекарство, не определяет показания и дозу. Он может лишь технически помочь пострадавшему использовать его собственный препарат, который был назначен врачом и принимается по предусмотренной медицинской причине.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ТРИ ОБЯЗАТЕЛЬНЫХ УСЛОВИЯ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00000"/>
            <a:ext cx="3533333" cy="5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0000" y="1580000"/>
            <a:ext cx="2733333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Его препарат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" y="2100000"/>
            <a:ext cx="3293333" cy="41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Лекарство принадлежит пострадавшему и находится в его вещах, аптечке или одежде.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3333" y="1400000"/>
            <a:ext cx="3533333" cy="5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3333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333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3333" y="1580000"/>
            <a:ext cx="2733333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Назначение врача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333" y="2100000"/>
            <a:ext cx="3293333" cy="41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Пострадавший подтверждает, что препарат назначен ему медицинским работником.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6666" y="1400000"/>
            <a:ext cx="3533333" cy="5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6666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6666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6666" y="1580000"/>
            <a:ext cx="2733333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Медицинская цель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666" y="2100000"/>
            <a:ext cx="3293333" cy="41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Препарат принимается именно для того состояния и способом, для которых был назначен.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НУЖНО УТОЧНИТЬ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 называется препарат и где он находится.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Кому он принадлежит и был ли назначен именно этому человеку.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Для какого состояния и в какой форме его обычно применяют.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Когда препарат принимался в последний раз.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Какую дозу пострадавшему назначил врач.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Способен ли человек ясно отвечать, самостоятельно глотать и контролировать прием.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Помощник не исправляет и не дополняет сведения пострадавшего собственными догадками.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КАК МОЖНО ПОМОЧЬ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0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4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4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 просьбе пострадавшего найдите лекарство в указанном месте.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1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1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1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1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Прочитайте ему название на упаковке и убедитесь, что это его препарат.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28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28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28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28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Помогите открыть упаковку или подготовить назначенное устройство.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3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3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35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35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Подайте препарат, чтобы человек по возможности принял его самостоятельно.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2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2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2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2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разрешенном приеме внутрь дайте воду для запивания.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49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0000" y="49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000" y="49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Помогите занять положение, соответствующее его обычному способу применения.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ДОПУСТИМО И НЕДОПУСТИМО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Допустимо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Недопустимо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достать препарат по указанию пострадавшего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открыть упаковку и подать назначенную дозу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помочь удержать привычное устройство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дать воду человеку в ясном сознании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зафиксировать время приема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предлагать собственное или чужое лекарство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самостоятельно выбирать препарат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увеличивать, уменьшать или повторять дозу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заставлять человека принять лекарство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заменять вызов скорой помощи приемом препарата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СОЗНАНИЕ И БЕЗОПАСНОЕ ГЛОТАНИЕ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Человеку без сознания ничего не дают через рот.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При выраженной сонливости, спутанности или судорогах прием через рот опасен.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При нарушении глотания вода, таблетка или жидкость могут попасть в дыхательные пути.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вкладывайте таблетку под язык и не впрыскивайте препарат без подтвержденного назначения.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При ухудшении сначала оцените дыхание и вызовите скорую помощь.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ПРИЕМА ПРЕПАРАТА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Запомните или запишите название, дозу и точное время приема.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оставляйте пострадавшего одного.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Контролируйте сознание, дыхание и основные жалобы.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давайте дополнительную дозу, если эффект не наступил сразу.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ухудшении повторно свяжитесь с диспетчером скорой помощи.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Сохраните упаковку и инструкцию для прибывших специалистов.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ПЕРЕДАТЬ МЕДИЦИНСКИМ СПЕЦИАЛИСТАМ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Какое состояние возникло и что сообщил сам пострадавший.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Название и форма лекарственного препарата.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Какая доза и каким способом была принята.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Точное или примерное время приема.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 изменилось состояние после лекарства.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Какая еще первая помощь была оказана.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Если сведения неизвестны, прямо сообщите об этом.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3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Только лекарство самого пострадавшего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8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8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6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Только ранее назначенное ему врачом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1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1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39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Только для предусмотренной медицинской цели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24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24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32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выбирайте препарат и не изменяйте дозу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7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7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25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Помогите достать, открыть, принять и сообщите специалистам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12</a:t>
            </a:r>
          </a:p>
        </p:txBody>
      </p:sp>
      <p:pic>
        <p:nvPicPr>
          <p:cNvPr id="8" name="Picture 7" descr="pamyatka-tema4-lekarstva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