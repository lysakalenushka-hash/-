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Охрана труда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Вредные и опасные производственные факторы (ВОПФ) при работе с трубопроводами пара и горячей 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Промышленная безопасность и охрана труда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Модуль охватывает классификацию вредных и опасных производственных факторов, термины и определения, источники опасности и виды опасных зон при обслуживании трубопроводов пара и горячей воды.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16</a:t>
            </a:r>
          </a:p>
        </p:txBody>
      </p:sp>
      <p:pic>
        <p:nvPicPr>
          <p:cNvPr id="11" name="Picture 10" descr="worker_industrial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понятия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Опасный и вредный производственный фактор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Определения по охране труда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Опасный производственный фактор — производственный фактор, воздействие которого на работника может привести к его травме.
Вредный производственный фактор — производственный фактор, воздействие которого на работника может привести к его профессиональному заболеванию.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16</a:t>
            </a:r>
          </a:p>
        </p:txBody>
      </p:sp>
      <p:pic>
        <p:nvPicPr>
          <p:cNvPr id="11" name="Picture 10" descr="worker_industrial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Классификация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Укрупнённые группы ВОПФ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Вредные и опасные производственные факторы можно разделить на группы: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группы факторов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физические — шум, вибрация, давление, температура, электрический ток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химические — пыль, токсичные и ядовитые газы и жидкости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биологические — микроорганизмы и макроорганизмы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Классификация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Физические, химические, биологические и психофизиологические факторы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 эксплуатации трубопроводов пара и горячей воды наиболее значимы: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Категории факторов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физические: вибрация, давление, электрический ток, температура, шум, излучения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химические: пыль, токсичные и ядовитые газы и жидкости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биологические: микроорганизмы, макроорганизмы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</a:rPr>
              <a:t>Физические факторы — основная группа рисков при работе с трубопроводами.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ВОПФ при эксплуатации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Вредные и опасные производственные факторы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На работника при обслуживании трубопроводов пара и горячей воды могут воздействовать: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Опасные и вредные факторы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движущиеся машины и механизмы, подвижные части производственного оборудования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повышенное напряжение в электрической цепи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повышенная или пониженная температура воздуха рабочей зоны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16</a:t>
            </a:r>
          </a:p>
        </p:txBody>
      </p:sp>
      <p:pic>
        <p:nvPicPr>
          <p:cNvPr id="21" name="Picture 20" descr="industrial_steam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ВОПФ при эксплуатации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Вредные и опасные производственные факторы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Дополнительные факторы при выполнении работ: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Дополнительные факторы риска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расположение рабочего места на значительной высоте (глубине) относительно поверхности земли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возможность концентрации вредных и опасных веществ в воздухе рабочей зоны (пропан, метан, углекислый газ и др.)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недостаточная освещённость рабочей зоны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Термины и определения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Фактор риска, опасность, источник 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Ключевые понятия промышленной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00000"/>
            <a:ext cx="5800000" cy="9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" y="2280000"/>
            <a:ext cx="57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30613"/>
                </a:solidFill>
                <a:latin typeface="Inter"/>
              </a:rPr>
              <a:t>Фактор риска — </a:t>
            </a:r>
            <a:r>
              <a:rPr sz="1300" b="0">
                <a:solidFill>
                  <a:srgbClr val="6B7280"/>
                </a:solidFill>
                <a:latin typeface="Inter"/>
              </a:rPr>
              <a:t>характеристика производственной среды и (или) трудового процесса (источника опасности), которая при воздействии на организм работника может привести к утрате здоровья и (или) травмированию.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000"/>
            <a:ext cx="5800000" cy="9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" y="3280000"/>
            <a:ext cx="57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30613"/>
                </a:solidFill>
                <a:latin typeface="Inter"/>
              </a:rPr>
              <a:t>Опасность — </a:t>
            </a:r>
            <a:r>
              <a:rPr sz="1300" b="0">
                <a:solidFill>
                  <a:srgbClr val="6B7280"/>
                </a:solidFill>
                <a:latin typeface="Inter"/>
              </a:rPr>
              <a:t>объект, ситуация или действие, которые способны нанести вред человеку в виде травмы или ухудшения здоровья, или их сочетания.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0000"/>
            <a:ext cx="5800000" cy="9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00" y="4280000"/>
            <a:ext cx="57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30613"/>
                </a:solidFill>
                <a:latin typeface="Inter"/>
              </a:rPr>
              <a:t>Источник опасности — </a:t>
            </a:r>
            <a:r>
              <a:rPr sz="1300" b="0">
                <a:solidFill>
                  <a:srgbClr val="6B7280"/>
                </a:solidFill>
                <a:latin typeface="Inter"/>
              </a:rPr>
              <a:t>объекты или деятельность, которые являются причиной возникновения рисков.</a:t>
            </a:r>
          </a:p>
        </p:txBody>
      </p:sp>
      <p:pic>
        <p:nvPicPr>
          <p:cNvPr id="17" name="Picture 16" descr="steam_gauge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Источники 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Источник опасности → 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Связь между источником опасности и последствиями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Источник опасности — объект или деятельность, вызывающая риск. При воздействии источника опасности на работника возникает опасность — ситуация, способная нанести вред в виде травмы или ухудшения здоровья.
Пример: разгерметизация трубопровода (источник) → ожоги, травмы (опасность).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16</a:t>
            </a:r>
          </a:p>
        </p:txBody>
      </p:sp>
      <p:pic>
        <p:nvPicPr>
          <p:cNvPr id="11" name="Picture 10" descr="hazard_pipe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Источники 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Классификация источников 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 эксплуатации трубопроводов выделяют следующие источники: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Типы источников опасности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источники давления — пневматические и гидравлические системы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термические — трубопроводы с высокой температурой поверхности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электрические — электрооборудование, электродвигатели, кабельные линии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Опасные зоны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Виды опасных зон на производстве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Зоны, в которых расположены источники 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обслуживании трубопроводов пара и горячей воды выделяют зоны пневматических и гидравлических, термических, электрических и химических источников опасности. Каждая зона требует соблюдения специальных мер безопасности.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Опасные зоны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Зона пневматических и гидравлических источников 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Трубопроводы, находящиеся под давлением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Опасности при эксплуатации трубопроводов под давлением:
• получение ожогов под воздействием высоких температур
• получение иных травм вследствие ограниченной видимости из-за пара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16</a:t>
            </a:r>
          </a:p>
        </p:txBody>
      </p:sp>
      <p:pic>
        <p:nvPicPr>
          <p:cNvPr id="11" name="Picture 10" descr="zone_pneumatic_p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Опасные зоны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Зона термических источников 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Трубопроводы с высокой температурой поверхности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Опасности при эксплуатации трубопроводов с высокой температурой поверхности:
• получение ожогов от прикосновений
• получение тепловых ударов вследствие высокой температуры производственного помещения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16</a:t>
            </a:r>
          </a:p>
        </p:txBody>
      </p:sp>
      <p:pic>
        <p:nvPicPr>
          <p:cNvPr id="11" name="Picture 10" descr="zone_thermal_p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Опасные зоны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Зона электрических источников 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Электрооборудование насосных и котельных установок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Зона электрических источников опасности включает электродвигатели, насосное оборудование, распределительные устройства. Основные опасности: поражение электрическим током, дуговой разряд, возгорание при коротком замыкании.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16</a:t>
            </a:r>
          </a:p>
        </p:txBody>
      </p:sp>
      <p:pic>
        <p:nvPicPr>
          <p:cNvPr id="11" name="Picture 10" descr="zone_electrical_mo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Опасные зоны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Зона химических источников 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Химводоподготовка и обработка теплоносителя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Зона химических источников опасности — химводоподготовка. Опасности: воздействие химических реагентов, отравление парами, ожоги кислотами и щелочами при обслуживании систем водоподготовки.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16</a:t>
            </a:r>
          </a:p>
        </p:txBody>
      </p:sp>
      <p:pic>
        <p:nvPicPr>
          <p:cNvPr id="11" name="Picture 10" descr="zone_chemical_trea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Пневмогидравлические 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Зона пневматических и гидравлических источников 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Причины разгерметизации или разрушения систем повышенного давления: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Причины аварий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внешние механические воздействия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старение систем и износ элементов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коррозия металла трубопроводов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16</a:t>
            </a:r>
          </a:p>
        </p:txBody>
      </p:sp>
      <p:pic>
        <p:nvPicPr>
          <p:cNvPr id="21" name="Picture 20" descr="zone_field_p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Меры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</a:rPr>
              <a:t>Работы в зонах повышенного давления и температуры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Требования при обслуживании трубопроводов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</a:rPr>
              <a:t>При выполнении работ в зонах пневматических, гидравлических и термических источников опасности необходимо:
• использовать СИЗ (перчатки, каска, защитные очки)
• не прикасаться к горячим поверхностям без защиты
• ограждать место работы при появлении пара
• соблюдать инструкции по охране труда и наряд-допуск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16</a:t>
            </a:r>
          </a:p>
        </p:txBody>
      </p:sp>
      <p:pic>
        <p:nvPicPr>
          <p:cNvPr id="11" name="Picture 10" descr="zone_steam_wor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