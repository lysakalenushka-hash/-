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Охрана труда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Требования к средствам защиты при эксплуатации трубопроводов пара и горячей воды (ПиГВ)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Коллективные и индивидуальные средства защиты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Модуль охватывает требования к средствам защиты, классификацию коллективных и индивидуальных средств, оградительные, предохранительные и блокирующие устройства, специальную одежду и обувь, защиту головы и органов дыхания.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15</a:t>
            </a:r>
          </a:p>
        </p:txBody>
      </p:sp>
      <p:pic>
        <p:nvPicPr>
          <p:cNvPr id="11" name="Picture 10" descr="ppe_head_respira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Средства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Зачем нужны средства 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Если бы к нашим телам прилагались инструкции…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«Можно эксплуатировать в большинстве ситуаций… но в производственных условиях — требуются специальные приспособления».
Средства защиты снижают риск травм и профессиональных заболеваний при обслуживании трубопроводов пара и горячей воды.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15</a:t>
            </a:r>
          </a:p>
        </p:txBody>
      </p:sp>
      <p:pic>
        <p:nvPicPr>
          <p:cNvPr id="11" name="Picture 10" descr="worker_special_clot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Требования к средствам 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Средства защиты должны соответствовать следующим требованиям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0000"/>
            <a:ext cx="3600000" cy="11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640" y="2250000"/>
            <a:ext cx="34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Не снижать производительность оборудования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8640" y="2100000"/>
            <a:ext cx="3600000" cy="11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8640" y="2250000"/>
            <a:ext cx="34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Предотвращать контакт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8640" y="2100000"/>
            <a:ext cx="3600000" cy="11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8640" y="2250000"/>
            <a:ext cx="34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Не создавать новых опасностей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50000"/>
            <a:ext cx="3600000" cy="11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40" y="3500000"/>
            <a:ext cx="34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Допускать обслуживание без снятия ограждения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8640" y="3350000"/>
            <a:ext cx="3600000" cy="11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8640" y="3500000"/>
            <a:ext cx="34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Обеспечивать безопасность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8640" y="3350000"/>
            <a:ext cx="3600000" cy="11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8640" y="3500000"/>
            <a:ext cx="34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Не создавать помех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00000"/>
            <a:ext cx="3600000" cy="11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640" y="4750000"/>
            <a:ext cx="34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Соответствовать требованиям технической эстетики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8640" y="4600000"/>
            <a:ext cx="3600000" cy="11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8640" y="4750000"/>
            <a:ext cx="34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Закрывать от падающих предметов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Средства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Коллективные и индивидуальные средства 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Средства защиты подразделяются на две основные группы: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Виды средств защиты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коллективные — защищают всех работников в зоне (ограждения, сигнализация, предохранительные устройства)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индивидуальные — СИЗ конкретного работника (каска, очки, респиратор, спецодежда, спецобувь)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Оба вида применяются совместно при работах на ПиГВ.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Коллективные средства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Виды коллективных средств 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Коллективные средства защиты включают: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0000"/>
            <a:ext cx="3600000" cy="17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00000"/>
            <a:ext cx="80000" cy="170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640" y="2600000"/>
            <a:ext cx="33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Inter"/>
              </a:rPr>
              <a:t>Сигнализирующие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000" y="2100000"/>
            <a:ext cx="3600000" cy="17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0000" y="2100000"/>
            <a:ext cx="80000" cy="170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0000" y="2600000"/>
            <a:ext cx="33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Inter"/>
              </a:rPr>
              <a:t>Оградительные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0000" y="2100000"/>
            <a:ext cx="3600000" cy="17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0000" y="2100000"/>
            <a:ext cx="80000" cy="170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000" y="2600000"/>
            <a:ext cx="33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Inter"/>
              </a:rPr>
              <a:t>Предохранительные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0000"/>
            <a:ext cx="3600000" cy="17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0000"/>
            <a:ext cx="80000" cy="170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640" y="4700000"/>
            <a:ext cx="33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Inter"/>
              </a:rPr>
              <a:t>Блокирующие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0000" y="4200000"/>
            <a:ext cx="3600000" cy="17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0000" y="4200000"/>
            <a:ext cx="80000" cy="170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0000" y="4700000"/>
            <a:ext cx="33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Inter"/>
              </a:rPr>
              <a:t>Специальные устройства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0000" y="4200000"/>
            <a:ext cx="3600000" cy="1700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50000" y="4200000"/>
            <a:ext cx="80000" cy="170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000" y="4700000"/>
            <a:ext cx="33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Inter"/>
              </a:rPr>
              <a:t>Системы дистанционного управления оборудованием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Защитные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Защитные и предохранительные устройства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Защитные и предохранительные устройства подразделяются на: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Типы устройств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ограждения, исключающие доступ к движущимся или опасным частям механизмов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ограждения, защищающие от высоких и низких температур и вредных факторов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ограждения, уменьшающие разрушения при взрыве или предупреждающие их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15</a:t>
            </a:r>
          </a:p>
        </p:txBody>
      </p:sp>
      <p:pic>
        <p:nvPicPr>
          <p:cNvPr id="21" name="Picture 20" descr="safety_barr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Оградительные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Оградительные средства 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Оградительные устройства: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Виды ограждений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стационарные (несъёмные)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подвижные (съёмные)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переносные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Ограждения обязательны при аварийных работах на теплосетях.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15</a:t>
            </a:r>
          </a:p>
        </p:txBody>
      </p:sp>
      <p:pic>
        <p:nvPicPr>
          <p:cNvPr id="21" name="Picture 20" descr="site_fen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Предохранительные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Предохранительные средства 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Предохранительные клапаны: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Типы предохранительных клапанов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А. Рычажные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Б. Пружинные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В. Мембранные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Клапаны сбрасывают давление при превышении допустимого значения.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15</a:t>
            </a:r>
          </a:p>
        </p:txBody>
      </p:sp>
      <p:pic>
        <p:nvPicPr>
          <p:cNvPr id="21" name="Picture 20" descr="safety_val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Блокирующие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Блокирующие устройства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Блокировочные устройства: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Виды блокировок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механические — фланец-лок, тросовые блокировки, кожухи на штурвалы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предотвращают несанкционированное или случайное включение оборудования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применяются при ремонте и обслуживании трубопроводов и арматуры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15</a:t>
            </a:r>
          </a:p>
        </p:txBody>
      </p:sp>
      <p:pic>
        <p:nvPicPr>
          <p:cNvPr id="21" name="Picture 20" descr="lockout_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Средства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Средства защиты работников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 средствам защиты относятся: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Категории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специальная одежда и специальная обувь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смывающие и обезвреживающие средства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технические средства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Специальная одежда и специальная обувь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Спецодежда и спецобувь защищают от следующих опасностей: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Защищаемые опасности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механические опасности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опасности, связанные с воздействием микроклимата и климатические опасности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опасности, связанные с воздействием химического фактора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15</a:t>
            </a:r>
          </a:p>
        </p:txBody>
      </p:sp>
      <p:pic>
        <p:nvPicPr>
          <p:cNvPr id="21" name="Picture 20" descr="worker_special_clot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Специальные комбинезоны и специальная одежда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 работах с термическим воздействием применяют: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Термическая защита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опасности, связанные с воздействием термического фактора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специальные комбинезоны с теплозащитными свойствами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защитные шлемы со щитками, термостойкие перчатки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При работах в зоне пара и горячей воды термозащита обязательна.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15</a:t>
            </a:r>
          </a:p>
        </p:txBody>
      </p:sp>
      <p:pic>
        <p:nvPicPr>
          <p:cNvPr id="21" name="Picture 20" descr="thermal_cover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СИЗ ног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Средства индивидуальной защиты ног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Спецобувь защищает от следующих опасностей: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Опасности для ног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механические опасности (поскальзывание, защита носочной части 200 Дж)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опасности, связанные с воздействием микроклимата и климатические опасности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термические опасности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15</a:t>
            </a:r>
          </a:p>
        </p:txBody>
      </p:sp>
      <p:pic>
        <p:nvPicPr>
          <p:cNvPr id="21" name="Picture 20" descr="safety_footw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СИЗ головы и дыхания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Защита головы и органов дыхания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 средствам защиты головы и дыхания относятся: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Средства защиты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защитная каска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защитный щиток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защитные очки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15</a:t>
            </a:r>
          </a:p>
        </p:txBody>
      </p:sp>
      <p:pic>
        <p:nvPicPr>
          <p:cNvPr id="21" name="Picture 20" descr="ppe_head_respira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Последствия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Результаты отсутствия надлежащей защиты головы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Отсутствие каски и защиты головы приводит к: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Последствия травм головы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скальпированные раны мягких тканей головы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травмы черепа, переломы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повреждения мозга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Защитная каска — обязательный элемент СИЗ на производстве.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