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30613"/>
                </a:solidFill>
                <a:latin typeface="Inter"/>
              </a:rPr>
              <a:t>Б.7.5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Модуль 1. Общие требования промышленной безопасности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Inter"/>
              </a:rPr>
              <a:t>Проектирование, строительство, реконструкция, ТПВ и капремонт сетей газораспределения и газопотребления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Объём модуля: 6 академических часов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Промышленная безопасность · 116-ФЗ · Производственный контроль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Общие требования промышленной безопасности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Правовые основы и производственный контроль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116-ФЗ, полномочия Ростехнадзора, производственный контроль, общие требования к объектам газоснабжения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Промышленная безопасность · 116-ФЗ · Производственный контроль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Общие требования промышленной безопасности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Правовые основы и производственный контроль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116-ФЗ, полномочия Ростехнадзора, производственный контроль, общие требования к объектам газоснабжения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Промышленная безопасность · 116-ФЗ · Производственный контроль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Правовое регулирование промышленной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116-ФЗ — правовые основы ПБ ОПО; аттестация по Б.7.5 (ПП РФ № 2168, № 978) не реже 1 раза в 5 лет (ст. 14.1).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Ростехнадзор — государственный контроль (надзор) при СМР, реконструкции, капремонте (ПП РФ № 870, п. 2, 88).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Производственный контроль: программа, ответственные лица, хранение документации (ФНП № 531, п. 5–6).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ФНП № 531 — требования на всех этапах жизненного цикла сетей газораспределения и газопотребления.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Производственный контроль и надзор на объектах газоснабжения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Производственный контроль и назначение ответственных лиц (ФНП № 531, п. 5–6).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Идентификация объектов: проект, экспертиза, разрешение на строительство, акт приёмки (ТР п. 12–13).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Экспертиза промышленной безопасности; регистрация ОПО в государственном реестре.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Общие требования ФНП № 531 к организациям на объектах газораспределения и газопотребления.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Inter"/>
              </a:rPr>
              <a:t>Итоги: Общие требования промышленной безопасности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116-ФЗ и приказ № 155 (п. 18.1): правовые основы ПБ, аттестация по Б.7.5 не реже 1 раза в 5 лет.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6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Ростехнадзор — надзор при СМР, реконструкции, капремонте; экспертиза и приёмка по ПП РФ № 870.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2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Производственный контроль и назначение ответственных лиц — ФНП № 531, п. 5–6.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8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8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ФНП № 531 определяет требования на всех этапах жизненного цикла газовых сетей.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1720</Words>
  <Application>Microsoft Office PowerPoint</Application>
  <PresentationFormat>Широкоэкранный</PresentationFormat>
  <Paragraphs>153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2</cp:revision>
  <dcterms:created xsi:type="dcterms:W3CDTF">2013-01-27T09:14:16Z</dcterms:created>
  <dcterms:modified xsi:type="dcterms:W3CDTF">2026-08-27T13:55:34Z</dcterms:modified>
  <cp:category/>
</cp:coreProperties>
</file>