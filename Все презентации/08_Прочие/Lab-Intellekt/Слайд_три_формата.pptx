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1A9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0000"/>
            <a:ext cx="11155680" cy="2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A9B8A"/>
                </a:solidFill>
                <a:latin typeface="Calibri"/>
                <a:ea typeface="Calibri"/>
                <a:cs typeface="Calibri"/>
              </a:rPr>
              <a:t>ТРИ ФОРМАТА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0000"/>
            <a:ext cx="1115568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Кто реально учится — видно сразу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000" y="900000"/>
            <a:ext cx="3650000" cy="545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0000" y="900000"/>
            <a:ext cx="3650000" cy="78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990000"/>
            <a:ext cx="3490000" cy="3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СДО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000" y="1330000"/>
            <a:ext cx="349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i="0">
                <a:solidFill>
                  <a:srgbClr val="B8C5D6"/>
                </a:solidFill>
                <a:latin typeface="Calibri"/>
                <a:ea typeface="Calibri"/>
                <a:cs typeface="Calibri"/>
              </a:rPr>
              <a:t>Система дистанционного обучения</a:t>
            </a:r>
          </a:p>
        </p:txBody>
      </p:sp>
      <p:pic>
        <p:nvPicPr>
          <p:cNvPr id="11" name="Picture 10" descr="blok-s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000" y="1720000"/>
            <a:ext cx="3570000" cy="45900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230000" y="900000"/>
            <a:ext cx="3650000" cy="545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30000" y="900000"/>
            <a:ext cx="3650000" cy="78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10000" y="990000"/>
            <a:ext cx="3490000" cy="3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Очное обучение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0000" y="1330000"/>
            <a:ext cx="349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i="0">
                <a:solidFill>
                  <a:srgbClr val="B8C5D6"/>
                </a:solidFill>
                <a:latin typeface="Calibri"/>
                <a:ea typeface="Calibri"/>
                <a:cs typeface="Calibri"/>
              </a:rPr>
              <a:t>Класс и преподаватель</a:t>
            </a:r>
          </a:p>
        </p:txBody>
      </p:sp>
      <p:pic>
        <p:nvPicPr>
          <p:cNvPr id="16" name="Picture 15" descr="blok-ochno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000" y="1720000"/>
            <a:ext cx="3570000" cy="4590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040000" y="900000"/>
            <a:ext cx="3650000" cy="545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0000" y="900000"/>
            <a:ext cx="3650000" cy="780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20000" y="990000"/>
            <a:ext cx="3490000" cy="3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Микрообучение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0000" y="1330000"/>
            <a:ext cx="349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i="0">
                <a:solidFill>
                  <a:srgbClr val="B8C5D6"/>
                </a:solidFill>
                <a:latin typeface="Calibri"/>
                <a:ea typeface="Calibri"/>
                <a:cs typeface="Calibri"/>
              </a:rPr>
              <a:t>Диалог и выбор ответа</a:t>
            </a:r>
          </a:p>
        </p:txBody>
      </p:sp>
      <p:pic>
        <p:nvPicPr>
          <p:cNvPr id="21" name="Picture 20" descr="blok-mikroobuchen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0000" y="1720000"/>
            <a:ext cx="3570000" cy="4590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9AA3B0"/>
                </a:solidFill>
                <a:latin typeface="Calibri"/>
                <a:ea typeface="Calibri"/>
                <a:cs typeface="Calibri"/>
              </a:rPr>
              <a:t>Lab-Интеллект  ·  СМАРТА  ·  конфиденциально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