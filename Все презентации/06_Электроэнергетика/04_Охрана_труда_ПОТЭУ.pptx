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18"/>
    <p:sldId id="259" r:id="rId5"/>
    <p:sldId id="270" r:id="rId17"/>
    <p:sldId id="260" r:id="rId6"/>
    <p:sldId id="261" r:id="rId7"/>
    <p:sldId id="262" r:id="rId8"/>
    <p:sldId id="263" r:id="rId9"/>
    <p:sldId id="264" r:id="rId10"/>
    <p:sldId id="265" r:id="rId11"/>
    <p:sldId id="271" r:id="rId16"/>
    <p:sldId id="266" r:id="rId12"/>
    <p:sldId id="267" r:id="rId13"/>
    <p:sldId id="268" r:id="rId14"/>
    <p:sldId id="272" r:id="rId15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Inter"/>
              </a:rPr>
              <a:t>Охрана труда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Inter"/>
              </a:rPr>
              <a:t>при эксплуатации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49039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30613"/>
                </a:solidFill>
                <a:latin typeface="Inter"/>
              </a:rPr>
              <a:t>электроустановок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Тема 4 · Приказ Минтруда России от 15.12.2020 № 903н (ПОТЭУ)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Работники · обслуживание · наряд / распоряжение / перечень · допуск · АБ · ВЛ · инструмент · командированные · СМО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 · Требования к работникам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Допуск работников к работам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Минтруда России от 15.12.2020 № 903н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Работники проходят обучение безопасным методам работ и первой помощи (электротехнический персонал — также освобождение от тока). Группа III — только с 18 лет. Специальные работы: на высоте; под напряжением; испытания повышенным напряжением; при наведённом напряжении &gt; 25 В. Специалисты по ОТ потребителей — группа IV, субъектов электроэнергетики — группа V. Удостоверение постоянно при работнике; право на спецработы фиксируется в нём.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749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Группа I — неэлектротехническому персоналу; присваивает работник с группой ≥ III.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4.2 · Оперативное обслуживание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Требования к персоналу при оперативном обслуживании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Единоличное обслуживание и осмотры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Оперативное обслуживание — оперативный и оперативно-ремонтный персонал (административно-технический — по ОРД). Единолично: выше 1000 В — группа ≥ IV (старший смены), до 1000 В — ≥ III. Единоличный осмотр: выше 1000 В — группа V, до 1000 В — IV (по ОРД). Во время осмотра любая работа запрещена. При замыкании на землю 3–35 кВ — не ближе 4 м в ЗРУ и 8 м в ОРУ.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21208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4.3 · Работы в действующих ЭУ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Три допустимых порядка производства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Наряд-допуск · распоряжение · перечень текущей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Самовольные работы и расширение задания запрещены. Работы по другому наряду согласовываются с выдавшим первый наряд (запись «Согласовано» на лицевой стороне). Капремонт &gt; 1000 В, работы без снятия напряжения &gt; 1000 В, ремонт ВЛ — не менее 2 человек. Под напряжением до 1000 В: диэлектрические галоши / подставка / ковёр; изолированный инструмент и перчатки; оградить другие ТВЧ.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4.4 · Перерыв, перевод, окончание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Оформление перерыва, перевода и окончания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действий при изменении статуса работ в электроустановках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5574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Перерыв в работе и перевод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75788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129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Вывешивание плакатов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154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уходе бригады с рабочего места на перерыв плакаты и ограждения не снимаются. Вывешивание плаката «Не включать! Работают люди» сохраняется на всё время перерыва.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Допускающие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9669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Допускающий контролирует, что рабочее место остаётся в защищённом состоянии до возобновления работ. Повторный допуск после перерыва — с подтверждением допускающего.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4919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Перевод на другое место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7779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Перевод бригады на другое рабочее место оформляется в наряде-допуске. Производитель работ обязан провести целевой инструктаж на новом месте.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46145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Окончание работы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78149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291865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Наблюдающим и членам бригады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147250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Наблюдающим фиксируется вывод всех членов бригады с рабочего места. Инструмент, приспособления и материалы убираются, временные ограждения снимаются.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88677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Оформление закрытия наряда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115371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Производитель работ докладывает допускающему об окончании работ и сдаёт наряд-допуск. Допускающий проверяет рабочее место и снимает плакаты «Не включать! Работают люди».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8548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083492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До получения сообщения об окончании работ и сдачи наряда-допуска подача напряжения на рабочее место ЗАПРЕЩЕНА. Снятие заземлений и восстановление схемы — только после закрытия наряда.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ВАЖНО: плакат «Не включать! Работают люди» снимается только допускающим после закрытия наряда-допуска и вывода всей бригады.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4.5 · Наряд-допуск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Оформление и выдача наряда-допуска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оформления экземпляров и распределения между ответственными 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оформлению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Количество экземпляров: наряд-допуск оформляется в двух экземплярах и выдаётся на руки производителю работ (или наблюдающему) и допускающему.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передаче по телефону, радио, факсу или электронным документом наряд-допуск оформляется в трёх экземплярах (кроме случая, когда производитель работ назначается одновременно допускающим).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Выдающий наряд-допуск оставляет один экземпляр у себя; принимающая сторона распечатывает и заполняет два экземпляра, подтверждая правильность оформления своей подписью с указанием способа передачи.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Количество экземпляров, выдаваемых на руки или передаваемых дистанционно, определяет выдающий наряд-допуск в зависимости от состава назначаемых ответственных лиц.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Важно: правильность оформления наряда-допуска при дистанционной передаче должна быть подтверждена выдающим, после чего принимающая сторона указывает его фамилию и инициалы на месте подписи и заверяет документ собственной подписью.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4.5 · Наряд-допуск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Оформление и выдача наряда-допуска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23844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оформлению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43884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7810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8104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Число нарядов-допусков на одного ответственного руководителя работ определяет работник, выдающий наряд-допуск.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833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83379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Выдающий наряд-допуск вправе выдать допускающему и производителю работ (или наблюдающему) сразу несколько нарядов-допусков для поочерёдного допуска и работы по ним.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9145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9145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Допускается оформление единого наряда-допуска при совместном производстве нескольких видов работ, по каждому из которых требуется наряд-допуск.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4.6 · Работы по распоряжению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Работы по распоряжению: порядок и 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Распоряжение — письменное задание, определяющее содержание, место, время, меры безопасности и состав исполнителей с указанием групп по электробезопасности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8887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Ключевые условия проведения работ по распоряжению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0891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4607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4607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Распоряжение имеет разовый характер: срок действия ограничен продолжительностью рабочего дня или смены исполнителей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84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840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передаче по телефону или радио распоряжение фиксируется в двух журналах учёта работ — у работника, отдавшего распоряжение, и у работников, получивших его, с подтверждающими подписями в обоих журналах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648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6481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Распоряжение отдаётся производителю работ и допускающему; в электроустановках без местного оперативного персонала (когда допуск на рабочем месте не требуется) — непосредственно одному работнику, выполняющему работу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6455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6455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необходимости продолжения работы, изменении условий или состава бригады распоряжение отдаётся заново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689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6689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перерывах в течение одного дня повторный допуск осуществляется производителем работ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6923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69230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Правилами допускается проведение по распоряжению неотложных работ продолжительностью не более 1 часа (без учёта времени на подготовку рабочего места) в электроустановках напряжением до и выше 1000 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Важно: при любом изменении условий работы или состава бригады распоряжение должно быть оформлено заново — продолжение работы на основании прежнего распоряжения не допускается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4.7 · Текущая 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Перечень работ в порядке текущей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Небольшие работы в течение рабочей смены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Перечень утверждает руководитель организации (обособленного подразделения). Учитывают: необходимость и возможность безопасного выполнения силами оперативного или оперативно-ремонтного персонала; подготовку РМ; квалификацию персонала; условия в служебных помещениях, складах, мастерских. Работы по перечню выполняют оперативный/оперативно-ремонтный персонал на закреплённом оборудовании в течение одной смены.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4.8 · Подготовка РМ и 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допуска бригады к работе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Последовательность обязательных мероприятий по наряду-допуску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условия допуска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Не допускается изменять предусмотренные нарядом-допуском мероприятия по подготовке рабочих мест: выполненные до начала работ технические мероприятия для предотвращения воздействия на работающего опасного и вредного производственного фактора на рабочем месте.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сомнении в достаточности мероприятий по подготовке рабочего места — работа откладывается до выдачи нового наряда-допуска с необходимыми техническими мероприятиями.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Если производитель работ совмещает обязанности допускающего — подготовку рабочего места он выполняет с членом бригады, имеющим группу III по электробезопасности.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Допуск к работе проводится после проверки подготовки рабочего места: допускающий проверяет состав бригады по удостоверениям и доказывает отсутствие напряжения (демонстрацией заземлений или проверкой).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Не допускается изменять предусмотренные нарядом-допуском мероприятия по подготовке рабочих мест. Допуск без целевого инструктажа запрещён.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4.9 · Аккумуляторные батареи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Работы с аккумуляторными батареями: запреты и правила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аккумуляторному помещению и обслуживанию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Аккумуляторное помещение должно быть заперто на замок. Ключи выдаются работникам на общих основаниях.
На дверях аккумуляторной обязательны надписи или знаки: «Аккумуляторная», «Огнеопасно», «Запрещается курить», запрет открытого огня.
Кислота хранится в стеклянных бутылях с притёртыми пробками и бирками с названием кислоты — в отдельном помещении при аккумуляторной батарее. Запрещается вливать воду в кислоту при приготовлении электролита: кислота вливается тонкой струей в воду.
Обслуживание аккумуляторных батарей, а также работы с кислотой, щелочью и свинцом выполняют только специально обученные работники. При таких работах обязательны средства защиты глаз, рук, ног и специальная защитная одежда.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4.10 · Воздушные линии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Работы на опорах и изолирующих подвесках ВЛ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Работы по замене элементов опор, монтажу и демонтажу опор и проводов, замене гирлянд изоляторов ВЛ должны выполняться по технологической карте или ППР.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Допускается / Условия выполнения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Первая группа по безопасности работ на высоте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Подниматься на опору разрешается членам бригады 1 или 2 группы по безопасности работ на высоте (работы на высоте 5 м и более) с обязательным применением средств защиты от падения.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276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Вторая группа по электробезопасности (II)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31361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работах с отключением ВЛ — до верха опоры; при работах на нетоковедущих частях ВЛ под напряжением — не выше уровня, при котором от головы работающего до нижних проводов остаётся не менее 2 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7088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Допускается: перемещение по изолирующим подвескам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9948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Разрешается перемещаться по поддерживающим одноцепным и многоцепным (две и более гирлянды изоляторов) и по натяжным многоцепным подвескам.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Запрещается / Требования безопасности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Запрещается подниматься без проверки опоры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0632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Подниматься на опору и работать на ней разрешается только после проверки достаточной устойчивости и прочности опоры, особенно её основания.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6141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Первая группа по электробезопасности (III)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8427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Группа III по электробезопасности — при всех видах работ до верха опоры.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20509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Запрещается работать без страховки на поддерживающей подвеске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433697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Строп страховочной привязи должен быть закреплён за траверсу. При недостаточной длине стропа — использовать два страховочных каната: один привязан к траверсе, второй подаётся подстраховывающим членом бригады.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Важно! При выполнении работ, связанных с подъёмом на все виды опор, необходимо использовать средства защиты от падения с высоты, предназначенные для этих целей.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4.11 · Электроинструмент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Проверки перед началом работы с ручными электрическими машинами и переносным электроинструментом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К работе с электроинструментом класса I в помещениях с повышенной опасностью допускаются работники с группой II по электробезопасности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9407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Выполнить перед началом работ: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1411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512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5127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Определить по паспорту класс машины или инструмента — класс должен соответствовать категории помещения и условиям производства работ (Таблица № 7 Правил)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93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комплектность и надёжность крепления деталей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Убедиться внешним осмотром в исправности кабеля (шнура), его защитной трубки и штепсельной вилки, целости изоляционных деталей корпуса, рукоятки и крышек щеткодержателей, защитных кожухов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чёткость работы выключателя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Не допускается использовать в работе машины, инструменты и светильники с неисправным кабелем или повреждёнными деталями корпуса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4.2 · Ключи и предохранители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Предохранители и ключи от электроустановок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Осмотры, оперативное обслуживание и технологическое 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предохранители — при снятом напряжении; без нагрузки — допускается под напряжением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 напряжением и нагрузкой: ТН, пробковые и предохранители вторичных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выше 1000 В — клещи/штанга, перчатки, защита лица; до 1000 В — клещи, перчатки, защита лица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ключи пронумерованы, в запираемом ящике; выдача и возврат — в журнале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Ключи выдают имеющим право осмотра, допускающему, руководителю/производителю работ.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4.4 · Ответственные 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Работники, ответственные за безопасное ведение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Организационные мероприятия по обеспечению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Роли и ответственность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мероприятия: наряд/распоряжение/перечень; разрешение на подготовку РМ и допуск; допуск; надзор; перерыв/перевод/окончание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выдающий наряд — достаточность мер безопасности, квалификация и состав бригады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допускающий — правильность допуска и соответствие подготовленного РМ наряду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производитель работ — безопасное проведение работы, СИЗ, инструмент, надзор за бригадой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Ответственный руководитель работ назначается при работах по наряду в случаях, установленных Правилами.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4.8 · Целевые инструктажи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Инструктажи при первичном допуске бригады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Без целевых инструктажей допуск к работе не разрешается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Кто проводит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 наряду: выдающий → ответственному/производителю; допускающий → бригаде; производитель → членам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 распоряжению: отдающий → производителю/исполнителю; допускающий → бригаде; производитель → членам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допускается инструктаж по телефону работником, выдающим наряд или распоряжение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нового члена бригады инструктирует производитель работ или наблюдающий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4.11 · Электроинструмент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Запреты при работе с ручным электроинструментом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Дополнение к проверкам перед началом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Запрещается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передавать электроинструмент другим работникам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разбирать и производить ремонт самостоятельно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держаться за провод электроинструмента, касаться вращающихся частей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работать с приставных лестниц; вносить трансформаторы/преобразователи в котлы и резервуары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Inter"/>
              </a:rPr>
              <a:t>· заземление вторичной обмотки разделительного трансформатора не допускается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4.12 · Командированный персонал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Организация работ командированного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Минтруда № 903н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командирующая организация отвечает за группы ЭБ и подготовку персонала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принимающая сторона — вводный и первичный инструктажи, предоставление РМ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право выдачи нарядов командированным — по решению принимающей организации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работают в составе бригады по наряду принимающей стороны после инструктажей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Удостоверение с группой ЭБ не заменяет инструктажи на месте командировки.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4.13 · Персонал СМО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Допуск строительно-монтажных организаций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Работы на территории действующей электроустановки и в охранной зоне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Акт-допуск определяет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границы зоны работ СМО на территории действующей электроустановки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место и вид ограждений, исключающих ошибочное проникновение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места входа/выхода и въезда/выезда в зону работ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персонал СМО проходит вводный и первичный инструктажи принимающей стороны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СМО не начинает работы без акта-допуска и согласования с владельцем ЭУ.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Ключевые требования охраны труда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должен знать каждый работник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работы — только по наряду, распоряжению или перечню текущей эксплуатации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организационные мероприятия и назначение ответственных обязательны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 — только после целевых инструктажей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особые правила: АБ, ВЛ, электроинструмент, командированные, СМО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Незнание Правил не освобождает от ответственности.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1953</Words>
  <Application>Microsoft Office PowerPoint</Application>
  <PresentationFormat>Широкоэкранный</PresentationFormat>
  <Paragraphs>178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2026-07-28T13:09:23Z</dcterms:modified>
  <cp:category/>
</cp:coreProperties>
</file>