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66" r:id="rId3"/>
    <p:sldId id="270" r:id="rId4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384" y="-11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ОСОБЕННОСТИ СЛР У ДЕТЕЙ (ДОП. МАТЕРИАЛ)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783539"/>
            <a:ext cx="12181221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ОСОБЕННОСТИ СЛР У ДЕТЕЙ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60" y="2604670"/>
            <a:ext cx="8790709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794367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Доп. материал · исключено из Прил. № 2 с 01.09.2026 (ПП РФ № 805)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77139" y="5300000"/>
            <a:ext cx="9482366" cy="599089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471455" y="5606521"/>
            <a:ext cx="9093890" cy="7058713"/>
          </a:xfrm>
          <a:prstGeom prst="rect">
            <a:avLst/>
          </a:prstGeom>
        </p:spPr>
      </p:pic>
      <p:sp>
        <p:nvSpPr>
          <p:cNvPr id="867" name="Rounded Rectangle 866"/>
          <p:cNvSpPr/>
          <p:nvPr/>
        </p:nvSpPr>
        <p:spPr>
          <a:xfrm>
            <a:off x="1800000" y="3450000"/>
            <a:ext cx="20800000" cy="165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TextBox 867"/>
          <p:cNvSpPr txBox="1"/>
          <p:nvPr/>
        </p:nvSpPr>
        <p:spPr>
          <a:xfrm>
            <a:off x="2000000" y="3520000"/>
            <a:ext cx="20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404040"/>
                </a:solidFill>
                <a:latin typeface="Open Sans"/>
              </a:rPr>
              <a:t>С 01.09.2026 отдельный пункт исключён из Прил. № 2 (№ 805). По пособию Минздрава: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404040"/>
                </a:solidFill>
                <a:latin typeface="Open Sans"/>
              </a:rPr>
              <a:t>• Та же последовательность и 30 : 2, что у взрослых.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404040"/>
                </a:solidFill>
                <a:latin typeface="Open Sans"/>
              </a:rPr>
              <a:t>• Глубина ≈ ⅓ размера груди (~4 см до 1 года; ~5 см старше). До 1 года — двумя пальцами; старше — одной/двумя руками.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404040"/>
                </a:solidFill>
                <a:latin typeface="Open Sans"/>
              </a:rPr>
              <a:t>• После отсутствия признаков жизни у ребёнка эффективнее 5 вдохов, затем 30:2. При утоплении — так же.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28</Words>
  <Application>Microsoft Office PowerPoint</Application>
  <DocSecurity>0</DocSecurity>
  <PresentationFormat>Произвольный</PresentationFormat>
  <Paragraphs>8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Calibri</vt:lpstr>
      <vt:lpstr>Montserrat Semi Bold</vt:lpstr>
      <vt:lpstr>Open Sans</vt:lpstr>
      <vt:lpstr>Open Sans Light</vt:lpstr>
      <vt:lpstr>PFDinDisplayPro-Regular</vt:lpstr>
      <vt:lpstr>6_Office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Роман Прудников</cp:lastModifiedBy>
  <cp:revision>123</cp:revision>
  <dcterms:modified xsi:type="dcterms:W3CDTF">2026-08-03T13:32:41Z</dcterms:modified>
  <cp:category/>
  <dc:identifier/>
  <cp:contentStatus/>
  <dc:language/>
  <cp:version/>
</cp:coreProperties>
</file>