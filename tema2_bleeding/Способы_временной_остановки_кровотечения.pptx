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0000"/>
            <a:ext cx="24384000" cy="28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4600000"/>
            <a:ext cx="22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62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650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Теоретический модуль · п. 2.3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19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19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0000" y="19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00000" y="19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и давящая повязка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000" y="31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31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0000" y="31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0000" y="31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и максимальное сгибание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00" y="43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000" y="4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0000" y="43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0000" y="43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 и подручные средства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55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000" y="55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0000" y="55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0000" y="55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Алгоритм, записка, ошибки и ограничения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и давящая повязка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и давящая повязка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1275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rect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441" y="2000000"/>
            <a:ext cx="9418118" cy="63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109750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на рану
Основной способ по Приказу № 220н.
Надавите салфеткой и удерживайте.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25000" y="1900000"/>
            <a:ext cx="11275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essure_band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4939" y="2000000"/>
            <a:ext cx="9695121" cy="636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475000" y="8410000"/>
            <a:ext cx="109750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Давящая повязка
После остановки крови давлением.
При промокании — усилить, не снимая.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артерий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Сонная артерия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rotid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2349565"/>
            <a:ext cx="7233333" cy="56608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Точка: шея снаружи от гортани,
на стороне повреждения, к позвоночнику.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83333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rotid_4fin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333" y="2349565"/>
            <a:ext cx="7233333" cy="56608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3333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Давление четырьмя пальцами
одновременно к позвоночнику.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66666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rotid_thum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6666" y="2349565"/>
            <a:ext cx="7233333" cy="56608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16666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Вариант: большим пальцем
в ту же точку к позвоночнику.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Подключичная артерия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ubclavian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2349565"/>
            <a:ext cx="7233333" cy="56608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Прижимается в ямке над ключицей
к I ребру.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83333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ubclavian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333" y="2349565"/>
            <a:ext cx="7233333" cy="56608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3333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Давление четырьмя
выпрямленными пальцами.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66666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ubclavian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6666" y="2349565"/>
            <a:ext cx="7233333" cy="56608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16666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Вариант: давление
согнутыми пальцами.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Плечевая артерия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1275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rachia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929" y="2000000"/>
            <a:ext cx="10297142" cy="63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109750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 плечевой кости с внутренней стороны
между бицепсом и трицепсом, средняя треть.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25000" y="1900000"/>
            <a:ext cx="11275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achial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2500" y="2000000"/>
            <a:ext cx="10600000" cy="636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475000" y="8410000"/>
            <a:ext cx="10975000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Четыре пальца кисти,
обхватывающей плечо сверху или снизу.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Подмышечная и бедренная артерии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1275000" cy="512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xillary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667" y="2000000"/>
            <a:ext cx="4901666" cy="3027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5077500"/>
            <a:ext cx="10975000" cy="184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Подмышечная: в подмышечной впадине
к плечевой кости, жёсткими пальцами.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25000" y="1900000"/>
            <a:ext cx="11275000" cy="512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xillary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9583" y="2000000"/>
            <a:ext cx="5045833" cy="302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475000" y="5077500"/>
            <a:ext cx="10975000" cy="184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кровотечении из раны плеча
ниже плечевого сустава.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7275000"/>
            <a:ext cx="11275000" cy="512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emoral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783" y="7375000"/>
            <a:ext cx="4475434" cy="3027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0000" y="10452500"/>
            <a:ext cx="10975000" cy="184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Бедренная: ниже паховой складки
при кровотечении из ран бедра.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25000" y="7275000"/>
            <a:ext cx="11275000" cy="512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emoral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58967" y="7375000"/>
            <a:ext cx="4607065" cy="30275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475000" y="10452500"/>
            <a:ext cx="10975000" cy="1847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Давление кулаком,
зафиксированным второй рукой, весом тела.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Точки пальцевого прижатия — сводка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0000" y="2050000"/>
          <a:ext cx="22800000" cy="9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0000"/>
                <a:gridCol w="7600000"/>
                <a:gridCol w="7600000"/>
              </a:tblGrid>
              <a:tr h="1583333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Артерия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Место прижатия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Как давить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</a:tr>
              <a:tr h="158333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Сонная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Шея снаружи от гортани, к позвоночнику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4 пальца или большой палец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8333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Подключичная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Ямка над ключицей к I ребру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4 пальца / согнутые пальцы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58333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Подмышечная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Подмышечная впадина к плечевой кости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Прямые жёсткие пальцы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8333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Плечевая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Внутренняя сторона плеча (бицепс–трицепс)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4 пальца, обхватывая плечо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583335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Бедренная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Ниже паховой складки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Кулак, вес тела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Максимальное сгибание конечности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exion_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598" y="2000000"/>
            <a:ext cx="5044137" cy="6359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Предплечье: валик в локтевой сгиб,
согнуть, фиксировать к плечу.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83333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lexion_l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931" y="2000000"/>
            <a:ext cx="5044137" cy="635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3333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Голень/стопа: валик в подколенную ямку,
согнуть в колене, фиксировать.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66666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exion_t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1264" y="2000000"/>
            <a:ext cx="5044137" cy="63599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16666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Бедро: валик в пах, колено к груди,
фиксировать руками или бинтом.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Кровоостанавливающий жгут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Показания к наложению жгута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120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Обширное повреждение конечности.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Отрыв (травматическая ампутация).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Давление и давящая повязка неэффективны.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Накладывать на плечо или бедро.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Обязательно на одежду или подкладку.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Записка со временем обязательна.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00000" y="1950000"/>
            <a:ext cx="10000000" cy="8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ournique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3636" y="2100000"/>
            <a:ext cx="8572727" cy="820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000" y="11200000"/>
            <a:ext cx="22800000" cy="16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112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11400000"/>
            <a:ext cx="218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t max ≤ 60 мин в тёплое время · ≤ 30 мин в холодное!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Наложение кровоостанавливающего жгута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urnique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121" y="2000000"/>
            <a:ext cx="6649090" cy="63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1. Наложить выше раны
на одежду / подкладку.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83333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ournique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5454" y="2000000"/>
            <a:ext cx="6649090" cy="636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3333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2. Первый тур — максимальное
натяжение; кровь остановилась.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66666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ournique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58787" y="2000000"/>
            <a:ext cx="6649090" cy="6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16666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3. Записка со временем;
жгут должен быть виден.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Подручные средства в качестве жгута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120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Тесьма, платок, галстук, ремень.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Используйте закрутку для натяжения.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использовать проволоку, леску, узкий шнур.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Критерий: кровотечение остановилось.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Обязательна записка со временем.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00000" y="1950000"/>
            <a:ext cx="10000000" cy="8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provised_t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3750" y="2100000"/>
            <a:ext cx="8712500" cy="82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Записка под жгут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Укажите точное время наложения: ЧЧ:ММ (и дату при необходимости).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Фамилия / кто наложил — по возможности.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Кратко — место происшествия.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Вложите записку под жгут или прикрепите к одежде на видном месте.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Сообщите время бригаде скорой помощи при передаче.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полагайтесь только на память.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Без записки легко превысить допустимое время жгута!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Ошибки при наложении жгута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Слабое натяжение — венозный застой, усиление кровотечения.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Слишком далеко от раны — излишняя ишемия.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 голую кожу без подкладки — повреждение кожи и нервов.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Скрытие жгута одеждой — бригада СМП может не заметить.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Нет записки со временем — риск превышения срока.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Жгут «на всякий случай» при капиллярном кровотечении.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НЕЛЬЗЯ накладывать жгут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Кровотечение останавливается давлением или давящей повязкой.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Капиллярное и умеренное венозное кровотечение.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Раны шеи, груди, живота, головы — жгут туда не накладывают.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Нет конечности проксимальнее раны для размещения жгута.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Инородное тело без массивного артериального кровотечения — фиксация + повязка.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Подручные средства и гемостатики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Импровизированный жгут: тесьма, платок, галстук, ремень + закрутка.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использовать проволоку, леску, узкий шнур.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Гемостатические салфетки / бинты из аптечки первой помощи.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Плотно вложить в рану / на рану, сильно придавить, затем повязка.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Применяют там, где жгут невозможен, или как усиление давления.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После остановки — контроль, согревание, ожидание СМП.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Краткое резюме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9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22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Приоритет: прямое давление → давящая повязка → жгут по показаниям.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38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38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41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и сгибание — временные приёмы.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57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000" y="5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0000" y="60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Жгут: на одежду, выше раны, с запиской; ≤60 мин / ≤30 мин.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76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76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000" y="79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Гемостатические средства усиливают давление там, где это уместно.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Спасибо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0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