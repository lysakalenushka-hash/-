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0000"/>
            <a:ext cx="40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4800000"/>
            <a:ext cx="21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максимальное сгибание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и подручные средства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Алгоритм, записка, ошибки и ограничения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re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3870941"/>
            <a:ext cx="10600000" cy="71581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00000" y="19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Наложение давящей повязки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200000" y="27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essure_band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0000" y="3973200"/>
            <a:ext cx="10600000" cy="695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otid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78" y="2550000"/>
            <a:ext cx="6644444" cy="5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Общая сонная артерия прижимается на передней поверхности шеи снаружи от гортани на стороне повреждения.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otid_4fin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7778" y="2550000"/>
            <a:ext cx="6644444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в указанную точку может осуществляться четырьмя пальцами одновременно по направлению к позвоночнику, при этом сонная артерия придавливается к нему.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otid_thum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7778" y="2550000"/>
            <a:ext cx="6644444" cy="52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35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Другим вариантом пальцевого прижатия сонной артерии является давление в ту же точку большим пальцем по направлению к позвоночнику.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bclavia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778" y="2550000"/>
            <a:ext cx="6644444" cy="5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Подключичная артерия прижимается в ямке над ключицей к первому ребру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ubclavian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7778" y="2550000"/>
            <a:ext cx="6644444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Осуществлять давление в точку прижатия подключичной артерии можно с помощью четырех выпрямленных пальцев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ubclavian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7778" y="2550000"/>
            <a:ext cx="6644444" cy="52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350000" y="8000000"/>
            <a:ext cx="7200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Другим способом пальцевого прижатия подключичной артерии является давление согнутыми пальцами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hi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976" y="2550000"/>
            <a:ext cx="8419047" cy="5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Плечевая артерия прижимается к плечевой кости с внутренней стороны между бицепсом и трицепсом в средней трети плеча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25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chial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9167" y="2550000"/>
            <a:ext cx="8666666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75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на точку прижатия осуществляется с помощью четырех пальцев кисти, обхватывающей плечо пострадавшего сверху или снизу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xilla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976" y="2550000"/>
            <a:ext cx="8419047" cy="5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Подмышечная артерия прижимается к плечевой кости в подмышечной впадине при кровотечении из раны плеча ниже плечевого сустава.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25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xillary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9167" y="2550000"/>
            <a:ext cx="8666666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75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производится прямыми, жестко зафиксированными пальцами с достаточной силой в направлении плечевого сустава. Область плечевого сустава придерживать другой рукой.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Пальцевое прижатие артерии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mor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022" y="2550000"/>
            <a:ext cx="7686956" cy="52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Бедренная артерия прижимается ниже паховой складки при кровотечении из ран в области бедра.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25000" y="2400000"/>
            <a:ext cx="11375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emoral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55978" y="2550000"/>
            <a:ext cx="7913043" cy="52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475000" y="8000000"/>
            <a:ext cx="11075000" cy="4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Давление выполняется кулаком, зафиксированным второй рукой, весом тела участника оказания первой помощи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Максимальное сгибание конечности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exion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552" y="2550000"/>
            <a:ext cx="3806896" cy="4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Для остановки кровотечения из предплечья в локтевой сгиб вкладывают валик, конечность максимально сгибают в локтевом суставе и предплечье фиксируют к плечу в таком положении, например, ремнем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exion_l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552" y="2550000"/>
            <a:ext cx="3806896" cy="48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повреждении сосудов стопы, голени и подколенной ямки в последнюю вкладывают несколько бинтов или валик из ткани, после чего конечность сгибают в коленном суставе и фиксируют в этом положении бинтом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400000"/>
            <a:ext cx="7500000" cy="9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exion_t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46552" y="2550000"/>
            <a:ext cx="3806896" cy="48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350000" y="7600000"/>
            <a:ext cx="7200000" cy="4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Для остановки кровотечения при травме бедра сверток из ткани или несколько бинтов вкладывают в область паховой складки, притягивают колено к груди и фиксируют руками или бинтом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7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Наложение кровоостанавливающего жгута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350000"/>
            <a:ext cx="23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⩽ 60 мин. в теплое время года · 30 мин. в холодное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urnique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00" y="4304348"/>
            <a:ext cx="7100000" cy="67913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4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ournique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4304348"/>
            <a:ext cx="7100000" cy="67913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6100000" y="3300000"/>
            <a:ext cx="7400000" cy="8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ournique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50000" y="4304348"/>
            <a:ext cx="7100000" cy="6791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00000"/>
            <a:ext cx="11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 качестве импровизированного жгута можно использовать подручные средства: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3000000"/>
            <a:ext cx="110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тесьму,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платок,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галстук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и другие подобные вещи.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700000" y="2000000"/>
            <a:ext cx="10000000" cy="10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provised_t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2482353"/>
            <a:ext cx="9600000" cy="90352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Пошаговый алгоритм наложения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Показания: давление и повязка неэффективны / отрыв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Место: выше раны, на плечо или бедро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 одежду / подкладку; первый тур — максимальное натяжение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остановилась; пульс дистальнее не определяется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со временем; жгут должен быть виден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000" y="905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000" y="92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000" y="92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0000" y="92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Лимит: 60 мин (тепло) /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под жгут — что указать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Точное время наложения: ЧЧ:ММ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Фамилия / кто наложил — по возможности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Кратко — место происшествия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Вложить под жгут или прикрепить на видном месте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Сообщить время бригаде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Без записки легко превысить допустимое время жгута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Ошибки при наложении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Слабое натяжение — усиление кровотечения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Слишком далеко от раны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голую кожу без подкладки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Скрытие жгута одеждой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записки со временем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 без показаний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НЕЛЬЗЯ накладывать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останавливается давлением или повязкой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Капиллярное и умеренное венозное кровотечение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Раны шеи, груди, живота, головы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конечности проксимальнее раны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На шею, грудь, живот и голову жгут не накладывают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Гемостатические средства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Гемостатические салфетки / бинты из аптечки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Плотно вложить в рану / на рану и сильно придавить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давящая повязка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Там, где жгут невозможен, или как усиление давления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Приоритет: давление → повязка → жгут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сгибание — временные приёмы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Жгут: на одежду, с запиской; ≤60 / ≤30 мин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Гемостатики усиливают давление там, где уместно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≤ 60 мин (тепло) · ≤ 30 мин (холод)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2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