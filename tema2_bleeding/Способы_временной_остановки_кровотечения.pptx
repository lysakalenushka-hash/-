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00000"/>
            <a:ext cx="3500000" cy="220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0000" y="3000000"/>
            <a:ext cx="20000000" cy="18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2C2C2C"/>
                </a:solidFill>
                <a:latin typeface="Arial"/>
              </a:rPr>
              <a:t>СПОСОБЫ ВРЕМЕННОЙ ОСТАНОВКИ НАРУЖНОГО КРОВОТЕЧЕНИЯ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000" y="4900000"/>
            <a:ext cx="16000000" cy="2500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5100000"/>
            <a:ext cx="20000000" cy="5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Теоретический модуль · п. 2.3 Приложения № 2 к ПП РФ № 2464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5800000"/>
            <a:ext cx="20000000" cy="4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Курс первой помощи · Тема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Тема 2 · Оказание первой помощи при наружных кровотечениях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СОДЕРЖАНИЕ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000" y="200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00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00000" y="200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00000" y="200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Прямое давление на рану и давящая повязка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000" y="295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95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0000" y="295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00000" y="295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Пальцевое прижатие артерий и максимальное сгибание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000" y="390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000" y="390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00000" y="390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00000" y="390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Кровоостанавливающий жгут и подручные средства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000" y="485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000" y="485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00000" y="485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00000" y="485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Алгоритм, записка, ошибки и ограничения жгута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0"/>
            <a:ext cx="20000000" cy="12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2C2C2C"/>
                </a:solidFill>
                <a:latin typeface="Arial"/>
              </a:rPr>
              <a:t>ПРЯМОЕ ДАВЛЕНИЕ И ДАВЯЩАЯ ПОВЯЗКА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6400000"/>
            <a:ext cx="12000000" cy="25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6700000"/>
            <a:ext cx="20000000" cy="5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Исходный материал · доработано по стандартам первой помощи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ПРЯМОЕ ДАВЛЕНИЕ НА РАНУ И ДАВЯЩАЯ ПОВЯЗКА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Прямое давление — основной способ по Приказу Минздрава № 220н.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Надавите чистой салфеткой/рукой прямо на рану и удерживайте.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Если кровотечение остановилось — наложите давящую повязку.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Давящая повязка: салфетка на рану + тугое бинтование с усилием.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При промокании — не снимать, усилить поверх новыми турами бинта.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Если давление невозможно/опасно (инородное тело, костные отломки) — давящая повязка с фиксацией предмета и/или жгут.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0"/>
            <a:ext cx="20000000" cy="12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2C2C2C"/>
                </a:solidFill>
                <a:latin typeface="Arial"/>
              </a:rPr>
              <a:t>ПАЛЬЦЕВОЕ ПРИЖАТИЕ АРТЕРИЙ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6400000"/>
            <a:ext cx="12000000" cy="25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6700000"/>
            <a:ext cx="20000000" cy="5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Исходный материал · доработано по стандартам первой помощи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ТОЧКИ ПАЛЬЦЕВОГО ПРИЖАТИЯ — СВОДКА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Сонная — на шее снаружи от гортани, к позвоночнику (на стороне повреждения).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Подключичная — в ямке над ключицей к I ребру.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Подмышечная — в подмышечной впадине к плечевой кости.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Плечевая — с внутренней стороны плеча между бицепсом и трицепсом.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Бедренная — ниже паховой складки, давление кулаком весом тела.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Это временный приём до наложения повязки/жгута; держать до передачи СМП или замены способом.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12200000"/>
            <a:ext cx="20500000" cy="8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6F6F6F"/>
                </a:solidFill>
                <a:latin typeface="Arial"/>
              </a:rPr>
              <a:t>В актуальном алгоритме № 220н приоритет — прямое давление; пальцевое прижатие сохраняется в учебных программах.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0"/>
            <a:ext cx="20000000" cy="12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2C2C2C"/>
                </a:solidFill>
                <a:latin typeface="Arial"/>
              </a:rPr>
              <a:t>МАКСИМАЛЬНОЕ СГИБАНИЕ КОНЕЧНОСТИ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6400000"/>
            <a:ext cx="12000000" cy="25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6700000"/>
            <a:ext cx="20000000" cy="5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Исходный материал · доработано по стандартам первой помощи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0"/>
            <a:ext cx="20000000" cy="12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2C2C2C"/>
                </a:solidFill>
                <a:latin typeface="Arial"/>
              </a:rPr>
              <a:t>КРОВООСТАНАВЛИВАЮЩИЙ ЖГУТ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6400000"/>
            <a:ext cx="12000000" cy="25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6700000"/>
            <a:ext cx="20000000" cy="5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Исходный материал · доработано по стандартам первой помощи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ПОШАГОВЫЙ АЛГОРИТМ НАЛОЖЕНИЯ ЖГУТА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1. Показания: обширное повреждение/отрыв конечности; прямое давление и давящая повязка неэффективны.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2. Место: выше раны, на плечо или бедро (не на предплечье/голень — две кости).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3. Наложить на одежду или подкладку (не на голую кожу).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4. Первый тур — максимальное натяжение; последующие — фиксирующие.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5. Критерий правильности: кровотечение остановилось, пульс дистальнее не определяется.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6. Зафиксировать время наложения письменно (записка) и оставить её под жгутом / на видном месте.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7. Конечность не укрывать жгутом — он должен быть виден бригаде СМП.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C02828"/>
                </a:solidFill>
                <a:latin typeface="Arial"/>
              </a:rPr>
              <a:t>•  8. Максимальное время: 60 мин в тёплое время года; 30 мин в холодное.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ЗАПИСКА ПОД ЖГУТ — ЧТО УКАЗАТЬ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Точное время наложения: ЧЧ:ММ (и дата, если помощь затягивается).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Фамилия / кто наложил (по возможности).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Место происшествия (кратко).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Записку вложить под жгут или прикрепить к одежде на видном месте.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Сообщить время бригаде скорой помощи при передаче пострадавшего.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Не полагаться только на память — при смене оказывающих помощь время теряется.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000" y="10500000"/>
            <a:ext cx="20500000" cy="1800000"/>
          </a:xfrm>
          <a:prstGeom prst="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000" y="10800000"/>
            <a:ext cx="20000000" cy="14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02828"/>
                </a:solidFill>
                <a:latin typeface="Arial"/>
              </a:rPr>
              <a:t>t max ≤ 60 мин (тепло) / 30 мин (холод) — укажите время наложения обязательно!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ОШИБКИ ПРИ НАЛОЖЕНИИ ЖГУТА И ПОСЛЕДСТВИЯ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Слабое натяжение — венозный застой, усиление кровотечения.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Наложение слишком далеко от раны — излишняя ишемия тканей.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Наложение на голую кожу без подкладки — повреждение кожи/нервов.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Скрытие жгута одеждой/одеялом — бригада СМП может не заметить.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Отсутствие записки со временем — риск превышения допустимого срока.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Наложение без показаний (при капиллярном кровотечении) — ненужная ишемия.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Снятие жгута «проверить» без готовности сразу остановить кровь повторно — опасно.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КОГДА НЕЛЬЗЯ НАКЛАДЫВАТЬ ЖГУТ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Кровотечение останавливается прямым давлением / давящей повязкой.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Капиллярное и умеренное венозное кровотечение без признаков массивной потери.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Раны на шее, груди, животе, голове — жгут на эти области не накладывают.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Нет конечности проксимальнее раны для размещения жгута.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При инородном теле в ране без массивного артериального кровотечения — фиксация предмета + повязка.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Исключение-показание: отрыв конечности, обширное разрушение, неэффективность давления.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АЛЬТЕРНАТИВЫ И ДОПОЛНЕНИЯ (СОВРЕМЕННЫЕ СРЕДСТВА)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Гемостатические (кровоостанавливающие) салфетки/бинты из аптечек первой помощи.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Применение: плотно вложить в рану / на рану и сильно придавить, затем давящая повязка.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Используются при ранениях, где жгут невозможен или как усиление прямого давления.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Импровизированный жгут: тесьма, платок, галстук, ремень + закрутка (см. исходный слайд).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Не использовать тонкую проволоку, леску, узкий шнур — риск глубокого повреждения тканей.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После остановки крови — контроль повязки, согревание, вызов / ожидание СМП.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КРАТКОЕ РЕЗЮМЕ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Rectangle 8"/>
          <p:cNvSpPr/>
          <p:nvPr/>
        </p:nvSpPr>
        <p:spPr>
          <a:xfrm>
            <a:off x="900000" y="200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000" y="200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00000" y="235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Приоритет: прямое давление → давящая повязка → жгут (по показаниям).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000" y="365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0000" y="365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00000" y="400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Пальцевое прижатие и максимальное сгибание — временные учебные приёмы.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" y="530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000" y="530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00000" y="565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Жгут: на одежду, выше раны, с запиской; ≤60 мин (тепло) / ≤30 мин (холод).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000" y="695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0000" y="695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00000" y="730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Гемостатические средства усиливают давление там, где это уместно.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5200000"/>
            <a:ext cx="20000000" cy="10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2C2C2C"/>
                </a:solidFill>
                <a:latin typeface="Arial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6400000"/>
            <a:ext cx="10000000" cy="2500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6700000"/>
            <a:ext cx="20000000" cy="5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F6F6F"/>
                </a:solidFill>
                <a:latin typeface="Arial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