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000" y="20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0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20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0000" y="20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глаза, нос, носовое кровотечение</a:t>
            </a:r>
          </a:p>
        </p:txBody>
      </p:sp>
      <p:sp>
        <p:nvSpPr>
          <p:cNvPr id="9" name="Oval 8"/>
          <p:cNvSpPr/>
          <p:nvPr/>
        </p:nvSpPr>
        <p:spPr>
          <a:xfrm>
            <a:off x="800000" y="34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34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0000" y="34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0000" y="34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Шея, грудь, инородный предмет</a:t>
            </a:r>
          </a:p>
        </p:txBody>
      </p:sp>
      <p:sp>
        <p:nvSpPr>
          <p:cNvPr id="13" name="Oval 12"/>
          <p:cNvSpPr/>
          <p:nvPr/>
        </p:nvSpPr>
        <p:spPr>
          <a:xfrm>
            <a:off x="800000" y="48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48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0000" y="48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00000" y="48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Живот, таз, конечности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800000" y="62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62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0000" y="62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00000" y="62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и травматическая ампутация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при травме шеи: артерия или вена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Артериальное (сонная): алая кровь, пульсирующая струя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Венозное (яремные): тёмная обильная струя; риск воздушной эмболии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Прямое давление на рану (не пережимать обе сонные артерии)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через плечо — не тугая круговая на шее</a:t>
            </a:r>
          </a:p>
          <a:p>
            <a:pPr algn="l">
              <a:spcAft>
                <a:spcPts val="12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Жгут на шею НЕ накладывают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Не сдавливайте дыхательные пути повязкой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Техника окклюзионной повязки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0000" y="1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0000" y="2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0000" y="2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Придать полусидячее положение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000" y="3400000"/>
            <a:ext cx="22800000" cy="13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0000" y="36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3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0000" y="3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Воздухонепроницаемый материал на рану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000" y="4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0000" y="5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0000" y="5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0000" y="5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Зафиксировать пластырем (клапан или герметично)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000" y="6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000" y="6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0000" y="6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00000" y="6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сквозном ранении закрыть вход и выход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000" y="7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0000" y="8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000" y="8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00000" y="8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Контролировать дыхание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Инородный предмет в ране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 — предмет может тампонировать сосуд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Обложить салфетками / бинтами валиками вокруг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поверх валиков с фиксацией предмета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продавливать предмет вглубь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Иммобилизировать область, вызвать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Правило: зафиксировать — не извлекать!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 при переломе с кровотечением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остановите кровотечение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иммобилизация двух соседних суставов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Шины — поверх одежды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открытом переломе не класть шину на выступающие отломки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Костные отломки не вправлять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Первая помощь при отрыве конечности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Немедленно наложите жгут выше места отрыва (плечо / бедро)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на культю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 наложения жгута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Сегмент: чистая ткань → пакет → пакет со холодом (не мочить)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сегмент вместе с пострадавшим бригаде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Жгут при отрыве показан. t max ≤ 60 мин / 30 мин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Правила перемещения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Перемещать только при угрозе жизни или для эвакуации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Поверхность: ровная, жёсткая, горизонтальная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Нужно несколько человек (обычно 3–5)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постоянно удерживает голову и шейный отдел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Перекладывание одним движением, без скручивания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0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0000" y="23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/ нос: повязки; при потере сознания — боковое положение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000" y="39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000" y="3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0000" y="42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грудь: без кругового жгута; окклюзионная повязка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58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000" y="58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0000" y="61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Живот: органы не вправлять; конечности — кровь, затем шина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" y="77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000" y="77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0000" y="80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— жёсткая поверхность и фиксация шеи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115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Инородный предмет — зафиксировать, не извлекать!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