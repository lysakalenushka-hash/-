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РАНЕНИЯХ РАЗЛИЧНЫХ ОБЛАСТЕЙ ТЕЛА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Позвоночник, отрыв конечности, перемещение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· глаза · нос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головы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d_traum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Боковое положение
при потере сознания.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_traum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
(не при открытой ЧМТ).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ad_traum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
на рану головы.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Травмы глаза и носа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224" y="2000000"/>
            <a:ext cx="7456551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Глаз: стерильная повязка на оба глаза.
Инородные тела не извлекать.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25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se_inju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4569" y="2000000"/>
            <a:ext cx="7675862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75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Нос: голова вперёд, зажать нос,
холод на переносицу.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Носовое кровотечение —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55125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2081042"/>
            <a:ext cx="5312500" cy="61979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52125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1. Усадить,
голова слегка вперёд.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62500" y="1900000"/>
            <a:ext cx="55125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s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500" y="2081042"/>
            <a:ext cx="5312500" cy="61979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12500" y="8410000"/>
            <a:ext cx="52125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2. Зажать крылья носа
на 10–15 минут.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25000" y="1900000"/>
            <a:ext cx="55125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os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5000" y="2081042"/>
            <a:ext cx="5312500" cy="6197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475000" y="8410000"/>
            <a:ext cx="52125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3. Холод
на переносицу.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87500" y="1900000"/>
            <a:ext cx="55125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s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87500" y="2081042"/>
            <a:ext cx="5312500" cy="61979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237500" y="8410000"/>
            <a:ext cx="52125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4. Не высмаркиваться.
При обильном — СМП.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шеи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1. Остановка кровотечения
прямым давлением.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eck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2. Фиксация шеи
при перемещении.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ck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3. Фиксация
шейного отдела.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шеи: артерия или вена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— не тугая круговая на шее.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Срочный вызов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На шею жгут НЕ накладывают. Не сдавливайте дыхательные пути.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груди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1. Полусидячее
положение.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s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2. Окклюзионная
(герметизирующая) повязка.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s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3. Инородный предмет:
обложить, повязка поверх.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Окклюзионная повязка — схема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20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000" y="21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21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700000"/>
            <a:ext cx="22800000" cy="14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376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78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00" y="53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54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0000" y="54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Фиксация пластырем (клапан / герметично)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0" y="700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706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0000" y="708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закрыть вход и выход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86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00" y="87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0000" y="87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дыхания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 предмета.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Остановить кровотечение вокруг, не продавливая предмет вглубь.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Иммобилизировать область, вызвать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 · таз · конечности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Закрытая травма живота и таза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скорую помощь.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Положить холод на живот.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спине, валик под полусогнутыми разведёнными ногами.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кормить и не поить.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признаков внутреннего кровотечения и шока.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domen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000" y="4219014"/>
            <a:ext cx="9700000" cy="39619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Выпавшие органы НЕ вправлять.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Накрыть влажной тканью, обложить валиками.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Повязка без давления на органы.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Холод — рядом, без прямого давления на органы.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Срочный вызов СМП.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dome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000" y="4219014"/>
            <a:ext cx="9700000" cy="39619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000" y="11200000"/>
            <a:ext cx="22800000" cy="16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112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114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Органы брюшной полости не вправлять!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конечностей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m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1. Остановить
кровотечение.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mb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2. Иммобилизация
двух соседних суставов.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mb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3. Не класть шину
на выступающие отломки.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Создание неподвижности повреждённой части тела.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или подручные средства поверх одежды.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Обездвижить два соседних сустава.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кровь — затем иммобилизация.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mob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000" y="2672727"/>
            <a:ext cx="9700000" cy="70545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Травматическая ампутация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жгут выше места отрыва (плечо / бедро).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ткань → пакет → пакет со холодом (не мочить).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 бригаде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позвоночника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i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569" y="2000000"/>
            <a:ext cx="7675862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Ровная жёсткая горизонтальная
поверхность при перемещении.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25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i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4569" y="2000000"/>
            <a:ext cx="7675862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75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Несколько человек; постоянная
фиксация шейного отдела.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Правила перемещения при травме позвоночника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или для эвакуации.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Фиксация шеи вручную / подручными средствами / воротником.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глаза / нос: повязки; при потере сознания — боковое положение.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давление без кругового жгута; окклюзионная повязка; предмет не извлекать.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иммобилизация двух суставов.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команда с фиксацией шеи.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