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РАНЕНИЯХ РАЗЛИЧНЫХ ОБЛАСТЕЙ ТЕЛА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Позвоночник, отрыв конечности, перемещение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· глаза · нос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головы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Остановка кровотечения прямым давлением на рану.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Нельзя давить при открытой черепно-мозговой травме.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Альтернатива / дополнение — давящая повязка.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потере сознания — устойчивое боковое положение.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дыхания и сознания до прибытия СМП.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Травмы глаза и носа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Глаз: стерильная повязка на оба глаза.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инородные тела из глаза.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Нос (травма): усадить, голова слегка вперёд, зажать нос, холод на переносицу.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запрокидывать голову назад.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деформации носа / обильном кровотечении — вызвать СМП.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Носовое кровотечение —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Усадить, голову слегка наклонить вперёд.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Зажать крылья носа на 10–15 минут непрерывно.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Приложить холод на переносицу.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высмаркиваться.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обильном / повторном кровотечении, слабости, травме головы — СМП.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шеи: артерия или вена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/ вокруг — не тугая круговая на шее.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Фиксация шеи при перемещении.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Срочный вызов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На шею жгут НЕ накладывают. Не сдавливайте дыхательные пути.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груди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Придать полусидячее положение (если нет травмы позвоночника / шока).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Наложить герметизирующую (окклюзионную) повязку.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инородном предмете — обложить салфетками, повязка поверх.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Инородный предмет НЕ извлекать.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Контролировать дыхание; при ухудшении сообщить СМП.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Окклюзионная повязка — схема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20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0000" y="21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21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700000"/>
            <a:ext cx="22800000" cy="14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376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78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00" y="53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000" y="54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0000" y="54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Фиксация пластырем (клапан / герметично)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0" y="700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706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0000" y="708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закрыть вход и выход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8650000"/>
            <a:ext cx="22800000" cy="14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00" y="8710000"/>
            <a:ext cx="500000" cy="1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0000" y="8730000"/>
            <a:ext cx="22100000" cy="12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дыхания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 предмета.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Остановить кровотечение вокруг, не продавливая предмет вглубь.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Иммобилизировать область, вызвать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 · таз · конечности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Закрытая травма живота и таза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скорую помощь.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Положить холод на живот.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Положение: на спине, валик под полусогнутыми разведёнными ногами.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кормить и не поить.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признаков внутреннего кровотечения и шока.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Выпавшие органы НЕ вправлять в рану.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Накрыть влажной чистой тканью / салфетками, обложить валиками.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 валиков — повязка без давления на органы.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Холод — рядом, без прямого давления на органы.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Срочный вызов СМП.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Органы брюшной полости не вправлять!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конечностей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остановить кровотечение.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иммобилизация: два соседних сустава (выше и ниже).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поверх одежды; подручные средства: палки, доски, картон.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открытом переломе — не класть шину на выступающие отломки.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Иммобилизация — создание неподвижности повреждённой части тела.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Травматическая ампутация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наложите жгут выше места отрыва (плечо / бедро).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культю; прямое давление при необходимости.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чистая ткань → пакет → второй пакет со холодом (не мочить).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 бригаде СМП.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Профилактика шока: положение, тепло, контроль сознания.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 позвоночника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на месте или для эвакуации.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Поверхность: ровная, жёсткая, горизонтальная.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 (осевая фиксация).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Фиксация шеи вручную / подручными средствами / воротником.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глаза / нос: повязки; при потере сознания — боковое положение.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давление без кругового жгута; окклюзионная повязка; предмет не извлекать.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иммобилизация двух суставов.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команда с фиксацией шеи.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