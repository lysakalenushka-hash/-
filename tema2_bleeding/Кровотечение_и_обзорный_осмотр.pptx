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4500000" cy="2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5000000"/>
            <a:ext cx="165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
КРОВОТЕЧЕНИЯХ И ТРАВМАХ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6800000"/>
            <a:ext cx="14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0000" y="19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0" y="19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0000" y="19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Определение кровотечения и признаки кровопотери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33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33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33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0000" y="33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Цель и порядок обзорного осмотра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47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47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47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0000" y="47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и подробный осмотр: различия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6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6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0" y="61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0000" y="61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обзорный осмотр критически важен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ПОНЯТИЕ «КРОВОТЕЧЕНИЕ»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pic>
        <p:nvPicPr>
          <p:cNvPr id="6" name="Picture 5" descr="def_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00" y="2000000"/>
            <a:ext cx="5040000" cy="105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00000" y="2100000"/>
            <a:ext cx="7500000" cy="42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0000" y="2400000"/>
            <a:ext cx="67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 </a:t>
            </a:r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кровотечением понимают</a:t>
            </a:r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ситуацию, когда кровь по разным причинам покидает сосудистое русло, что приводит к острой кровопотере.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00000" y="20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Основные признаки острой кровопотери: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00000" y="2800000"/>
            <a:ext cx="9000000" cy="9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резкая общая слабость;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чувство жажды;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головокружение;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мелькание «мушек» перед глазами;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обморок, чаще при попытке встать;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бледная, влажная и холодная кожа;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учащённое сердцебиение;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частое дыхание.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 ПОСТРАДАВШЕГО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pic>
        <p:nvPicPr>
          <p:cNvPr id="6" name="Picture 5" descr="overview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202222"/>
            <a:ext cx="11800000" cy="100955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00000" y="4200000"/>
            <a:ext cx="10200000" cy="5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производится очень быстро, в течение </a:t>
            </a:r>
            <a:r>
              <a:rPr sz="2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1-2 секунд</a:t>
            </a: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с головы до ног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такое обзорный осмотр и зачем он нужен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Быстрая визуальная оценка пострадавшего с головы до ног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Цель — выявить продолжающееся наружное кровотечение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Выполняется сразу после оценки обстановки и безопасности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кровотечении — немедленно начать временную остановку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 Приказу Минздрава № 220н — до подробного осмотра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1000000"/>
            <a:ext cx="23000000" cy="16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1000000"/>
            <a:ext cx="120000" cy="16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11200000"/>
            <a:ext cx="220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Приоритет: сначала угрожающее жизни кровотечение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и подробный осмотр — различия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11000000" cy="9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500000" y="1900000"/>
            <a:ext cx="11000000" cy="9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900000"/>
            <a:ext cx="11000000" cy="10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500000" y="1900000"/>
            <a:ext cx="11000000" cy="10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05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0" y="205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00" y="3200000"/>
            <a:ext cx="10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Цель: найти наружное кровотечение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Время: около 1–2 секунд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Объём: быстрый взгляд с головы до ног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Когда: сразу после оценки обстановки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00000" y="3200000"/>
            <a:ext cx="10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Цель: выявить травмы и другие угрозы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Время: несколько минут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Объём: голова → шея → грудь → … → руки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Когда: после остановки кровотечения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обзорный осмотр критически важен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ДТП — раны под одеждой, кровотечение из конечностей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Падение с высоты — множественные повреждения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Производственные травмы — риск артериального кровотечения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ЧС с несколькими пострадавшими — быстрая сортировка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19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22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 — выход крови из сосудов с риском кровопотери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37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37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41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 — быстрый поиск кровотечения (1–2 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56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56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000" y="59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останавливаем кровь, затем подробный осмотр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74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74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000" y="78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Особенно важен при ДТП и падении с высоты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" y="11500000"/>
            <a:ext cx="23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Время — критический фактор!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500000"/>
            <a:ext cx="160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6900000"/>
            <a:ext cx="10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