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И ОБЗОРНЫЙ ОСМОТР ПОСТРАДАВШЕГО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Определение кровотечения и признаки кровопотери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порядок обзорного осмотра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осмотр: различия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— выход крови из сосудистого русла.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Приводит к острой кровопотере и угрозе жизни.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Наружное кровотечение видно снаружи (рана, истечение крови).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Требует немедленной временной остановки.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0000" y="24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0000" y="24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36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Слабость, жажда, головокружение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0" y="20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50000" y="24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50000" y="24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0000" y="36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«Мушки» перед глазами, обморок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200000" y="20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450000" y="24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0000" y="24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0000" y="36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Бледная, влажная, холодная кожа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00" y="59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0000" y="63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0000" y="6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0" y="75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Учащённое сердцебиение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0000" y="59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50000" y="63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000" y="6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000" y="75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Частое дыхание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200000" y="5950000"/>
            <a:ext cx="7000000" cy="3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450000" y="6350000"/>
            <a:ext cx="900000" cy="9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0000" y="6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0000" y="7550000"/>
            <a:ext cx="65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Возбуждение → апатия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такое обзорный осмотр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Быстрая визуальная оценка пострадавшего с головы до ног.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 — выявить продолжающееся наружное кровотечение.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Выполняется сразу после оценки обстановки и безопасности.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Длительность: около 1–2 секунд.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— немедленно начать его остановку.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Приказу Минздрава № 220н — до подробного осмотра.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Приоритет: сначала угрожающее жизни кровотечение.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Порядок обзорного осмотра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Убедиться в собственной безопасности (перчатки / СИЗ).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Быстро осмотреть пострадавшего с головы до ног.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Искать кровь на одежде, лужи крови, пульсирующую струю.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пострадавших — осмотреть всех.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Приоритет — детям и пострадавшим с массивным кровотечением.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остановки крови — оценка сознания / дыхания и подробный осмотр.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108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0000" y="1950000"/>
            <a:ext cx="108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950000"/>
            <a:ext cx="10800000" cy="9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0000" y="1950000"/>
            <a:ext cx="10800000" cy="9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100000"/>
            <a:ext cx="10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00000" y="2100000"/>
            <a:ext cx="10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000" y="3150000"/>
            <a:ext cx="10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найти наружное кровотечение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1–2 секунды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быстрый взгляд с головы до ног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сразу после оценки обстановки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Результат: останавливать кровь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00000" y="3150000"/>
            <a:ext cx="10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выявить травмы и другие угрозы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минут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голова → шея → грудь → … → руки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после остановки кровотечения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Результат: повязки, иммобилизация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ДТП — раны под одеждой, кровотечение из конечностей.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Падение с высоты — множественные повреждения.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Производственные травмы — риск артериального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ЧС с несколькими пострадавшими — быстрая сортировка.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Огнестрельные и колото-резаные ранения.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Правило: видна кровь или одежда пропитана — действуйте сразу.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из сосудов с риском острой кровопотери.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кровотечения с головы до ног (1–2 с).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кровь, затем проводим подробный осмотр.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 важен при ДТП, падении с высоты и множественных пострадавших.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