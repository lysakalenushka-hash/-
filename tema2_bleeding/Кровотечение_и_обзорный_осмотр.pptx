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pic>
        <p:nvPicPr>
          <p:cNvPr id="6" name="Picture 5" descr="def_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3068750"/>
            <a:ext cx="7000000" cy="836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0000" y="2100000"/>
            <a:ext cx="7500000" cy="42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00000" y="2400000"/>
            <a:ext cx="67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кровотечением понимают ситуацию, когда кровь по разным причинам покидает сосудистое русло, что приводит к острой кровопотере.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00000" y="20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00000" y="2800000"/>
            <a:ext cx="9000000" cy="9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резкая общая слабость;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чувство жажды;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головокружение;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мелькание «мушек» перед глазами;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обморок, чаще при попытке встать;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бледная, влажная и холодная кожа;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учащённое сердцебиение;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pic>
        <p:nvPicPr>
          <p:cNvPr id="6" name="Picture 5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3053077"/>
            <a:ext cx="12000000" cy="83938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500000" y="4500000"/>
            <a:ext cx="100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производится очень быстро, в течение 1-2 секунд, с головы до ног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обзорный осмотр и зачем он нужен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визуальная оценка пострадавшего с головы до ног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выявить продолжающееся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Выполняется сразу после оценки обстановки и безопасности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— немедленно начать временную остановку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Приказу Минздрава № 220н — до подробного осмотра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 — различия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500000" y="19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11000000" cy="10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500000" y="1900000"/>
            <a:ext cx="11000000" cy="1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05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0" y="205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около 1–2 секунд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быстрый взгляд с головы до ног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ДТП — раны под одеждой, кровотечение из конечностей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Падение с высоты — множественные повреждения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Производственные травмы — риск артериального кровотечения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ЧС с несколькими пострадавшими — быстрая сортировка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кровопотери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(1–2 с)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подробный осмотр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 и падении с высоты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Время — критический фактор!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