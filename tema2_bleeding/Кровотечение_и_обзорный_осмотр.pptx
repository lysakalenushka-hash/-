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00000"/>
            <a:ext cx="3500000" cy="220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000000"/>
            <a:ext cx="20000000" cy="1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C2C2C"/>
                </a:solidFill>
                <a:latin typeface="Arial"/>
              </a:rPr>
              <a:t>КРОВОТЕЧЕНИЕ И ОБЗОРНЫЙ ОСМОТР ПОСТРАДАВШЕГО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000" y="4900000"/>
            <a:ext cx="16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51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Теоретический модуль · п. 2.1 Приложения № 2 к ПП РФ № 2464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5800000"/>
            <a:ext cx="200000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Курс первой помощи · Тема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00000" y="20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0000" y="20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Определение кровотечения и признаки острой кровопотери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0000" y="29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0000" y="29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Цель и порядок обзорного осмотра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0000" y="39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0000" y="39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Обзорный и подробный осмотр: в чём различие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000" y="48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0000" y="48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ЧТО ТАКОЕ ОБЗОРНЫЙ ОСМОТР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Быстрая визуальная оценка пострадавшего с головы до ног.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Цель — выявить продолжающееся наружное кровотечение, угрожающее жизни.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Выполняется сразу после оценки обстановки и обеспечения безопасности.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Длительность: около 1–2 секунд (по учебным материалам).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обнаружении кровотечения — немедленно приступить к его временной остановке.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Проводится до подробного осмотра и до оценки признаков жизни (Приказ Минздрава № 220н).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10500000"/>
            <a:ext cx="20500000" cy="1800000"/>
          </a:xfrm>
          <a:prstGeom prst="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10800000"/>
            <a:ext cx="20000000" cy="1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02828"/>
                </a:solidFill>
                <a:latin typeface="Arial"/>
              </a:rPr>
              <a:t>Приоритет: сначала угрожающее жизни кровотечение, затем — остальные мероприятия.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ПОРЯДОК ОБЗОРНОГО ОСМОТРА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1. Убедиться в собственной безопасности и безопасности пострадавшего.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2. Быстро осмотреть пострадавшего с головы до ног.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3. Обратить внимание на пропитанную кровью одежду, лужи крови, пульсирующую струю.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4. При нескольких пострадавших — осмотреть всех, приоритет — детям и тяжелым.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5. При выявлении кровотечения — начать временную остановку (прямое давление и др.).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6. Только после устранения угрожающего кровотечения — переходить к оценке сознания/дыхания и подробному осмотру.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ОБЗОРНЫЙ И ПОДРОБНЫЙ ОСМОТР — РАЗЛИЧИЯ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1950000"/>
            <a:ext cx="10000000" cy="85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00000" y="1950000"/>
            <a:ext cx="10000000" cy="85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2150000"/>
            <a:ext cx="95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ОБЗОРНЫЙ ОСМОТР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Цель: найти наружное кровотечение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Время: секунды (1–2 с)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Объём: быстрый взгляд с головы до ног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Когда: сразу после оценки обстановки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Результат: решение — останавливать кровь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0000" y="2150000"/>
            <a:ext cx="95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ПОДРОБНЫЙ ОСМОТР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Цель: выявить травмы и другие угрозы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Время: несколько минут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Объём: голова → шея → грудь → живот → таз → ноги → руки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Когда: после остановки кровотечения и оценки признаков жизни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C2C2C"/>
                </a:solidFill>
                <a:latin typeface="Arial"/>
              </a:rPr>
              <a:t>•  Результат: повязки, иммобилизация, положение тела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КОГДА ОБЗОРНЫЙ ОСМОТР КРИТИЧЕСКИ ВАЖЕН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ДТП — скрытые раны под одеждой, кровотечение из конечностей и живота.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Падение с высоты — множественные повреждения, риск массивной кровопотери.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Производственные травмы (механизмы, режущий инструмент) — артериальное кровотечение.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Взрыв, обрушение, ЧС с несколькими пострадавшими — нужна быстрая сортировка.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Огнестрельные и колото-резаные ранения — кровь может скапливаться в одежде.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Правило: если видна кровь или одежда пропитана — действуйте немедленно.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КРАТКОЕ РЕЗЮМЕ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20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0000" y="23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Кровотечение — выход крови из сосудистого русла с риском острой кровопотери.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36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000" y="36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0000" y="40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Обзорный осмотр — быстрый поиск наружного кровотечения с головы до ног (1–2 с).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3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000" y="53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0000" y="56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При кровотечении сначала останавливаем кровь, затем проводим подробный осмотр.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69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000" y="69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0000" y="73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Особенно важен при ДТП, падении с высоты и множественных пострадавших.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5200000"/>
            <a:ext cx="200000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2C2C2C"/>
                </a:solidFill>
                <a:latin typeface="Arial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6400000"/>
            <a:ext cx="10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