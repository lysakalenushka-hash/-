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4800000"/>
            <a:ext cx="23664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ПОСЛЕДОВАТЕЛЬНОСТЬ МЕРОПРИЯТИЙ ПО ОСТАНОВКЕ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66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6900000"/>
            <a:ext cx="23664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Теоретический модуль · п.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8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60000" y="20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60000" y="20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0000" y="20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8" name="Oval 7"/>
          <p:cNvSpPr/>
          <p:nvPr/>
        </p:nvSpPr>
        <p:spPr>
          <a:xfrm>
            <a:off x="2360000" y="34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0000" y="34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000" y="34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</a:t>
            </a:r>
          </a:p>
        </p:txBody>
      </p:sp>
      <p:sp>
        <p:nvSpPr>
          <p:cNvPr id="11" name="Oval 10"/>
          <p:cNvSpPr/>
          <p:nvPr/>
        </p:nvSpPr>
        <p:spPr>
          <a:xfrm>
            <a:off x="2360000" y="48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000" y="48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000" y="48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4" name="Oval 13"/>
          <p:cNvSpPr/>
          <p:nvPr/>
        </p:nvSpPr>
        <p:spPr>
          <a:xfrm>
            <a:off x="2360000" y="6200000"/>
            <a:ext cx="700000" cy="7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60000" y="6200000"/>
            <a:ext cx="7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000" y="6200000"/>
            <a:ext cx="14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контроль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000000" y="1600000"/>
            <a:ext cx="80000" cy="9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60000" y="18000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60000" y="19562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60000" y="19562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0000" y="20000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(СИЗ)</a:t>
            </a:r>
          </a:p>
        </p:txBody>
      </p:sp>
      <p:sp>
        <p:nvSpPr>
          <p:cNvPr id="9" name="Down Arrow 8"/>
          <p:cNvSpPr/>
          <p:nvPr/>
        </p:nvSpPr>
        <p:spPr>
          <a:xfrm>
            <a:off x="11360000" y="29325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60000" y="31625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60000" y="33187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0000" y="33187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000" y="33625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1360000" y="4295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60000" y="4525000"/>
            <a:ext cx="19000000" cy="11125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0000" y="468125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60000" y="46812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0000" y="47250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Остановка кровотечения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11360000" y="56575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860000" y="58875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60000" y="60437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0000" y="60437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0000" y="60875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360000" y="7020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60000" y="72500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60000" y="74062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60000" y="74062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0000" y="74500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необходимости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1360000" y="83825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60000" y="86125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60000" y="87687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0000" y="87687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000" y="88125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СМП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11360000" y="97450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860000" y="99750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60000" y="101312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60000" y="101312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0000" y="101750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11360000" y="11107500"/>
            <a:ext cx="350000" cy="180000"/>
          </a:xfrm>
          <a:prstGeom prst="down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60000" y="11337500"/>
            <a:ext cx="19000000" cy="11125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160000" y="1149375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60000" y="1149375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60000" y="11537500"/>
            <a:ext cx="17000000" cy="71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4100000"/>
            <a:ext cx="7521333" cy="32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000" y="4300000"/>
            <a:ext cx="7321333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000" y="5100000"/>
            <a:ext cx="7221333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 давление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981333" y="5550000"/>
            <a:ext cx="350000" cy="30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31333" y="4100000"/>
            <a:ext cx="7521333" cy="32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31333" y="4300000"/>
            <a:ext cx="7321333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1333" y="5100000"/>
            <a:ext cx="7221333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6052666" y="5550000"/>
            <a:ext cx="350000" cy="30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502666" y="4100000"/>
            <a:ext cx="7521333" cy="320000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602666" y="4300000"/>
            <a:ext cx="7321333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52666" y="5100000"/>
            <a:ext cx="7221333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по показаниям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— сначала кровь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обратитесь, потрясите за плечи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≤10 с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то, что угрожает жизни сейчас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Угрожающее жизни кровотечение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Дыхательные пути и дыхание / СЛР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Остальные кровотечения и раны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Иммобилизация и положение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дети и массивные кровотечения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Травматический шок — признаки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000" y="19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9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0000" y="19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Тяжёлая травма и сильное кровотечение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5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35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0000" y="35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Учащённое дыхание и сердцебиение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51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51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0000" y="51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Бледная холодная влажная кожа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" y="670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000" y="670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0000" y="6700000"/>
            <a:ext cx="22464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Возбуждение → апатия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1900000"/>
            <a:ext cx="130152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Остановить кровотечение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Оптимальное положение тела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Иммобилизация конечностей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Защита от переохлаждения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кормить и не поить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75200" y="1900000"/>
            <a:ext cx="9465600" cy="8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ck_p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200" y="2084753"/>
            <a:ext cx="9265600" cy="76304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— часть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1. Голова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_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2. Шея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am_ch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3. Грудь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— часть 2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0000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_abdo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666" y="2000000"/>
            <a:ext cx="4600000" cy="5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0000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4. Живот и таз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1333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_le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1999" y="2000000"/>
            <a:ext cx="4600000" cy="58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1333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5. Ноги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302666" y="1900000"/>
            <a:ext cx="7721333" cy="90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xam_ar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3332" y="2000000"/>
            <a:ext cx="4600000" cy="58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52666" y="7900000"/>
            <a:ext cx="7421333" cy="2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6. Руки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повязки (при промокании — усилить)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Сознание, дыхание, цвет кожи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Жгут: время, видимость, записка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Согреть, обеспечить покой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бригаде: что сделано и время жгута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0000" y="2000000"/>
            <a:ext cx="22664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на месте не рекомендуется</a:t>
            </a:r>
          </a:p>
          <a:p>
            <a:pPr algn="l">
              <a:spcAft>
                <a:spcPts val="14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превышен лимит 60 / 30 мин и СМП нет: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Подготовить давление / повязку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ослабить, оценивая кровь</a:t>
            </a:r>
          </a:p>
          <a:p>
            <a:pPr algn="l">
              <a:spcAft>
                <a:spcPts val="14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струе — сразу затянуть и обновить время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1200000"/>
            <a:ext cx="23664000" cy="15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0000" y="11200000"/>
            <a:ext cx="120000" cy="15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00" y="11400000"/>
            <a:ext cx="23064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50000"/>
            <a:ext cx="23664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1450000"/>
            <a:ext cx="23664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60000" y="21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60000" y="21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0000" y="20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→ осмотр → кровь → признаки жизни → СМП</a:t>
            </a:r>
          </a:p>
        </p:txBody>
      </p:sp>
      <p:sp>
        <p:nvSpPr>
          <p:cNvPr id="8" name="Oval 7"/>
          <p:cNvSpPr/>
          <p:nvPr/>
        </p:nvSpPr>
        <p:spPr>
          <a:xfrm>
            <a:off x="1860000" y="37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0000" y="37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0000" y="36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давление → повязка → жгут</a:t>
            </a:r>
          </a:p>
        </p:txBody>
      </p:sp>
      <p:sp>
        <p:nvSpPr>
          <p:cNvPr id="11" name="Oval 10"/>
          <p:cNvSpPr/>
          <p:nvPr/>
        </p:nvSpPr>
        <p:spPr>
          <a:xfrm>
            <a:off x="1860000" y="53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0000" y="53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0000" y="52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тепло</a:t>
            </a:r>
          </a:p>
        </p:txBody>
      </p:sp>
      <p:sp>
        <p:nvSpPr>
          <p:cNvPr id="14" name="Oval 13"/>
          <p:cNvSpPr/>
          <p:nvPr/>
        </p:nvSpPr>
        <p:spPr>
          <a:xfrm>
            <a:off x="1860000" y="6950000"/>
            <a:ext cx="600000" cy="6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0000" y="6950000"/>
            <a:ext cx="6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0000" y="6800000"/>
            <a:ext cx="18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до передачи СМП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112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Сначала угрожающее жизни кровотечение!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500000"/>
            <a:ext cx="23664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0" y="7000000"/>
            <a:ext cx="10000000" cy="25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0000" y="7400000"/>
            <a:ext cx="23664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