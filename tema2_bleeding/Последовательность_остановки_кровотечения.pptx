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ПОСЛЕДОВАТЕЛЬНОСТЬ МЕРОПРИЯТИЙ ПО ОСТАНОВКЕ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действия после остановки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55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Приказ Минздрава РФ № 220н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2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000" y="2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обстановки → безопасность (СИЗ)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0" y="2500000"/>
            <a:ext cx="11000000" cy="16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80000" y="2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00000" y="2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 — поиск кровотечения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500000"/>
            <a:ext cx="11000000" cy="16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4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0000" y="4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Временная остановка кровотечения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600000" y="4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80000" y="4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0" y="4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жизни: сознание → дыхание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000" y="6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000" y="6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0000" y="6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отсутствии признаков жизни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00000" y="6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680000" y="6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00000" y="6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скорой медицинской помощи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00" y="8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000" y="8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00000" y="8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помощь при травмах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0000" y="8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80000" y="8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00000" y="8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контроль,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сначала остановите кровь.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громко обратитесь, осторожно потрясите за плечи.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не более 10 секунд.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травмах — сначала то, что угрожает жизни сейчас.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тратьте время на второстепенные раны при угрожающем кровотечении.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00000" y="4250000"/>
            <a:ext cx="5000000" cy="35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
давление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000" y="5750000"/>
            <a:ext cx="400000" cy="25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00000" y="4250000"/>
            <a:ext cx="5000000" cy="35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
повязка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400000" y="5750000"/>
            <a:ext cx="400000" cy="25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200000" y="4250000"/>
            <a:ext cx="5000000" cy="35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
по показаниям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000000"/>
            <a:ext cx="22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Дополнительно (по учебным программам): пальцевое прижатие, максимальное сгибание.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— угрожающее жизни кровотечение.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проходимость дыхательных путей и дыхание / СЛР.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остальные кровотечения и раны.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иммобилизация, повязки, оптимальное положение.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приоритет детям и массивным кровотечениям.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Травматический шок: понятие и признаки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Причины: тяжёлые травмы и сильные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Наличие тяжёлой травмы и сильного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Нарушения дыхания и кровообращения (учащение).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Бледная холодная влажная кожа.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Возбуждение, сменяющееся апатией.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Остановить кровотечение как можно раньше.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Придать оптимальное положение тела.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Иммобилизировать повреждённые конечности.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Защитить от переохлаждения (укрыть, изотермическое покрывало).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давать есть и пить при тяжёлой травме.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Покой, психологическая поддержка, контроль сознания и дыхания.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Порядок подробного осмотра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Голова → шея → грудь → живот и таз → ноги → руки.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Спина — при возможности безопасно повернуть / осмотреть.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сознании — короткий опрос о жалобах и механизме травмы.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Ищите раны, деформации, болезненность, признаки внутреннего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Устраняйте угрозы по мере выявления (повязка, фиксация, холод).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после остановки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повязку: при промокании усильте, не снимая нижние слои.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Проверяйте признаки жизни: сознание, дыхание, цвет кожи.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 за жгутом: время, видимость, записка.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Согрейте пострадавшего, обеспечьте покой.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ухудшении — повторный вызов СМП с динамикой.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Передайте бригаде: что случилось, что сделано, время жгута.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жгут на месте не рекомендуется.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время превысило 60 мин / 30 мин и СМП задерживается: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подготовьте прямое давление / давящую повязку;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ослабьте жгут, оценивая кровотечение;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кровь снова бьёт струёй — немедленно затяните и обновите время;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решение о снятии, как правило, принимает медработник.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Алгоритм: безопасность → обзорный осмотр → остановка крови → признаки жизни → СМП.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от простого к сложному — давление → повязка → жгут.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иммобилизация, тепло.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повязки / жгута и состояния до передачи СМП.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