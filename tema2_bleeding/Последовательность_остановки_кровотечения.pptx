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0000"/>
            <a:ext cx="40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4800000"/>
            <a:ext cx="210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действий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контроль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(чек-лист)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обстановки → безопасность (СИЗ)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поиск кровотечения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Временная остановка кровотечения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жизни: сознание → дыхание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СЛР при отсутствии признаков жизни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000" y="905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0000" y="92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000" y="92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0000" y="92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 скорой медицинской помощи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0000" y="1048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0000" y="1068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0000" y="1068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0000" y="1068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помощь при травмах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0000" y="1191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0000" y="1211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0000" y="1211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0000" y="1211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тепло, контроль, передача СМП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состояния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массивном кровотечении сначала остановите кровь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Сознание: обратитесь, осторожно потрясите за плечи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Дыхание: смотрю–слушаю–ощущаю не более 10 секунд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то, что угрожает жизни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Прямое давление на рану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— по показаниям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 при множественных травмах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Угрожающее жизни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Дыхательные пути и дыхание / СЛР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Остальные кровотечения и раны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Иммобилизация и положение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О ТРАВМАТИЧЕСКОМ ШОКЕ, ПРИЧИНЫ И ПРИЗНАКИ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00000"/>
            <a:ext cx="10000000" cy="35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300000"/>
            <a:ext cx="92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Травматический шок – состояние, причинами развития которого являются тяжелые травмы и сильные кровотечения.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0000" y="2000000"/>
            <a:ext cx="11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Признаками травматического шока являются: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0000" y="2800000"/>
            <a:ext cx="11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наличие тяжелой травмы и сильного кровотечения;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нарушения дыхания и кровообращения (учащенное дыхание и сердцебиение);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бледная холодная влажная кожа;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возбуждение, сменяющееся апатией.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МЕРОПРИЯТИЯ, ПРЕДУПРЕЖДАЮЩИЕ РАЗВИТИЕ ТРАВМАТИЧЕСКОГО ШОКА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 этим мероприятиям относятся: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800000"/>
            <a:ext cx="11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остановка кровотечения;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придание пострадавшему оптимального положения тела;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иммобилизация травмированных конечностей;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защита от переохлаждения (укутывание подручными средствами или покрывалом спасательным изотермическим).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700000" y="2000000"/>
            <a:ext cx="10000000" cy="10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ck_p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0000" y="3047059"/>
            <a:ext cx="9600000" cy="79058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Осмотр головы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am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12" y="2900000"/>
            <a:ext cx="7217241" cy="91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66666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Осмотр шеи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66666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am_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378" y="2900000"/>
            <a:ext cx="7217241" cy="91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33332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Осмотр груди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33332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_ch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58044" y="2900000"/>
            <a:ext cx="7217241" cy="91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 Осмотр живота и таза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am_abdo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12" y="2900000"/>
            <a:ext cx="7217241" cy="91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66666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5 Осмотр ног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66666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am_le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378" y="2900000"/>
            <a:ext cx="7217241" cy="91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33332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6 Осмотр рук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33332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_ar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58044" y="2900000"/>
            <a:ext cx="7217241" cy="91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после остановки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Контроль повязки: при промокании усилить, не снимая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Сознание, дыхание, цвет кожи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Жгут: время, видимость, записка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Согреть, обеспечить покой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бригаде: что сделано и время жгута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и как ослаблять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Планово ослаблять на месте не рекомендуется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Если превышен лимит 60 / 30 мин и СМП нет: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Подготовить давление / повязку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Медленно ослабить, оценивая кровь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струе — сразу затянуть и обновить время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Лимит жгута: ≤ 60 мин (тепло) · ≤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→ осмотр → кровь → признаки жизни → СМП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Способы: давление → повязка → жгут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шока: кровь, положение, тепло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— контроль до передачи СМП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Сначала угрожающее жизни кровотечение!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2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