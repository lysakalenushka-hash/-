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000" y="20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20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0000" y="20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9" name="Oval 8"/>
          <p:cNvSpPr/>
          <p:nvPr/>
        </p:nvSpPr>
        <p:spPr>
          <a:xfrm>
            <a:off x="800000" y="3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3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0000" y="34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0000" y="34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13" name="Oval 12"/>
          <p:cNvSpPr/>
          <p:nvPr/>
        </p:nvSpPr>
        <p:spPr>
          <a:xfrm>
            <a:off x="800000" y="48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48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0000" y="48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0000" y="48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62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62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0000" y="62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0000" y="62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контроль после остановки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0000" y="1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000" y="2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0000" y="2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обстановки → безопасность (СИЗ)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0000" y="3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3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000" y="3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поиск кровотечения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900000"/>
            <a:ext cx="22800000" cy="13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0000" y="51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000" y="5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0000" y="5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Временная остановка кровотечения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000" y="6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000" y="6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0000" y="6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00000" y="6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жизни: сознание → дыхание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000" y="7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0000" y="8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000" y="8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0000" y="8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отсутствии признаков жизни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00" y="9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0000" y="9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0000" y="9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00000" y="9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скорой медицинской помощи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000" y="10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0000" y="11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000" y="11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00000" y="11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помощь при травмах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000" y="12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00000" y="12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00000" y="12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00000" y="12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контроль,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сначала остановите кровь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громко обратитесь, осторожно потрясите за плечи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не более 10 секунд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травмах — сначала то, что угрожает жизни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0000" y="1900000"/>
            <a:ext cx="22800000" cy="13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000" y="21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0000" y="2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0000" y="3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3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000" y="3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0000" y="5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000" y="5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0000" y="5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— по показаниям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— угрожающее жизни кровотечение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дыхательные пути и дыхание / СЛР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остальные кровотечения и раны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иммобилизация и положение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приоритет детям и массивным кровотечениям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после остановки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повязку: при промокании усильте, не снимая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Проверяйте сознание, дыхание, цвет кожи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 за жгутом: время, видимость, записка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Согрейте пострадавшего, обеспечьте покой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Передайте бригаде: что сделано и время наложения жгута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жгут на месте не рекомендуется</a:t>
            </a:r>
          </a:p>
          <a:p>
            <a:pPr algn="l">
              <a:spcAft>
                <a:spcPts val="12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время превысило 60 мин / 30 мин и СМП задерживается: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Подготовьте прямое давление / давящую повязку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ослабьте жгут, оценивая кровотечение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кровь снова бьёт струёй — немедленно затяните и обновите время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0000" y="23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→ осмотр → кровь → признаки жизни → СМП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00" y="39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3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0000" y="42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давление → повязка → жгут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58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000" y="58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0000" y="61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иммобилизация, тепло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" y="77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000" y="77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0000" y="80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до передачи СМП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5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Сначала угрожающее жизни кровотечение!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