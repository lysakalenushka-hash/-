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НАРУЖНОГО КРОВОТЕЧЕНИЯ И КРОВОПОТЕРИ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 и объём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41" y="2000000"/>
            <a:ext cx="6562851" cy="63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
Алая кровь пульсирующей струёй
Опасность: критическая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418" y="2000000"/>
            <a:ext cx="6861163" cy="636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
Тёмная кровь равномерной струёй
Опасность: высокая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2751" y="2000000"/>
            <a:ext cx="6861163" cy="6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
Сочится по поверхности
Опасность: обычно низкая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таблица видов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9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700000"/>
                <a:gridCol w="5700000"/>
                <a:gridCol w="5700000"/>
              </a:tblGrid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 при крупных венах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Приоритет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Быстро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 ситуации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Резкая общая слабость, жажда, головокружение.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Мелькание «мушек» перед глазами; обморок при попытке встать.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Бледная, влажная, холодная кожа.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Учащённое сердцебиение и частое дыхание.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Тревога, возбуждение → затем апатия.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/ нитевидный пульс при тяжёлой кровопотере.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объёма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7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0000"/>
                <a:gridCol w="7600000"/>
                <a:gridCol w="7600000"/>
              </a:tblGrid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 пострадавшего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Головокружение, холодный пот, обмороки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Более 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Угроза жизни, шок, потеря сознания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000" y="11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Ориентиры условные; у детей и пожилых критический порог ниже.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скрытого (внутреннего)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Кровь изливается в полости тела — снаружи может не быть видно.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нарастающая слабость, жажда.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Учащённый слабый пульс, частое дыхание.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 (кровотечение в брюшную полость).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травме груди — одышка, слабость, бледность.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вызвать СМП, положение, холод на живот, не кормить и не поить.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«останавливают» — нужна СМП.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струя; венозное — тёмная струя; капиллярное — сочение.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кровопотери: слабость, жажда, бледность, холодный пот, тахикардия.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жизни; у детей порог ниже.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кровотечение — срочный вызов СМП.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