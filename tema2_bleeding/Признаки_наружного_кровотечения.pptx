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НАРУЖНОГО КРОВОТЕЧЕНИЯ И КРОВОПОТЕРИ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характеристика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острой кровопотери и объём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50000"/>
            <a:ext cx="7200000" cy="9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00000" y="2750000"/>
            <a:ext cx="1400000" cy="140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0" y="2750000"/>
            <a:ext cx="14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000" y="4550000"/>
            <a:ext cx="64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0000" y="5750000"/>
            <a:ext cx="62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Алая кровь
пульсирующей струёй
Опасность: критическая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0000" y="2150000"/>
            <a:ext cx="7200000" cy="9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0000" y="2750000"/>
            <a:ext cx="1400000" cy="14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00000" y="2750000"/>
            <a:ext cx="14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0000" y="4550000"/>
            <a:ext cx="64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000" y="5750000"/>
            <a:ext cx="62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Тёмная кровь
равномерной струёй
Опасность: высокая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000000" y="2150000"/>
            <a:ext cx="7200000" cy="9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800000" y="2750000"/>
            <a:ext cx="1400000" cy="140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800000" y="2750000"/>
            <a:ext cx="14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00000" y="4550000"/>
            <a:ext cx="64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0" y="5750000"/>
            <a:ext cx="6200000" cy="4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Сочится по поверхности
Опасность: обычно низкая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таблица видов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000" y="2050000"/>
          <a:ext cx="22800000" cy="9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0000"/>
                <a:gridCol w="5700000"/>
                <a:gridCol w="5700000"/>
                <a:gridCol w="5700000"/>
              </a:tblGrid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 крови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 при крупных венах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Приоритет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Быстро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 ситуации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острой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Резкая общая слабость, жажда, головокружение.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Мелькание «мушек» перед глазами; обморок при попытке встать.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Бледная, влажная, холодная кожа.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Учащённое сердцебиение и частое дыхание.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Тревога, возбуждение → затем апатия.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Слабый / нитевидный пульс при тяжёлой кровопотере.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объёма кровопотери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000" y="2050000"/>
          <a:ext cx="22800000" cy="7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0000"/>
                <a:gridCol w="7600000"/>
                <a:gridCol w="7600000"/>
              </a:tblGrid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Состояние пострадавшего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тахикардия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Головокружение, холодный пот, обмороки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0000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Более 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Угроза жизни, шок, потеря сознания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000" y="11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Ориентиры условные; у детей и пожилых критический порог ниже.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скрытого (внутреннего)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Кровь изливается в полости тела — снаружи может не быть видно.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нарастающая слабость, жажда.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Учащённый слабый пульс, частое дыхание.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 и напряжение живота (кровотечение в брюшную полость).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травме груди — одышка, слабость, бледность.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Действия: вызвать СМП, положение, холод на живот, не кормить и не поить.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Внутреннее кровотечение на месте не «останавливают» — нужна СМП.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струя; венозное — тёмная струя; капиллярное — сочение.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кровопотери: слабость, жажда, бледность, холодный пот, тахикардия.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Потеря &gt;30% ОЦК угрожает жизни; у детей порог ниже.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подозрении на внутреннее кровотечение — срочный вызов СМП.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