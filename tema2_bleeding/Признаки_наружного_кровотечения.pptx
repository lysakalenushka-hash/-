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0000" y="20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0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900000" y="20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00000" y="20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Виды наружного кровотечения</a:t>
            </a:r>
          </a:p>
        </p:txBody>
      </p:sp>
      <p:sp>
        <p:nvSpPr>
          <p:cNvPr id="9" name="Oval 8"/>
          <p:cNvSpPr/>
          <p:nvPr/>
        </p:nvSpPr>
        <p:spPr>
          <a:xfrm>
            <a:off x="800000" y="34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000" y="34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0000" y="34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00000" y="34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Сравнительная характеристика</a:t>
            </a:r>
          </a:p>
        </p:txBody>
      </p:sp>
      <p:sp>
        <p:nvSpPr>
          <p:cNvPr id="13" name="Oval 12"/>
          <p:cNvSpPr/>
          <p:nvPr/>
        </p:nvSpPr>
        <p:spPr>
          <a:xfrm>
            <a:off x="800000" y="48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48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00000" y="48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00000" y="48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кровопотери и объём</a:t>
            </a:r>
          </a:p>
        </p:txBody>
      </p:sp>
      <p:sp>
        <p:nvSpPr>
          <p:cNvPr id="17" name="Oval 16"/>
          <p:cNvSpPr/>
          <p:nvPr/>
        </p:nvSpPr>
        <p:spPr>
          <a:xfrm>
            <a:off x="800000" y="62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62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0000" y="62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00000" y="62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Скрытое (внутреннее) кровотечение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Сравнительная таблица видов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00000" y="1900000"/>
          <a:ext cx="22800000" cy="6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00000"/>
                <a:gridCol w="5700000"/>
                <a:gridCol w="5700000"/>
                <a:gridCol w="5700000"/>
              </a:tblGrid>
              <a:tr h="1200000"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Признак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Артериальное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Венозное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Капиллярное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Цвет крови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Алый, яркий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Тёмный, вишнёвый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Красный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Характер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Пульсирующей струёй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Равномерной струёй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Сочится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Скорость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Очень быстрая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Умеренная / быстрая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Медленная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Опасность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Критическая — минуты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Высокая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Обычно низкая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Оценка объёма кровопотери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00000" y="1900000"/>
          <a:ext cx="22800000" cy="6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00000"/>
                <a:gridCol w="7600000"/>
                <a:gridCol w="7600000"/>
              </a:tblGrid>
              <a:tr h="1200000"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Объём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Доля ОЦК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Состояние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До ~500 мл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≈ 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Слабость, жажда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500–1000 мл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≈ 10–20%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Бледность, тахикардия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1000–1500 мл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≈ 20–30%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Обмороки, холодный пот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&gt;1500–2000 мл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&gt; 30%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Шок, угроза жизни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скрытого (внутреннего)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1900000"/>
            <a:ext cx="228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Снаружи крови может не быть видно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Бледность, холодный пот, нарастающая слабость, жажда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Слабый учащённый пульс, частое дыхание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Боль и напряжение живота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травме груди — одышка, слабость, бледность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Действия: СМП, положение, холод, не кормить и не поить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000" y="11000000"/>
            <a:ext cx="228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000" y="11200000"/>
            <a:ext cx="218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Внутреннее кровотечение на месте не останавливают — нужна СМП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0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00000" y="23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Артериальное — алая пульсирующая струя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000" y="39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0000" y="39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0000" y="42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Венозное — тёмная струя; капиллярное — сочение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58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000" y="58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00000" y="61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Потеря &gt;30% ОЦК угрожает жизни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000" y="77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000" y="77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00000" y="80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подозрении на внутреннее — срочный вызов СМП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