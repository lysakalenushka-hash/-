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0000"/>
            <a:ext cx="40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4800000"/>
            <a:ext cx="210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характеристика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 и объём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Скрытое (внутреннее) кровотечение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000000"/>
            <a:ext cx="10000000" cy="45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300000"/>
            <a:ext cx="9200000" cy="3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 кровотечением понимают ситуацию, когда кровь по разным причинам покидает сосудистое русло, что приводит к острой кровопотере.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0000" y="2000000"/>
            <a:ext cx="11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Основные признаки острой кровопотери: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0000" y="2700000"/>
            <a:ext cx="110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резкая общая слабость;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чувство жажды;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головокружение;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мелькание «мушек» перед глазами;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обморок, чаще при попытке встать;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бледная, влажная и холодная кожа;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учащённое сердцебиение;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частое дыхание.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РАЗЛИЧНЫХ ВИДОВ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72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
кровотечение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3000000"/>
            <a:ext cx="7200000" cy="9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leed_ar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00" y="4156636"/>
            <a:ext cx="6900000" cy="66867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00000" y="1900000"/>
            <a:ext cx="72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
кровотечение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00000" y="3000000"/>
            <a:ext cx="7200000" cy="9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leed_ven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000" y="4302000"/>
            <a:ext cx="6900000" cy="639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00000" y="1900000"/>
            <a:ext cx="72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Капиллярное
кровотечение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700000" y="3000000"/>
            <a:ext cx="7200000" cy="9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leed_capill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0000" y="4302000"/>
            <a:ext cx="6900000" cy="639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таблица видов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00000" y="1900000"/>
          <a:ext cx="23000000" cy="6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0000"/>
                <a:gridCol w="5750000"/>
                <a:gridCol w="5750000"/>
                <a:gridCol w="5750000"/>
              </a:tblGrid>
              <a:tr h="12000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Признак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Венозное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Цвет крови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Алый, яркий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Тёмный, вишнёвый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Красный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Характер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Пульсирующей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Равномерной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Сочится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Скорость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Очень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Умеренная /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Медленная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Опасность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Критическая — минуты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Высокая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объёма кровопотери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00000" y="1900000"/>
          <a:ext cx="23000000" cy="6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66666"/>
                <a:gridCol w="7666666"/>
                <a:gridCol w="7666668"/>
              </a:tblGrid>
              <a:tr h="12000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Объём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Доля ОЦК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Состояние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До ~500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Слабость, жажда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500–1000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10–20%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Бледность, тахикардия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1000–1500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≈ 20–30%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Обмороки, холодный пот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&gt;1500–2000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&gt; 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Шок, угроза жизни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скрытого (внутреннего)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Снаружи крови может не быть видно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Бледность, холодный пот, нарастающая слабость, жажда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Слабый учащённый пульс, частое дыхание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Боль и напряжение живота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Действия: СМП, положение, холод, не кормить и не поить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Внутреннее кровотечение на месте не останавливают — нужна СМП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 — алая пульсирующая струя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 — тёмная струя; капиллярное — сочение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Потеря &gt;30% ОЦК угрожает жизни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подозрении на внутреннее — срочный вызов СМП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21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